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0" r:id="rId4"/>
  </p:sldMasterIdLst>
  <p:notesMasterIdLst>
    <p:notesMasterId r:id="rId23"/>
  </p:notesMasterIdLst>
  <p:handoutMasterIdLst>
    <p:handoutMasterId r:id="rId24"/>
  </p:handoutMasterIdLst>
  <p:sldIdLst>
    <p:sldId id="256" r:id="rId5"/>
    <p:sldId id="257" r:id="rId6"/>
    <p:sldId id="272" r:id="rId7"/>
    <p:sldId id="259" r:id="rId8"/>
    <p:sldId id="260" r:id="rId9"/>
    <p:sldId id="267" r:id="rId10"/>
    <p:sldId id="276" r:id="rId11"/>
    <p:sldId id="269" r:id="rId12"/>
    <p:sldId id="275" r:id="rId13"/>
    <p:sldId id="274" r:id="rId14"/>
    <p:sldId id="273" r:id="rId15"/>
    <p:sldId id="263" r:id="rId16"/>
    <p:sldId id="262" r:id="rId17"/>
    <p:sldId id="265" r:id="rId18"/>
    <p:sldId id="266" r:id="rId19"/>
    <p:sldId id="270" r:id="rId20"/>
    <p:sldId id="264" r:id="rId21"/>
    <p:sldId id="261"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4067"/>
    <a:srgbClr val="148A9B"/>
    <a:srgbClr val="55BDCF"/>
    <a:srgbClr val="F5F5F4"/>
    <a:srgbClr val="798791"/>
    <a:srgbClr val="4343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22987D1-025A-4E81-9154-7001E797982A}" v="3" dt="2025-03-25T08:55:49.812"/>
    <p1510:client id="{B8D5A87C-00B5-17F5-80EB-051A40685FF2}" v="2" dt="2025-03-25T08:34:50.987"/>
    <p1510:client id="{E998CC71-E01B-474B-BEB0-B63F862725B3}" v="48" dt="2025-03-25T08:43:50.9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1" d="100"/>
          <a:sy n="71" d="100"/>
        </p:scale>
        <p:origin x="460" y="4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lene Elisabeth Nielsen" userId="2124fc45-1e64-40ac-a94c-55461c7f0cc8" providerId="ADAL" clId="{922987D1-025A-4E81-9154-7001E797982A}"/>
    <pc:docChg chg="undo custSel modSld sldOrd modMainMaster">
      <pc:chgData name="Helene Elisabeth Nielsen" userId="2124fc45-1e64-40ac-a94c-55461c7f0cc8" providerId="ADAL" clId="{922987D1-025A-4E81-9154-7001E797982A}" dt="2025-03-25T09:36:02.245" v="14"/>
      <pc:docMkLst>
        <pc:docMk/>
      </pc:docMkLst>
      <pc:sldChg chg="modSp mod ord">
        <pc:chgData name="Helene Elisabeth Nielsen" userId="2124fc45-1e64-40ac-a94c-55461c7f0cc8" providerId="ADAL" clId="{922987D1-025A-4E81-9154-7001E797982A}" dt="2025-03-25T09:36:02.245" v="14"/>
        <pc:sldMkLst>
          <pc:docMk/>
          <pc:sldMk cId="545836838" sldId="256"/>
        </pc:sldMkLst>
        <pc:spChg chg="mod">
          <ac:chgData name="Helene Elisabeth Nielsen" userId="2124fc45-1e64-40ac-a94c-55461c7f0cc8" providerId="ADAL" clId="{922987D1-025A-4E81-9154-7001E797982A}" dt="2025-03-25T08:55:49.812" v="1" actId="207"/>
          <ac:spMkLst>
            <pc:docMk/>
            <pc:sldMk cId="545836838" sldId="256"/>
            <ac:spMk id="2" creationId="{30EDEB11-3D4D-58A1-1C32-F0AF141E31A4}"/>
          </ac:spMkLst>
        </pc:spChg>
      </pc:sldChg>
      <pc:sldChg chg="delSp modSp mod">
        <pc:chgData name="Helene Elisabeth Nielsen" userId="2124fc45-1e64-40ac-a94c-55461c7f0cc8" providerId="ADAL" clId="{922987D1-025A-4E81-9154-7001E797982A}" dt="2025-03-25T09:35:48.653" v="12" actId="478"/>
        <pc:sldMkLst>
          <pc:docMk/>
          <pc:sldMk cId="1200837968" sldId="259"/>
        </pc:sldMkLst>
        <pc:grpChg chg="del mod">
          <ac:chgData name="Helene Elisabeth Nielsen" userId="2124fc45-1e64-40ac-a94c-55461c7f0cc8" providerId="ADAL" clId="{922987D1-025A-4E81-9154-7001E797982A}" dt="2025-03-25T09:35:48.653" v="12" actId="478"/>
          <ac:grpSpMkLst>
            <pc:docMk/>
            <pc:sldMk cId="1200837968" sldId="259"/>
            <ac:grpSpMk id="18" creationId="{7CC2F376-80FC-B862-7ED9-BCC920F33AED}"/>
          </ac:grpSpMkLst>
        </pc:grpChg>
      </pc:sldChg>
      <pc:sldChg chg="addSp delSp modSp mod">
        <pc:chgData name="Helene Elisabeth Nielsen" userId="2124fc45-1e64-40ac-a94c-55461c7f0cc8" providerId="ADAL" clId="{922987D1-025A-4E81-9154-7001E797982A}" dt="2025-03-25T09:35:17.713" v="10" actId="1076"/>
        <pc:sldMkLst>
          <pc:docMk/>
          <pc:sldMk cId="1588593302" sldId="261"/>
        </pc:sldMkLst>
        <pc:grpChg chg="mod">
          <ac:chgData name="Helene Elisabeth Nielsen" userId="2124fc45-1e64-40ac-a94c-55461c7f0cc8" providerId="ADAL" clId="{922987D1-025A-4E81-9154-7001E797982A}" dt="2025-03-25T09:35:14.891" v="8" actId="1076"/>
          <ac:grpSpMkLst>
            <pc:docMk/>
            <pc:sldMk cId="1588593302" sldId="261"/>
            <ac:grpSpMk id="6" creationId="{F4D2FB34-D9C6-A8EC-2E25-70A444B4B4C2}"/>
          </ac:grpSpMkLst>
        </pc:grpChg>
        <pc:picChg chg="add del mod">
          <ac:chgData name="Helene Elisabeth Nielsen" userId="2124fc45-1e64-40ac-a94c-55461c7f0cc8" providerId="ADAL" clId="{922987D1-025A-4E81-9154-7001E797982A}" dt="2025-03-25T09:35:16.348" v="9" actId="1076"/>
          <ac:picMkLst>
            <pc:docMk/>
            <pc:sldMk cId="1588593302" sldId="261"/>
            <ac:picMk id="4" creationId="{96E5507E-3A3E-8488-A084-013178CF63B9}"/>
          </ac:picMkLst>
        </pc:picChg>
        <pc:picChg chg="mod">
          <ac:chgData name="Helene Elisabeth Nielsen" userId="2124fc45-1e64-40ac-a94c-55461c7f0cc8" providerId="ADAL" clId="{922987D1-025A-4E81-9154-7001E797982A}" dt="2025-03-25T09:35:17.713" v="10" actId="1076"/>
          <ac:picMkLst>
            <pc:docMk/>
            <pc:sldMk cId="1588593302" sldId="261"/>
            <ac:picMk id="5" creationId="{445A5695-906E-D06A-C6EA-D766E05F8853}"/>
          </ac:picMkLst>
        </pc:picChg>
      </pc:sldChg>
      <pc:sldMasterChg chg="modSldLayout">
        <pc:chgData name="Helene Elisabeth Nielsen" userId="2124fc45-1e64-40ac-a94c-55461c7f0cc8" providerId="ADAL" clId="{922987D1-025A-4E81-9154-7001E797982A}" dt="2025-03-25T08:52:33.606" v="0" actId="16037"/>
        <pc:sldMasterMkLst>
          <pc:docMk/>
          <pc:sldMasterMk cId="2974532419" sldId="2147483720"/>
        </pc:sldMasterMkLst>
        <pc:sldLayoutChg chg="modSp">
          <pc:chgData name="Helene Elisabeth Nielsen" userId="2124fc45-1e64-40ac-a94c-55461c7f0cc8" providerId="ADAL" clId="{922987D1-025A-4E81-9154-7001E797982A}" dt="2025-03-25T08:52:33.606" v="0" actId="16037"/>
          <pc:sldLayoutMkLst>
            <pc:docMk/>
            <pc:sldMasterMk cId="2974532419" sldId="2147483720"/>
            <pc:sldLayoutMk cId="3342351193" sldId="2147483721"/>
          </pc:sldLayoutMkLst>
          <pc:spChg chg="mod">
            <ac:chgData name="Helene Elisabeth Nielsen" userId="2124fc45-1e64-40ac-a94c-55461c7f0cc8" providerId="ADAL" clId="{922987D1-025A-4E81-9154-7001E797982A}" dt="2025-03-25T08:52:33.606" v="0" actId="16037"/>
            <ac:spMkLst>
              <pc:docMk/>
              <pc:sldMasterMk cId="2974532419" sldId="2147483720"/>
              <pc:sldLayoutMk cId="3342351193" sldId="2147483721"/>
              <ac:spMk id="2" creationId="{00000000-0000-0000-0000-000000000000}"/>
            </ac:spMkLst>
          </pc:spChg>
        </pc:sldLayoutChg>
      </pc:sldMasterChg>
    </pc:docChg>
  </pc:docChgLst>
  <pc:docChgLst>
    <pc:chgData name="Helene Elisabeth Nielsen" userId="2124fc45-1e64-40ac-a94c-55461c7f0cc8" providerId="ADAL" clId="{E998CC71-E01B-474B-BEB0-B63F862725B3}"/>
    <pc:docChg chg="undo custSel modSld modMainMaster">
      <pc:chgData name="Helene Elisabeth Nielsen" userId="2124fc45-1e64-40ac-a94c-55461c7f0cc8" providerId="ADAL" clId="{E998CC71-E01B-474B-BEB0-B63F862725B3}" dt="2025-03-25T08:44:54.191" v="53" actId="27636"/>
      <pc:docMkLst>
        <pc:docMk/>
      </pc:docMkLst>
      <pc:sldChg chg="modSp mod">
        <pc:chgData name="Helene Elisabeth Nielsen" userId="2124fc45-1e64-40ac-a94c-55461c7f0cc8" providerId="ADAL" clId="{E998CC71-E01B-474B-BEB0-B63F862725B3}" dt="2025-03-25T08:44:54.191" v="53" actId="27636"/>
        <pc:sldMkLst>
          <pc:docMk/>
          <pc:sldMk cId="545836838" sldId="256"/>
        </pc:sldMkLst>
        <pc:spChg chg="mod">
          <ac:chgData name="Helene Elisabeth Nielsen" userId="2124fc45-1e64-40ac-a94c-55461c7f0cc8" providerId="ADAL" clId="{E998CC71-E01B-474B-BEB0-B63F862725B3}" dt="2025-03-25T08:44:54.191" v="53" actId="27636"/>
          <ac:spMkLst>
            <pc:docMk/>
            <pc:sldMk cId="545836838" sldId="256"/>
            <ac:spMk id="2" creationId="{30EDEB11-3D4D-58A1-1C32-F0AF141E31A4}"/>
          </ac:spMkLst>
        </pc:spChg>
      </pc:sldChg>
      <pc:sldMasterChg chg="modSp mod modSldLayout">
        <pc:chgData name="Helene Elisabeth Nielsen" userId="2124fc45-1e64-40ac-a94c-55461c7f0cc8" providerId="ADAL" clId="{E998CC71-E01B-474B-BEB0-B63F862725B3}" dt="2025-03-25T08:43:50.978" v="51" actId="207"/>
        <pc:sldMasterMkLst>
          <pc:docMk/>
          <pc:sldMasterMk cId="2974532419" sldId="2147483720"/>
        </pc:sldMasterMkLst>
        <pc:spChg chg="mod">
          <ac:chgData name="Helene Elisabeth Nielsen" userId="2124fc45-1e64-40ac-a94c-55461c7f0cc8" providerId="ADAL" clId="{E998CC71-E01B-474B-BEB0-B63F862725B3}" dt="2025-03-25T08:43:31.734" v="48" actId="207"/>
          <ac:spMkLst>
            <pc:docMk/>
            <pc:sldMasterMk cId="2974532419" sldId="2147483720"/>
            <ac:spMk id="2" creationId="{00000000-0000-0000-0000-000000000000}"/>
          </ac:spMkLst>
        </pc:spChg>
        <pc:spChg chg="mod">
          <ac:chgData name="Helene Elisabeth Nielsen" userId="2124fc45-1e64-40ac-a94c-55461c7f0cc8" providerId="ADAL" clId="{E998CC71-E01B-474B-BEB0-B63F862725B3}" dt="2025-03-25T08:43:50.978" v="51" actId="207"/>
          <ac:spMkLst>
            <pc:docMk/>
            <pc:sldMasterMk cId="2974532419" sldId="2147483720"/>
            <ac:spMk id="3" creationId="{00000000-0000-0000-0000-000000000000}"/>
          </ac:spMkLst>
        </pc:spChg>
        <pc:picChg chg="mod">
          <ac:chgData name="Helene Elisabeth Nielsen" userId="2124fc45-1e64-40ac-a94c-55461c7f0cc8" providerId="ADAL" clId="{E998CC71-E01B-474B-BEB0-B63F862725B3}" dt="2025-03-25T08:38:49.026" v="38" actId="1038"/>
          <ac:picMkLst>
            <pc:docMk/>
            <pc:sldMasterMk cId="2974532419" sldId="2147483720"/>
            <ac:picMk id="7" creationId="{E8E7BE73-BEFB-D960-F181-B3E6377DDCC8}"/>
          </ac:picMkLst>
        </pc:picChg>
        <pc:sldLayoutChg chg="modSp mod">
          <pc:chgData name="Helene Elisabeth Nielsen" userId="2124fc45-1e64-40ac-a94c-55461c7f0cc8" providerId="ADAL" clId="{E998CC71-E01B-474B-BEB0-B63F862725B3}" dt="2025-03-25T08:39:25.734" v="39" actId="16037"/>
          <pc:sldLayoutMkLst>
            <pc:docMk/>
            <pc:sldMasterMk cId="2974532419" sldId="2147483720"/>
            <pc:sldLayoutMk cId="3342351193" sldId="2147483721"/>
          </pc:sldLayoutMkLst>
          <pc:spChg chg="mod">
            <ac:chgData name="Helene Elisabeth Nielsen" userId="2124fc45-1e64-40ac-a94c-55461c7f0cc8" providerId="ADAL" clId="{E998CC71-E01B-474B-BEB0-B63F862725B3}" dt="2025-03-25T08:39:25.734" v="39" actId="16037"/>
            <ac:spMkLst>
              <pc:docMk/>
              <pc:sldMasterMk cId="2974532419" sldId="2147483720"/>
              <pc:sldLayoutMk cId="3342351193" sldId="2147483721"/>
              <ac:spMk id="2" creationId="{00000000-0000-0000-0000-000000000000}"/>
            </ac:spMkLst>
          </pc:spChg>
        </pc:sldLayoutChg>
        <pc:sldLayoutChg chg="modSp">
          <pc:chgData name="Helene Elisabeth Nielsen" userId="2124fc45-1e64-40ac-a94c-55461c7f0cc8" providerId="ADAL" clId="{E998CC71-E01B-474B-BEB0-B63F862725B3}" dt="2025-03-25T08:39:42.454" v="40" actId="16037"/>
          <pc:sldLayoutMkLst>
            <pc:docMk/>
            <pc:sldMasterMk cId="2974532419" sldId="2147483720"/>
            <pc:sldLayoutMk cId="165044562" sldId="2147483722"/>
          </pc:sldLayoutMkLst>
          <pc:spChg chg="mod">
            <ac:chgData name="Helene Elisabeth Nielsen" userId="2124fc45-1e64-40ac-a94c-55461c7f0cc8" providerId="ADAL" clId="{E998CC71-E01B-474B-BEB0-B63F862725B3}" dt="2025-03-25T08:39:42.454" v="40" actId="16037"/>
            <ac:spMkLst>
              <pc:docMk/>
              <pc:sldMasterMk cId="2974532419" sldId="2147483720"/>
              <pc:sldLayoutMk cId="165044562" sldId="2147483722"/>
              <ac:spMk id="2" creationId="{00000000-0000-0000-0000-000000000000}"/>
            </ac:spMkLst>
          </pc:spChg>
          <pc:spChg chg="mod">
            <ac:chgData name="Helene Elisabeth Nielsen" userId="2124fc45-1e64-40ac-a94c-55461c7f0cc8" providerId="ADAL" clId="{E998CC71-E01B-474B-BEB0-B63F862725B3}" dt="2025-03-25T08:38:07.051" v="11" actId="16037"/>
            <ac:spMkLst>
              <pc:docMk/>
              <pc:sldMasterMk cId="2974532419" sldId="2147483720"/>
              <pc:sldLayoutMk cId="165044562" sldId="2147483722"/>
              <ac:spMk id="3" creationId="{00000000-0000-0000-0000-000000000000}"/>
            </ac:spMkLst>
          </pc:spChg>
        </pc:sldLayoutChg>
        <pc:sldLayoutChg chg="modSp mod">
          <pc:chgData name="Helene Elisabeth Nielsen" userId="2124fc45-1e64-40ac-a94c-55461c7f0cc8" providerId="ADAL" clId="{E998CC71-E01B-474B-BEB0-B63F862725B3}" dt="2025-03-25T08:39:58.423" v="43" actId="20577"/>
          <pc:sldLayoutMkLst>
            <pc:docMk/>
            <pc:sldMasterMk cId="2974532419" sldId="2147483720"/>
            <pc:sldLayoutMk cId="3050925063" sldId="2147483723"/>
          </pc:sldLayoutMkLst>
          <pc:spChg chg="mod">
            <ac:chgData name="Helene Elisabeth Nielsen" userId="2124fc45-1e64-40ac-a94c-55461c7f0cc8" providerId="ADAL" clId="{E998CC71-E01B-474B-BEB0-B63F862725B3}" dt="2025-03-25T08:38:23.386" v="28" actId="20577"/>
            <ac:spMkLst>
              <pc:docMk/>
              <pc:sldMasterMk cId="2974532419" sldId="2147483720"/>
              <pc:sldLayoutMk cId="3050925063" sldId="2147483723"/>
              <ac:spMk id="2" creationId="{00000000-0000-0000-0000-000000000000}"/>
            </ac:spMkLst>
          </pc:spChg>
          <pc:spChg chg="mod">
            <ac:chgData name="Helene Elisabeth Nielsen" userId="2124fc45-1e64-40ac-a94c-55461c7f0cc8" providerId="ADAL" clId="{E998CC71-E01B-474B-BEB0-B63F862725B3}" dt="2025-03-25T08:39:58.423" v="43" actId="20577"/>
            <ac:spMkLst>
              <pc:docMk/>
              <pc:sldMasterMk cId="2974532419" sldId="2147483720"/>
              <pc:sldLayoutMk cId="3050925063" sldId="2147483723"/>
              <ac:spMk id="3" creationId="{00000000-0000-0000-0000-000000000000}"/>
            </ac:spMkLst>
          </pc:spChg>
        </pc:sldLayoutChg>
        <pc:sldLayoutChg chg="modSp">
          <pc:chgData name="Helene Elisabeth Nielsen" userId="2124fc45-1e64-40ac-a94c-55461c7f0cc8" providerId="ADAL" clId="{E998CC71-E01B-474B-BEB0-B63F862725B3}" dt="2025-03-25T08:40:16.429" v="44" actId="16037"/>
          <pc:sldLayoutMkLst>
            <pc:docMk/>
            <pc:sldMasterMk cId="2974532419" sldId="2147483720"/>
            <pc:sldLayoutMk cId="4208906373" sldId="2147483730"/>
          </pc:sldLayoutMkLst>
          <pc:spChg chg="mod">
            <ac:chgData name="Helene Elisabeth Nielsen" userId="2124fc45-1e64-40ac-a94c-55461c7f0cc8" providerId="ADAL" clId="{E998CC71-E01B-474B-BEB0-B63F862725B3}" dt="2025-03-25T08:40:16.429" v="44" actId="16037"/>
            <ac:spMkLst>
              <pc:docMk/>
              <pc:sldMasterMk cId="2974532419" sldId="2147483720"/>
              <pc:sldLayoutMk cId="4208906373" sldId="2147483730"/>
              <ac:spMk id="2" creationId="{00000000-0000-0000-0000-000000000000}"/>
            </ac:spMkLst>
          </pc:spChg>
        </pc:sldLayoutChg>
      </pc:sldMasterChg>
    </pc:docChg>
  </pc:docChgLst>
  <pc:docChgLst>
    <pc:chgData name="Helene Elisabeth Nielsen" userId="S::heni@mercantec.dk::2124fc45-1e64-40ac-a94c-55461c7f0cc8" providerId="AD" clId="Web-{B8D5A87C-00B5-17F5-80EB-051A40685FF2}"/>
    <pc:docChg chg="sldOrd">
      <pc:chgData name="Helene Elisabeth Nielsen" userId="S::heni@mercantec.dk::2124fc45-1e64-40ac-a94c-55461c7f0cc8" providerId="AD" clId="Web-{B8D5A87C-00B5-17F5-80EB-051A40685FF2}" dt="2025-03-25T08:34:50.987" v="1"/>
      <pc:docMkLst>
        <pc:docMk/>
      </pc:docMkLst>
      <pc:sldChg chg="ord">
        <pc:chgData name="Helene Elisabeth Nielsen" userId="S::heni@mercantec.dk::2124fc45-1e64-40ac-a94c-55461c7f0cc8" providerId="AD" clId="Web-{B8D5A87C-00B5-17F5-80EB-051A40685FF2}" dt="2025-03-25T08:34:50.987" v="1"/>
        <pc:sldMkLst>
          <pc:docMk/>
          <pc:sldMk cId="324185016" sldId="269"/>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a:extLst>
              <a:ext uri="{FF2B5EF4-FFF2-40B4-BE49-F238E27FC236}">
                <a16:creationId xmlns:a16="http://schemas.microsoft.com/office/drawing/2014/main" id="{D0C2444D-2617-EDD7-AC4E-C39EA31031F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a:extLst>
              <a:ext uri="{FF2B5EF4-FFF2-40B4-BE49-F238E27FC236}">
                <a16:creationId xmlns:a16="http://schemas.microsoft.com/office/drawing/2014/main" id="{8E02668A-A0DC-777C-775D-8845B977A6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5F0E203-81A1-42CA-9ADC-FC3E9ED9666D}" type="datetimeFigureOut">
              <a:rPr lang="da-DK" smtClean="0"/>
              <a:t>25-03-2025</a:t>
            </a:fld>
            <a:endParaRPr lang="da-DK"/>
          </a:p>
        </p:txBody>
      </p:sp>
      <p:sp>
        <p:nvSpPr>
          <p:cNvPr id="4" name="Pladsholder til sidefod 3">
            <a:extLst>
              <a:ext uri="{FF2B5EF4-FFF2-40B4-BE49-F238E27FC236}">
                <a16:creationId xmlns:a16="http://schemas.microsoft.com/office/drawing/2014/main" id="{E8B9A8B9-09EE-C8E6-A877-1921CDAB845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5" name="Pladsholder til slidenummer 4">
            <a:extLst>
              <a:ext uri="{FF2B5EF4-FFF2-40B4-BE49-F238E27FC236}">
                <a16:creationId xmlns:a16="http://schemas.microsoft.com/office/drawing/2014/main" id="{B0E513CC-80C3-B9D8-B04F-F9C6C887B96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09B0F31-882C-4D7A-B285-51C99DE43212}" type="slidenum">
              <a:rPr lang="da-DK" smtClean="0"/>
              <a:t>‹nr.›</a:t>
            </a:fld>
            <a:endParaRPr lang="da-DK"/>
          </a:p>
        </p:txBody>
      </p:sp>
    </p:spTree>
    <p:extLst>
      <p:ext uri="{BB962C8B-B14F-4D97-AF65-F5344CB8AC3E}">
        <p14:creationId xmlns:p14="http://schemas.microsoft.com/office/powerpoint/2010/main" val="33188016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a-DK"/>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9CC521-47CF-5346-823A-2B027E815F9B}" type="datetimeFigureOut">
              <a:rPr lang="da-DK" smtClean="0"/>
              <a:t>25-03-2025</a:t>
            </a:fld>
            <a:endParaRPr lang="da-DK"/>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a-DK"/>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a-DK"/>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8EA029-D7F9-4841-9D5A-3384CE8ADCDC}" type="slidenum">
              <a:rPr lang="da-DK" smtClean="0"/>
              <a:t>‹nr.›</a:t>
            </a:fld>
            <a:endParaRPr lang="da-DK"/>
          </a:p>
        </p:txBody>
      </p:sp>
    </p:spTree>
    <p:extLst>
      <p:ext uri="{BB962C8B-B14F-4D97-AF65-F5344CB8AC3E}">
        <p14:creationId xmlns:p14="http://schemas.microsoft.com/office/powerpoint/2010/main" val="4289191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a:t>Note: Denne skabelon kan ændres og tilpasses efter behov. Indholdet i skabelonen er blot forslag til strukturering af din præsentation/undervisning. </a:t>
            </a:r>
          </a:p>
        </p:txBody>
      </p:sp>
      <p:sp>
        <p:nvSpPr>
          <p:cNvPr id="4" name="Pladsholder til slidenummer 3"/>
          <p:cNvSpPr>
            <a:spLocks noGrp="1"/>
          </p:cNvSpPr>
          <p:nvPr>
            <p:ph type="sldNum" sz="quarter" idx="5"/>
          </p:nvPr>
        </p:nvSpPr>
        <p:spPr/>
        <p:txBody>
          <a:bodyPr/>
          <a:lstStyle/>
          <a:p>
            <a:fld id="{D28EA029-D7F9-4841-9D5A-3384CE8ADCDC}" type="slidenum">
              <a:rPr lang="da-DK" smtClean="0"/>
              <a:t>1</a:t>
            </a:fld>
            <a:endParaRPr lang="da-DK"/>
          </a:p>
        </p:txBody>
      </p:sp>
    </p:spTree>
    <p:extLst>
      <p:ext uri="{BB962C8B-B14F-4D97-AF65-F5344CB8AC3E}">
        <p14:creationId xmlns:p14="http://schemas.microsoft.com/office/powerpoint/2010/main" val="3696533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a:t>Dette er et eksempel på en dagsorden/, tilpas </a:t>
            </a:r>
            <a:r>
              <a:rPr lang="da-DK" err="1"/>
              <a:t>slidet</a:t>
            </a:r>
            <a:r>
              <a:rPr lang="da-DK"/>
              <a:t> sådan, at det passer til din undervisning. Du kan overveje at bruge nogle af aktivitets idéerne senere i slideshowet, kig i notefeltet. </a:t>
            </a:r>
          </a:p>
        </p:txBody>
      </p:sp>
      <p:sp>
        <p:nvSpPr>
          <p:cNvPr id="4" name="Pladsholder til slidenummer 3"/>
          <p:cNvSpPr>
            <a:spLocks noGrp="1"/>
          </p:cNvSpPr>
          <p:nvPr>
            <p:ph type="sldNum" sz="quarter" idx="5"/>
          </p:nvPr>
        </p:nvSpPr>
        <p:spPr/>
        <p:txBody>
          <a:bodyPr/>
          <a:lstStyle/>
          <a:p>
            <a:fld id="{D28EA029-D7F9-4841-9D5A-3384CE8ADCDC}" type="slidenum">
              <a:rPr lang="da-DK" smtClean="0"/>
              <a:t>2</a:t>
            </a:fld>
            <a:endParaRPr lang="da-DK"/>
          </a:p>
        </p:txBody>
      </p:sp>
    </p:spTree>
    <p:extLst>
      <p:ext uri="{BB962C8B-B14F-4D97-AF65-F5344CB8AC3E}">
        <p14:creationId xmlns:p14="http://schemas.microsoft.com/office/powerpoint/2010/main" val="31653633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a:t>FØR. Når man tilrettelægger undervisning kan det være relevant at inddele undervisningen i tre faser: FØR, UNDER &amp; EFTER. I FØR fasen kan man aktivere elevernes forhåndsviden om emnet og underviseren kan få et kort indtryk af hvad eleverne allerede ved. Dette åbner også op for, at eleverne bliver aktive deltagere i undervisningen og begynder at reflektere over undervisningens indhold. (I de næste slides vil der i notefeltet være markeret hvilken af de tre faser den pågældende aktivitet eller indhold tilhører markeret med FØR, UNDER, EFTER). </a:t>
            </a:r>
          </a:p>
        </p:txBody>
      </p:sp>
      <p:sp>
        <p:nvSpPr>
          <p:cNvPr id="4" name="Pladsholder til slidenummer 3"/>
          <p:cNvSpPr>
            <a:spLocks noGrp="1"/>
          </p:cNvSpPr>
          <p:nvPr>
            <p:ph type="sldNum" sz="quarter" idx="5"/>
          </p:nvPr>
        </p:nvSpPr>
        <p:spPr/>
        <p:txBody>
          <a:bodyPr/>
          <a:lstStyle/>
          <a:p>
            <a:fld id="{D28EA029-D7F9-4841-9D5A-3384CE8ADCDC}" type="slidenum">
              <a:rPr lang="da-DK" smtClean="0"/>
              <a:t>4</a:t>
            </a:fld>
            <a:endParaRPr lang="da-DK"/>
          </a:p>
        </p:txBody>
      </p:sp>
    </p:spTree>
    <p:extLst>
      <p:ext uri="{BB962C8B-B14F-4D97-AF65-F5344CB8AC3E}">
        <p14:creationId xmlns:p14="http://schemas.microsoft.com/office/powerpoint/2010/main" val="1988030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a:t>UNDER. Efter elevernes forhåndsviden er blevet aktiveret kan man introducere ny viden om emnet. Husk at indsætte illustrationer, billeder eller videoer for at gøre oplægget mere relevant og spændende. Ikke for meget tekst. </a:t>
            </a:r>
          </a:p>
        </p:txBody>
      </p:sp>
      <p:sp>
        <p:nvSpPr>
          <p:cNvPr id="4" name="Pladsholder til slidenummer 3"/>
          <p:cNvSpPr>
            <a:spLocks noGrp="1"/>
          </p:cNvSpPr>
          <p:nvPr>
            <p:ph type="sldNum" sz="quarter" idx="5"/>
          </p:nvPr>
        </p:nvSpPr>
        <p:spPr/>
        <p:txBody>
          <a:bodyPr/>
          <a:lstStyle/>
          <a:p>
            <a:fld id="{D28EA029-D7F9-4841-9D5A-3384CE8ADCDC}" type="slidenum">
              <a:rPr lang="da-DK" smtClean="0"/>
              <a:t>5</a:t>
            </a:fld>
            <a:endParaRPr lang="da-DK"/>
          </a:p>
        </p:txBody>
      </p:sp>
    </p:spTree>
    <p:extLst>
      <p:ext uri="{BB962C8B-B14F-4D97-AF65-F5344CB8AC3E}">
        <p14:creationId xmlns:p14="http://schemas.microsoft.com/office/powerpoint/2010/main" val="544094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a:t>UNDER. Husk at være tydelig i dine instruktioner og hvis selve opgaven er et andet dokument, så nævn dette. Her kan man også anvende Studietube til at gøre forskellige opgaver interaktive fx man kan anvende H5P til at lave små quizzer, vendespil, tip en 13’er om emnet. Man kan også anvende </a:t>
            </a:r>
            <a:r>
              <a:rPr lang="da-DK" err="1"/>
              <a:t>Soundation</a:t>
            </a:r>
            <a:r>
              <a:rPr lang="da-DK"/>
              <a:t> EU eller </a:t>
            </a:r>
            <a:r>
              <a:rPr lang="da-DK" err="1"/>
              <a:t>Voicerecorder</a:t>
            </a:r>
            <a:r>
              <a:rPr lang="da-DK"/>
              <a:t> til at få eleverne til at lave et mini-podcast om emnet. </a:t>
            </a:r>
          </a:p>
        </p:txBody>
      </p:sp>
      <p:sp>
        <p:nvSpPr>
          <p:cNvPr id="4" name="Pladsholder til slidenummer 3"/>
          <p:cNvSpPr>
            <a:spLocks noGrp="1"/>
          </p:cNvSpPr>
          <p:nvPr>
            <p:ph type="sldNum" sz="quarter" idx="5"/>
          </p:nvPr>
        </p:nvSpPr>
        <p:spPr/>
        <p:txBody>
          <a:bodyPr/>
          <a:lstStyle/>
          <a:p>
            <a:fld id="{D28EA029-D7F9-4841-9D5A-3384CE8ADCDC}" type="slidenum">
              <a:rPr lang="da-DK" smtClean="0"/>
              <a:t>6</a:t>
            </a:fld>
            <a:endParaRPr lang="da-DK"/>
          </a:p>
        </p:txBody>
      </p:sp>
    </p:spTree>
    <p:extLst>
      <p:ext uri="{BB962C8B-B14F-4D97-AF65-F5344CB8AC3E}">
        <p14:creationId xmlns:p14="http://schemas.microsoft.com/office/powerpoint/2010/main" val="21234918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a:t>Pause slide – der kan eventuelt tilføjes et klokkeslæt </a:t>
            </a:r>
          </a:p>
        </p:txBody>
      </p:sp>
      <p:sp>
        <p:nvSpPr>
          <p:cNvPr id="4" name="Pladsholder til slidenummer 3"/>
          <p:cNvSpPr>
            <a:spLocks noGrp="1"/>
          </p:cNvSpPr>
          <p:nvPr>
            <p:ph type="sldNum" sz="quarter" idx="5"/>
          </p:nvPr>
        </p:nvSpPr>
        <p:spPr/>
        <p:txBody>
          <a:bodyPr/>
          <a:lstStyle/>
          <a:p>
            <a:fld id="{D28EA029-D7F9-4841-9D5A-3384CE8ADCDC}" type="slidenum">
              <a:rPr lang="da-DK" smtClean="0"/>
              <a:t>8</a:t>
            </a:fld>
            <a:endParaRPr lang="da-DK"/>
          </a:p>
        </p:txBody>
      </p:sp>
    </p:spTree>
    <p:extLst>
      <p:ext uri="{BB962C8B-B14F-4D97-AF65-F5344CB8AC3E}">
        <p14:creationId xmlns:p14="http://schemas.microsoft.com/office/powerpoint/2010/main" val="26195174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C1246-F45C-5395-63C1-B0FBE3368639}"/>
            </a:ext>
          </a:extLst>
        </p:cNvPr>
        <p:cNvGrpSpPr/>
        <p:nvPr/>
      </p:nvGrpSpPr>
      <p:grpSpPr>
        <a:xfrm>
          <a:off x="0" y="0"/>
          <a:ext cx="0" cy="0"/>
          <a:chOff x="0" y="0"/>
          <a:chExt cx="0" cy="0"/>
        </a:xfrm>
      </p:grpSpPr>
      <p:sp>
        <p:nvSpPr>
          <p:cNvPr id="2" name="Pladsholder til slidebillede 1">
            <a:extLst>
              <a:ext uri="{FF2B5EF4-FFF2-40B4-BE49-F238E27FC236}">
                <a16:creationId xmlns:a16="http://schemas.microsoft.com/office/drawing/2014/main" id="{6EBCA1AE-1F5B-8D1E-9352-AF433926740B}"/>
              </a:ext>
            </a:extLst>
          </p:cNvPr>
          <p:cNvSpPr>
            <a:spLocks noGrp="1" noRot="1" noChangeAspect="1"/>
          </p:cNvSpPr>
          <p:nvPr>
            <p:ph type="sldImg"/>
          </p:nvPr>
        </p:nvSpPr>
        <p:spPr/>
      </p:sp>
      <p:sp>
        <p:nvSpPr>
          <p:cNvPr id="3" name="Pladsholder til noter 2">
            <a:extLst>
              <a:ext uri="{FF2B5EF4-FFF2-40B4-BE49-F238E27FC236}">
                <a16:creationId xmlns:a16="http://schemas.microsoft.com/office/drawing/2014/main" id="{90E6D876-B94F-D137-B9EF-1C3CA5E8456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a:t>UNDER. Husk at være tydelig i dine instruktioner og hvis selve opgaven er et andet dokument, så nævn dette. Her kan man også anvende Studietube til at gøre forskellige opgaver interaktive fx man kan anvende H5P til at lave små quizzer, vendespil, tip en 13’er om emnet. Man kan også anvende </a:t>
            </a:r>
            <a:r>
              <a:rPr lang="da-DK" err="1"/>
              <a:t>Soundation</a:t>
            </a:r>
            <a:r>
              <a:rPr lang="da-DK"/>
              <a:t> EU eller </a:t>
            </a:r>
            <a:r>
              <a:rPr lang="da-DK" err="1"/>
              <a:t>Voicerecorder</a:t>
            </a:r>
            <a:r>
              <a:rPr lang="da-DK"/>
              <a:t> til at få eleverne til at lave et mini-podcast om emnet. </a:t>
            </a:r>
          </a:p>
          <a:p>
            <a:endParaRPr lang="da-DK"/>
          </a:p>
        </p:txBody>
      </p:sp>
      <p:sp>
        <p:nvSpPr>
          <p:cNvPr id="4" name="Pladsholder til slidenummer 3">
            <a:extLst>
              <a:ext uri="{FF2B5EF4-FFF2-40B4-BE49-F238E27FC236}">
                <a16:creationId xmlns:a16="http://schemas.microsoft.com/office/drawing/2014/main" id="{0ED3BF26-F5AC-C77D-9F5D-462EBE3B9524}"/>
              </a:ext>
            </a:extLst>
          </p:cNvPr>
          <p:cNvSpPr>
            <a:spLocks noGrp="1"/>
          </p:cNvSpPr>
          <p:nvPr>
            <p:ph type="sldNum" sz="quarter" idx="5"/>
          </p:nvPr>
        </p:nvSpPr>
        <p:spPr/>
        <p:txBody>
          <a:bodyPr/>
          <a:lstStyle/>
          <a:p>
            <a:fld id="{D28EA029-D7F9-4841-9D5A-3384CE8ADCDC}" type="slidenum">
              <a:rPr lang="da-DK" smtClean="0"/>
              <a:t>9</a:t>
            </a:fld>
            <a:endParaRPr lang="da-DK"/>
          </a:p>
        </p:txBody>
      </p:sp>
    </p:spTree>
    <p:extLst>
      <p:ext uri="{BB962C8B-B14F-4D97-AF65-F5344CB8AC3E}">
        <p14:creationId xmlns:p14="http://schemas.microsoft.com/office/powerpoint/2010/main" val="9355805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a:t>EFTER: Eleverne kan her selv formulere, hvad de mener de har lært i dag. Dette kan være en god idé at gøre fælles med håndsopretning, eller eleverne indbyrdes snakker kort i grupper. Det kan også være de skal formulere mindst tre </a:t>
            </a:r>
            <a:r>
              <a:rPr lang="da-DK" err="1"/>
              <a:t>takeaways</a:t>
            </a:r>
            <a:r>
              <a:rPr lang="da-DK"/>
              <a:t> og lægge op i en Padlet eller Docs</a:t>
            </a:r>
          </a:p>
        </p:txBody>
      </p:sp>
      <p:sp>
        <p:nvSpPr>
          <p:cNvPr id="4" name="Pladsholder til slidenummer 3"/>
          <p:cNvSpPr>
            <a:spLocks noGrp="1"/>
          </p:cNvSpPr>
          <p:nvPr>
            <p:ph type="sldNum" sz="quarter" idx="5"/>
          </p:nvPr>
        </p:nvSpPr>
        <p:spPr/>
        <p:txBody>
          <a:bodyPr/>
          <a:lstStyle/>
          <a:p>
            <a:fld id="{D28EA029-D7F9-4841-9D5A-3384CE8ADCDC}" type="slidenum">
              <a:rPr lang="da-DK" smtClean="0"/>
              <a:t>10</a:t>
            </a:fld>
            <a:endParaRPr lang="da-DK"/>
          </a:p>
        </p:txBody>
      </p:sp>
    </p:spTree>
    <p:extLst>
      <p:ext uri="{BB962C8B-B14F-4D97-AF65-F5344CB8AC3E}">
        <p14:creationId xmlns:p14="http://schemas.microsoft.com/office/powerpoint/2010/main" val="1495154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a:t>EFTER: Efter eleverne har formuleret deres udbytte af undervisningen med deres egne ord kan du som underviser opsummerer hvad I har lavet og hvad du mener er nogle </a:t>
            </a:r>
            <a:r>
              <a:rPr lang="da-DK" err="1"/>
              <a:t>takeaways</a:t>
            </a:r>
            <a:r>
              <a:rPr lang="da-DK"/>
              <a:t> de har lært. </a:t>
            </a:r>
          </a:p>
        </p:txBody>
      </p:sp>
      <p:sp>
        <p:nvSpPr>
          <p:cNvPr id="4" name="Pladsholder til slidenummer 3"/>
          <p:cNvSpPr>
            <a:spLocks noGrp="1"/>
          </p:cNvSpPr>
          <p:nvPr>
            <p:ph type="sldNum" sz="quarter" idx="5"/>
          </p:nvPr>
        </p:nvSpPr>
        <p:spPr/>
        <p:txBody>
          <a:bodyPr/>
          <a:lstStyle/>
          <a:p>
            <a:fld id="{D28EA029-D7F9-4841-9D5A-3384CE8ADCDC}" type="slidenum">
              <a:rPr lang="da-DK" smtClean="0"/>
              <a:t>11</a:t>
            </a:fld>
            <a:endParaRPr lang="da-DK"/>
          </a:p>
        </p:txBody>
      </p:sp>
    </p:spTree>
    <p:extLst>
      <p:ext uri="{BB962C8B-B14F-4D97-AF65-F5344CB8AC3E}">
        <p14:creationId xmlns:p14="http://schemas.microsoft.com/office/powerpoint/2010/main" val="4197318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a:t>I dette og de følgende slides er der grafik, illustrationer og ikoner, der kan kopieres og bruges i design af dine slides. Det er ikke sikkert det er relevant, men de er til fri afbenyttelse. </a:t>
            </a:r>
          </a:p>
          <a:p>
            <a:endParaRPr lang="da-DK"/>
          </a:p>
        </p:txBody>
      </p:sp>
      <p:sp>
        <p:nvSpPr>
          <p:cNvPr id="4" name="Pladsholder til slidenummer 3"/>
          <p:cNvSpPr>
            <a:spLocks noGrp="1"/>
          </p:cNvSpPr>
          <p:nvPr>
            <p:ph type="sldNum" sz="quarter" idx="5"/>
          </p:nvPr>
        </p:nvSpPr>
        <p:spPr/>
        <p:txBody>
          <a:bodyPr/>
          <a:lstStyle/>
          <a:p>
            <a:fld id="{D28EA029-D7F9-4841-9D5A-3384CE8ADCDC}" type="slidenum">
              <a:rPr lang="da-DK" smtClean="0"/>
              <a:t>12</a:t>
            </a:fld>
            <a:endParaRPr lang="da-DK"/>
          </a:p>
        </p:txBody>
      </p:sp>
    </p:spTree>
    <p:extLst>
      <p:ext uri="{BB962C8B-B14F-4D97-AF65-F5344CB8AC3E}">
        <p14:creationId xmlns:p14="http://schemas.microsoft.com/office/powerpoint/2010/main" val="2371673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a:t>I dette og de følgende slides er der grafik, illustrationer og ikoner, der kan kopieres og bruges i design af dine slides. Det er ikke sikkert det er relevant, men de er til fri afbenyttelse. </a:t>
            </a:r>
          </a:p>
          <a:p>
            <a:endParaRPr lang="da-DK"/>
          </a:p>
        </p:txBody>
      </p:sp>
      <p:sp>
        <p:nvSpPr>
          <p:cNvPr id="4" name="Pladsholder til slidenummer 3"/>
          <p:cNvSpPr>
            <a:spLocks noGrp="1"/>
          </p:cNvSpPr>
          <p:nvPr>
            <p:ph type="sldNum" sz="quarter" idx="5"/>
          </p:nvPr>
        </p:nvSpPr>
        <p:spPr/>
        <p:txBody>
          <a:bodyPr/>
          <a:lstStyle/>
          <a:p>
            <a:fld id="{D28EA029-D7F9-4841-9D5A-3384CE8ADCDC}" type="slidenum">
              <a:rPr lang="da-DK" smtClean="0"/>
              <a:t>13</a:t>
            </a:fld>
            <a:endParaRPr lang="da-DK"/>
          </a:p>
        </p:txBody>
      </p:sp>
    </p:spTree>
    <p:extLst>
      <p:ext uri="{BB962C8B-B14F-4D97-AF65-F5344CB8AC3E}">
        <p14:creationId xmlns:p14="http://schemas.microsoft.com/office/powerpoint/2010/main" val="20676571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a:t>I dette og de følgende slides er der grafik, illustrationer og ikoner, der kan kopieres og bruges i design af dine slides. Det er ikke sikkert det er relevant, men de er til fri afbenyttelse. </a:t>
            </a:r>
          </a:p>
          <a:p>
            <a:endParaRPr lang="da-DK"/>
          </a:p>
        </p:txBody>
      </p:sp>
      <p:sp>
        <p:nvSpPr>
          <p:cNvPr id="4" name="Pladsholder til slidenummer 3"/>
          <p:cNvSpPr>
            <a:spLocks noGrp="1"/>
          </p:cNvSpPr>
          <p:nvPr>
            <p:ph type="sldNum" sz="quarter" idx="5"/>
          </p:nvPr>
        </p:nvSpPr>
        <p:spPr/>
        <p:txBody>
          <a:bodyPr/>
          <a:lstStyle/>
          <a:p>
            <a:fld id="{D28EA029-D7F9-4841-9D5A-3384CE8ADCDC}" type="slidenum">
              <a:rPr lang="da-DK" smtClean="0"/>
              <a:t>14</a:t>
            </a:fld>
            <a:endParaRPr lang="da-DK"/>
          </a:p>
        </p:txBody>
      </p:sp>
    </p:spTree>
    <p:extLst>
      <p:ext uri="{BB962C8B-B14F-4D97-AF65-F5344CB8AC3E}">
        <p14:creationId xmlns:p14="http://schemas.microsoft.com/office/powerpoint/2010/main" val="5678843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a:t>I dette og de følgende slides er der grafik, illustrationer og ikoner, der kan kopieres og bruges i design af dine slides. Det er ikke sikkert det er relevant, men de er til fri afbenyttelse. </a:t>
            </a:r>
          </a:p>
          <a:p>
            <a:endParaRPr lang="da-DK"/>
          </a:p>
        </p:txBody>
      </p:sp>
      <p:sp>
        <p:nvSpPr>
          <p:cNvPr id="4" name="Pladsholder til slidenummer 3"/>
          <p:cNvSpPr>
            <a:spLocks noGrp="1"/>
          </p:cNvSpPr>
          <p:nvPr>
            <p:ph type="sldNum" sz="quarter" idx="5"/>
          </p:nvPr>
        </p:nvSpPr>
        <p:spPr/>
        <p:txBody>
          <a:bodyPr/>
          <a:lstStyle/>
          <a:p>
            <a:fld id="{D28EA029-D7F9-4841-9D5A-3384CE8ADCDC}" type="slidenum">
              <a:rPr lang="da-DK" smtClean="0"/>
              <a:t>15</a:t>
            </a:fld>
            <a:endParaRPr lang="da-DK"/>
          </a:p>
        </p:txBody>
      </p:sp>
    </p:spTree>
    <p:extLst>
      <p:ext uri="{BB962C8B-B14F-4D97-AF65-F5344CB8AC3E}">
        <p14:creationId xmlns:p14="http://schemas.microsoft.com/office/powerpoint/2010/main" val="29786340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a:t>I dette og de følgende slides er der grafik, illustrationer og ikoner, der kan kopieres og bruges i design af dine slides. Det er ikke sikkert det er relevant, men de er til fri afbenyttelse. </a:t>
            </a:r>
          </a:p>
          <a:p>
            <a:endParaRPr lang="da-DK"/>
          </a:p>
        </p:txBody>
      </p:sp>
      <p:sp>
        <p:nvSpPr>
          <p:cNvPr id="4" name="Pladsholder til slidenummer 3"/>
          <p:cNvSpPr>
            <a:spLocks noGrp="1"/>
          </p:cNvSpPr>
          <p:nvPr>
            <p:ph type="sldNum" sz="quarter" idx="5"/>
          </p:nvPr>
        </p:nvSpPr>
        <p:spPr/>
        <p:txBody>
          <a:bodyPr/>
          <a:lstStyle/>
          <a:p>
            <a:fld id="{D28EA029-D7F9-4841-9D5A-3384CE8ADCDC}" type="slidenum">
              <a:rPr lang="da-DK" smtClean="0"/>
              <a:t>16</a:t>
            </a:fld>
            <a:endParaRPr lang="da-DK"/>
          </a:p>
        </p:txBody>
      </p:sp>
    </p:spTree>
    <p:extLst>
      <p:ext uri="{BB962C8B-B14F-4D97-AF65-F5344CB8AC3E}">
        <p14:creationId xmlns:p14="http://schemas.microsoft.com/office/powerpoint/2010/main" val="21914112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a-DK"/>
              <a:t>I dette og de følgende slides er der grafik, illustrationer og ikoner, der kan kopieres og bruges i design af dine slides. Det er ikke sikkert det er relevant, men de er til fri afbenyttelse. </a:t>
            </a:r>
          </a:p>
          <a:p>
            <a:endParaRPr lang="da-DK"/>
          </a:p>
        </p:txBody>
      </p:sp>
      <p:sp>
        <p:nvSpPr>
          <p:cNvPr id="4" name="Pladsholder til slidenummer 3"/>
          <p:cNvSpPr>
            <a:spLocks noGrp="1"/>
          </p:cNvSpPr>
          <p:nvPr>
            <p:ph type="sldNum" sz="quarter" idx="5"/>
          </p:nvPr>
        </p:nvSpPr>
        <p:spPr/>
        <p:txBody>
          <a:bodyPr/>
          <a:lstStyle/>
          <a:p>
            <a:fld id="{D28EA029-D7F9-4841-9D5A-3384CE8ADCDC}" type="slidenum">
              <a:rPr lang="da-DK" smtClean="0"/>
              <a:t>17</a:t>
            </a:fld>
            <a:endParaRPr lang="da-DK"/>
          </a:p>
        </p:txBody>
      </p:sp>
    </p:spTree>
    <p:extLst>
      <p:ext uri="{BB962C8B-B14F-4D97-AF65-F5344CB8AC3E}">
        <p14:creationId xmlns:p14="http://schemas.microsoft.com/office/powerpoint/2010/main" val="7421448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p:sp>
      <p:sp>
        <p:nvSpPr>
          <p:cNvPr id="3" name="Pladsholder til noter 2"/>
          <p:cNvSpPr>
            <a:spLocks noGrp="1"/>
          </p:cNvSpPr>
          <p:nvPr>
            <p:ph type="body" idx="1"/>
          </p:nvPr>
        </p:nvSpPr>
        <p:spPr/>
        <p:txBody>
          <a:bodyPr/>
          <a:lstStyle/>
          <a:p>
            <a:r>
              <a:rPr lang="da-DK"/>
              <a:t>I dette og de følgende slides er der grafik, illustrationer og ikoner, der kan kopieres og bruges i design af dine slides. Det er ikke sikkert det er relevant, men de er til fri afbenyttelse. </a:t>
            </a:r>
          </a:p>
        </p:txBody>
      </p:sp>
      <p:sp>
        <p:nvSpPr>
          <p:cNvPr id="4" name="Pladsholder til slidenummer 3"/>
          <p:cNvSpPr>
            <a:spLocks noGrp="1"/>
          </p:cNvSpPr>
          <p:nvPr>
            <p:ph type="sldNum" sz="quarter" idx="5"/>
          </p:nvPr>
        </p:nvSpPr>
        <p:spPr/>
        <p:txBody>
          <a:bodyPr/>
          <a:lstStyle/>
          <a:p>
            <a:fld id="{D28EA029-D7F9-4841-9D5A-3384CE8ADCDC}" type="slidenum">
              <a:rPr lang="da-DK" smtClean="0"/>
              <a:t>18</a:t>
            </a:fld>
            <a:endParaRPr lang="da-DK"/>
          </a:p>
        </p:txBody>
      </p:sp>
    </p:spTree>
    <p:extLst>
      <p:ext uri="{BB962C8B-B14F-4D97-AF65-F5344CB8AC3E}">
        <p14:creationId xmlns:p14="http://schemas.microsoft.com/office/powerpoint/2010/main" val="25165763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da-DK"/>
              <a:t>Klik for at redigere titeltypografien i masteren</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a-DK"/>
              <a:t>Klik for at redigere undertiteltypografien i masteren</a:t>
            </a:r>
            <a:endParaRPr lang="en-US"/>
          </a:p>
        </p:txBody>
      </p:sp>
      <p:sp>
        <p:nvSpPr>
          <p:cNvPr id="4" name="Date Placeholder 3"/>
          <p:cNvSpPr>
            <a:spLocks noGrp="1"/>
          </p:cNvSpPr>
          <p:nvPr>
            <p:ph type="dt" sz="half" idx="10"/>
          </p:nvPr>
        </p:nvSpPr>
        <p:spPr/>
        <p:txBody>
          <a:bodyPr/>
          <a:lstStyle/>
          <a:p>
            <a:fld id="{A91C1594-9655-9B46-A632-10643E763875}" type="datetime1">
              <a:rPr lang="da-DK" smtClean="0"/>
              <a:t>25-03-2025</a:t>
            </a:fld>
            <a:endParaRPr lang="da-DK"/>
          </a:p>
        </p:txBody>
      </p:sp>
      <p:sp>
        <p:nvSpPr>
          <p:cNvPr id="5" name="Footer Placeholder 4"/>
          <p:cNvSpPr>
            <a:spLocks noGrp="1"/>
          </p:cNvSpPr>
          <p:nvPr>
            <p:ph type="ftr" sz="quarter" idx="11"/>
          </p:nvPr>
        </p:nvSpPr>
        <p:spPr/>
        <p:txBody>
          <a:bodyPr/>
          <a:lstStyle/>
          <a:p>
            <a:endParaRPr lang="da-DK"/>
          </a:p>
        </p:txBody>
      </p:sp>
    </p:spTree>
    <p:extLst>
      <p:ext uri="{BB962C8B-B14F-4D97-AF65-F5344CB8AC3E}">
        <p14:creationId xmlns:p14="http://schemas.microsoft.com/office/powerpoint/2010/main" val="33423511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og indholdsobjek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a:p>
        </p:txBody>
      </p:sp>
      <p:sp>
        <p:nvSpPr>
          <p:cNvPr id="3" name="Content Placeholder 2"/>
          <p:cNvSpPr>
            <a:spLocks noGrp="1"/>
          </p:cNvSpPr>
          <p:nvPr>
            <p:ph idx="1"/>
          </p:nvPr>
        </p:nvSpPr>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a:p>
        </p:txBody>
      </p:sp>
      <p:sp>
        <p:nvSpPr>
          <p:cNvPr id="4" name="Date Placeholder 3"/>
          <p:cNvSpPr>
            <a:spLocks noGrp="1"/>
          </p:cNvSpPr>
          <p:nvPr>
            <p:ph type="dt" sz="half" idx="10"/>
          </p:nvPr>
        </p:nvSpPr>
        <p:spPr/>
        <p:txBody>
          <a:bodyPr/>
          <a:lstStyle/>
          <a:p>
            <a:fld id="{5D522698-6A27-C040-9CC0-00469689F249}" type="datetime1">
              <a:rPr lang="da-DK" smtClean="0"/>
              <a:t>25-03-2025</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311372BF-1BD1-EE46-89BF-9D315F3C4C6D}" type="slidenum">
              <a:rPr lang="da-DK" smtClean="0"/>
              <a:t>‹nr.›</a:t>
            </a:fld>
            <a:endParaRPr lang="da-DK"/>
          </a:p>
        </p:txBody>
      </p:sp>
    </p:spTree>
    <p:extLst>
      <p:ext uri="{BB962C8B-B14F-4D97-AF65-F5344CB8AC3E}">
        <p14:creationId xmlns:p14="http://schemas.microsoft.com/office/powerpoint/2010/main" val="165044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fsnitsoverskrift">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da-DK"/>
              <a:t>Klik for at redigere titeltypografien i masteren</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a-DK"/>
              <a:t>Klik for at redigere teksttypografierne i masteren</a:t>
            </a:r>
          </a:p>
        </p:txBody>
      </p:sp>
      <p:sp>
        <p:nvSpPr>
          <p:cNvPr id="4" name="Date Placeholder 3"/>
          <p:cNvSpPr>
            <a:spLocks noGrp="1"/>
          </p:cNvSpPr>
          <p:nvPr>
            <p:ph type="dt" sz="half" idx="10"/>
          </p:nvPr>
        </p:nvSpPr>
        <p:spPr/>
        <p:txBody>
          <a:bodyPr/>
          <a:lstStyle/>
          <a:p>
            <a:fld id="{FB58C99B-0A14-3F4E-9C00-597AB454AFA6}" type="datetime1">
              <a:rPr lang="da-DK" smtClean="0"/>
              <a:t>25-03-2025</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311372BF-1BD1-EE46-89BF-9D315F3C4C6D}" type="slidenum">
              <a:rPr lang="da-DK" smtClean="0"/>
              <a:t>‹nr.›</a:t>
            </a:fld>
            <a:endParaRPr lang="da-DK"/>
          </a:p>
        </p:txBody>
      </p:sp>
    </p:spTree>
    <p:extLst>
      <p:ext uri="{BB962C8B-B14F-4D97-AF65-F5344CB8AC3E}">
        <p14:creationId xmlns:p14="http://schemas.microsoft.com/office/powerpoint/2010/main" val="30509250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dholdsobjekt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a:p>
        </p:txBody>
      </p:sp>
      <p:sp>
        <p:nvSpPr>
          <p:cNvPr id="3" name="Content Placeholder 2"/>
          <p:cNvSpPr>
            <a:spLocks noGrp="1"/>
          </p:cNvSpPr>
          <p:nvPr>
            <p:ph sz="half" idx="1"/>
          </p:nvPr>
        </p:nvSpPr>
        <p:spPr>
          <a:xfrm>
            <a:off x="838201" y="1638300"/>
            <a:ext cx="5181600" cy="435133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a:p>
        </p:txBody>
      </p:sp>
      <p:sp>
        <p:nvSpPr>
          <p:cNvPr id="4" name="Content Placeholder 3"/>
          <p:cNvSpPr>
            <a:spLocks noGrp="1"/>
          </p:cNvSpPr>
          <p:nvPr>
            <p:ph sz="half" idx="2"/>
          </p:nvPr>
        </p:nvSpPr>
        <p:spPr>
          <a:xfrm>
            <a:off x="6172199" y="1648773"/>
            <a:ext cx="5181600" cy="435133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a:p>
        </p:txBody>
      </p:sp>
      <p:sp>
        <p:nvSpPr>
          <p:cNvPr id="5" name="Date Placeholder 4"/>
          <p:cNvSpPr>
            <a:spLocks noGrp="1"/>
          </p:cNvSpPr>
          <p:nvPr>
            <p:ph type="dt" sz="half" idx="10"/>
          </p:nvPr>
        </p:nvSpPr>
        <p:spPr/>
        <p:txBody>
          <a:bodyPr/>
          <a:lstStyle/>
          <a:p>
            <a:fld id="{9B285B50-2CC1-DC44-B80E-1A4C544F4434}" type="datetime1">
              <a:rPr lang="da-DK" smtClean="0"/>
              <a:t>25-03-2025</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311372BF-1BD1-EE46-89BF-9D315F3C4C6D}" type="slidenum">
              <a:rPr lang="da-DK" smtClean="0"/>
              <a:t>‹nr.›</a:t>
            </a:fld>
            <a:endParaRPr lang="da-DK"/>
          </a:p>
        </p:txBody>
      </p:sp>
    </p:spTree>
    <p:extLst>
      <p:ext uri="{BB962C8B-B14F-4D97-AF65-F5344CB8AC3E}">
        <p14:creationId xmlns:p14="http://schemas.microsoft.com/office/powerpoint/2010/main" val="6338210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le 1"/>
          <p:cNvSpPr>
            <a:spLocks noGrp="1"/>
          </p:cNvSpPr>
          <p:nvPr>
            <p:ph type="title"/>
          </p:nvPr>
        </p:nvSpPr>
        <p:spPr>
          <a:xfrm>
            <a:off x="839788" y="212844"/>
            <a:ext cx="10515600" cy="1325563"/>
          </a:xfrm>
        </p:spPr>
        <p:txBody>
          <a:bodyPr/>
          <a:lstStyle/>
          <a:p>
            <a:r>
              <a:rPr lang="da-DK"/>
              <a:t>Klik for at redigere titeltypografien i masteren</a:t>
            </a:r>
            <a:endParaRPr lang="en-US"/>
          </a:p>
        </p:txBody>
      </p:sp>
      <p:sp>
        <p:nvSpPr>
          <p:cNvPr id="3" name="Text Placeholder 2"/>
          <p:cNvSpPr>
            <a:spLocks noGrp="1"/>
          </p:cNvSpPr>
          <p:nvPr>
            <p:ph type="body" idx="1"/>
          </p:nvPr>
        </p:nvSpPr>
        <p:spPr>
          <a:xfrm>
            <a:off x="836612" y="1538407"/>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4" name="Content Placeholder 3"/>
          <p:cNvSpPr>
            <a:spLocks noGrp="1"/>
          </p:cNvSpPr>
          <p:nvPr>
            <p:ph sz="half" idx="2"/>
          </p:nvPr>
        </p:nvSpPr>
        <p:spPr>
          <a:xfrm>
            <a:off x="836611" y="2391878"/>
            <a:ext cx="5157787" cy="368458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a:p>
        </p:txBody>
      </p:sp>
      <p:sp>
        <p:nvSpPr>
          <p:cNvPr id="5" name="Text Placeholder 4"/>
          <p:cNvSpPr>
            <a:spLocks noGrp="1"/>
          </p:cNvSpPr>
          <p:nvPr>
            <p:ph type="body" sz="quarter" idx="3"/>
          </p:nvPr>
        </p:nvSpPr>
        <p:spPr>
          <a:xfrm>
            <a:off x="6172200" y="1567966"/>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a-DK"/>
              <a:t>Klik for at redigere teksttypografierne i masteren</a:t>
            </a:r>
          </a:p>
        </p:txBody>
      </p:sp>
      <p:sp>
        <p:nvSpPr>
          <p:cNvPr id="6" name="Content Placeholder 5"/>
          <p:cNvSpPr>
            <a:spLocks noGrp="1"/>
          </p:cNvSpPr>
          <p:nvPr>
            <p:ph sz="quarter" idx="4"/>
          </p:nvPr>
        </p:nvSpPr>
        <p:spPr>
          <a:xfrm>
            <a:off x="6172200" y="2391878"/>
            <a:ext cx="5183188" cy="3684588"/>
          </a:xfrm>
        </p:spPr>
        <p:txBody>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a:p>
        </p:txBody>
      </p:sp>
      <p:sp>
        <p:nvSpPr>
          <p:cNvPr id="7" name="Date Placeholder 6"/>
          <p:cNvSpPr>
            <a:spLocks noGrp="1"/>
          </p:cNvSpPr>
          <p:nvPr>
            <p:ph type="dt" sz="half" idx="10"/>
          </p:nvPr>
        </p:nvSpPr>
        <p:spPr/>
        <p:txBody>
          <a:bodyPr/>
          <a:lstStyle/>
          <a:p>
            <a:fld id="{4A188F0D-7102-EB44-9D44-5D029FDA6365}" type="datetime1">
              <a:rPr lang="da-DK" smtClean="0"/>
              <a:t>25-03-2025</a:t>
            </a:fld>
            <a:endParaRPr lang="da-DK"/>
          </a:p>
        </p:txBody>
      </p:sp>
      <p:sp>
        <p:nvSpPr>
          <p:cNvPr id="8" name="Footer Placeholder 7"/>
          <p:cNvSpPr>
            <a:spLocks noGrp="1"/>
          </p:cNvSpPr>
          <p:nvPr>
            <p:ph type="ftr" sz="quarter" idx="11"/>
          </p:nvPr>
        </p:nvSpPr>
        <p:spPr/>
        <p:txBody>
          <a:bodyPr/>
          <a:lstStyle/>
          <a:p>
            <a:endParaRPr lang="da-DK"/>
          </a:p>
        </p:txBody>
      </p:sp>
      <p:sp>
        <p:nvSpPr>
          <p:cNvPr id="9" name="Slide Number Placeholder 8"/>
          <p:cNvSpPr>
            <a:spLocks noGrp="1"/>
          </p:cNvSpPr>
          <p:nvPr>
            <p:ph type="sldNum" sz="quarter" idx="12"/>
          </p:nvPr>
        </p:nvSpPr>
        <p:spPr/>
        <p:txBody>
          <a:bodyPr/>
          <a:lstStyle/>
          <a:p>
            <a:fld id="{311372BF-1BD1-EE46-89BF-9D315F3C4C6D}" type="slidenum">
              <a:rPr lang="da-DK" smtClean="0"/>
              <a:t>‹nr.›</a:t>
            </a:fld>
            <a:endParaRPr lang="da-DK"/>
          </a:p>
        </p:txBody>
      </p:sp>
    </p:spTree>
    <p:extLst>
      <p:ext uri="{BB962C8B-B14F-4D97-AF65-F5344CB8AC3E}">
        <p14:creationId xmlns:p14="http://schemas.microsoft.com/office/powerpoint/2010/main" val="488923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Ku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a:p>
        </p:txBody>
      </p:sp>
      <p:sp>
        <p:nvSpPr>
          <p:cNvPr id="3" name="Date Placeholder 2"/>
          <p:cNvSpPr>
            <a:spLocks noGrp="1"/>
          </p:cNvSpPr>
          <p:nvPr>
            <p:ph type="dt" sz="half" idx="10"/>
          </p:nvPr>
        </p:nvSpPr>
        <p:spPr/>
        <p:txBody>
          <a:bodyPr/>
          <a:lstStyle/>
          <a:p>
            <a:fld id="{61F74D8A-99C2-D440-A957-8D222E18B47B}" type="datetime1">
              <a:rPr lang="da-DK" smtClean="0"/>
              <a:t>25-03-2025</a:t>
            </a:fld>
            <a:endParaRPr lang="da-DK"/>
          </a:p>
        </p:txBody>
      </p:sp>
      <p:sp>
        <p:nvSpPr>
          <p:cNvPr id="4" name="Footer Placeholder 3"/>
          <p:cNvSpPr>
            <a:spLocks noGrp="1"/>
          </p:cNvSpPr>
          <p:nvPr>
            <p:ph type="ftr" sz="quarter" idx="11"/>
          </p:nvPr>
        </p:nvSpPr>
        <p:spPr/>
        <p:txBody>
          <a:bodyPr/>
          <a:lstStyle/>
          <a:p>
            <a:endParaRPr lang="da-DK"/>
          </a:p>
        </p:txBody>
      </p:sp>
      <p:sp>
        <p:nvSpPr>
          <p:cNvPr id="5" name="Slide Number Placeholder 4"/>
          <p:cNvSpPr>
            <a:spLocks noGrp="1"/>
          </p:cNvSpPr>
          <p:nvPr>
            <p:ph type="sldNum" sz="quarter" idx="12"/>
          </p:nvPr>
        </p:nvSpPr>
        <p:spPr/>
        <p:txBody>
          <a:bodyPr/>
          <a:lstStyle/>
          <a:p>
            <a:fld id="{311372BF-1BD1-EE46-89BF-9D315F3C4C6D}" type="slidenum">
              <a:rPr lang="da-DK" smtClean="0"/>
              <a:t>‹nr.›</a:t>
            </a:fld>
            <a:endParaRPr lang="da-DK"/>
          </a:p>
        </p:txBody>
      </p:sp>
    </p:spTree>
    <p:extLst>
      <p:ext uri="{BB962C8B-B14F-4D97-AF65-F5344CB8AC3E}">
        <p14:creationId xmlns:p14="http://schemas.microsoft.com/office/powerpoint/2010/main" val="20587095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0F11AB-1D9C-F049-B000-F04F6977FB4A}" type="datetime1">
              <a:rPr lang="da-DK" smtClean="0"/>
              <a:t>25-03-2025</a:t>
            </a:fld>
            <a:endParaRPr lang="da-DK"/>
          </a:p>
        </p:txBody>
      </p:sp>
      <p:sp>
        <p:nvSpPr>
          <p:cNvPr id="3" name="Footer Placeholder 2"/>
          <p:cNvSpPr>
            <a:spLocks noGrp="1"/>
          </p:cNvSpPr>
          <p:nvPr>
            <p:ph type="ftr" sz="quarter" idx="11"/>
          </p:nvPr>
        </p:nvSpPr>
        <p:spPr/>
        <p:txBody>
          <a:bodyPr/>
          <a:lstStyle/>
          <a:p>
            <a:endParaRPr lang="da-DK"/>
          </a:p>
        </p:txBody>
      </p:sp>
      <p:sp>
        <p:nvSpPr>
          <p:cNvPr id="4" name="Slide Number Placeholder 3"/>
          <p:cNvSpPr>
            <a:spLocks noGrp="1"/>
          </p:cNvSpPr>
          <p:nvPr>
            <p:ph type="sldNum" sz="quarter" idx="12"/>
          </p:nvPr>
        </p:nvSpPr>
        <p:spPr/>
        <p:txBody>
          <a:bodyPr/>
          <a:lstStyle/>
          <a:p>
            <a:fld id="{311372BF-1BD1-EE46-89BF-9D315F3C4C6D}" type="slidenum">
              <a:rPr lang="da-DK" smtClean="0"/>
              <a:t>‹nr.›</a:t>
            </a:fld>
            <a:endParaRPr lang="da-DK"/>
          </a:p>
        </p:txBody>
      </p:sp>
    </p:spTree>
    <p:extLst>
      <p:ext uri="{BB962C8B-B14F-4D97-AF65-F5344CB8AC3E}">
        <p14:creationId xmlns:p14="http://schemas.microsoft.com/office/powerpoint/2010/main" val="2420067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dhold med billedteks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da-DK"/>
              <a:t>Klik for at redigere titeltypografien i masteren</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Date Placeholder 4"/>
          <p:cNvSpPr>
            <a:spLocks noGrp="1"/>
          </p:cNvSpPr>
          <p:nvPr>
            <p:ph type="dt" sz="half" idx="10"/>
          </p:nvPr>
        </p:nvSpPr>
        <p:spPr/>
        <p:txBody>
          <a:bodyPr/>
          <a:lstStyle/>
          <a:p>
            <a:fld id="{395907F0-F271-7F4D-B04D-68182C808C71}" type="datetime1">
              <a:rPr lang="da-DK" smtClean="0"/>
              <a:t>25-03-2025</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311372BF-1BD1-EE46-89BF-9D315F3C4C6D}" type="slidenum">
              <a:rPr lang="da-DK" smtClean="0"/>
              <a:t>‹nr.›</a:t>
            </a:fld>
            <a:endParaRPr lang="da-DK"/>
          </a:p>
        </p:txBody>
      </p:sp>
    </p:spTree>
    <p:extLst>
      <p:ext uri="{BB962C8B-B14F-4D97-AF65-F5344CB8AC3E}">
        <p14:creationId xmlns:p14="http://schemas.microsoft.com/office/powerpoint/2010/main" val="33061753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lede med billedtekst">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da-DK"/>
              <a:t>Klik for at redigere titeltypografien i masteren</a:t>
            </a:r>
            <a:endParaRPr lang="en-US"/>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a-DK"/>
              <a:t>Klik på ikonet for at tilføje et billede</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a-DK"/>
              <a:t>Klik for at redigere teksttypografierne i masteren</a:t>
            </a:r>
          </a:p>
        </p:txBody>
      </p:sp>
      <p:sp>
        <p:nvSpPr>
          <p:cNvPr id="5" name="Date Placeholder 4"/>
          <p:cNvSpPr>
            <a:spLocks noGrp="1"/>
          </p:cNvSpPr>
          <p:nvPr>
            <p:ph type="dt" sz="half" idx="10"/>
          </p:nvPr>
        </p:nvSpPr>
        <p:spPr/>
        <p:txBody>
          <a:bodyPr/>
          <a:lstStyle/>
          <a:p>
            <a:fld id="{673A3869-928F-2A40-B1A7-4E6B8A4076C4}" type="datetime1">
              <a:rPr lang="da-DK" smtClean="0"/>
              <a:t>25-03-2025</a:t>
            </a:fld>
            <a:endParaRPr lang="da-DK"/>
          </a:p>
        </p:txBody>
      </p:sp>
      <p:sp>
        <p:nvSpPr>
          <p:cNvPr id="6" name="Footer Placeholder 5"/>
          <p:cNvSpPr>
            <a:spLocks noGrp="1"/>
          </p:cNvSpPr>
          <p:nvPr>
            <p:ph type="ftr" sz="quarter" idx="11"/>
          </p:nvPr>
        </p:nvSpPr>
        <p:spPr/>
        <p:txBody>
          <a:bodyPr/>
          <a:lstStyle/>
          <a:p>
            <a:endParaRPr lang="da-DK"/>
          </a:p>
        </p:txBody>
      </p:sp>
      <p:sp>
        <p:nvSpPr>
          <p:cNvPr id="7" name="Slide Number Placeholder 6"/>
          <p:cNvSpPr>
            <a:spLocks noGrp="1"/>
          </p:cNvSpPr>
          <p:nvPr>
            <p:ph type="sldNum" sz="quarter" idx="12"/>
          </p:nvPr>
        </p:nvSpPr>
        <p:spPr/>
        <p:txBody>
          <a:bodyPr/>
          <a:lstStyle/>
          <a:p>
            <a:fld id="{311372BF-1BD1-EE46-89BF-9D315F3C4C6D}" type="slidenum">
              <a:rPr lang="da-DK" smtClean="0"/>
              <a:t>‹nr.›</a:t>
            </a:fld>
            <a:endParaRPr lang="da-DK"/>
          </a:p>
        </p:txBody>
      </p:sp>
    </p:spTree>
    <p:extLst>
      <p:ext uri="{BB962C8B-B14F-4D97-AF65-F5344CB8AC3E}">
        <p14:creationId xmlns:p14="http://schemas.microsoft.com/office/powerpoint/2010/main" val="1063701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og lodret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a-DK"/>
              <a:t>Klik for at redigere titeltypografien i masteren</a:t>
            </a:r>
            <a:endParaRPr lang="en-US"/>
          </a:p>
        </p:txBody>
      </p:sp>
      <p:sp>
        <p:nvSpPr>
          <p:cNvPr id="3" name="Vertical Text Placeholder 2"/>
          <p:cNvSpPr>
            <a:spLocks noGrp="1"/>
          </p:cNvSpPr>
          <p:nvPr>
            <p:ph type="body" orient="vert" idx="1"/>
          </p:nvPr>
        </p:nvSpPr>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a:p>
        </p:txBody>
      </p:sp>
      <p:sp>
        <p:nvSpPr>
          <p:cNvPr id="4" name="Date Placeholder 3"/>
          <p:cNvSpPr>
            <a:spLocks noGrp="1"/>
          </p:cNvSpPr>
          <p:nvPr>
            <p:ph type="dt" sz="half" idx="10"/>
          </p:nvPr>
        </p:nvSpPr>
        <p:spPr/>
        <p:txBody>
          <a:bodyPr/>
          <a:lstStyle/>
          <a:p>
            <a:fld id="{0073A1DE-4A68-0D4C-91AF-FE454C7BAD50}" type="datetime1">
              <a:rPr lang="da-DK" smtClean="0"/>
              <a:t>25-03-2025</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311372BF-1BD1-EE46-89BF-9D315F3C4C6D}" type="slidenum">
              <a:rPr lang="da-DK" smtClean="0"/>
              <a:t>‹nr.›</a:t>
            </a:fld>
            <a:endParaRPr lang="da-DK"/>
          </a:p>
        </p:txBody>
      </p:sp>
    </p:spTree>
    <p:extLst>
      <p:ext uri="{BB962C8B-B14F-4D97-AF65-F5344CB8AC3E}">
        <p14:creationId xmlns:p14="http://schemas.microsoft.com/office/powerpoint/2010/main" val="4208906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et titel og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da-DK"/>
              <a:t>Klik for at redigere titeltypografien i masteren</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a:p>
        </p:txBody>
      </p:sp>
      <p:sp>
        <p:nvSpPr>
          <p:cNvPr id="4" name="Date Placeholder 3"/>
          <p:cNvSpPr>
            <a:spLocks noGrp="1"/>
          </p:cNvSpPr>
          <p:nvPr>
            <p:ph type="dt" sz="half" idx="10"/>
          </p:nvPr>
        </p:nvSpPr>
        <p:spPr/>
        <p:txBody>
          <a:bodyPr/>
          <a:lstStyle/>
          <a:p>
            <a:fld id="{CC360B11-20E8-FE4E-86B4-A935B21F6161}" type="datetime1">
              <a:rPr lang="da-DK" smtClean="0"/>
              <a:t>25-03-2025</a:t>
            </a:fld>
            <a:endParaRPr lang="da-DK"/>
          </a:p>
        </p:txBody>
      </p:sp>
      <p:sp>
        <p:nvSpPr>
          <p:cNvPr id="5" name="Footer Placeholder 4"/>
          <p:cNvSpPr>
            <a:spLocks noGrp="1"/>
          </p:cNvSpPr>
          <p:nvPr>
            <p:ph type="ftr" sz="quarter" idx="11"/>
          </p:nvPr>
        </p:nvSpPr>
        <p:spPr/>
        <p:txBody>
          <a:bodyPr/>
          <a:lstStyle/>
          <a:p>
            <a:endParaRPr lang="da-DK"/>
          </a:p>
        </p:txBody>
      </p:sp>
      <p:sp>
        <p:nvSpPr>
          <p:cNvPr id="6" name="Slide Number Placeholder 5"/>
          <p:cNvSpPr>
            <a:spLocks noGrp="1"/>
          </p:cNvSpPr>
          <p:nvPr>
            <p:ph type="sldNum" sz="quarter" idx="12"/>
          </p:nvPr>
        </p:nvSpPr>
        <p:spPr/>
        <p:txBody>
          <a:bodyPr/>
          <a:lstStyle/>
          <a:p>
            <a:fld id="{311372BF-1BD1-EE46-89BF-9D315F3C4C6D}" type="slidenum">
              <a:rPr lang="da-DK" smtClean="0"/>
              <a:t>‹nr.›</a:t>
            </a:fld>
            <a:endParaRPr lang="da-DK"/>
          </a:p>
        </p:txBody>
      </p:sp>
    </p:spTree>
    <p:extLst>
      <p:ext uri="{BB962C8B-B14F-4D97-AF65-F5344CB8AC3E}">
        <p14:creationId xmlns:p14="http://schemas.microsoft.com/office/powerpoint/2010/main" val="1400060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5F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36525"/>
            <a:ext cx="10515600" cy="1325563"/>
          </a:xfrm>
          <a:prstGeom prst="rect">
            <a:avLst/>
          </a:prstGeom>
        </p:spPr>
        <p:txBody>
          <a:bodyPr vert="horz" lIns="91440" tIns="45720" rIns="91440" bIns="45720" rtlCol="0" anchor="ctr">
            <a:noAutofit/>
          </a:bodyPr>
          <a:lstStyle/>
          <a:p>
            <a:r>
              <a:rPr lang="da-DK"/>
              <a:t>Klik for at redigere titeltypografien i masteren</a:t>
            </a:r>
            <a:endParaRPr lang="en-US"/>
          </a:p>
        </p:txBody>
      </p:sp>
      <p:sp>
        <p:nvSpPr>
          <p:cNvPr id="3" name="Text Placeholder 2"/>
          <p:cNvSpPr>
            <a:spLocks noGrp="1"/>
          </p:cNvSpPr>
          <p:nvPr>
            <p:ph type="body" idx="1"/>
          </p:nvPr>
        </p:nvSpPr>
        <p:spPr>
          <a:xfrm>
            <a:off x="1039024" y="1628287"/>
            <a:ext cx="10113952" cy="4351338"/>
          </a:xfrm>
          <a:prstGeom prst="rect">
            <a:avLst/>
          </a:prstGeom>
        </p:spPr>
        <p:txBody>
          <a:bodyPr vert="horz" lIns="91440" tIns="45720" rIns="91440" bIns="45720" rtlCol="0">
            <a:normAutofit/>
          </a:bodyPr>
          <a:lstStyle/>
          <a:p>
            <a:pPr lvl="0"/>
            <a:r>
              <a:rPr lang="da-DK"/>
              <a:t>Klik for at redigere teksttypografierne i masteren</a:t>
            </a:r>
          </a:p>
          <a:p>
            <a:pPr lvl="1"/>
            <a:r>
              <a:rPr lang="da-DK"/>
              <a:t>Andet niveau</a:t>
            </a:r>
          </a:p>
          <a:p>
            <a:pPr lvl="2"/>
            <a:r>
              <a:rPr lang="da-DK"/>
              <a:t>Tredje niveau</a:t>
            </a:r>
          </a:p>
          <a:p>
            <a:pPr lvl="3"/>
            <a:r>
              <a:rPr lang="da-DK"/>
              <a:t>Fjerde niveau</a:t>
            </a:r>
          </a:p>
          <a:p>
            <a:pPr lvl="4"/>
            <a:r>
              <a:rPr lang="da-DK"/>
              <a:t>Femte niveau</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BD6BBD-FE91-854A-B9E0-96B609C807FE}" type="datetime1">
              <a:rPr lang="da-DK" smtClean="0"/>
              <a:t>25-03-2025</a:t>
            </a:fld>
            <a:endParaRPr lang="da-DK"/>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a-DK"/>
          </a:p>
        </p:txBody>
      </p:sp>
      <p:pic>
        <p:nvPicPr>
          <p:cNvPr id="7" name="Billede 6">
            <a:extLst>
              <a:ext uri="{FF2B5EF4-FFF2-40B4-BE49-F238E27FC236}">
                <a16:creationId xmlns:a16="http://schemas.microsoft.com/office/drawing/2014/main" id="{E8E7BE73-BEFB-D960-F181-B3E6377DDCC8}"/>
              </a:ext>
            </a:extLst>
          </p:cNvPr>
          <p:cNvPicPr>
            <a:picLocks noChangeAspect="1"/>
          </p:cNvPicPr>
          <p:nvPr userDrawn="1"/>
        </p:nvPicPr>
        <p:blipFill>
          <a:blip r:embed="rId13"/>
          <a:srcRect l="23530"/>
          <a:stretch/>
        </p:blipFill>
        <p:spPr>
          <a:xfrm>
            <a:off x="8557174" y="6120657"/>
            <a:ext cx="3547749" cy="758213"/>
          </a:xfrm>
          <a:prstGeom prst="rect">
            <a:avLst/>
          </a:prstGeom>
        </p:spPr>
      </p:pic>
      <p:grpSp>
        <p:nvGrpSpPr>
          <p:cNvPr id="12" name="Gruppe 11">
            <a:extLst>
              <a:ext uri="{FF2B5EF4-FFF2-40B4-BE49-F238E27FC236}">
                <a16:creationId xmlns:a16="http://schemas.microsoft.com/office/drawing/2014/main" id="{BDDD1475-41D1-15BD-9A30-01D9A668E4FF}"/>
              </a:ext>
            </a:extLst>
          </p:cNvPr>
          <p:cNvGrpSpPr/>
          <p:nvPr userDrawn="1"/>
        </p:nvGrpSpPr>
        <p:grpSpPr>
          <a:xfrm rot="10800000" flipH="1">
            <a:off x="-29353" y="2338757"/>
            <a:ext cx="425969" cy="4534525"/>
            <a:chOff x="1197964" y="4761511"/>
            <a:chExt cx="675807" cy="1731364"/>
          </a:xfrm>
        </p:grpSpPr>
        <p:sp>
          <p:nvSpPr>
            <p:cNvPr id="13" name="Rektangel 12">
              <a:extLst>
                <a:ext uri="{FF2B5EF4-FFF2-40B4-BE49-F238E27FC236}">
                  <a16:creationId xmlns:a16="http://schemas.microsoft.com/office/drawing/2014/main" id="{4CB4971E-C433-0980-7A6B-FD90C4D3B940}"/>
                </a:ext>
              </a:extLst>
            </p:cNvPr>
            <p:cNvSpPr/>
            <p:nvPr/>
          </p:nvSpPr>
          <p:spPr>
            <a:xfrm>
              <a:off x="1197964" y="4761511"/>
              <a:ext cx="675807" cy="1731364"/>
            </a:xfrm>
            <a:prstGeom prst="rect">
              <a:avLst/>
            </a:prstGeom>
            <a:solidFill>
              <a:srgbClr val="55BD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4" name="Rektangel 13">
              <a:extLst>
                <a:ext uri="{FF2B5EF4-FFF2-40B4-BE49-F238E27FC236}">
                  <a16:creationId xmlns:a16="http://schemas.microsoft.com/office/drawing/2014/main" id="{7478B8DE-9B58-C6E8-422B-EFC65A665BFB}"/>
                </a:ext>
              </a:extLst>
            </p:cNvPr>
            <p:cNvSpPr/>
            <p:nvPr/>
          </p:nvSpPr>
          <p:spPr>
            <a:xfrm>
              <a:off x="1495269" y="5049187"/>
              <a:ext cx="378502" cy="1443688"/>
            </a:xfrm>
            <a:prstGeom prst="rect">
              <a:avLst/>
            </a:prstGeom>
            <a:solidFill>
              <a:srgbClr val="148A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grpSp>
      <p:pic>
        <p:nvPicPr>
          <p:cNvPr id="19" name="Billede 18">
            <a:extLst>
              <a:ext uri="{FF2B5EF4-FFF2-40B4-BE49-F238E27FC236}">
                <a16:creationId xmlns:a16="http://schemas.microsoft.com/office/drawing/2014/main" id="{220C5A24-8E92-1977-D0C6-F468486163FC}"/>
              </a:ext>
            </a:extLst>
          </p:cNvPr>
          <p:cNvPicPr>
            <a:picLocks noChangeAspect="1"/>
          </p:cNvPicPr>
          <p:nvPr userDrawn="1"/>
        </p:nvPicPr>
        <p:blipFill>
          <a:blip r:embed="rId14"/>
          <a:stretch>
            <a:fillRect/>
          </a:stretch>
        </p:blipFill>
        <p:spPr>
          <a:xfrm>
            <a:off x="-21237" y="479685"/>
            <a:ext cx="691798" cy="611030"/>
          </a:xfrm>
          <a:prstGeom prst="rect">
            <a:avLst/>
          </a:prstGeom>
        </p:spPr>
      </p:pic>
      <p:pic>
        <p:nvPicPr>
          <p:cNvPr id="20" name="Billede 19">
            <a:extLst>
              <a:ext uri="{FF2B5EF4-FFF2-40B4-BE49-F238E27FC236}">
                <a16:creationId xmlns:a16="http://schemas.microsoft.com/office/drawing/2014/main" id="{B3AE15D6-FD4C-4897-2518-4B8A3209445D}"/>
              </a:ext>
            </a:extLst>
          </p:cNvPr>
          <p:cNvPicPr>
            <a:picLocks noChangeAspect="1"/>
          </p:cNvPicPr>
          <p:nvPr userDrawn="1"/>
        </p:nvPicPr>
        <p:blipFill>
          <a:blip r:embed="rId14"/>
          <a:stretch>
            <a:fillRect/>
          </a:stretch>
        </p:blipFill>
        <p:spPr>
          <a:xfrm>
            <a:off x="244596" y="5180"/>
            <a:ext cx="537227" cy="474505"/>
          </a:xfrm>
          <a:prstGeom prst="rect">
            <a:avLst/>
          </a:prstGeom>
        </p:spPr>
      </p:pic>
      <p:grpSp>
        <p:nvGrpSpPr>
          <p:cNvPr id="24" name="Gruppe 23">
            <a:extLst>
              <a:ext uri="{FF2B5EF4-FFF2-40B4-BE49-F238E27FC236}">
                <a16:creationId xmlns:a16="http://schemas.microsoft.com/office/drawing/2014/main" id="{BFF36BD9-098D-9405-552D-105727746CD3}"/>
              </a:ext>
            </a:extLst>
          </p:cNvPr>
          <p:cNvGrpSpPr/>
          <p:nvPr userDrawn="1"/>
        </p:nvGrpSpPr>
        <p:grpSpPr>
          <a:xfrm flipH="1">
            <a:off x="11778640" y="0"/>
            <a:ext cx="425969" cy="4534525"/>
            <a:chOff x="1197964" y="4761511"/>
            <a:chExt cx="675807" cy="1731364"/>
          </a:xfrm>
        </p:grpSpPr>
        <p:sp>
          <p:nvSpPr>
            <p:cNvPr id="25" name="Rektangel 24">
              <a:extLst>
                <a:ext uri="{FF2B5EF4-FFF2-40B4-BE49-F238E27FC236}">
                  <a16:creationId xmlns:a16="http://schemas.microsoft.com/office/drawing/2014/main" id="{64DE47EB-99F7-B741-6EE5-048C32C3567D}"/>
                </a:ext>
              </a:extLst>
            </p:cNvPr>
            <p:cNvSpPr/>
            <p:nvPr/>
          </p:nvSpPr>
          <p:spPr>
            <a:xfrm>
              <a:off x="1197964" y="4761511"/>
              <a:ext cx="675807" cy="1731364"/>
            </a:xfrm>
            <a:prstGeom prst="rect">
              <a:avLst/>
            </a:prstGeom>
            <a:solidFill>
              <a:srgbClr val="55BD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26" name="Rektangel 25">
              <a:extLst>
                <a:ext uri="{FF2B5EF4-FFF2-40B4-BE49-F238E27FC236}">
                  <a16:creationId xmlns:a16="http://schemas.microsoft.com/office/drawing/2014/main" id="{D503151B-1414-2609-0252-C5F0AD1E93B5}"/>
                </a:ext>
              </a:extLst>
            </p:cNvPr>
            <p:cNvSpPr/>
            <p:nvPr/>
          </p:nvSpPr>
          <p:spPr>
            <a:xfrm>
              <a:off x="1495269" y="5049187"/>
              <a:ext cx="378502" cy="1443688"/>
            </a:xfrm>
            <a:prstGeom prst="rect">
              <a:avLst/>
            </a:prstGeom>
            <a:solidFill>
              <a:srgbClr val="148A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grpSp>
      <p:sp>
        <p:nvSpPr>
          <p:cNvPr id="6" name="Slide Number Placeholder 5"/>
          <p:cNvSpPr>
            <a:spLocks noGrp="1"/>
          </p:cNvSpPr>
          <p:nvPr>
            <p:ph type="sldNum" sz="quarter" idx="4"/>
          </p:nvPr>
        </p:nvSpPr>
        <p:spPr>
          <a:xfrm>
            <a:off x="-185568" y="6538912"/>
            <a:ext cx="553826" cy="365125"/>
          </a:xfrm>
          <a:prstGeom prst="rect">
            <a:avLst/>
          </a:prstGeom>
          <a:noFill/>
          <a:ln>
            <a:noFill/>
          </a:ln>
        </p:spPr>
        <p:txBody>
          <a:bodyPr vert="horz" lIns="91440" tIns="45720" rIns="91440" bIns="45720" rtlCol="0" anchor="ctr"/>
          <a:lstStyle>
            <a:lvl1pPr algn="r">
              <a:defRPr sz="1400">
                <a:solidFill>
                  <a:schemeClr val="bg1"/>
                </a:solidFill>
              </a:defRPr>
            </a:lvl1pPr>
          </a:lstStyle>
          <a:p>
            <a:fld id="{311372BF-1BD1-EE46-89BF-9D315F3C4C6D}" type="slidenum">
              <a:rPr lang="da-DK" smtClean="0"/>
              <a:pPr/>
              <a:t>‹nr.›</a:t>
            </a:fld>
            <a:endParaRPr lang="da-DK"/>
          </a:p>
        </p:txBody>
      </p:sp>
    </p:spTree>
    <p:extLst>
      <p:ext uri="{BB962C8B-B14F-4D97-AF65-F5344CB8AC3E}">
        <p14:creationId xmlns:p14="http://schemas.microsoft.com/office/powerpoint/2010/main" val="297453241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ftr="0" dt="0"/>
  <p:txStyles>
    <p:titleStyle>
      <a:lvl1pPr algn="l" defTabSz="914400" rtl="0" eaLnBrk="1" latinLnBrk="0" hangingPunct="1">
        <a:lnSpc>
          <a:spcPct val="90000"/>
        </a:lnSpc>
        <a:spcBef>
          <a:spcPct val="0"/>
        </a:spcBef>
        <a:buNone/>
        <a:defRPr sz="4000" b="1" kern="1200">
          <a:solidFill>
            <a:srgbClr val="014067"/>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5"/>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4"/>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4"/>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4"/>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5F4"/>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0EDEB11-3D4D-58A1-1C32-F0AF141E31A4}"/>
              </a:ext>
            </a:extLst>
          </p:cNvPr>
          <p:cNvSpPr>
            <a:spLocks noGrp="1"/>
          </p:cNvSpPr>
          <p:nvPr>
            <p:ph type="ctrTitle"/>
          </p:nvPr>
        </p:nvSpPr>
        <p:spPr>
          <a:xfrm>
            <a:off x="1524000" y="1587058"/>
            <a:ext cx="9144000" cy="2387600"/>
          </a:xfrm>
        </p:spPr>
        <p:txBody>
          <a:bodyPr>
            <a:normAutofit/>
          </a:bodyPr>
          <a:lstStyle/>
          <a:p>
            <a:pPr algn="l"/>
            <a:r>
              <a:rPr lang="da-DK" b="1" dirty="0"/>
              <a:t>TITEL PÅ EMNE/PRÆSENTATION</a:t>
            </a:r>
          </a:p>
        </p:txBody>
      </p:sp>
      <p:sp>
        <p:nvSpPr>
          <p:cNvPr id="3" name="Undertitel 2">
            <a:extLst>
              <a:ext uri="{FF2B5EF4-FFF2-40B4-BE49-F238E27FC236}">
                <a16:creationId xmlns:a16="http://schemas.microsoft.com/office/drawing/2014/main" id="{96414757-C2DC-37E2-6229-B1FEC51FF0BF}"/>
              </a:ext>
            </a:extLst>
          </p:cNvPr>
          <p:cNvSpPr>
            <a:spLocks noGrp="1"/>
          </p:cNvSpPr>
          <p:nvPr>
            <p:ph type="subTitle" idx="1"/>
          </p:nvPr>
        </p:nvSpPr>
        <p:spPr>
          <a:xfrm>
            <a:off x="1524000" y="4366953"/>
            <a:ext cx="9144000" cy="1655762"/>
          </a:xfrm>
        </p:spPr>
        <p:txBody>
          <a:bodyPr/>
          <a:lstStyle/>
          <a:p>
            <a:pPr algn="l"/>
            <a:r>
              <a:rPr lang="da-DK"/>
              <a:t>Fagområde/Emne </a:t>
            </a:r>
          </a:p>
          <a:p>
            <a:pPr algn="l"/>
            <a:r>
              <a:rPr lang="da-DK"/>
              <a:t>Uddannelse </a:t>
            </a:r>
          </a:p>
          <a:p>
            <a:pPr algn="l"/>
            <a:r>
              <a:rPr lang="da-DK"/>
              <a:t>Dato</a:t>
            </a:r>
          </a:p>
        </p:txBody>
      </p:sp>
    </p:spTree>
    <p:extLst>
      <p:ext uri="{BB962C8B-B14F-4D97-AF65-F5344CB8AC3E}">
        <p14:creationId xmlns:p14="http://schemas.microsoft.com/office/powerpoint/2010/main" val="545836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4"/>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3379F96-DBF0-A73F-AA31-A330DC90B4F8}"/>
              </a:ext>
            </a:extLst>
          </p:cNvPr>
          <p:cNvSpPr>
            <a:spLocks noGrp="1"/>
          </p:cNvSpPr>
          <p:nvPr>
            <p:ph type="title"/>
          </p:nvPr>
        </p:nvSpPr>
        <p:spPr/>
        <p:txBody>
          <a:bodyPr>
            <a:normAutofit/>
          </a:bodyPr>
          <a:lstStyle/>
          <a:p>
            <a:r>
              <a:rPr lang="da-DK" sz="4800" b="1"/>
              <a:t>Planen for i dag</a:t>
            </a:r>
          </a:p>
        </p:txBody>
      </p:sp>
      <p:sp>
        <p:nvSpPr>
          <p:cNvPr id="3" name="Pladsholder til indhold 2">
            <a:extLst>
              <a:ext uri="{FF2B5EF4-FFF2-40B4-BE49-F238E27FC236}">
                <a16:creationId xmlns:a16="http://schemas.microsoft.com/office/drawing/2014/main" id="{081EAC83-18BF-842A-0A86-02F73E2398F0}"/>
              </a:ext>
            </a:extLst>
          </p:cNvPr>
          <p:cNvSpPr>
            <a:spLocks noGrp="1"/>
          </p:cNvSpPr>
          <p:nvPr>
            <p:ph idx="1"/>
          </p:nvPr>
        </p:nvSpPr>
        <p:spPr/>
        <p:txBody>
          <a:bodyPr>
            <a:normAutofit fontScale="92500" lnSpcReduction="20000"/>
          </a:bodyPr>
          <a:lstStyle/>
          <a:p>
            <a:pPr>
              <a:lnSpc>
                <a:spcPct val="110000"/>
              </a:lnSpc>
            </a:pPr>
            <a:r>
              <a:rPr lang="da-DK" sz="3200"/>
              <a:t>Præsentation </a:t>
            </a:r>
          </a:p>
          <a:p>
            <a:pPr>
              <a:lnSpc>
                <a:spcPct val="110000"/>
              </a:lnSpc>
            </a:pPr>
            <a:r>
              <a:rPr lang="da-DK" sz="3200"/>
              <a:t>Starter aktivitet (Aktivér elevernes forhåndsviden) </a:t>
            </a:r>
          </a:p>
          <a:p>
            <a:pPr>
              <a:lnSpc>
                <a:spcPct val="110000"/>
              </a:lnSpc>
            </a:pPr>
            <a:r>
              <a:rPr lang="da-DK" sz="3200"/>
              <a:t>Teori/Oplæg</a:t>
            </a:r>
          </a:p>
          <a:p>
            <a:pPr>
              <a:lnSpc>
                <a:spcPct val="110000"/>
              </a:lnSpc>
            </a:pPr>
            <a:r>
              <a:rPr lang="da-DK" sz="3200"/>
              <a:t>Opgave 1 </a:t>
            </a:r>
          </a:p>
          <a:p>
            <a:pPr>
              <a:lnSpc>
                <a:spcPct val="110000"/>
              </a:lnSpc>
            </a:pPr>
            <a:r>
              <a:rPr lang="da-DK" sz="3200"/>
              <a:t>Opgave 2 </a:t>
            </a:r>
          </a:p>
          <a:p>
            <a:pPr>
              <a:lnSpc>
                <a:spcPct val="110000"/>
              </a:lnSpc>
            </a:pPr>
            <a:r>
              <a:rPr lang="da-DK" sz="3200"/>
              <a:t>Pause </a:t>
            </a:r>
          </a:p>
          <a:p>
            <a:pPr>
              <a:lnSpc>
                <a:spcPct val="110000"/>
              </a:lnSpc>
            </a:pPr>
            <a:r>
              <a:rPr lang="da-DK" sz="3200"/>
              <a:t>Opgave 3 </a:t>
            </a:r>
          </a:p>
          <a:p>
            <a:pPr>
              <a:lnSpc>
                <a:spcPct val="110000"/>
              </a:lnSpc>
            </a:pPr>
            <a:r>
              <a:rPr lang="da-DK" sz="3200"/>
              <a:t>Afslutning og </a:t>
            </a:r>
            <a:r>
              <a:rPr lang="da-DK" sz="3200" err="1"/>
              <a:t>takeaways</a:t>
            </a:r>
            <a:r>
              <a:rPr lang="da-DK" sz="3200"/>
              <a:t>  </a:t>
            </a:r>
          </a:p>
          <a:p>
            <a:pPr marL="514350" indent="-514350">
              <a:buFont typeface="+mj-lt"/>
              <a:buAutoNum type="arabicPeriod"/>
            </a:pPr>
            <a:endParaRPr lang="da-DK"/>
          </a:p>
        </p:txBody>
      </p:sp>
      <p:sp>
        <p:nvSpPr>
          <p:cNvPr id="9" name="Pladsholder til slidenummer 8">
            <a:extLst>
              <a:ext uri="{FF2B5EF4-FFF2-40B4-BE49-F238E27FC236}">
                <a16:creationId xmlns:a16="http://schemas.microsoft.com/office/drawing/2014/main" id="{21588994-6215-931F-6587-CCCF70DE369C}"/>
              </a:ext>
            </a:extLst>
          </p:cNvPr>
          <p:cNvSpPr>
            <a:spLocks noGrp="1"/>
          </p:cNvSpPr>
          <p:nvPr>
            <p:ph type="sldNum" sz="quarter" idx="12"/>
          </p:nvPr>
        </p:nvSpPr>
        <p:spPr/>
        <p:txBody>
          <a:bodyPr/>
          <a:lstStyle/>
          <a:p>
            <a:fld id="{311372BF-1BD1-EE46-89BF-9D315F3C4C6D}" type="slidenum">
              <a:rPr lang="da-DK" smtClean="0"/>
              <a:t>2</a:t>
            </a:fld>
            <a:endParaRPr lang="da-DK"/>
          </a:p>
        </p:txBody>
      </p:sp>
    </p:spTree>
    <p:extLst>
      <p:ext uri="{BB962C8B-B14F-4D97-AF65-F5344CB8AC3E}">
        <p14:creationId xmlns:p14="http://schemas.microsoft.com/office/powerpoint/2010/main" val="34582132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E591AEF-127C-C5B3-016F-8D2144D51063}"/>
              </a:ext>
            </a:extLst>
          </p:cNvPr>
          <p:cNvSpPr>
            <a:spLocks noGrp="1"/>
          </p:cNvSpPr>
          <p:nvPr>
            <p:ph type="title"/>
          </p:nvPr>
        </p:nvSpPr>
        <p:spPr/>
        <p:txBody>
          <a:bodyPr/>
          <a:lstStyle/>
          <a:p>
            <a:r>
              <a:rPr lang="da-DK"/>
              <a:t>Titel/Emne </a:t>
            </a:r>
          </a:p>
        </p:txBody>
      </p:sp>
      <p:sp>
        <p:nvSpPr>
          <p:cNvPr id="3" name="Pladsholder til indhold 2">
            <a:extLst>
              <a:ext uri="{FF2B5EF4-FFF2-40B4-BE49-F238E27FC236}">
                <a16:creationId xmlns:a16="http://schemas.microsoft.com/office/drawing/2014/main" id="{B59732CA-E63B-2443-AB72-B9D134423C4B}"/>
              </a:ext>
            </a:extLst>
          </p:cNvPr>
          <p:cNvSpPr>
            <a:spLocks noGrp="1"/>
          </p:cNvSpPr>
          <p:nvPr>
            <p:ph sz="half" idx="1"/>
          </p:nvPr>
        </p:nvSpPr>
        <p:spPr/>
        <p:txBody>
          <a:bodyPr/>
          <a:lstStyle/>
          <a:p>
            <a:r>
              <a:rPr lang="da-DK" i="1"/>
              <a:t>(Husk når du indsætter tekst om emnet ikke at have for meget tekst. I punktform er det bedre med korte og konkrete sætninger)</a:t>
            </a:r>
          </a:p>
          <a:p>
            <a:endParaRPr lang="da-DK"/>
          </a:p>
        </p:txBody>
      </p:sp>
      <p:sp>
        <p:nvSpPr>
          <p:cNvPr id="4" name="Pladsholder til indhold 3">
            <a:extLst>
              <a:ext uri="{FF2B5EF4-FFF2-40B4-BE49-F238E27FC236}">
                <a16:creationId xmlns:a16="http://schemas.microsoft.com/office/drawing/2014/main" id="{62C4AB0E-039F-72FE-03C9-C5342661F96E}"/>
              </a:ext>
            </a:extLst>
          </p:cNvPr>
          <p:cNvSpPr>
            <a:spLocks noGrp="1"/>
          </p:cNvSpPr>
          <p:nvPr>
            <p:ph sz="half" idx="2"/>
          </p:nvPr>
        </p:nvSpPr>
        <p:spPr/>
        <p:txBody>
          <a:bodyPr/>
          <a:lstStyle/>
          <a:p>
            <a:r>
              <a:rPr lang="da-DK" i="1"/>
              <a:t>(INDSÆT BILLEDE) Billeder eller illustrationer kan også hjælpe eleverne med at forstå emnet, samt dette gør præsentationen mere spændende</a:t>
            </a:r>
          </a:p>
          <a:p>
            <a:endParaRPr lang="da-DK"/>
          </a:p>
        </p:txBody>
      </p:sp>
      <p:sp>
        <p:nvSpPr>
          <p:cNvPr id="5" name="Pladsholder til slidenummer 4">
            <a:extLst>
              <a:ext uri="{FF2B5EF4-FFF2-40B4-BE49-F238E27FC236}">
                <a16:creationId xmlns:a16="http://schemas.microsoft.com/office/drawing/2014/main" id="{F027930D-F7E0-4754-3E22-8DE760D56681}"/>
              </a:ext>
            </a:extLst>
          </p:cNvPr>
          <p:cNvSpPr>
            <a:spLocks noGrp="1"/>
          </p:cNvSpPr>
          <p:nvPr>
            <p:ph type="sldNum" sz="quarter" idx="12"/>
          </p:nvPr>
        </p:nvSpPr>
        <p:spPr/>
        <p:txBody>
          <a:bodyPr/>
          <a:lstStyle/>
          <a:p>
            <a:fld id="{311372BF-1BD1-EE46-89BF-9D315F3C4C6D}" type="slidenum">
              <a:rPr lang="da-DK" smtClean="0"/>
              <a:t>3</a:t>
            </a:fld>
            <a:endParaRPr lang="da-DK"/>
          </a:p>
        </p:txBody>
      </p:sp>
    </p:spTree>
    <p:extLst>
      <p:ext uri="{BB962C8B-B14F-4D97-AF65-F5344CB8AC3E}">
        <p14:creationId xmlns:p14="http://schemas.microsoft.com/office/powerpoint/2010/main" val="590497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5620428-5168-05B2-E80E-1DF76EE0848C}"/>
              </a:ext>
            </a:extLst>
          </p:cNvPr>
          <p:cNvSpPr>
            <a:spLocks noGrp="1"/>
          </p:cNvSpPr>
          <p:nvPr>
            <p:ph type="title"/>
          </p:nvPr>
        </p:nvSpPr>
        <p:spPr/>
        <p:txBody>
          <a:bodyPr>
            <a:normAutofit/>
          </a:bodyPr>
          <a:lstStyle/>
          <a:p>
            <a:r>
              <a:rPr lang="da-DK" sz="4800"/>
              <a:t>Starter aktivitet </a:t>
            </a:r>
          </a:p>
        </p:txBody>
      </p:sp>
      <p:sp>
        <p:nvSpPr>
          <p:cNvPr id="3" name="Pladsholder til indhold 2">
            <a:extLst>
              <a:ext uri="{FF2B5EF4-FFF2-40B4-BE49-F238E27FC236}">
                <a16:creationId xmlns:a16="http://schemas.microsoft.com/office/drawing/2014/main" id="{DFB09AFA-2882-7AA7-9748-5D19A755EF06}"/>
              </a:ext>
            </a:extLst>
          </p:cNvPr>
          <p:cNvSpPr>
            <a:spLocks noGrp="1"/>
          </p:cNvSpPr>
          <p:nvPr>
            <p:ph idx="1"/>
          </p:nvPr>
        </p:nvSpPr>
        <p:spPr/>
        <p:txBody>
          <a:bodyPr>
            <a:normAutofit/>
          </a:bodyPr>
          <a:lstStyle/>
          <a:p>
            <a:r>
              <a:rPr lang="da-DK" b="1">
                <a:solidFill>
                  <a:srgbClr val="148A9B"/>
                </a:solidFill>
              </a:rPr>
              <a:t>Brainstorm/Mindmap </a:t>
            </a:r>
            <a:r>
              <a:rPr lang="da-DK" sz="2400"/>
              <a:t>(kan foregå individuelt, i små grupper eller fælles) </a:t>
            </a:r>
            <a:endParaRPr lang="da-DK"/>
          </a:p>
          <a:p>
            <a:pPr lvl="1"/>
            <a:r>
              <a:rPr lang="da-DK" i="1"/>
              <a:t>Brug eventuelt programmer på </a:t>
            </a:r>
            <a:r>
              <a:rPr lang="da-DK" b="1" i="1"/>
              <a:t>Studietube</a:t>
            </a:r>
            <a:r>
              <a:rPr lang="da-DK" i="1"/>
              <a:t> til dette fx </a:t>
            </a:r>
            <a:r>
              <a:rPr lang="da-DK" i="1" err="1"/>
              <a:t>Mindmeister</a:t>
            </a:r>
            <a:r>
              <a:rPr lang="da-DK" i="1"/>
              <a:t>, </a:t>
            </a:r>
            <a:r>
              <a:rPr lang="da-DK" i="1" err="1"/>
              <a:t>AhaSlides</a:t>
            </a:r>
            <a:r>
              <a:rPr lang="da-DK" i="1"/>
              <a:t> eller Padlet. Dette gør det mere interaktivt og eleverne kan være med fra deres computer eller mobil. </a:t>
            </a:r>
          </a:p>
        </p:txBody>
      </p:sp>
      <p:grpSp>
        <p:nvGrpSpPr>
          <p:cNvPr id="4" name="Google Shape;3538;p80">
            <a:extLst>
              <a:ext uri="{FF2B5EF4-FFF2-40B4-BE49-F238E27FC236}">
                <a16:creationId xmlns:a16="http://schemas.microsoft.com/office/drawing/2014/main" id="{562CB617-797C-F939-3022-3431789CC41F}"/>
              </a:ext>
            </a:extLst>
          </p:cNvPr>
          <p:cNvGrpSpPr/>
          <p:nvPr/>
        </p:nvGrpSpPr>
        <p:grpSpPr>
          <a:xfrm>
            <a:off x="9959254" y="405595"/>
            <a:ext cx="996625" cy="901708"/>
            <a:chOff x="3161025" y="3260362"/>
            <a:chExt cx="378818" cy="376812"/>
          </a:xfrm>
        </p:grpSpPr>
        <p:sp>
          <p:nvSpPr>
            <p:cNvPr id="5" name="Google Shape;3539;p80">
              <a:extLst>
                <a:ext uri="{FF2B5EF4-FFF2-40B4-BE49-F238E27FC236}">
                  <a16:creationId xmlns:a16="http://schemas.microsoft.com/office/drawing/2014/main" id="{6EFF2654-466E-3E10-8D04-F520EA2EB886}"/>
                </a:ext>
              </a:extLst>
            </p:cNvPr>
            <p:cNvSpPr/>
            <p:nvPr/>
          </p:nvSpPr>
          <p:spPr>
            <a:xfrm>
              <a:off x="3208802" y="3302162"/>
              <a:ext cx="267748" cy="267584"/>
            </a:xfrm>
            <a:custGeom>
              <a:avLst/>
              <a:gdLst/>
              <a:ahLst/>
              <a:cxnLst/>
              <a:rect l="l" t="t" r="r" b="b"/>
              <a:pathLst>
                <a:path w="6540" h="6536" extrusionOk="0">
                  <a:moveTo>
                    <a:pt x="3517" y="1205"/>
                  </a:moveTo>
                  <a:cubicBezTo>
                    <a:pt x="4292" y="1205"/>
                    <a:pt x="4978" y="1587"/>
                    <a:pt x="5396" y="2172"/>
                  </a:cubicBezTo>
                  <a:cubicBezTo>
                    <a:pt x="5396" y="2172"/>
                    <a:pt x="5667" y="2342"/>
                    <a:pt x="5667" y="2675"/>
                  </a:cubicBezTo>
                  <a:cubicBezTo>
                    <a:pt x="5708" y="2779"/>
                    <a:pt x="5741" y="2886"/>
                    <a:pt x="5766" y="2996"/>
                  </a:cubicBezTo>
                  <a:cubicBezTo>
                    <a:pt x="5823" y="3051"/>
                    <a:pt x="5859" y="3106"/>
                    <a:pt x="5866" y="3198"/>
                  </a:cubicBezTo>
                  <a:cubicBezTo>
                    <a:pt x="5872" y="3256"/>
                    <a:pt x="5857" y="3499"/>
                    <a:pt x="5818" y="3685"/>
                  </a:cubicBezTo>
                  <a:cubicBezTo>
                    <a:pt x="5729" y="4879"/>
                    <a:pt x="4732" y="5820"/>
                    <a:pt x="3517" y="5820"/>
                  </a:cubicBezTo>
                  <a:cubicBezTo>
                    <a:pt x="3221" y="5820"/>
                    <a:pt x="2939" y="5765"/>
                    <a:pt x="2679" y="5664"/>
                  </a:cubicBezTo>
                  <a:cubicBezTo>
                    <a:pt x="2353" y="5664"/>
                    <a:pt x="2177" y="5391"/>
                    <a:pt x="2177" y="5391"/>
                  </a:cubicBezTo>
                  <a:cubicBezTo>
                    <a:pt x="1591" y="4974"/>
                    <a:pt x="1208" y="4288"/>
                    <a:pt x="1208" y="3512"/>
                  </a:cubicBezTo>
                  <a:cubicBezTo>
                    <a:pt x="1208" y="2237"/>
                    <a:pt x="2242" y="1205"/>
                    <a:pt x="3517" y="1205"/>
                  </a:cubicBezTo>
                  <a:close/>
                  <a:moveTo>
                    <a:pt x="2866" y="1"/>
                  </a:moveTo>
                  <a:cubicBezTo>
                    <a:pt x="2858" y="1"/>
                    <a:pt x="2849" y="2"/>
                    <a:pt x="2841" y="3"/>
                  </a:cubicBezTo>
                  <a:cubicBezTo>
                    <a:pt x="2675" y="35"/>
                    <a:pt x="2511" y="78"/>
                    <a:pt x="2349" y="133"/>
                  </a:cubicBezTo>
                  <a:cubicBezTo>
                    <a:pt x="2294" y="152"/>
                    <a:pt x="2257" y="205"/>
                    <a:pt x="2257" y="263"/>
                  </a:cubicBezTo>
                  <a:cubicBezTo>
                    <a:pt x="2257" y="376"/>
                    <a:pt x="2259" y="499"/>
                    <a:pt x="2266" y="628"/>
                  </a:cubicBezTo>
                  <a:cubicBezTo>
                    <a:pt x="2049" y="722"/>
                    <a:pt x="1842" y="840"/>
                    <a:pt x="1648" y="985"/>
                  </a:cubicBezTo>
                  <a:cubicBezTo>
                    <a:pt x="1540" y="916"/>
                    <a:pt x="1435" y="850"/>
                    <a:pt x="1337" y="796"/>
                  </a:cubicBezTo>
                  <a:cubicBezTo>
                    <a:pt x="1317" y="783"/>
                    <a:pt x="1293" y="777"/>
                    <a:pt x="1270" y="777"/>
                  </a:cubicBezTo>
                  <a:cubicBezTo>
                    <a:pt x="1238" y="777"/>
                    <a:pt x="1205" y="789"/>
                    <a:pt x="1179" y="811"/>
                  </a:cubicBezTo>
                  <a:cubicBezTo>
                    <a:pt x="1116" y="866"/>
                    <a:pt x="1054" y="924"/>
                    <a:pt x="993" y="985"/>
                  </a:cubicBezTo>
                  <a:cubicBezTo>
                    <a:pt x="933" y="1046"/>
                    <a:pt x="875" y="1108"/>
                    <a:pt x="819" y="1171"/>
                  </a:cubicBezTo>
                  <a:cubicBezTo>
                    <a:pt x="781" y="1214"/>
                    <a:pt x="775" y="1280"/>
                    <a:pt x="803" y="1329"/>
                  </a:cubicBezTo>
                  <a:cubicBezTo>
                    <a:pt x="859" y="1428"/>
                    <a:pt x="923" y="1533"/>
                    <a:pt x="993" y="1641"/>
                  </a:cubicBezTo>
                  <a:cubicBezTo>
                    <a:pt x="850" y="1835"/>
                    <a:pt x="729" y="2043"/>
                    <a:pt x="635" y="2258"/>
                  </a:cubicBezTo>
                  <a:cubicBezTo>
                    <a:pt x="507" y="2252"/>
                    <a:pt x="384" y="2248"/>
                    <a:pt x="270" y="2248"/>
                  </a:cubicBezTo>
                  <a:cubicBezTo>
                    <a:pt x="212" y="2248"/>
                    <a:pt x="160" y="2285"/>
                    <a:pt x="142" y="2341"/>
                  </a:cubicBezTo>
                  <a:cubicBezTo>
                    <a:pt x="86" y="2502"/>
                    <a:pt x="43" y="2667"/>
                    <a:pt x="11" y="2833"/>
                  </a:cubicBezTo>
                  <a:cubicBezTo>
                    <a:pt x="0" y="2890"/>
                    <a:pt x="27" y="2948"/>
                    <a:pt x="76" y="2978"/>
                  </a:cubicBezTo>
                  <a:cubicBezTo>
                    <a:pt x="174" y="3034"/>
                    <a:pt x="282" y="3095"/>
                    <a:pt x="398" y="3154"/>
                  </a:cubicBezTo>
                  <a:cubicBezTo>
                    <a:pt x="372" y="3391"/>
                    <a:pt x="372" y="3629"/>
                    <a:pt x="398" y="3866"/>
                  </a:cubicBezTo>
                  <a:cubicBezTo>
                    <a:pt x="282" y="3925"/>
                    <a:pt x="174" y="3984"/>
                    <a:pt x="76" y="4041"/>
                  </a:cubicBezTo>
                  <a:cubicBezTo>
                    <a:pt x="27" y="4070"/>
                    <a:pt x="0" y="4129"/>
                    <a:pt x="11" y="4187"/>
                  </a:cubicBezTo>
                  <a:cubicBezTo>
                    <a:pt x="43" y="4352"/>
                    <a:pt x="86" y="4516"/>
                    <a:pt x="142" y="4678"/>
                  </a:cubicBezTo>
                  <a:cubicBezTo>
                    <a:pt x="160" y="4733"/>
                    <a:pt x="212" y="4770"/>
                    <a:pt x="270" y="4770"/>
                  </a:cubicBezTo>
                  <a:cubicBezTo>
                    <a:pt x="384" y="4770"/>
                    <a:pt x="507" y="4768"/>
                    <a:pt x="635" y="4762"/>
                  </a:cubicBezTo>
                  <a:cubicBezTo>
                    <a:pt x="729" y="4978"/>
                    <a:pt x="849" y="5185"/>
                    <a:pt x="993" y="5379"/>
                  </a:cubicBezTo>
                  <a:cubicBezTo>
                    <a:pt x="923" y="5487"/>
                    <a:pt x="859" y="5592"/>
                    <a:pt x="803" y="5690"/>
                  </a:cubicBezTo>
                  <a:cubicBezTo>
                    <a:pt x="775" y="5740"/>
                    <a:pt x="781" y="5804"/>
                    <a:pt x="819" y="5848"/>
                  </a:cubicBezTo>
                  <a:cubicBezTo>
                    <a:pt x="875" y="5912"/>
                    <a:pt x="933" y="5973"/>
                    <a:pt x="993" y="6034"/>
                  </a:cubicBezTo>
                  <a:cubicBezTo>
                    <a:pt x="1012" y="6052"/>
                    <a:pt x="1030" y="6071"/>
                    <a:pt x="1049" y="6088"/>
                  </a:cubicBezTo>
                  <a:lnTo>
                    <a:pt x="1615" y="5920"/>
                  </a:lnTo>
                  <a:lnTo>
                    <a:pt x="1615" y="5920"/>
                  </a:lnTo>
                  <a:cubicBezTo>
                    <a:pt x="1614" y="5924"/>
                    <a:pt x="2458" y="6535"/>
                    <a:pt x="3432" y="6535"/>
                  </a:cubicBezTo>
                  <a:cubicBezTo>
                    <a:pt x="5148" y="6535"/>
                    <a:pt x="6540" y="5143"/>
                    <a:pt x="6540" y="3428"/>
                  </a:cubicBezTo>
                  <a:cubicBezTo>
                    <a:pt x="6540" y="2447"/>
                    <a:pt x="5929" y="1608"/>
                    <a:pt x="5929" y="1608"/>
                  </a:cubicBezTo>
                  <a:lnTo>
                    <a:pt x="6096" y="1042"/>
                  </a:lnTo>
                  <a:cubicBezTo>
                    <a:pt x="6078" y="1023"/>
                    <a:pt x="6061" y="1005"/>
                    <a:pt x="6042" y="987"/>
                  </a:cubicBezTo>
                  <a:cubicBezTo>
                    <a:pt x="5981" y="926"/>
                    <a:pt x="5919" y="868"/>
                    <a:pt x="5856" y="812"/>
                  </a:cubicBezTo>
                  <a:cubicBezTo>
                    <a:pt x="5831" y="790"/>
                    <a:pt x="5798" y="779"/>
                    <a:pt x="5765" y="779"/>
                  </a:cubicBezTo>
                  <a:cubicBezTo>
                    <a:pt x="5742" y="779"/>
                    <a:pt x="5718" y="785"/>
                    <a:pt x="5698" y="797"/>
                  </a:cubicBezTo>
                  <a:cubicBezTo>
                    <a:pt x="5600" y="853"/>
                    <a:pt x="5494" y="917"/>
                    <a:pt x="5386" y="987"/>
                  </a:cubicBezTo>
                  <a:cubicBezTo>
                    <a:pt x="5192" y="843"/>
                    <a:pt x="4984" y="723"/>
                    <a:pt x="4769" y="629"/>
                  </a:cubicBezTo>
                  <a:cubicBezTo>
                    <a:pt x="4776" y="500"/>
                    <a:pt x="4779" y="378"/>
                    <a:pt x="4779" y="264"/>
                  </a:cubicBezTo>
                  <a:cubicBezTo>
                    <a:pt x="4779" y="206"/>
                    <a:pt x="4742" y="153"/>
                    <a:pt x="4686" y="135"/>
                  </a:cubicBezTo>
                  <a:cubicBezTo>
                    <a:pt x="4525" y="79"/>
                    <a:pt x="4360" y="36"/>
                    <a:pt x="4194" y="4"/>
                  </a:cubicBezTo>
                  <a:cubicBezTo>
                    <a:pt x="4186" y="3"/>
                    <a:pt x="4177" y="2"/>
                    <a:pt x="4169" y="2"/>
                  </a:cubicBezTo>
                  <a:cubicBezTo>
                    <a:pt x="4121" y="2"/>
                    <a:pt x="4075" y="27"/>
                    <a:pt x="4049" y="70"/>
                  </a:cubicBezTo>
                  <a:cubicBezTo>
                    <a:pt x="3993" y="168"/>
                    <a:pt x="3933" y="275"/>
                    <a:pt x="3873" y="390"/>
                  </a:cubicBezTo>
                  <a:cubicBezTo>
                    <a:pt x="3755" y="377"/>
                    <a:pt x="3636" y="371"/>
                    <a:pt x="3517" y="371"/>
                  </a:cubicBezTo>
                  <a:cubicBezTo>
                    <a:pt x="3398" y="371"/>
                    <a:pt x="3279" y="377"/>
                    <a:pt x="3161" y="390"/>
                  </a:cubicBezTo>
                  <a:cubicBezTo>
                    <a:pt x="3102" y="274"/>
                    <a:pt x="3043" y="167"/>
                    <a:pt x="2986" y="69"/>
                  </a:cubicBezTo>
                  <a:cubicBezTo>
                    <a:pt x="2961" y="26"/>
                    <a:pt x="2915" y="1"/>
                    <a:pt x="28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540;p80">
              <a:extLst>
                <a:ext uri="{FF2B5EF4-FFF2-40B4-BE49-F238E27FC236}">
                  <a16:creationId xmlns:a16="http://schemas.microsoft.com/office/drawing/2014/main" id="{6D59054C-AF79-6FCF-30D3-DA40A3A58124}"/>
                </a:ext>
              </a:extLst>
            </p:cNvPr>
            <p:cNvSpPr/>
            <p:nvPr/>
          </p:nvSpPr>
          <p:spPr>
            <a:xfrm>
              <a:off x="3251584" y="3344862"/>
              <a:ext cx="245190" cy="244739"/>
            </a:xfrm>
            <a:custGeom>
              <a:avLst/>
              <a:gdLst/>
              <a:ahLst/>
              <a:cxnLst/>
              <a:rect l="l" t="t" r="r" b="b"/>
              <a:pathLst>
                <a:path w="5989" h="5978" extrusionOk="0">
                  <a:moveTo>
                    <a:pt x="5051" y="0"/>
                  </a:moveTo>
                  <a:cubicBezTo>
                    <a:pt x="4950" y="168"/>
                    <a:pt x="4835" y="343"/>
                    <a:pt x="4704" y="527"/>
                  </a:cubicBezTo>
                  <a:cubicBezTo>
                    <a:pt x="4741" y="573"/>
                    <a:pt x="4777" y="622"/>
                    <a:pt x="4811" y="670"/>
                  </a:cubicBezTo>
                  <a:lnTo>
                    <a:pt x="4351" y="1130"/>
                  </a:lnTo>
                  <a:cubicBezTo>
                    <a:pt x="4462" y="1286"/>
                    <a:pt x="4552" y="1454"/>
                    <a:pt x="4622" y="1634"/>
                  </a:cubicBezTo>
                  <a:lnTo>
                    <a:pt x="5091" y="1165"/>
                  </a:lnTo>
                  <a:cubicBezTo>
                    <a:pt x="5139" y="1273"/>
                    <a:pt x="5180" y="1386"/>
                    <a:pt x="5216" y="1500"/>
                  </a:cubicBezTo>
                  <a:cubicBezTo>
                    <a:pt x="5121" y="1566"/>
                    <a:pt x="4989" y="1666"/>
                    <a:pt x="4873" y="1782"/>
                  </a:cubicBezTo>
                  <a:cubicBezTo>
                    <a:pt x="4817" y="1837"/>
                    <a:pt x="4768" y="1895"/>
                    <a:pt x="4721" y="1953"/>
                  </a:cubicBezTo>
                  <a:cubicBezTo>
                    <a:pt x="4759" y="2120"/>
                    <a:pt x="4779" y="2293"/>
                    <a:pt x="4779" y="2469"/>
                  </a:cubicBezTo>
                  <a:cubicBezTo>
                    <a:pt x="4779" y="2527"/>
                    <a:pt x="4777" y="2585"/>
                    <a:pt x="4773" y="2642"/>
                  </a:cubicBezTo>
                  <a:cubicBezTo>
                    <a:pt x="4847" y="2483"/>
                    <a:pt x="4965" y="2285"/>
                    <a:pt x="5208" y="2042"/>
                  </a:cubicBezTo>
                  <a:cubicBezTo>
                    <a:pt x="5241" y="2009"/>
                    <a:pt x="5276" y="1977"/>
                    <a:pt x="5315" y="1942"/>
                  </a:cubicBezTo>
                  <a:cubicBezTo>
                    <a:pt x="5334" y="2082"/>
                    <a:pt x="5347" y="2226"/>
                    <a:pt x="5347" y="2370"/>
                  </a:cubicBezTo>
                  <a:cubicBezTo>
                    <a:pt x="5347" y="4011"/>
                    <a:pt x="4014" y="5343"/>
                    <a:pt x="2374" y="5343"/>
                  </a:cubicBezTo>
                  <a:cubicBezTo>
                    <a:pt x="1944" y="5343"/>
                    <a:pt x="1535" y="5253"/>
                    <a:pt x="1166" y="5087"/>
                  </a:cubicBezTo>
                  <a:lnTo>
                    <a:pt x="1634" y="4620"/>
                  </a:lnTo>
                  <a:cubicBezTo>
                    <a:pt x="1455" y="4549"/>
                    <a:pt x="1286" y="4458"/>
                    <a:pt x="1132" y="4347"/>
                  </a:cubicBezTo>
                  <a:lnTo>
                    <a:pt x="671" y="4807"/>
                  </a:lnTo>
                  <a:cubicBezTo>
                    <a:pt x="622" y="4774"/>
                    <a:pt x="575" y="4738"/>
                    <a:pt x="527" y="4701"/>
                  </a:cubicBezTo>
                  <a:cubicBezTo>
                    <a:pt x="344" y="4832"/>
                    <a:pt x="168" y="4948"/>
                    <a:pt x="1" y="5048"/>
                  </a:cubicBezTo>
                  <a:cubicBezTo>
                    <a:pt x="43" y="5089"/>
                    <a:pt x="88" y="5128"/>
                    <a:pt x="132" y="5166"/>
                  </a:cubicBezTo>
                  <a:cubicBezTo>
                    <a:pt x="157" y="5189"/>
                    <a:pt x="189" y="5200"/>
                    <a:pt x="222" y="5200"/>
                  </a:cubicBezTo>
                  <a:cubicBezTo>
                    <a:pt x="246" y="5200"/>
                    <a:pt x="269" y="5194"/>
                    <a:pt x="290" y="5182"/>
                  </a:cubicBezTo>
                  <a:cubicBezTo>
                    <a:pt x="388" y="5127"/>
                    <a:pt x="494" y="5063"/>
                    <a:pt x="601" y="4992"/>
                  </a:cubicBezTo>
                  <a:cubicBezTo>
                    <a:pt x="795" y="5137"/>
                    <a:pt x="1003" y="5256"/>
                    <a:pt x="1218" y="5350"/>
                  </a:cubicBezTo>
                  <a:cubicBezTo>
                    <a:pt x="1212" y="5479"/>
                    <a:pt x="1209" y="5602"/>
                    <a:pt x="1209" y="5715"/>
                  </a:cubicBezTo>
                  <a:cubicBezTo>
                    <a:pt x="1209" y="5773"/>
                    <a:pt x="1246" y="5826"/>
                    <a:pt x="1302" y="5845"/>
                  </a:cubicBezTo>
                  <a:cubicBezTo>
                    <a:pt x="1462" y="5899"/>
                    <a:pt x="1628" y="5944"/>
                    <a:pt x="1793" y="5975"/>
                  </a:cubicBezTo>
                  <a:cubicBezTo>
                    <a:pt x="1802" y="5977"/>
                    <a:pt x="1810" y="5978"/>
                    <a:pt x="1818" y="5978"/>
                  </a:cubicBezTo>
                  <a:cubicBezTo>
                    <a:pt x="1867" y="5978"/>
                    <a:pt x="1913" y="5952"/>
                    <a:pt x="1939" y="5909"/>
                  </a:cubicBezTo>
                  <a:cubicBezTo>
                    <a:pt x="1995" y="5812"/>
                    <a:pt x="2055" y="5703"/>
                    <a:pt x="2114" y="5587"/>
                  </a:cubicBezTo>
                  <a:cubicBezTo>
                    <a:pt x="2233" y="5600"/>
                    <a:pt x="2352" y="5607"/>
                    <a:pt x="2471" y="5607"/>
                  </a:cubicBezTo>
                  <a:cubicBezTo>
                    <a:pt x="2589" y="5607"/>
                    <a:pt x="2708" y="5600"/>
                    <a:pt x="2826" y="5587"/>
                  </a:cubicBezTo>
                  <a:cubicBezTo>
                    <a:pt x="2885" y="5703"/>
                    <a:pt x="2945" y="5812"/>
                    <a:pt x="3001" y="5909"/>
                  </a:cubicBezTo>
                  <a:cubicBezTo>
                    <a:pt x="3027" y="5952"/>
                    <a:pt x="3073" y="5978"/>
                    <a:pt x="3122" y="5978"/>
                  </a:cubicBezTo>
                  <a:cubicBezTo>
                    <a:pt x="3130" y="5978"/>
                    <a:pt x="3139" y="5977"/>
                    <a:pt x="3147" y="5975"/>
                  </a:cubicBezTo>
                  <a:cubicBezTo>
                    <a:pt x="3313" y="5944"/>
                    <a:pt x="3476" y="5899"/>
                    <a:pt x="3639" y="5845"/>
                  </a:cubicBezTo>
                  <a:cubicBezTo>
                    <a:pt x="3694" y="5826"/>
                    <a:pt x="3731" y="5773"/>
                    <a:pt x="3731" y="5715"/>
                  </a:cubicBezTo>
                  <a:cubicBezTo>
                    <a:pt x="3731" y="5602"/>
                    <a:pt x="3728" y="5479"/>
                    <a:pt x="3722" y="5350"/>
                  </a:cubicBezTo>
                  <a:cubicBezTo>
                    <a:pt x="3938" y="5256"/>
                    <a:pt x="4145" y="5138"/>
                    <a:pt x="4339" y="4992"/>
                  </a:cubicBezTo>
                  <a:cubicBezTo>
                    <a:pt x="4448" y="5063"/>
                    <a:pt x="4552" y="5127"/>
                    <a:pt x="4651" y="5182"/>
                  </a:cubicBezTo>
                  <a:cubicBezTo>
                    <a:pt x="4671" y="5194"/>
                    <a:pt x="4695" y="5200"/>
                    <a:pt x="4718" y="5200"/>
                  </a:cubicBezTo>
                  <a:cubicBezTo>
                    <a:pt x="4751" y="5200"/>
                    <a:pt x="4783" y="5189"/>
                    <a:pt x="4809" y="5166"/>
                  </a:cubicBezTo>
                  <a:cubicBezTo>
                    <a:pt x="4872" y="5111"/>
                    <a:pt x="4933" y="5053"/>
                    <a:pt x="4995" y="4992"/>
                  </a:cubicBezTo>
                  <a:cubicBezTo>
                    <a:pt x="5055" y="4932"/>
                    <a:pt x="5113" y="4870"/>
                    <a:pt x="5169" y="4806"/>
                  </a:cubicBezTo>
                  <a:cubicBezTo>
                    <a:pt x="5207" y="4763"/>
                    <a:pt x="5213" y="4698"/>
                    <a:pt x="5184" y="4648"/>
                  </a:cubicBezTo>
                  <a:cubicBezTo>
                    <a:pt x="5129" y="4551"/>
                    <a:pt x="5064" y="4446"/>
                    <a:pt x="4995" y="4337"/>
                  </a:cubicBezTo>
                  <a:cubicBezTo>
                    <a:pt x="5138" y="4143"/>
                    <a:pt x="5258" y="3935"/>
                    <a:pt x="5352" y="3720"/>
                  </a:cubicBezTo>
                  <a:cubicBezTo>
                    <a:pt x="5481" y="3726"/>
                    <a:pt x="5603" y="3729"/>
                    <a:pt x="5717" y="3729"/>
                  </a:cubicBezTo>
                  <a:cubicBezTo>
                    <a:pt x="5775" y="3729"/>
                    <a:pt x="5828" y="3692"/>
                    <a:pt x="5846" y="3636"/>
                  </a:cubicBezTo>
                  <a:cubicBezTo>
                    <a:pt x="5902" y="3476"/>
                    <a:pt x="5945" y="3311"/>
                    <a:pt x="5977" y="3145"/>
                  </a:cubicBezTo>
                  <a:cubicBezTo>
                    <a:pt x="5988" y="3088"/>
                    <a:pt x="5962" y="3030"/>
                    <a:pt x="5912" y="3001"/>
                  </a:cubicBezTo>
                  <a:cubicBezTo>
                    <a:pt x="5814" y="2944"/>
                    <a:pt x="5707" y="2885"/>
                    <a:pt x="5591" y="2826"/>
                  </a:cubicBezTo>
                  <a:cubicBezTo>
                    <a:pt x="5617" y="2589"/>
                    <a:pt x="5617" y="2349"/>
                    <a:pt x="5591" y="2114"/>
                  </a:cubicBezTo>
                  <a:cubicBezTo>
                    <a:pt x="5707" y="2054"/>
                    <a:pt x="5814" y="1995"/>
                    <a:pt x="5912" y="1938"/>
                  </a:cubicBezTo>
                  <a:cubicBezTo>
                    <a:pt x="5962" y="1909"/>
                    <a:pt x="5988" y="1851"/>
                    <a:pt x="5978" y="1793"/>
                  </a:cubicBezTo>
                  <a:cubicBezTo>
                    <a:pt x="5946" y="1626"/>
                    <a:pt x="5903" y="1463"/>
                    <a:pt x="5848" y="1301"/>
                  </a:cubicBezTo>
                  <a:cubicBezTo>
                    <a:pt x="5829" y="1245"/>
                    <a:pt x="5776" y="1209"/>
                    <a:pt x="5718" y="1209"/>
                  </a:cubicBezTo>
                  <a:cubicBezTo>
                    <a:pt x="5605" y="1209"/>
                    <a:pt x="5482" y="1212"/>
                    <a:pt x="5353" y="1218"/>
                  </a:cubicBezTo>
                  <a:cubicBezTo>
                    <a:pt x="5259" y="1002"/>
                    <a:pt x="5141" y="795"/>
                    <a:pt x="4996" y="601"/>
                  </a:cubicBezTo>
                  <a:cubicBezTo>
                    <a:pt x="5065" y="491"/>
                    <a:pt x="5131" y="387"/>
                    <a:pt x="5185" y="290"/>
                  </a:cubicBezTo>
                  <a:cubicBezTo>
                    <a:pt x="5214" y="239"/>
                    <a:pt x="5208" y="175"/>
                    <a:pt x="5170" y="131"/>
                  </a:cubicBezTo>
                  <a:cubicBezTo>
                    <a:pt x="5132" y="86"/>
                    <a:pt x="5092" y="43"/>
                    <a:pt x="50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541;p80">
              <a:extLst>
                <a:ext uri="{FF2B5EF4-FFF2-40B4-BE49-F238E27FC236}">
                  <a16:creationId xmlns:a16="http://schemas.microsoft.com/office/drawing/2014/main" id="{F6C4013C-D17E-0628-B6A9-7A0105FA07C9}"/>
                </a:ext>
              </a:extLst>
            </p:cNvPr>
            <p:cNvSpPr/>
            <p:nvPr/>
          </p:nvSpPr>
          <p:spPr>
            <a:xfrm>
              <a:off x="3161025" y="3596684"/>
              <a:ext cx="41513" cy="40490"/>
            </a:xfrm>
            <a:custGeom>
              <a:avLst/>
              <a:gdLst/>
              <a:ahLst/>
              <a:cxnLst/>
              <a:rect l="l" t="t" r="r" b="b"/>
              <a:pathLst>
                <a:path w="1014" h="989" extrusionOk="0">
                  <a:moveTo>
                    <a:pt x="863" y="1"/>
                  </a:moveTo>
                  <a:cubicBezTo>
                    <a:pt x="828" y="1"/>
                    <a:pt x="793" y="14"/>
                    <a:pt x="766" y="42"/>
                  </a:cubicBezTo>
                  <a:lnTo>
                    <a:pt x="54" y="754"/>
                  </a:lnTo>
                  <a:cubicBezTo>
                    <a:pt x="0" y="808"/>
                    <a:pt x="0" y="893"/>
                    <a:pt x="54" y="948"/>
                  </a:cubicBezTo>
                  <a:cubicBezTo>
                    <a:pt x="81" y="975"/>
                    <a:pt x="116" y="988"/>
                    <a:pt x="151" y="988"/>
                  </a:cubicBezTo>
                  <a:cubicBezTo>
                    <a:pt x="186" y="988"/>
                    <a:pt x="221" y="975"/>
                    <a:pt x="248" y="948"/>
                  </a:cubicBezTo>
                  <a:lnTo>
                    <a:pt x="961" y="236"/>
                  </a:lnTo>
                  <a:cubicBezTo>
                    <a:pt x="1013" y="181"/>
                    <a:pt x="1013" y="96"/>
                    <a:pt x="961" y="42"/>
                  </a:cubicBezTo>
                  <a:cubicBezTo>
                    <a:pt x="934" y="14"/>
                    <a:pt x="899" y="1"/>
                    <a:pt x="863"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542;p80">
              <a:extLst>
                <a:ext uri="{FF2B5EF4-FFF2-40B4-BE49-F238E27FC236}">
                  <a16:creationId xmlns:a16="http://schemas.microsoft.com/office/drawing/2014/main" id="{2265F71C-BA78-F82E-4349-D5327685E048}"/>
                </a:ext>
              </a:extLst>
            </p:cNvPr>
            <p:cNvSpPr/>
            <p:nvPr/>
          </p:nvSpPr>
          <p:spPr>
            <a:xfrm>
              <a:off x="3186121" y="3577279"/>
              <a:ext cx="34881" cy="29600"/>
            </a:xfrm>
            <a:custGeom>
              <a:avLst/>
              <a:gdLst/>
              <a:ahLst/>
              <a:cxnLst/>
              <a:rect l="l" t="t" r="r" b="b"/>
              <a:pathLst>
                <a:path w="852" h="723" extrusionOk="0">
                  <a:moveTo>
                    <a:pt x="476" y="1"/>
                  </a:moveTo>
                  <a:lnTo>
                    <a:pt x="54" y="423"/>
                  </a:lnTo>
                  <a:cubicBezTo>
                    <a:pt x="0" y="478"/>
                    <a:pt x="0" y="563"/>
                    <a:pt x="54" y="617"/>
                  </a:cubicBezTo>
                  <a:cubicBezTo>
                    <a:pt x="97" y="659"/>
                    <a:pt x="215" y="723"/>
                    <a:pt x="290" y="723"/>
                  </a:cubicBezTo>
                  <a:cubicBezTo>
                    <a:pt x="310" y="723"/>
                    <a:pt x="327" y="718"/>
                    <a:pt x="339" y="707"/>
                  </a:cubicBezTo>
                  <a:lnTo>
                    <a:pt x="852" y="11"/>
                  </a:lnTo>
                  <a:lnTo>
                    <a:pt x="4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543;p80">
              <a:extLst>
                <a:ext uri="{FF2B5EF4-FFF2-40B4-BE49-F238E27FC236}">
                  <a16:creationId xmlns:a16="http://schemas.microsoft.com/office/drawing/2014/main" id="{520ACDF3-5EE2-1F67-E84B-B4891089C83E}"/>
                </a:ext>
              </a:extLst>
            </p:cNvPr>
            <p:cNvSpPr/>
            <p:nvPr/>
          </p:nvSpPr>
          <p:spPr>
            <a:xfrm>
              <a:off x="3188291" y="3577729"/>
              <a:ext cx="33202" cy="34349"/>
            </a:xfrm>
            <a:custGeom>
              <a:avLst/>
              <a:gdLst/>
              <a:ahLst/>
              <a:cxnLst/>
              <a:rect l="l" t="t" r="r" b="b"/>
              <a:pathLst>
                <a:path w="811" h="839" extrusionOk="0">
                  <a:moveTo>
                    <a:pt x="798" y="0"/>
                  </a:moveTo>
                  <a:lnTo>
                    <a:pt x="194" y="605"/>
                  </a:lnTo>
                  <a:cubicBezTo>
                    <a:pt x="167" y="632"/>
                    <a:pt x="132" y="645"/>
                    <a:pt x="97" y="645"/>
                  </a:cubicBezTo>
                  <a:cubicBezTo>
                    <a:pt x="62" y="645"/>
                    <a:pt x="27" y="632"/>
                    <a:pt x="0" y="605"/>
                  </a:cubicBezTo>
                  <a:lnTo>
                    <a:pt x="0" y="605"/>
                  </a:lnTo>
                  <a:lnTo>
                    <a:pt x="194" y="799"/>
                  </a:lnTo>
                  <a:cubicBezTo>
                    <a:pt x="221" y="825"/>
                    <a:pt x="256" y="839"/>
                    <a:pt x="291" y="839"/>
                  </a:cubicBezTo>
                  <a:cubicBezTo>
                    <a:pt x="326" y="839"/>
                    <a:pt x="361" y="825"/>
                    <a:pt x="388" y="799"/>
                  </a:cubicBezTo>
                  <a:lnTo>
                    <a:pt x="810" y="377"/>
                  </a:lnTo>
                  <a:lnTo>
                    <a:pt x="79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544;p80">
              <a:extLst>
                <a:ext uri="{FF2B5EF4-FFF2-40B4-BE49-F238E27FC236}">
                  <a16:creationId xmlns:a16="http://schemas.microsoft.com/office/drawing/2014/main" id="{4953DC52-DE23-5264-CA97-9FB96CD13816}"/>
                </a:ext>
              </a:extLst>
            </p:cNvPr>
            <p:cNvSpPr/>
            <p:nvPr/>
          </p:nvSpPr>
          <p:spPr>
            <a:xfrm>
              <a:off x="3476590" y="3260362"/>
              <a:ext cx="62024" cy="53795"/>
            </a:xfrm>
            <a:custGeom>
              <a:avLst/>
              <a:gdLst/>
              <a:ahLst/>
              <a:cxnLst/>
              <a:rect l="l" t="t" r="r" b="b"/>
              <a:pathLst>
                <a:path w="1515" h="1314" extrusionOk="0">
                  <a:moveTo>
                    <a:pt x="1141" y="0"/>
                  </a:moveTo>
                  <a:cubicBezTo>
                    <a:pt x="1047" y="0"/>
                    <a:pt x="953" y="36"/>
                    <a:pt x="882" y="107"/>
                  </a:cubicBezTo>
                  <a:lnTo>
                    <a:pt x="1" y="988"/>
                  </a:lnTo>
                  <a:lnTo>
                    <a:pt x="326" y="1313"/>
                  </a:lnTo>
                  <a:cubicBezTo>
                    <a:pt x="326" y="1313"/>
                    <a:pt x="326" y="1313"/>
                    <a:pt x="326" y="1313"/>
                  </a:cubicBezTo>
                  <a:cubicBezTo>
                    <a:pt x="327" y="1313"/>
                    <a:pt x="1192" y="703"/>
                    <a:pt x="1334" y="560"/>
                  </a:cubicBezTo>
                  <a:cubicBezTo>
                    <a:pt x="1515" y="378"/>
                    <a:pt x="1400" y="107"/>
                    <a:pt x="1400" y="107"/>
                  </a:cubicBezTo>
                  <a:cubicBezTo>
                    <a:pt x="1329" y="36"/>
                    <a:pt x="1235" y="0"/>
                    <a:pt x="11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545;p80">
              <a:extLst>
                <a:ext uri="{FF2B5EF4-FFF2-40B4-BE49-F238E27FC236}">
                  <a16:creationId xmlns:a16="http://schemas.microsoft.com/office/drawing/2014/main" id="{263AC689-FC06-9407-394F-5EB3B38AE9D3}"/>
                </a:ext>
              </a:extLst>
            </p:cNvPr>
            <p:cNvSpPr/>
            <p:nvPr/>
          </p:nvSpPr>
          <p:spPr>
            <a:xfrm>
              <a:off x="3489896" y="3264784"/>
              <a:ext cx="49947" cy="57357"/>
            </a:xfrm>
            <a:custGeom>
              <a:avLst/>
              <a:gdLst/>
              <a:ahLst/>
              <a:cxnLst/>
              <a:rect l="l" t="t" r="r" b="b"/>
              <a:pathLst>
                <a:path w="1220" h="1401" extrusionOk="0">
                  <a:moveTo>
                    <a:pt x="1075" y="0"/>
                  </a:moveTo>
                  <a:cubicBezTo>
                    <a:pt x="1075" y="0"/>
                    <a:pt x="1063" y="145"/>
                    <a:pt x="882" y="325"/>
                  </a:cubicBezTo>
                  <a:lnTo>
                    <a:pt x="1" y="1206"/>
                  </a:lnTo>
                  <a:lnTo>
                    <a:pt x="194" y="1400"/>
                  </a:lnTo>
                  <a:lnTo>
                    <a:pt x="1075" y="519"/>
                  </a:lnTo>
                  <a:cubicBezTo>
                    <a:pt x="1219" y="375"/>
                    <a:pt x="1219" y="143"/>
                    <a:pt x="1075"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546;p80">
              <a:extLst>
                <a:ext uri="{FF2B5EF4-FFF2-40B4-BE49-F238E27FC236}">
                  <a16:creationId xmlns:a16="http://schemas.microsoft.com/office/drawing/2014/main" id="{99D1E881-6152-F556-504F-CB7E5455153B}"/>
                </a:ext>
              </a:extLst>
            </p:cNvPr>
            <p:cNvSpPr/>
            <p:nvPr/>
          </p:nvSpPr>
          <p:spPr>
            <a:xfrm>
              <a:off x="3205568" y="3515091"/>
              <a:ext cx="70130" cy="70130"/>
            </a:xfrm>
            <a:custGeom>
              <a:avLst/>
              <a:gdLst/>
              <a:ahLst/>
              <a:cxnLst/>
              <a:rect l="l" t="t" r="r" b="b"/>
              <a:pathLst>
                <a:path w="1713" h="1713" extrusionOk="0">
                  <a:moveTo>
                    <a:pt x="979" y="1"/>
                  </a:moveTo>
                  <a:lnTo>
                    <a:pt x="0" y="1519"/>
                  </a:lnTo>
                  <a:lnTo>
                    <a:pt x="194" y="1713"/>
                  </a:lnTo>
                  <a:lnTo>
                    <a:pt x="979" y="1347"/>
                  </a:lnTo>
                  <a:lnTo>
                    <a:pt x="1713" y="734"/>
                  </a:lnTo>
                  <a:lnTo>
                    <a:pt x="9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547;p80">
              <a:extLst>
                <a:ext uri="{FF2B5EF4-FFF2-40B4-BE49-F238E27FC236}">
                  <a16:creationId xmlns:a16="http://schemas.microsoft.com/office/drawing/2014/main" id="{C64F4FD6-E343-C6F1-8BBE-7BE5E0532E47}"/>
                </a:ext>
              </a:extLst>
            </p:cNvPr>
            <p:cNvSpPr/>
            <p:nvPr/>
          </p:nvSpPr>
          <p:spPr>
            <a:xfrm>
              <a:off x="3213510" y="3545100"/>
              <a:ext cx="70089" cy="48104"/>
            </a:xfrm>
            <a:custGeom>
              <a:avLst/>
              <a:gdLst/>
              <a:ahLst/>
              <a:cxnLst/>
              <a:rect l="l" t="t" r="r" b="b"/>
              <a:pathLst>
                <a:path w="1712" h="1175" extrusionOk="0">
                  <a:moveTo>
                    <a:pt x="1519" y="1"/>
                  </a:moveTo>
                  <a:lnTo>
                    <a:pt x="0" y="980"/>
                  </a:lnTo>
                  <a:lnTo>
                    <a:pt x="194" y="1174"/>
                  </a:lnTo>
                  <a:lnTo>
                    <a:pt x="1712" y="195"/>
                  </a:lnTo>
                  <a:lnTo>
                    <a:pt x="1519"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548;p80">
              <a:extLst>
                <a:ext uri="{FF2B5EF4-FFF2-40B4-BE49-F238E27FC236}">
                  <a16:creationId xmlns:a16="http://schemas.microsoft.com/office/drawing/2014/main" id="{F3CC6E9B-4B1A-CACB-41E4-20C178444C4B}"/>
                </a:ext>
              </a:extLst>
            </p:cNvPr>
            <p:cNvSpPr/>
            <p:nvPr/>
          </p:nvSpPr>
          <p:spPr>
            <a:xfrm>
              <a:off x="3245566" y="3287342"/>
              <a:ext cx="262958" cy="257799"/>
            </a:xfrm>
            <a:custGeom>
              <a:avLst/>
              <a:gdLst/>
              <a:ahLst/>
              <a:cxnLst/>
              <a:rect l="l" t="t" r="r" b="b"/>
              <a:pathLst>
                <a:path w="6423" h="6297" extrusionOk="0">
                  <a:moveTo>
                    <a:pt x="5622" y="1"/>
                  </a:moveTo>
                  <a:cubicBezTo>
                    <a:pt x="5587" y="1"/>
                    <a:pt x="5552" y="14"/>
                    <a:pt x="5526" y="40"/>
                  </a:cubicBezTo>
                  <a:lnTo>
                    <a:pt x="5326" y="240"/>
                  </a:lnTo>
                  <a:lnTo>
                    <a:pt x="5262" y="377"/>
                  </a:lnTo>
                  <a:lnTo>
                    <a:pt x="5132" y="433"/>
                  </a:lnTo>
                  <a:lnTo>
                    <a:pt x="0" y="5564"/>
                  </a:lnTo>
                  <a:lnTo>
                    <a:pt x="733" y="6297"/>
                  </a:lnTo>
                  <a:lnTo>
                    <a:pt x="6368" y="883"/>
                  </a:lnTo>
                  <a:cubicBezTo>
                    <a:pt x="6422" y="829"/>
                    <a:pt x="6313" y="634"/>
                    <a:pt x="6259" y="579"/>
                  </a:cubicBezTo>
                  <a:lnTo>
                    <a:pt x="5719" y="40"/>
                  </a:lnTo>
                  <a:cubicBezTo>
                    <a:pt x="5692" y="14"/>
                    <a:pt x="5657" y="1"/>
                    <a:pt x="5622"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549;p80">
              <a:extLst>
                <a:ext uri="{FF2B5EF4-FFF2-40B4-BE49-F238E27FC236}">
                  <a16:creationId xmlns:a16="http://schemas.microsoft.com/office/drawing/2014/main" id="{90A0D685-28DB-7463-2747-6418C3A6E06C}"/>
                </a:ext>
              </a:extLst>
            </p:cNvPr>
            <p:cNvSpPr/>
            <p:nvPr/>
          </p:nvSpPr>
          <p:spPr>
            <a:xfrm>
              <a:off x="3275657" y="3311046"/>
              <a:ext cx="236224" cy="242037"/>
            </a:xfrm>
            <a:custGeom>
              <a:avLst/>
              <a:gdLst/>
              <a:ahLst/>
              <a:cxnLst/>
              <a:rect l="l" t="t" r="r" b="b"/>
              <a:pathLst>
                <a:path w="5770" h="5912" extrusionOk="0">
                  <a:moveTo>
                    <a:pt x="5524" y="0"/>
                  </a:moveTo>
                  <a:lnTo>
                    <a:pt x="5526" y="3"/>
                  </a:lnTo>
                  <a:lnTo>
                    <a:pt x="5526" y="3"/>
                  </a:lnTo>
                  <a:cubicBezTo>
                    <a:pt x="5525" y="2"/>
                    <a:pt x="5525" y="1"/>
                    <a:pt x="5524" y="0"/>
                  </a:cubicBezTo>
                  <a:close/>
                  <a:moveTo>
                    <a:pt x="5526" y="3"/>
                  </a:moveTo>
                  <a:cubicBezTo>
                    <a:pt x="5578" y="56"/>
                    <a:pt x="5577" y="142"/>
                    <a:pt x="5524" y="194"/>
                  </a:cubicBezTo>
                  <a:lnTo>
                    <a:pt x="1" y="5718"/>
                  </a:lnTo>
                  <a:lnTo>
                    <a:pt x="194" y="5912"/>
                  </a:lnTo>
                  <a:lnTo>
                    <a:pt x="5717" y="389"/>
                  </a:lnTo>
                  <a:cubicBezTo>
                    <a:pt x="5770" y="335"/>
                    <a:pt x="5770" y="249"/>
                    <a:pt x="5717" y="194"/>
                  </a:cubicBezTo>
                  <a:lnTo>
                    <a:pt x="5526" y="3"/>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550;p80">
              <a:extLst>
                <a:ext uri="{FF2B5EF4-FFF2-40B4-BE49-F238E27FC236}">
                  <a16:creationId xmlns:a16="http://schemas.microsoft.com/office/drawing/2014/main" id="{80BFC795-BF5B-A530-1AC0-4F56CF72BE73}"/>
                </a:ext>
              </a:extLst>
            </p:cNvPr>
            <p:cNvSpPr/>
            <p:nvPr/>
          </p:nvSpPr>
          <p:spPr>
            <a:xfrm>
              <a:off x="3424678" y="3297085"/>
              <a:ext cx="99320" cy="158356"/>
            </a:xfrm>
            <a:custGeom>
              <a:avLst/>
              <a:gdLst/>
              <a:ahLst/>
              <a:cxnLst/>
              <a:rect l="l" t="t" r="r" b="b"/>
              <a:pathLst>
                <a:path w="2426" h="3868" extrusionOk="0">
                  <a:moveTo>
                    <a:pt x="953" y="1"/>
                  </a:moveTo>
                  <a:lnTo>
                    <a:pt x="760" y="194"/>
                  </a:lnTo>
                  <a:lnTo>
                    <a:pt x="1493" y="927"/>
                  </a:lnTo>
                  <a:lnTo>
                    <a:pt x="1611" y="1014"/>
                  </a:lnTo>
                  <a:lnTo>
                    <a:pt x="1687" y="1121"/>
                  </a:lnTo>
                  <a:lnTo>
                    <a:pt x="2075" y="1509"/>
                  </a:lnTo>
                  <a:cubicBezTo>
                    <a:pt x="2120" y="1555"/>
                    <a:pt x="2141" y="1619"/>
                    <a:pt x="2133" y="1683"/>
                  </a:cubicBezTo>
                  <a:cubicBezTo>
                    <a:pt x="2123" y="1748"/>
                    <a:pt x="2086" y="1804"/>
                    <a:pt x="2029" y="1835"/>
                  </a:cubicBezTo>
                  <a:cubicBezTo>
                    <a:pt x="1565" y="2095"/>
                    <a:pt x="938" y="2477"/>
                    <a:pt x="593" y="2823"/>
                  </a:cubicBezTo>
                  <a:cubicBezTo>
                    <a:pt x="223" y="3194"/>
                    <a:pt x="107" y="3483"/>
                    <a:pt x="30" y="3674"/>
                  </a:cubicBezTo>
                  <a:lnTo>
                    <a:pt x="28" y="3680"/>
                  </a:lnTo>
                  <a:cubicBezTo>
                    <a:pt x="1" y="3749"/>
                    <a:pt x="34" y="3830"/>
                    <a:pt x="104" y="3858"/>
                  </a:cubicBezTo>
                  <a:cubicBezTo>
                    <a:pt x="120" y="3864"/>
                    <a:pt x="138" y="3867"/>
                    <a:pt x="155" y="3867"/>
                  </a:cubicBezTo>
                  <a:cubicBezTo>
                    <a:pt x="208" y="3867"/>
                    <a:pt x="260" y="3836"/>
                    <a:pt x="283" y="3780"/>
                  </a:cubicBezTo>
                  <a:lnTo>
                    <a:pt x="286" y="3775"/>
                  </a:lnTo>
                  <a:cubicBezTo>
                    <a:pt x="358" y="3594"/>
                    <a:pt x="457" y="3346"/>
                    <a:pt x="789" y="3015"/>
                  </a:cubicBezTo>
                  <a:cubicBezTo>
                    <a:pt x="1129" y="2674"/>
                    <a:pt x="1796" y="2278"/>
                    <a:pt x="2164" y="2073"/>
                  </a:cubicBezTo>
                  <a:cubicBezTo>
                    <a:pt x="2296" y="1999"/>
                    <a:pt x="2383" y="1870"/>
                    <a:pt x="2404" y="1720"/>
                  </a:cubicBezTo>
                  <a:cubicBezTo>
                    <a:pt x="2425" y="1569"/>
                    <a:pt x="2375" y="1422"/>
                    <a:pt x="2268" y="1315"/>
                  </a:cubicBezTo>
                  <a:lnTo>
                    <a:pt x="1881" y="927"/>
                  </a:lnTo>
                  <a:lnTo>
                    <a:pt x="1777" y="853"/>
                  </a:lnTo>
                  <a:lnTo>
                    <a:pt x="1687" y="734"/>
                  </a:lnTo>
                  <a:lnTo>
                    <a:pt x="9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551;p80">
              <a:extLst>
                <a:ext uri="{FF2B5EF4-FFF2-40B4-BE49-F238E27FC236}">
                  <a16:creationId xmlns:a16="http://schemas.microsoft.com/office/drawing/2014/main" id="{68F2638E-8827-35CD-AA6F-CB748AEE860A}"/>
                </a:ext>
              </a:extLst>
            </p:cNvPr>
            <p:cNvSpPr/>
            <p:nvPr/>
          </p:nvSpPr>
          <p:spPr>
            <a:xfrm>
              <a:off x="3485679" y="3327135"/>
              <a:ext cx="15926" cy="15967"/>
            </a:xfrm>
            <a:custGeom>
              <a:avLst/>
              <a:gdLst/>
              <a:ahLst/>
              <a:cxnLst/>
              <a:rect l="l" t="t" r="r" b="b"/>
              <a:pathLst>
                <a:path w="389" h="390" extrusionOk="0">
                  <a:moveTo>
                    <a:pt x="194" y="1"/>
                  </a:moveTo>
                  <a:lnTo>
                    <a:pt x="0" y="195"/>
                  </a:lnTo>
                  <a:lnTo>
                    <a:pt x="194" y="389"/>
                  </a:lnTo>
                  <a:lnTo>
                    <a:pt x="389" y="195"/>
                  </a:lnTo>
                  <a:lnTo>
                    <a:pt x="194"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Pladsholder til slidenummer 27">
            <a:extLst>
              <a:ext uri="{FF2B5EF4-FFF2-40B4-BE49-F238E27FC236}">
                <a16:creationId xmlns:a16="http://schemas.microsoft.com/office/drawing/2014/main" id="{B95F7F00-7689-1FFA-6A83-E4A0830D1E57}"/>
              </a:ext>
            </a:extLst>
          </p:cNvPr>
          <p:cNvSpPr>
            <a:spLocks noGrp="1"/>
          </p:cNvSpPr>
          <p:nvPr>
            <p:ph type="sldNum" sz="quarter" idx="12"/>
          </p:nvPr>
        </p:nvSpPr>
        <p:spPr/>
        <p:txBody>
          <a:bodyPr/>
          <a:lstStyle/>
          <a:p>
            <a:fld id="{311372BF-1BD1-EE46-89BF-9D315F3C4C6D}" type="slidenum">
              <a:rPr lang="da-DK" smtClean="0"/>
              <a:t>4</a:t>
            </a:fld>
            <a:endParaRPr lang="da-DK"/>
          </a:p>
        </p:txBody>
      </p:sp>
    </p:spTree>
    <p:extLst>
      <p:ext uri="{BB962C8B-B14F-4D97-AF65-F5344CB8AC3E}">
        <p14:creationId xmlns:p14="http://schemas.microsoft.com/office/powerpoint/2010/main" val="12008379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6F42CE-CAD8-3537-1D8F-27BB2216F5F8}"/>
              </a:ext>
            </a:extLst>
          </p:cNvPr>
          <p:cNvSpPr>
            <a:spLocks noGrp="1"/>
          </p:cNvSpPr>
          <p:nvPr>
            <p:ph type="title"/>
          </p:nvPr>
        </p:nvSpPr>
        <p:spPr/>
        <p:txBody>
          <a:bodyPr/>
          <a:lstStyle/>
          <a:p>
            <a:r>
              <a:rPr lang="da-DK"/>
              <a:t>Teori oplæg</a:t>
            </a:r>
          </a:p>
        </p:txBody>
      </p:sp>
      <p:sp>
        <p:nvSpPr>
          <p:cNvPr id="3" name="Pladsholder til indhold 2">
            <a:extLst>
              <a:ext uri="{FF2B5EF4-FFF2-40B4-BE49-F238E27FC236}">
                <a16:creationId xmlns:a16="http://schemas.microsoft.com/office/drawing/2014/main" id="{4C7389B6-0ABA-C31C-2DBB-B01255B62A74}"/>
              </a:ext>
            </a:extLst>
          </p:cNvPr>
          <p:cNvSpPr>
            <a:spLocks noGrp="1"/>
          </p:cNvSpPr>
          <p:nvPr>
            <p:ph idx="1"/>
          </p:nvPr>
        </p:nvSpPr>
        <p:spPr/>
        <p:txBody>
          <a:bodyPr/>
          <a:lstStyle/>
          <a:p>
            <a:r>
              <a:rPr lang="da-DK" i="1"/>
              <a:t>Indsæt teoritekst </a:t>
            </a:r>
          </a:p>
          <a:p>
            <a:r>
              <a:rPr lang="da-DK" i="1"/>
              <a:t>Vis måske en video om emnet, der viser det i praksis</a:t>
            </a:r>
          </a:p>
          <a:p>
            <a:r>
              <a:rPr lang="da-DK" i="1"/>
              <a:t>Billeder eller illustrationer</a:t>
            </a:r>
          </a:p>
        </p:txBody>
      </p:sp>
      <p:sp>
        <p:nvSpPr>
          <p:cNvPr id="4" name="Pladsholder til slidenummer 3">
            <a:extLst>
              <a:ext uri="{FF2B5EF4-FFF2-40B4-BE49-F238E27FC236}">
                <a16:creationId xmlns:a16="http://schemas.microsoft.com/office/drawing/2014/main" id="{39A14292-9F19-0172-9CE5-5F9D4C684776}"/>
              </a:ext>
            </a:extLst>
          </p:cNvPr>
          <p:cNvSpPr>
            <a:spLocks noGrp="1"/>
          </p:cNvSpPr>
          <p:nvPr>
            <p:ph type="sldNum" sz="quarter" idx="12"/>
          </p:nvPr>
        </p:nvSpPr>
        <p:spPr/>
        <p:txBody>
          <a:bodyPr/>
          <a:lstStyle/>
          <a:p>
            <a:fld id="{311372BF-1BD1-EE46-89BF-9D315F3C4C6D}" type="slidenum">
              <a:rPr lang="da-DK" smtClean="0"/>
              <a:t>5</a:t>
            </a:fld>
            <a:endParaRPr lang="da-DK"/>
          </a:p>
        </p:txBody>
      </p:sp>
    </p:spTree>
    <p:extLst>
      <p:ext uri="{BB962C8B-B14F-4D97-AF65-F5344CB8AC3E}">
        <p14:creationId xmlns:p14="http://schemas.microsoft.com/office/powerpoint/2010/main" val="34308855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F70BE17-DE57-7011-E85E-3E11FB2F996C}"/>
              </a:ext>
            </a:extLst>
          </p:cNvPr>
          <p:cNvSpPr>
            <a:spLocks noGrp="1"/>
          </p:cNvSpPr>
          <p:nvPr>
            <p:ph type="title"/>
          </p:nvPr>
        </p:nvSpPr>
        <p:spPr/>
        <p:txBody>
          <a:bodyPr/>
          <a:lstStyle/>
          <a:p>
            <a:r>
              <a:rPr lang="da-DK"/>
              <a:t>Opgave 1 – (Indsæt evt. titel)</a:t>
            </a:r>
          </a:p>
        </p:txBody>
      </p:sp>
      <p:sp>
        <p:nvSpPr>
          <p:cNvPr id="3" name="Pladsholder til indhold 2">
            <a:extLst>
              <a:ext uri="{FF2B5EF4-FFF2-40B4-BE49-F238E27FC236}">
                <a16:creationId xmlns:a16="http://schemas.microsoft.com/office/drawing/2014/main" id="{C1A01944-F0B2-AC31-F899-845323A528DD}"/>
              </a:ext>
            </a:extLst>
          </p:cNvPr>
          <p:cNvSpPr>
            <a:spLocks noGrp="1"/>
          </p:cNvSpPr>
          <p:nvPr>
            <p:ph idx="1"/>
          </p:nvPr>
        </p:nvSpPr>
        <p:spPr/>
        <p:txBody>
          <a:bodyPr/>
          <a:lstStyle/>
          <a:p>
            <a:endParaRPr lang="da-DK"/>
          </a:p>
          <a:p>
            <a:endParaRPr lang="da-DK"/>
          </a:p>
        </p:txBody>
      </p:sp>
      <p:grpSp>
        <p:nvGrpSpPr>
          <p:cNvPr id="4" name="Google Shape;3257;p80">
            <a:extLst>
              <a:ext uri="{FF2B5EF4-FFF2-40B4-BE49-F238E27FC236}">
                <a16:creationId xmlns:a16="http://schemas.microsoft.com/office/drawing/2014/main" id="{35713753-7F5D-1971-1B25-8F456036CB61}"/>
              </a:ext>
            </a:extLst>
          </p:cNvPr>
          <p:cNvGrpSpPr/>
          <p:nvPr/>
        </p:nvGrpSpPr>
        <p:grpSpPr>
          <a:xfrm flipH="1">
            <a:off x="9387562" y="304201"/>
            <a:ext cx="1293690" cy="1386487"/>
            <a:chOff x="6435160" y="2049193"/>
            <a:chExt cx="343036" cy="376935"/>
          </a:xfrm>
        </p:grpSpPr>
        <p:sp>
          <p:nvSpPr>
            <p:cNvPr id="5" name="Google Shape;3258;p80">
              <a:extLst>
                <a:ext uri="{FF2B5EF4-FFF2-40B4-BE49-F238E27FC236}">
                  <a16:creationId xmlns:a16="http://schemas.microsoft.com/office/drawing/2014/main" id="{7A41FFF2-AD5B-9B3F-8EAB-3F15AE764D23}"/>
                </a:ext>
              </a:extLst>
            </p:cNvPr>
            <p:cNvSpPr/>
            <p:nvPr/>
          </p:nvSpPr>
          <p:spPr>
            <a:xfrm>
              <a:off x="6742661" y="2049234"/>
              <a:ext cx="35536" cy="21125"/>
            </a:xfrm>
            <a:custGeom>
              <a:avLst/>
              <a:gdLst/>
              <a:ahLst/>
              <a:cxnLst/>
              <a:rect l="l" t="t" r="r" b="b"/>
              <a:pathLst>
                <a:path w="868" h="516" extrusionOk="0">
                  <a:moveTo>
                    <a:pt x="138" y="1"/>
                  </a:moveTo>
                  <a:cubicBezTo>
                    <a:pt x="61" y="1"/>
                    <a:pt x="1" y="62"/>
                    <a:pt x="1" y="138"/>
                  </a:cubicBezTo>
                  <a:cubicBezTo>
                    <a:pt x="1" y="215"/>
                    <a:pt x="62" y="275"/>
                    <a:pt x="138" y="275"/>
                  </a:cubicBezTo>
                  <a:cubicBezTo>
                    <a:pt x="320" y="275"/>
                    <a:pt x="492" y="347"/>
                    <a:pt x="621" y="475"/>
                  </a:cubicBezTo>
                  <a:cubicBezTo>
                    <a:pt x="647" y="502"/>
                    <a:pt x="682" y="515"/>
                    <a:pt x="718" y="515"/>
                  </a:cubicBezTo>
                  <a:cubicBezTo>
                    <a:pt x="753" y="515"/>
                    <a:pt x="788" y="501"/>
                    <a:pt x="814" y="475"/>
                  </a:cubicBezTo>
                  <a:cubicBezTo>
                    <a:pt x="868" y="422"/>
                    <a:pt x="868" y="336"/>
                    <a:pt x="814" y="281"/>
                  </a:cubicBezTo>
                  <a:cubicBezTo>
                    <a:pt x="634" y="101"/>
                    <a:pt x="393" y="1"/>
                    <a:pt x="1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259;p80">
              <a:extLst>
                <a:ext uri="{FF2B5EF4-FFF2-40B4-BE49-F238E27FC236}">
                  <a16:creationId xmlns:a16="http://schemas.microsoft.com/office/drawing/2014/main" id="{7E75EEBC-B4C4-9CB6-6B23-ACBBDC44D32B}"/>
                </a:ext>
              </a:extLst>
            </p:cNvPr>
            <p:cNvSpPr/>
            <p:nvPr/>
          </p:nvSpPr>
          <p:spPr>
            <a:xfrm>
              <a:off x="6742661" y="2106550"/>
              <a:ext cx="35536" cy="21125"/>
            </a:xfrm>
            <a:custGeom>
              <a:avLst/>
              <a:gdLst/>
              <a:ahLst/>
              <a:cxnLst/>
              <a:rect l="l" t="t" r="r" b="b"/>
              <a:pathLst>
                <a:path w="868" h="516" extrusionOk="0">
                  <a:moveTo>
                    <a:pt x="718" y="0"/>
                  </a:moveTo>
                  <a:cubicBezTo>
                    <a:pt x="682" y="0"/>
                    <a:pt x="647" y="14"/>
                    <a:pt x="621" y="41"/>
                  </a:cubicBezTo>
                  <a:cubicBezTo>
                    <a:pt x="492" y="171"/>
                    <a:pt x="320" y="241"/>
                    <a:pt x="138" y="241"/>
                  </a:cubicBezTo>
                  <a:cubicBezTo>
                    <a:pt x="61" y="241"/>
                    <a:pt x="1" y="302"/>
                    <a:pt x="1" y="378"/>
                  </a:cubicBezTo>
                  <a:cubicBezTo>
                    <a:pt x="1" y="455"/>
                    <a:pt x="62" y="516"/>
                    <a:pt x="138" y="516"/>
                  </a:cubicBezTo>
                  <a:cubicBezTo>
                    <a:pt x="393" y="516"/>
                    <a:pt x="634" y="415"/>
                    <a:pt x="815" y="235"/>
                  </a:cubicBezTo>
                  <a:cubicBezTo>
                    <a:pt x="868" y="181"/>
                    <a:pt x="868" y="95"/>
                    <a:pt x="815" y="41"/>
                  </a:cubicBezTo>
                  <a:cubicBezTo>
                    <a:pt x="788" y="14"/>
                    <a:pt x="753" y="0"/>
                    <a:pt x="7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260;p80">
              <a:extLst>
                <a:ext uri="{FF2B5EF4-FFF2-40B4-BE49-F238E27FC236}">
                  <a16:creationId xmlns:a16="http://schemas.microsoft.com/office/drawing/2014/main" id="{E4D52C21-51FF-D3D6-F618-D55A5D4EB7E1}"/>
                </a:ext>
              </a:extLst>
            </p:cNvPr>
            <p:cNvSpPr/>
            <p:nvPr/>
          </p:nvSpPr>
          <p:spPr>
            <a:xfrm>
              <a:off x="6705323" y="2049193"/>
              <a:ext cx="43028" cy="78482"/>
            </a:xfrm>
            <a:custGeom>
              <a:avLst/>
              <a:gdLst/>
              <a:ahLst/>
              <a:cxnLst/>
              <a:rect l="l" t="t" r="r" b="b"/>
              <a:pathLst>
                <a:path w="1051" h="1917" extrusionOk="0">
                  <a:moveTo>
                    <a:pt x="1051" y="1"/>
                  </a:moveTo>
                  <a:cubicBezTo>
                    <a:pt x="794" y="1"/>
                    <a:pt x="555" y="101"/>
                    <a:pt x="374" y="281"/>
                  </a:cubicBezTo>
                  <a:cubicBezTo>
                    <a:pt x="1" y="655"/>
                    <a:pt x="1" y="1262"/>
                    <a:pt x="374" y="1636"/>
                  </a:cubicBezTo>
                  <a:cubicBezTo>
                    <a:pt x="555" y="1816"/>
                    <a:pt x="794" y="1917"/>
                    <a:pt x="1051" y="1917"/>
                  </a:cubicBezTo>
                  <a:lnTo>
                    <a:pt x="1051" y="1641"/>
                  </a:lnTo>
                  <a:cubicBezTo>
                    <a:pt x="867" y="1641"/>
                    <a:pt x="696" y="1569"/>
                    <a:pt x="566" y="1441"/>
                  </a:cubicBezTo>
                  <a:cubicBezTo>
                    <a:pt x="301" y="1174"/>
                    <a:pt x="301" y="740"/>
                    <a:pt x="566" y="474"/>
                  </a:cubicBezTo>
                  <a:cubicBezTo>
                    <a:pt x="696" y="344"/>
                    <a:pt x="867" y="274"/>
                    <a:pt x="1051" y="274"/>
                  </a:cubicBezTo>
                  <a:lnTo>
                    <a:pt x="1051"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261;p80">
              <a:extLst>
                <a:ext uri="{FF2B5EF4-FFF2-40B4-BE49-F238E27FC236}">
                  <a16:creationId xmlns:a16="http://schemas.microsoft.com/office/drawing/2014/main" id="{276B177A-B805-3CC7-39EB-C8B6AC7AE1B3}"/>
                </a:ext>
              </a:extLst>
            </p:cNvPr>
            <p:cNvSpPr/>
            <p:nvPr/>
          </p:nvSpPr>
          <p:spPr>
            <a:xfrm>
              <a:off x="6456122" y="2221510"/>
              <a:ext cx="166298" cy="131090"/>
            </a:xfrm>
            <a:custGeom>
              <a:avLst/>
              <a:gdLst/>
              <a:ahLst/>
              <a:cxnLst/>
              <a:rect l="l" t="t" r="r" b="b"/>
              <a:pathLst>
                <a:path w="4062" h="3202" extrusionOk="0">
                  <a:moveTo>
                    <a:pt x="1741" y="0"/>
                  </a:moveTo>
                  <a:lnTo>
                    <a:pt x="0" y="581"/>
                  </a:lnTo>
                  <a:lnTo>
                    <a:pt x="2605" y="3184"/>
                  </a:lnTo>
                  <a:cubicBezTo>
                    <a:pt x="2617" y="3196"/>
                    <a:pt x="2635" y="3202"/>
                    <a:pt x="2658" y="3202"/>
                  </a:cubicBezTo>
                  <a:cubicBezTo>
                    <a:pt x="2951" y="3202"/>
                    <a:pt x="4062" y="2321"/>
                    <a:pt x="3766" y="2024"/>
                  </a:cubicBezTo>
                  <a:lnTo>
                    <a:pt x="1741"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262;p80">
              <a:extLst>
                <a:ext uri="{FF2B5EF4-FFF2-40B4-BE49-F238E27FC236}">
                  <a16:creationId xmlns:a16="http://schemas.microsoft.com/office/drawing/2014/main" id="{B96D9347-809C-09DB-DF07-30DB6627738B}"/>
                </a:ext>
              </a:extLst>
            </p:cNvPr>
            <p:cNvSpPr/>
            <p:nvPr/>
          </p:nvSpPr>
          <p:spPr>
            <a:xfrm>
              <a:off x="6442243" y="2189126"/>
              <a:ext cx="85196" cy="65995"/>
            </a:xfrm>
            <a:custGeom>
              <a:avLst/>
              <a:gdLst/>
              <a:ahLst/>
              <a:cxnLst/>
              <a:rect l="l" t="t" r="r" b="b"/>
              <a:pathLst>
                <a:path w="2081" h="1612" extrusionOk="0">
                  <a:moveTo>
                    <a:pt x="1261" y="1"/>
                  </a:moveTo>
                  <a:cubicBezTo>
                    <a:pt x="996" y="1"/>
                    <a:pt x="0" y="1033"/>
                    <a:pt x="145" y="1177"/>
                  </a:cubicBezTo>
                  <a:lnTo>
                    <a:pt x="339" y="1372"/>
                  </a:lnTo>
                  <a:cubicBezTo>
                    <a:pt x="500" y="1532"/>
                    <a:pt x="710" y="1611"/>
                    <a:pt x="920" y="1611"/>
                  </a:cubicBezTo>
                  <a:cubicBezTo>
                    <a:pt x="1129" y="1611"/>
                    <a:pt x="1340" y="1531"/>
                    <a:pt x="1500" y="1372"/>
                  </a:cubicBezTo>
                  <a:lnTo>
                    <a:pt x="2080" y="791"/>
                  </a:lnTo>
                  <a:lnTo>
                    <a:pt x="1306" y="17"/>
                  </a:lnTo>
                  <a:cubicBezTo>
                    <a:pt x="1295" y="6"/>
                    <a:pt x="1280" y="1"/>
                    <a:pt x="12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263;p80">
              <a:extLst>
                <a:ext uri="{FF2B5EF4-FFF2-40B4-BE49-F238E27FC236}">
                  <a16:creationId xmlns:a16="http://schemas.microsoft.com/office/drawing/2014/main" id="{89394D16-A3A8-A29E-6A3E-527A5D957B00}"/>
                </a:ext>
              </a:extLst>
            </p:cNvPr>
            <p:cNvSpPr/>
            <p:nvPr/>
          </p:nvSpPr>
          <p:spPr>
            <a:xfrm>
              <a:off x="6597447" y="2054474"/>
              <a:ext cx="62884" cy="61287"/>
            </a:xfrm>
            <a:custGeom>
              <a:avLst/>
              <a:gdLst/>
              <a:ahLst/>
              <a:cxnLst/>
              <a:rect l="l" t="t" r="r" b="b"/>
              <a:pathLst>
                <a:path w="1536" h="1497" extrusionOk="0">
                  <a:moveTo>
                    <a:pt x="0" y="0"/>
                  </a:moveTo>
                  <a:lnTo>
                    <a:pt x="0" y="572"/>
                  </a:lnTo>
                  <a:lnTo>
                    <a:pt x="920" y="1496"/>
                  </a:lnTo>
                  <a:lnTo>
                    <a:pt x="1536" y="1369"/>
                  </a:lnTo>
                  <a:lnTo>
                    <a:pt x="1354"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264;p80">
              <a:extLst>
                <a:ext uri="{FF2B5EF4-FFF2-40B4-BE49-F238E27FC236}">
                  <a16:creationId xmlns:a16="http://schemas.microsoft.com/office/drawing/2014/main" id="{20A100F4-F4D8-CDC6-2156-55E2F030DE7F}"/>
                </a:ext>
              </a:extLst>
            </p:cNvPr>
            <p:cNvSpPr/>
            <p:nvPr/>
          </p:nvSpPr>
          <p:spPr>
            <a:xfrm>
              <a:off x="6597447" y="2065037"/>
              <a:ext cx="61942" cy="57152"/>
            </a:xfrm>
            <a:custGeom>
              <a:avLst/>
              <a:gdLst/>
              <a:ahLst/>
              <a:cxnLst/>
              <a:rect l="l" t="t" r="r" b="b"/>
              <a:pathLst>
                <a:path w="1513" h="1396" extrusionOk="0">
                  <a:moveTo>
                    <a:pt x="518" y="0"/>
                  </a:moveTo>
                  <a:cubicBezTo>
                    <a:pt x="421" y="0"/>
                    <a:pt x="212" y="149"/>
                    <a:pt x="0" y="342"/>
                  </a:cubicBezTo>
                  <a:lnTo>
                    <a:pt x="0" y="1396"/>
                  </a:lnTo>
                  <a:lnTo>
                    <a:pt x="1333" y="1396"/>
                  </a:lnTo>
                  <a:lnTo>
                    <a:pt x="1512" y="1127"/>
                  </a:lnTo>
                  <a:lnTo>
                    <a:pt x="907" y="1127"/>
                  </a:lnTo>
                  <a:cubicBezTo>
                    <a:pt x="959" y="1017"/>
                    <a:pt x="986" y="897"/>
                    <a:pt x="986" y="778"/>
                  </a:cubicBezTo>
                  <a:cubicBezTo>
                    <a:pt x="986" y="570"/>
                    <a:pt x="907" y="364"/>
                    <a:pt x="748" y="205"/>
                  </a:cubicBezTo>
                  <a:lnTo>
                    <a:pt x="557" y="14"/>
                  </a:lnTo>
                  <a:cubicBezTo>
                    <a:pt x="548" y="5"/>
                    <a:pt x="534" y="0"/>
                    <a:pt x="5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265;p80">
              <a:extLst>
                <a:ext uri="{FF2B5EF4-FFF2-40B4-BE49-F238E27FC236}">
                  <a16:creationId xmlns:a16="http://schemas.microsoft.com/office/drawing/2014/main" id="{700D0C35-ECA8-17B6-DF4A-326BBA7D53BE}"/>
                </a:ext>
              </a:extLst>
            </p:cNvPr>
            <p:cNvSpPr/>
            <p:nvPr/>
          </p:nvSpPr>
          <p:spPr>
            <a:xfrm>
              <a:off x="6653371" y="2055211"/>
              <a:ext cx="70335" cy="57684"/>
            </a:xfrm>
            <a:custGeom>
              <a:avLst/>
              <a:gdLst/>
              <a:ahLst/>
              <a:cxnLst/>
              <a:rect l="l" t="t" r="r" b="b"/>
              <a:pathLst>
                <a:path w="1718" h="1409" extrusionOk="0">
                  <a:moveTo>
                    <a:pt x="1" y="0"/>
                  </a:moveTo>
                  <a:lnTo>
                    <a:pt x="1" y="1348"/>
                  </a:lnTo>
                  <a:cubicBezTo>
                    <a:pt x="67" y="1389"/>
                    <a:pt x="138" y="1408"/>
                    <a:pt x="205" y="1408"/>
                  </a:cubicBezTo>
                  <a:cubicBezTo>
                    <a:pt x="298" y="1408"/>
                    <a:pt x="384" y="1373"/>
                    <a:pt x="443" y="1314"/>
                  </a:cubicBezTo>
                  <a:lnTo>
                    <a:pt x="739" y="1016"/>
                  </a:lnTo>
                  <a:cubicBezTo>
                    <a:pt x="792" y="963"/>
                    <a:pt x="863" y="935"/>
                    <a:pt x="937" y="935"/>
                  </a:cubicBezTo>
                  <a:lnTo>
                    <a:pt x="1538" y="935"/>
                  </a:lnTo>
                  <a:cubicBezTo>
                    <a:pt x="1636" y="935"/>
                    <a:pt x="1717" y="797"/>
                    <a:pt x="1717" y="675"/>
                  </a:cubicBezTo>
                  <a:cubicBezTo>
                    <a:pt x="1668" y="593"/>
                    <a:pt x="1577" y="539"/>
                    <a:pt x="1477" y="539"/>
                  </a:cubicBezTo>
                  <a:lnTo>
                    <a:pt x="875" y="539"/>
                  </a:lnTo>
                  <a:lnTo>
                    <a:pt x="574" y="238"/>
                  </a:lnTo>
                  <a:cubicBezTo>
                    <a:pt x="422" y="86"/>
                    <a:pt x="216" y="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266;p80">
              <a:extLst>
                <a:ext uri="{FF2B5EF4-FFF2-40B4-BE49-F238E27FC236}">
                  <a16:creationId xmlns:a16="http://schemas.microsoft.com/office/drawing/2014/main" id="{B9D55CC7-2421-10AB-E861-A246EEBB8F81}"/>
                </a:ext>
              </a:extLst>
            </p:cNvPr>
            <p:cNvSpPr/>
            <p:nvPr/>
          </p:nvSpPr>
          <p:spPr>
            <a:xfrm>
              <a:off x="6653371" y="2082846"/>
              <a:ext cx="72136" cy="38606"/>
            </a:xfrm>
            <a:custGeom>
              <a:avLst/>
              <a:gdLst/>
              <a:ahLst/>
              <a:cxnLst/>
              <a:rect l="l" t="t" r="r" b="b"/>
              <a:pathLst>
                <a:path w="1762" h="943" extrusionOk="0">
                  <a:moveTo>
                    <a:pt x="1717" y="0"/>
                  </a:moveTo>
                  <a:cubicBezTo>
                    <a:pt x="1671" y="81"/>
                    <a:pt x="1583" y="134"/>
                    <a:pt x="1485" y="134"/>
                  </a:cubicBezTo>
                  <a:lnTo>
                    <a:pt x="885" y="134"/>
                  </a:lnTo>
                  <a:cubicBezTo>
                    <a:pt x="810" y="134"/>
                    <a:pt x="738" y="165"/>
                    <a:pt x="684" y="218"/>
                  </a:cubicBezTo>
                  <a:lnTo>
                    <a:pt x="389" y="513"/>
                  </a:lnTo>
                  <a:cubicBezTo>
                    <a:pt x="286" y="616"/>
                    <a:pt x="146" y="674"/>
                    <a:pt x="1" y="674"/>
                  </a:cubicBezTo>
                  <a:lnTo>
                    <a:pt x="1" y="943"/>
                  </a:lnTo>
                  <a:cubicBezTo>
                    <a:pt x="216" y="943"/>
                    <a:pt x="422" y="857"/>
                    <a:pt x="574" y="705"/>
                  </a:cubicBezTo>
                  <a:lnTo>
                    <a:pt x="875" y="403"/>
                  </a:lnTo>
                  <a:lnTo>
                    <a:pt x="1485" y="403"/>
                  </a:lnTo>
                  <a:cubicBezTo>
                    <a:pt x="1638" y="403"/>
                    <a:pt x="1762" y="276"/>
                    <a:pt x="1754" y="122"/>
                  </a:cubicBezTo>
                  <a:cubicBezTo>
                    <a:pt x="1751" y="76"/>
                    <a:pt x="1737" y="35"/>
                    <a:pt x="17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267;p80">
              <a:extLst>
                <a:ext uri="{FF2B5EF4-FFF2-40B4-BE49-F238E27FC236}">
                  <a16:creationId xmlns:a16="http://schemas.microsoft.com/office/drawing/2014/main" id="{30586905-017E-865B-7E97-4CE77A72543B}"/>
                </a:ext>
              </a:extLst>
            </p:cNvPr>
            <p:cNvSpPr/>
            <p:nvPr/>
          </p:nvSpPr>
          <p:spPr>
            <a:xfrm>
              <a:off x="6435160" y="2054884"/>
              <a:ext cx="195529" cy="188897"/>
            </a:xfrm>
            <a:custGeom>
              <a:avLst/>
              <a:gdLst/>
              <a:ahLst/>
              <a:cxnLst/>
              <a:rect l="l" t="t" r="r" b="b"/>
              <a:pathLst>
                <a:path w="4776" h="4614" extrusionOk="0">
                  <a:moveTo>
                    <a:pt x="3953" y="0"/>
                  </a:moveTo>
                  <a:cubicBezTo>
                    <a:pt x="3743" y="0"/>
                    <a:pt x="3533" y="80"/>
                    <a:pt x="3373" y="240"/>
                  </a:cubicBezTo>
                  <a:lnTo>
                    <a:pt x="317" y="3296"/>
                  </a:lnTo>
                  <a:cubicBezTo>
                    <a:pt x="29" y="3583"/>
                    <a:pt x="1" y="4031"/>
                    <a:pt x="228" y="4352"/>
                  </a:cubicBezTo>
                  <a:cubicBezTo>
                    <a:pt x="399" y="4524"/>
                    <a:pt x="646" y="4614"/>
                    <a:pt x="813" y="4614"/>
                  </a:cubicBezTo>
                  <a:cubicBezTo>
                    <a:pt x="1025" y="4614"/>
                    <a:pt x="1235" y="4532"/>
                    <a:pt x="1394" y="4373"/>
                  </a:cubicBezTo>
                  <a:lnTo>
                    <a:pt x="4450" y="1318"/>
                  </a:lnTo>
                  <a:cubicBezTo>
                    <a:pt x="4738" y="1030"/>
                    <a:pt x="4776" y="500"/>
                    <a:pt x="4429" y="152"/>
                  </a:cubicBezTo>
                  <a:cubicBezTo>
                    <a:pt x="4287" y="51"/>
                    <a:pt x="4120" y="0"/>
                    <a:pt x="39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268;p80">
              <a:extLst>
                <a:ext uri="{FF2B5EF4-FFF2-40B4-BE49-F238E27FC236}">
                  <a16:creationId xmlns:a16="http://schemas.microsoft.com/office/drawing/2014/main" id="{79A330D2-2C6E-C61A-3A0B-B37B05744218}"/>
                </a:ext>
              </a:extLst>
            </p:cNvPr>
            <p:cNvSpPr/>
            <p:nvPr/>
          </p:nvSpPr>
          <p:spPr>
            <a:xfrm>
              <a:off x="6444536" y="2061066"/>
              <a:ext cx="189388" cy="186154"/>
            </a:xfrm>
            <a:custGeom>
              <a:avLst/>
              <a:gdLst/>
              <a:ahLst/>
              <a:cxnLst/>
              <a:rect l="l" t="t" r="r" b="b"/>
              <a:pathLst>
                <a:path w="4626" h="4547" extrusionOk="0">
                  <a:moveTo>
                    <a:pt x="4200" y="1"/>
                  </a:moveTo>
                  <a:lnTo>
                    <a:pt x="4200" y="1"/>
                  </a:lnTo>
                  <a:cubicBezTo>
                    <a:pt x="4429" y="321"/>
                    <a:pt x="4399" y="770"/>
                    <a:pt x="4112" y="1057"/>
                  </a:cubicBezTo>
                  <a:lnTo>
                    <a:pt x="1056" y="4112"/>
                  </a:lnTo>
                  <a:cubicBezTo>
                    <a:pt x="895" y="4274"/>
                    <a:pt x="685" y="4353"/>
                    <a:pt x="475" y="4353"/>
                  </a:cubicBezTo>
                  <a:cubicBezTo>
                    <a:pt x="310" y="4353"/>
                    <a:pt x="142" y="4302"/>
                    <a:pt x="0" y="4201"/>
                  </a:cubicBezTo>
                  <a:lnTo>
                    <a:pt x="0" y="4201"/>
                  </a:lnTo>
                  <a:cubicBezTo>
                    <a:pt x="27" y="4238"/>
                    <a:pt x="56" y="4274"/>
                    <a:pt x="89" y="4306"/>
                  </a:cubicBezTo>
                  <a:cubicBezTo>
                    <a:pt x="251" y="4468"/>
                    <a:pt x="459" y="4547"/>
                    <a:pt x="669" y="4547"/>
                  </a:cubicBezTo>
                  <a:cubicBezTo>
                    <a:pt x="879" y="4547"/>
                    <a:pt x="1090" y="4466"/>
                    <a:pt x="1250" y="4306"/>
                  </a:cubicBezTo>
                  <a:lnTo>
                    <a:pt x="4305" y="1251"/>
                  </a:lnTo>
                  <a:cubicBezTo>
                    <a:pt x="4626" y="929"/>
                    <a:pt x="4626" y="409"/>
                    <a:pt x="4305" y="89"/>
                  </a:cubicBezTo>
                  <a:cubicBezTo>
                    <a:pt x="4272" y="56"/>
                    <a:pt x="4237" y="27"/>
                    <a:pt x="4200"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269;p80">
              <a:extLst>
                <a:ext uri="{FF2B5EF4-FFF2-40B4-BE49-F238E27FC236}">
                  <a16:creationId xmlns:a16="http://schemas.microsoft.com/office/drawing/2014/main" id="{4A23BD4E-A006-9914-F330-066AC71C8397}"/>
                </a:ext>
              </a:extLst>
            </p:cNvPr>
            <p:cNvSpPr/>
            <p:nvPr/>
          </p:nvSpPr>
          <p:spPr>
            <a:xfrm>
              <a:off x="6525597" y="2272685"/>
              <a:ext cx="122492" cy="107017"/>
            </a:xfrm>
            <a:custGeom>
              <a:avLst/>
              <a:gdLst/>
              <a:ahLst/>
              <a:cxnLst/>
              <a:rect l="l" t="t" r="r" b="b"/>
              <a:pathLst>
                <a:path w="2992" h="2614" extrusionOk="0">
                  <a:moveTo>
                    <a:pt x="1495" y="0"/>
                  </a:moveTo>
                  <a:cubicBezTo>
                    <a:pt x="736" y="0"/>
                    <a:pt x="122" y="614"/>
                    <a:pt x="122" y="1372"/>
                  </a:cubicBezTo>
                  <a:lnTo>
                    <a:pt x="122" y="2016"/>
                  </a:lnTo>
                  <a:cubicBezTo>
                    <a:pt x="122" y="2191"/>
                    <a:pt x="80" y="2362"/>
                    <a:pt x="1" y="2517"/>
                  </a:cubicBezTo>
                  <a:lnTo>
                    <a:pt x="2992" y="2614"/>
                  </a:lnTo>
                  <a:cubicBezTo>
                    <a:pt x="2787" y="2408"/>
                    <a:pt x="2781" y="2211"/>
                    <a:pt x="2781" y="1922"/>
                  </a:cubicBezTo>
                  <a:lnTo>
                    <a:pt x="2781" y="1305"/>
                  </a:lnTo>
                  <a:cubicBezTo>
                    <a:pt x="2781" y="969"/>
                    <a:pt x="2621" y="575"/>
                    <a:pt x="2355" y="309"/>
                  </a:cubicBezTo>
                  <a:cubicBezTo>
                    <a:pt x="2123" y="118"/>
                    <a:pt x="1827" y="2"/>
                    <a:pt x="1504" y="0"/>
                  </a:cubicBezTo>
                  <a:cubicBezTo>
                    <a:pt x="1501" y="0"/>
                    <a:pt x="1498" y="0"/>
                    <a:pt x="14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270;p80">
              <a:extLst>
                <a:ext uri="{FF2B5EF4-FFF2-40B4-BE49-F238E27FC236}">
                  <a16:creationId xmlns:a16="http://schemas.microsoft.com/office/drawing/2014/main" id="{39BC8230-05E0-58E6-477C-26BF8F646C88}"/>
                </a:ext>
              </a:extLst>
            </p:cNvPr>
            <p:cNvSpPr/>
            <p:nvPr/>
          </p:nvSpPr>
          <p:spPr>
            <a:xfrm>
              <a:off x="6517327" y="2285458"/>
              <a:ext cx="138172" cy="104847"/>
            </a:xfrm>
            <a:custGeom>
              <a:avLst/>
              <a:gdLst/>
              <a:ahLst/>
              <a:cxnLst/>
              <a:rect l="l" t="t" r="r" b="b"/>
              <a:pathLst>
                <a:path w="3375" h="2561" extrusionOk="0">
                  <a:moveTo>
                    <a:pt x="2547" y="1"/>
                  </a:moveTo>
                  <a:lnTo>
                    <a:pt x="2547" y="1"/>
                  </a:lnTo>
                  <a:cubicBezTo>
                    <a:pt x="2746" y="242"/>
                    <a:pt x="2863" y="550"/>
                    <a:pt x="2856" y="884"/>
                  </a:cubicBezTo>
                  <a:lnTo>
                    <a:pt x="2856" y="1499"/>
                  </a:lnTo>
                  <a:cubicBezTo>
                    <a:pt x="2863" y="1787"/>
                    <a:pt x="2869" y="1984"/>
                    <a:pt x="3073" y="2195"/>
                  </a:cubicBezTo>
                  <a:lnTo>
                    <a:pt x="200" y="2195"/>
                  </a:lnTo>
                  <a:cubicBezTo>
                    <a:pt x="148" y="2301"/>
                    <a:pt x="83" y="2393"/>
                    <a:pt x="0" y="2475"/>
                  </a:cubicBezTo>
                  <a:lnTo>
                    <a:pt x="1687" y="2560"/>
                  </a:lnTo>
                  <a:lnTo>
                    <a:pt x="3374" y="2461"/>
                  </a:lnTo>
                  <a:cubicBezTo>
                    <a:pt x="3171" y="2258"/>
                    <a:pt x="3057" y="1980"/>
                    <a:pt x="3054" y="1691"/>
                  </a:cubicBezTo>
                  <a:lnTo>
                    <a:pt x="3054" y="1077"/>
                  </a:lnTo>
                  <a:cubicBezTo>
                    <a:pt x="3057" y="644"/>
                    <a:pt x="2858" y="255"/>
                    <a:pt x="2547"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271;p80">
              <a:extLst>
                <a:ext uri="{FF2B5EF4-FFF2-40B4-BE49-F238E27FC236}">
                  <a16:creationId xmlns:a16="http://schemas.microsoft.com/office/drawing/2014/main" id="{BFA980FB-1CEA-727E-3582-331C9A7FEDDB}"/>
                </a:ext>
              </a:extLst>
            </p:cNvPr>
            <p:cNvSpPr/>
            <p:nvPr/>
          </p:nvSpPr>
          <p:spPr>
            <a:xfrm>
              <a:off x="6489324" y="2386334"/>
              <a:ext cx="194424" cy="32261"/>
            </a:xfrm>
            <a:custGeom>
              <a:avLst/>
              <a:gdLst/>
              <a:ahLst/>
              <a:cxnLst/>
              <a:rect l="l" t="t" r="r" b="b"/>
              <a:pathLst>
                <a:path w="4749" h="788" extrusionOk="0">
                  <a:moveTo>
                    <a:pt x="4059" y="0"/>
                  </a:moveTo>
                  <a:lnTo>
                    <a:pt x="686" y="11"/>
                  </a:lnTo>
                  <a:lnTo>
                    <a:pt x="684" y="12"/>
                  </a:lnTo>
                  <a:lnTo>
                    <a:pt x="1" y="697"/>
                  </a:lnTo>
                  <a:lnTo>
                    <a:pt x="2374" y="787"/>
                  </a:lnTo>
                  <a:lnTo>
                    <a:pt x="4748" y="697"/>
                  </a:lnTo>
                  <a:lnTo>
                    <a:pt x="40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272;p80">
              <a:extLst>
                <a:ext uri="{FF2B5EF4-FFF2-40B4-BE49-F238E27FC236}">
                  <a16:creationId xmlns:a16="http://schemas.microsoft.com/office/drawing/2014/main" id="{62E59A92-E02C-0DF4-43A4-32266046FBDB}"/>
                </a:ext>
              </a:extLst>
            </p:cNvPr>
            <p:cNvSpPr/>
            <p:nvPr/>
          </p:nvSpPr>
          <p:spPr>
            <a:xfrm>
              <a:off x="6481136" y="2414992"/>
              <a:ext cx="210882" cy="11136"/>
            </a:xfrm>
            <a:custGeom>
              <a:avLst/>
              <a:gdLst/>
              <a:ahLst/>
              <a:cxnLst/>
              <a:rect l="l" t="t" r="r" b="b"/>
              <a:pathLst>
                <a:path w="5151" h="272" extrusionOk="0">
                  <a:moveTo>
                    <a:pt x="203" y="1"/>
                  </a:moveTo>
                  <a:lnTo>
                    <a:pt x="40" y="161"/>
                  </a:lnTo>
                  <a:cubicBezTo>
                    <a:pt x="0" y="201"/>
                    <a:pt x="29" y="271"/>
                    <a:pt x="86" y="271"/>
                  </a:cubicBezTo>
                  <a:lnTo>
                    <a:pt x="5068" y="271"/>
                  </a:lnTo>
                  <a:cubicBezTo>
                    <a:pt x="5124" y="270"/>
                    <a:pt x="5151" y="201"/>
                    <a:pt x="5112" y="161"/>
                  </a:cubicBezTo>
                  <a:lnTo>
                    <a:pt x="49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273;p80">
              <a:extLst>
                <a:ext uri="{FF2B5EF4-FFF2-40B4-BE49-F238E27FC236}">
                  <a16:creationId xmlns:a16="http://schemas.microsoft.com/office/drawing/2014/main" id="{6F2F946A-8E27-CFB3-5D70-79D181381E23}"/>
                </a:ext>
              </a:extLst>
            </p:cNvPr>
            <p:cNvSpPr/>
            <p:nvPr/>
          </p:nvSpPr>
          <p:spPr>
            <a:xfrm>
              <a:off x="6575339" y="2316900"/>
              <a:ext cx="22353" cy="22435"/>
            </a:xfrm>
            <a:custGeom>
              <a:avLst/>
              <a:gdLst/>
              <a:ahLst/>
              <a:cxnLst/>
              <a:rect l="l" t="t" r="r" b="b"/>
              <a:pathLst>
                <a:path w="546" h="548" extrusionOk="0">
                  <a:moveTo>
                    <a:pt x="273" y="1"/>
                  </a:moveTo>
                  <a:cubicBezTo>
                    <a:pt x="123" y="1"/>
                    <a:pt x="0" y="123"/>
                    <a:pt x="0" y="274"/>
                  </a:cubicBezTo>
                  <a:cubicBezTo>
                    <a:pt x="0" y="425"/>
                    <a:pt x="123" y="547"/>
                    <a:pt x="273" y="547"/>
                  </a:cubicBezTo>
                  <a:cubicBezTo>
                    <a:pt x="423" y="547"/>
                    <a:pt x="546" y="425"/>
                    <a:pt x="546" y="274"/>
                  </a:cubicBezTo>
                  <a:cubicBezTo>
                    <a:pt x="546" y="123"/>
                    <a:pt x="423" y="1"/>
                    <a:pt x="273"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Pladsholder til slidenummer 20">
            <a:extLst>
              <a:ext uri="{FF2B5EF4-FFF2-40B4-BE49-F238E27FC236}">
                <a16:creationId xmlns:a16="http://schemas.microsoft.com/office/drawing/2014/main" id="{D6D8E64C-A600-7055-4A08-F9E8675D3D0D}"/>
              </a:ext>
            </a:extLst>
          </p:cNvPr>
          <p:cNvSpPr>
            <a:spLocks noGrp="1"/>
          </p:cNvSpPr>
          <p:nvPr>
            <p:ph type="sldNum" sz="quarter" idx="12"/>
          </p:nvPr>
        </p:nvSpPr>
        <p:spPr/>
        <p:txBody>
          <a:bodyPr/>
          <a:lstStyle/>
          <a:p>
            <a:fld id="{311372BF-1BD1-EE46-89BF-9D315F3C4C6D}" type="slidenum">
              <a:rPr lang="da-DK" smtClean="0"/>
              <a:t>6</a:t>
            </a:fld>
            <a:endParaRPr lang="da-DK"/>
          </a:p>
        </p:txBody>
      </p:sp>
      <p:sp>
        <p:nvSpPr>
          <p:cNvPr id="23" name="Tekstfelt 22">
            <a:extLst>
              <a:ext uri="{FF2B5EF4-FFF2-40B4-BE49-F238E27FC236}">
                <a16:creationId xmlns:a16="http://schemas.microsoft.com/office/drawing/2014/main" id="{C9AB7A2F-3FEF-78DB-CCF7-1701712E5A8F}"/>
              </a:ext>
            </a:extLst>
          </p:cNvPr>
          <p:cNvSpPr txBox="1"/>
          <p:nvPr/>
        </p:nvSpPr>
        <p:spPr>
          <a:xfrm>
            <a:off x="2911078" y="3280053"/>
            <a:ext cx="6193630" cy="369332"/>
          </a:xfrm>
          <a:prstGeom prst="rect">
            <a:avLst/>
          </a:prstGeom>
          <a:noFill/>
        </p:spPr>
        <p:txBody>
          <a:bodyPr wrap="square">
            <a:spAutoFit/>
          </a:bodyPr>
          <a:lstStyle/>
          <a:p>
            <a:endParaRPr lang="da-DK"/>
          </a:p>
        </p:txBody>
      </p:sp>
    </p:spTree>
    <p:extLst>
      <p:ext uri="{BB962C8B-B14F-4D97-AF65-F5344CB8AC3E}">
        <p14:creationId xmlns:p14="http://schemas.microsoft.com/office/powerpoint/2010/main" val="2893012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8BA201A-EE9E-F05D-6D9B-04334C7B9E86}"/>
              </a:ext>
            </a:extLst>
          </p:cNvPr>
          <p:cNvSpPr>
            <a:spLocks noGrp="1"/>
          </p:cNvSpPr>
          <p:nvPr>
            <p:ph type="title"/>
          </p:nvPr>
        </p:nvSpPr>
        <p:spPr/>
        <p:txBody>
          <a:bodyPr/>
          <a:lstStyle/>
          <a:p>
            <a:r>
              <a:rPr lang="da-DK"/>
              <a:t>OPGAVE 2 - (INDSÆT EVT. TITEL)</a:t>
            </a:r>
          </a:p>
        </p:txBody>
      </p:sp>
      <p:sp>
        <p:nvSpPr>
          <p:cNvPr id="3" name="Pladsholder til indhold 2">
            <a:extLst>
              <a:ext uri="{FF2B5EF4-FFF2-40B4-BE49-F238E27FC236}">
                <a16:creationId xmlns:a16="http://schemas.microsoft.com/office/drawing/2014/main" id="{B071CE7E-720E-0E8A-750F-64EEA59EA468}"/>
              </a:ext>
            </a:extLst>
          </p:cNvPr>
          <p:cNvSpPr>
            <a:spLocks noGrp="1"/>
          </p:cNvSpPr>
          <p:nvPr>
            <p:ph sz="half" idx="1"/>
          </p:nvPr>
        </p:nvSpPr>
        <p:spPr/>
        <p:txBody>
          <a:bodyPr/>
          <a:lstStyle/>
          <a:p>
            <a:endParaRPr lang="da-DK"/>
          </a:p>
        </p:txBody>
      </p:sp>
      <p:sp>
        <p:nvSpPr>
          <p:cNvPr id="4" name="Pladsholder til indhold 3">
            <a:extLst>
              <a:ext uri="{FF2B5EF4-FFF2-40B4-BE49-F238E27FC236}">
                <a16:creationId xmlns:a16="http://schemas.microsoft.com/office/drawing/2014/main" id="{03FE91A5-D06B-C5C0-8945-41ACFD2A602D}"/>
              </a:ext>
            </a:extLst>
          </p:cNvPr>
          <p:cNvSpPr>
            <a:spLocks noGrp="1"/>
          </p:cNvSpPr>
          <p:nvPr>
            <p:ph sz="half" idx="2"/>
          </p:nvPr>
        </p:nvSpPr>
        <p:spPr/>
        <p:txBody>
          <a:bodyPr/>
          <a:lstStyle/>
          <a:p>
            <a:endParaRPr lang="da-DK"/>
          </a:p>
        </p:txBody>
      </p:sp>
      <p:sp>
        <p:nvSpPr>
          <p:cNvPr id="5" name="Pladsholder til slidenummer 4">
            <a:extLst>
              <a:ext uri="{FF2B5EF4-FFF2-40B4-BE49-F238E27FC236}">
                <a16:creationId xmlns:a16="http://schemas.microsoft.com/office/drawing/2014/main" id="{DB580166-C10A-865B-7EA1-26C897B4691F}"/>
              </a:ext>
            </a:extLst>
          </p:cNvPr>
          <p:cNvSpPr>
            <a:spLocks noGrp="1"/>
          </p:cNvSpPr>
          <p:nvPr>
            <p:ph type="sldNum" sz="quarter" idx="12"/>
          </p:nvPr>
        </p:nvSpPr>
        <p:spPr/>
        <p:txBody>
          <a:bodyPr/>
          <a:lstStyle/>
          <a:p>
            <a:fld id="{311372BF-1BD1-EE46-89BF-9D315F3C4C6D}" type="slidenum">
              <a:rPr lang="da-DK" smtClean="0"/>
              <a:t>7</a:t>
            </a:fld>
            <a:endParaRPr lang="da-DK"/>
          </a:p>
        </p:txBody>
      </p:sp>
    </p:spTree>
    <p:extLst>
      <p:ext uri="{BB962C8B-B14F-4D97-AF65-F5344CB8AC3E}">
        <p14:creationId xmlns:p14="http://schemas.microsoft.com/office/powerpoint/2010/main" val="806112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kstfelt 1">
            <a:extLst>
              <a:ext uri="{FF2B5EF4-FFF2-40B4-BE49-F238E27FC236}">
                <a16:creationId xmlns:a16="http://schemas.microsoft.com/office/drawing/2014/main" id="{86A01E70-D2C3-9602-8821-D20425894380}"/>
              </a:ext>
            </a:extLst>
          </p:cNvPr>
          <p:cNvSpPr txBox="1"/>
          <p:nvPr/>
        </p:nvSpPr>
        <p:spPr>
          <a:xfrm>
            <a:off x="3504891" y="1156829"/>
            <a:ext cx="4850296" cy="1862048"/>
          </a:xfrm>
          <a:prstGeom prst="rect">
            <a:avLst/>
          </a:prstGeom>
          <a:noFill/>
        </p:spPr>
        <p:txBody>
          <a:bodyPr wrap="square" rtlCol="0">
            <a:spAutoFit/>
          </a:bodyPr>
          <a:lstStyle/>
          <a:p>
            <a:pPr algn="ctr"/>
            <a:r>
              <a:rPr lang="da-DK" sz="11500" b="1">
                <a:solidFill>
                  <a:srgbClr val="148A9B"/>
                </a:solidFill>
              </a:rPr>
              <a:t>PAUSE</a:t>
            </a:r>
          </a:p>
        </p:txBody>
      </p:sp>
      <p:grpSp>
        <p:nvGrpSpPr>
          <p:cNvPr id="3" name="Google Shape;11002;p95">
            <a:extLst>
              <a:ext uri="{FF2B5EF4-FFF2-40B4-BE49-F238E27FC236}">
                <a16:creationId xmlns:a16="http://schemas.microsoft.com/office/drawing/2014/main" id="{FCF3C382-7921-330A-2DD9-93816479C9DD}"/>
              </a:ext>
            </a:extLst>
          </p:cNvPr>
          <p:cNvGrpSpPr/>
          <p:nvPr/>
        </p:nvGrpSpPr>
        <p:grpSpPr>
          <a:xfrm>
            <a:off x="4928158" y="3429000"/>
            <a:ext cx="2003761" cy="2166294"/>
            <a:chOff x="2635523" y="1515584"/>
            <a:chExt cx="371054" cy="336469"/>
          </a:xfrm>
        </p:grpSpPr>
        <p:sp>
          <p:nvSpPr>
            <p:cNvPr id="4" name="Google Shape;11003;p95">
              <a:extLst>
                <a:ext uri="{FF2B5EF4-FFF2-40B4-BE49-F238E27FC236}">
                  <a16:creationId xmlns:a16="http://schemas.microsoft.com/office/drawing/2014/main" id="{E688B3DA-4727-C6D4-6F23-D71E48937C9D}"/>
                </a:ext>
              </a:extLst>
            </p:cNvPr>
            <p:cNvSpPr/>
            <p:nvPr/>
          </p:nvSpPr>
          <p:spPr>
            <a:xfrm>
              <a:off x="2680769" y="1825399"/>
              <a:ext cx="310393" cy="26654"/>
            </a:xfrm>
            <a:custGeom>
              <a:avLst/>
              <a:gdLst/>
              <a:ahLst/>
              <a:cxnLst/>
              <a:rect l="l" t="t" r="r" b="b"/>
              <a:pathLst>
                <a:path w="11820" h="1015" extrusionOk="0">
                  <a:moveTo>
                    <a:pt x="0" y="0"/>
                  </a:moveTo>
                  <a:lnTo>
                    <a:pt x="172" y="603"/>
                  </a:lnTo>
                  <a:cubicBezTo>
                    <a:pt x="249" y="843"/>
                    <a:pt x="469" y="1005"/>
                    <a:pt x="718" y="1015"/>
                  </a:cubicBezTo>
                  <a:lnTo>
                    <a:pt x="11092" y="1015"/>
                  </a:lnTo>
                  <a:cubicBezTo>
                    <a:pt x="11351" y="1005"/>
                    <a:pt x="11571" y="843"/>
                    <a:pt x="11647" y="603"/>
                  </a:cubicBezTo>
                  <a:lnTo>
                    <a:pt x="11820"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1004;p95">
              <a:extLst>
                <a:ext uri="{FF2B5EF4-FFF2-40B4-BE49-F238E27FC236}">
                  <a16:creationId xmlns:a16="http://schemas.microsoft.com/office/drawing/2014/main" id="{E7496131-D71C-3DFF-76FB-55DB30E68400}"/>
                </a:ext>
              </a:extLst>
            </p:cNvPr>
            <p:cNvSpPr/>
            <p:nvPr/>
          </p:nvSpPr>
          <p:spPr>
            <a:xfrm>
              <a:off x="2635523" y="1631627"/>
              <a:ext cx="312153" cy="171163"/>
            </a:xfrm>
            <a:custGeom>
              <a:avLst/>
              <a:gdLst/>
              <a:ahLst/>
              <a:cxnLst/>
              <a:rect l="l" t="t" r="r" b="b"/>
              <a:pathLst>
                <a:path w="11887" h="6518" extrusionOk="0">
                  <a:moveTo>
                    <a:pt x="3379" y="862"/>
                  </a:moveTo>
                  <a:lnTo>
                    <a:pt x="3379" y="2269"/>
                  </a:lnTo>
                  <a:cubicBezTo>
                    <a:pt x="3379" y="2527"/>
                    <a:pt x="3408" y="2786"/>
                    <a:pt x="3455" y="3044"/>
                  </a:cubicBezTo>
                  <a:lnTo>
                    <a:pt x="3178" y="3044"/>
                  </a:lnTo>
                  <a:cubicBezTo>
                    <a:pt x="2049" y="3044"/>
                    <a:pt x="1273" y="1915"/>
                    <a:pt x="1685" y="862"/>
                  </a:cubicBezTo>
                  <a:close/>
                  <a:moveTo>
                    <a:pt x="1187" y="1"/>
                  </a:moveTo>
                  <a:cubicBezTo>
                    <a:pt x="1" y="1628"/>
                    <a:pt x="1168" y="3915"/>
                    <a:pt x="3187" y="3915"/>
                  </a:cubicBezTo>
                  <a:lnTo>
                    <a:pt x="3714" y="3915"/>
                  </a:lnTo>
                  <a:cubicBezTo>
                    <a:pt x="4387" y="5515"/>
                    <a:pt x="5946" y="6517"/>
                    <a:pt x="7625" y="6517"/>
                  </a:cubicBezTo>
                  <a:cubicBezTo>
                    <a:pt x="7905" y="6517"/>
                    <a:pt x="8188" y="6489"/>
                    <a:pt x="8470" y="6432"/>
                  </a:cubicBezTo>
                  <a:cubicBezTo>
                    <a:pt x="10461" y="6040"/>
                    <a:pt x="11887" y="4288"/>
                    <a:pt x="11887" y="2269"/>
                  </a:cubicBezTo>
                  <a:lnTo>
                    <a:pt x="11887" y="1"/>
                  </a:lnTo>
                  <a:lnTo>
                    <a:pt x="10949" y="1"/>
                  </a:lnTo>
                  <a:lnTo>
                    <a:pt x="10729" y="288"/>
                  </a:lnTo>
                  <a:lnTo>
                    <a:pt x="10518"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1005;p95">
              <a:extLst>
                <a:ext uri="{FF2B5EF4-FFF2-40B4-BE49-F238E27FC236}">
                  <a16:creationId xmlns:a16="http://schemas.microsoft.com/office/drawing/2014/main" id="{03D7B737-0E4E-7501-086A-E8841A92A413}"/>
                </a:ext>
              </a:extLst>
            </p:cNvPr>
            <p:cNvSpPr/>
            <p:nvPr/>
          </p:nvSpPr>
          <p:spPr>
            <a:xfrm>
              <a:off x="2828797" y="1679131"/>
              <a:ext cx="94247" cy="99053"/>
            </a:xfrm>
            <a:custGeom>
              <a:avLst/>
              <a:gdLst/>
              <a:ahLst/>
              <a:cxnLst/>
              <a:rect l="l" t="t" r="r" b="b"/>
              <a:pathLst>
                <a:path w="3589" h="3772" extrusionOk="0">
                  <a:moveTo>
                    <a:pt x="3365" y="1"/>
                  </a:moveTo>
                  <a:cubicBezTo>
                    <a:pt x="3261" y="1"/>
                    <a:pt x="3158" y="68"/>
                    <a:pt x="3149" y="202"/>
                  </a:cubicBezTo>
                  <a:lnTo>
                    <a:pt x="3149" y="460"/>
                  </a:lnTo>
                  <a:cubicBezTo>
                    <a:pt x="3149" y="2049"/>
                    <a:pt x="1857" y="3341"/>
                    <a:pt x="268" y="3341"/>
                  </a:cubicBezTo>
                  <a:cubicBezTo>
                    <a:pt x="0" y="3360"/>
                    <a:pt x="0" y="3752"/>
                    <a:pt x="268" y="3771"/>
                  </a:cubicBezTo>
                  <a:cubicBezTo>
                    <a:pt x="2096" y="3771"/>
                    <a:pt x="3579" y="2288"/>
                    <a:pt x="3589" y="460"/>
                  </a:cubicBezTo>
                  <a:lnTo>
                    <a:pt x="3589" y="202"/>
                  </a:lnTo>
                  <a:cubicBezTo>
                    <a:pt x="3575" y="68"/>
                    <a:pt x="3469" y="1"/>
                    <a:pt x="336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1006;p95">
              <a:extLst>
                <a:ext uri="{FF2B5EF4-FFF2-40B4-BE49-F238E27FC236}">
                  <a16:creationId xmlns:a16="http://schemas.microsoft.com/office/drawing/2014/main" id="{340B542D-7A69-403A-E085-7B14D732EADF}"/>
                </a:ext>
              </a:extLst>
            </p:cNvPr>
            <p:cNvSpPr/>
            <p:nvPr/>
          </p:nvSpPr>
          <p:spPr>
            <a:xfrm>
              <a:off x="2911464" y="1631627"/>
              <a:ext cx="11581" cy="35477"/>
            </a:xfrm>
            <a:custGeom>
              <a:avLst/>
              <a:gdLst/>
              <a:ahLst/>
              <a:cxnLst/>
              <a:rect l="l" t="t" r="r" b="b"/>
              <a:pathLst>
                <a:path w="441" h="1351" extrusionOk="0">
                  <a:moveTo>
                    <a:pt x="1" y="1"/>
                  </a:moveTo>
                  <a:lnTo>
                    <a:pt x="1" y="1149"/>
                  </a:lnTo>
                  <a:cubicBezTo>
                    <a:pt x="10" y="1283"/>
                    <a:pt x="113" y="1350"/>
                    <a:pt x="217" y="1350"/>
                  </a:cubicBezTo>
                  <a:cubicBezTo>
                    <a:pt x="321" y="1350"/>
                    <a:pt x="427" y="1283"/>
                    <a:pt x="441" y="1149"/>
                  </a:cubicBezTo>
                  <a:lnTo>
                    <a:pt x="44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1007;p95">
              <a:extLst>
                <a:ext uri="{FF2B5EF4-FFF2-40B4-BE49-F238E27FC236}">
                  <a16:creationId xmlns:a16="http://schemas.microsoft.com/office/drawing/2014/main" id="{F6A0A0E8-0146-8AEC-5E10-BE3F27000BC6}"/>
                </a:ext>
              </a:extLst>
            </p:cNvPr>
            <p:cNvSpPr/>
            <p:nvPr/>
          </p:nvSpPr>
          <p:spPr>
            <a:xfrm>
              <a:off x="2803404" y="1515584"/>
              <a:ext cx="19511" cy="99000"/>
            </a:xfrm>
            <a:custGeom>
              <a:avLst/>
              <a:gdLst/>
              <a:ahLst/>
              <a:cxnLst/>
              <a:rect l="l" t="t" r="r" b="b"/>
              <a:pathLst>
                <a:path w="743" h="3770" extrusionOk="0">
                  <a:moveTo>
                    <a:pt x="516" y="1"/>
                  </a:moveTo>
                  <a:cubicBezTo>
                    <a:pt x="402" y="1"/>
                    <a:pt x="288" y="80"/>
                    <a:pt x="297" y="238"/>
                  </a:cubicBezTo>
                  <a:cubicBezTo>
                    <a:pt x="307" y="391"/>
                    <a:pt x="259" y="553"/>
                    <a:pt x="182" y="687"/>
                  </a:cubicBezTo>
                  <a:cubicBezTo>
                    <a:pt x="68" y="888"/>
                    <a:pt x="1" y="1109"/>
                    <a:pt x="10" y="1338"/>
                  </a:cubicBezTo>
                  <a:cubicBezTo>
                    <a:pt x="1" y="1568"/>
                    <a:pt x="68" y="1798"/>
                    <a:pt x="182" y="1989"/>
                  </a:cubicBezTo>
                  <a:cubicBezTo>
                    <a:pt x="259" y="2133"/>
                    <a:pt x="307" y="2286"/>
                    <a:pt x="297" y="2448"/>
                  </a:cubicBezTo>
                  <a:cubicBezTo>
                    <a:pt x="307" y="2601"/>
                    <a:pt x="259" y="2764"/>
                    <a:pt x="182" y="2898"/>
                  </a:cubicBezTo>
                  <a:cubicBezTo>
                    <a:pt x="68" y="3099"/>
                    <a:pt x="1" y="3319"/>
                    <a:pt x="10" y="3549"/>
                  </a:cubicBezTo>
                  <a:cubicBezTo>
                    <a:pt x="10" y="3673"/>
                    <a:pt x="106" y="3769"/>
                    <a:pt x="230" y="3769"/>
                  </a:cubicBezTo>
                  <a:cubicBezTo>
                    <a:pt x="345" y="3759"/>
                    <a:pt x="441" y="3664"/>
                    <a:pt x="441" y="3549"/>
                  </a:cubicBezTo>
                  <a:cubicBezTo>
                    <a:pt x="431" y="3386"/>
                    <a:pt x="479" y="3233"/>
                    <a:pt x="556" y="3099"/>
                  </a:cubicBezTo>
                  <a:cubicBezTo>
                    <a:pt x="670" y="2898"/>
                    <a:pt x="737" y="2678"/>
                    <a:pt x="728" y="2448"/>
                  </a:cubicBezTo>
                  <a:cubicBezTo>
                    <a:pt x="737" y="2219"/>
                    <a:pt x="680" y="1989"/>
                    <a:pt x="565" y="1798"/>
                  </a:cubicBezTo>
                  <a:cubicBezTo>
                    <a:pt x="479" y="1654"/>
                    <a:pt x="441" y="1501"/>
                    <a:pt x="441" y="1338"/>
                  </a:cubicBezTo>
                  <a:cubicBezTo>
                    <a:pt x="441" y="1185"/>
                    <a:pt x="479" y="1022"/>
                    <a:pt x="565" y="888"/>
                  </a:cubicBezTo>
                  <a:cubicBezTo>
                    <a:pt x="680" y="687"/>
                    <a:pt x="737" y="467"/>
                    <a:pt x="728" y="238"/>
                  </a:cubicBezTo>
                  <a:cubicBezTo>
                    <a:pt x="742" y="80"/>
                    <a:pt x="630" y="1"/>
                    <a:pt x="516" y="1"/>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1008;p95">
              <a:extLst>
                <a:ext uri="{FF2B5EF4-FFF2-40B4-BE49-F238E27FC236}">
                  <a16:creationId xmlns:a16="http://schemas.microsoft.com/office/drawing/2014/main" id="{8AF4F007-F10E-3038-5930-7A02393411AF}"/>
                </a:ext>
              </a:extLst>
            </p:cNvPr>
            <p:cNvSpPr/>
            <p:nvPr/>
          </p:nvSpPr>
          <p:spPr>
            <a:xfrm>
              <a:off x="2848886" y="1516529"/>
              <a:ext cx="19380" cy="98055"/>
            </a:xfrm>
            <a:custGeom>
              <a:avLst/>
              <a:gdLst/>
              <a:ahLst/>
              <a:cxnLst/>
              <a:rect l="l" t="t" r="r" b="b"/>
              <a:pathLst>
                <a:path w="738" h="3734" extrusionOk="0">
                  <a:moveTo>
                    <a:pt x="513" y="1"/>
                  </a:moveTo>
                  <a:cubicBezTo>
                    <a:pt x="410" y="1"/>
                    <a:pt x="307" y="68"/>
                    <a:pt x="297" y="202"/>
                  </a:cubicBezTo>
                  <a:cubicBezTo>
                    <a:pt x="307" y="355"/>
                    <a:pt x="259" y="517"/>
                    <a:pt x="183" y="651"/>
                  </a:cubicBezTo>
                  <a:cubicBezTo>
                    <a:pt x="68" y="852"/>
                    <a:pt x="1" y="1073"/>
                    <a:pt x="10" y="1302"/>
                  </a:cubicBezTo>
                  <a:cubicBezTo>
                    <a:pt x="1" y="1532"/>
                    <a:pt x="68" y="1762"/>
                    <a:pt x="183" y="1953"/>
                  </a:cubicBezTo>
                  <a:cubicBezTo>
                    <a:pt x="259" y="2097"/>
                    <a:pt x="307" y="2250"/>
                    <a:pt x="297" y="2412"/>
                  </a:cubicBezTo>
                  <a:cubicBezTo>
                    <a:pt x="307" y="2565"/>
                    <a:pt x="259" y="2728"/>
                    <a:pt x="183" y="2862"/>
                  </a:cubicBezTo>
                  <a:cubicBezTo>
                    <a:pt x="68" y="3063"/>
                    <a:pt x="1" y="3283"/>
                    <a:pt x="10" y="3513"/>
                  </a:cubicBezTo>
                  <a:cubicBezTo>
                    <a:pt x="10" y="3628"/>
                    <a:pt x="106" y="3733"/>
                    <a:pt x="230" y="3733"/>
                  </a:cubicBezTo>
                  <a:cubicBezTo>
                    <a:pt x="345" y="3733"/>
                    <a:pt x="441" y="3628"/>
                    <a:pt x="441" y="3513"/>
                  </a:cubicBezTo>
                  <a:cubicBezTo>
                    <a:pt x="441" y="3350"/>
                    <a:pt x="479" y="3197"/>
                    <a:pt x="565" y="3063"/>
                  </a:cubicBezTo>
                  <a:cubicBezTo>
                    <a:pt x="680" y="2862"/>
                    <a:pt x="738" y="2642"/>
                    <a:pt x="728" y="2412"/>
                  </a:cubicBezTo>
                  <a:cubicBezTo>
                    <a:pt x="738" y="2183"/>
                    <a:pt x="680" y="1953"/>
                    <a:pt x="565" y="1762"/>
                  </a:cubicBezTo>
                  <a:cubicBezTo>
                    <a:pt x="479" y="1618"/>
                    <a:pt x="441" y="1465"/>
                    <a:pt x="441" y="1302"/>
                  </a:cubicBezTo>
                  <a:cubicBezTo>
                    <a:pt x="441" y="1149"/>
                    <a:pt x="479" y="986"/>
                    <a:pt x="565" y="852"/>
                  </a:cubicBezTo>
                  <a:cubicBezTo>
                    <a:pt x="680" y="651"/>
                    <a:pt x="738" y="431"/>
                    <a:pt x="728" y="202"/>
                  </a:cubicBezTo>
                  <a:cubicBezTo>
                    <a:pt x="719" y="68"/>
                    <a:pt x="616" y="1"/>
                    <a:pt x="513" y="1"/>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1009;p95">
              <a:extLst>
                <a:ext uri="{FF2B5EF4-FFF2-40B4-BE49-F238E27FC236}">
                  <a16:creationId xmlns:a16="http://schemas.microsoft.com/office/drawing/2014/main" id="{F75725DB-DA87-5B1F-1222-3788275A2CD4}"/>
                </a:ext>
              </a:extLst>
            </p:cNvPr>
            <p:cNvSpPr/>
            <p:nvPr/>
          </p:nvSpPr>
          <p:spPr>
            <a:xfrm>
              <a:off x="2666195" y="1819832"/>
              <a:ext cx="340382" cy="11397"/>
            </a:xfrm>
            <a:custGeom>
              <a:avLst/>
              <a:gdLst/>
              <a:ahLst/>
              <a:cxnLst/>
              <a:rect l="l" t="t" r="r" b="b"/>
              <a:pathLst>
                <a:path w="12962" h="434" extrusionOk="0">
                  <a:moveTo>
                    <a:pt x="12688" y="1"/>
                  </a:moveTo>
                  <a:cubicBezTo>
                    <a:pt x="12679" y="1"/>
                    <a:pt x="12671" y="1"/>
                    <a:pt x="12662" y="2"/>
                  </a:cubicBezTo>
                  <a:lnTo>
                    <a:pt x="268" y="2"/>
                  </a:lnTo>
                  <a:cubicBezTo>
                    <a:pt x="0" y="21"/>
                    <a:pt x="0" y="413"/>
                    <a:pt x="268" y="433"/>
                  </a:cubicBezTo>
                  <a:lnTo>
                    <a:pt x="12662" y="433"/>
                  </a:lnTo>
                  <a:cubicBezTo>
                    <a:pt x="12668" y="433"/>
                    <a:pt x="12674" y="433"/>
                    <a:pt x="12679" y="433"/>
                  </a:cubicBezTo>
                  <a:cubicBezTo>
                    <a:pt x="12959" y="433"/>
                    <a:pt x="12962" y="1"/>
                    <a:pt x="12688" y="1"/>
                  </a:cubicBezTo>
                  <a:close/>
                </a:path>
              </a:pathLst>
            </a:custGeom>
            <a:solidFill>
              <a:srgbClr val="B8C6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Pladsholder til slidenummer 11">
            <a:extLst>
              <a:ext uri="{FF2B5EF4-FFF2-40B4-BE49-F238E27FC236}">
                <a16:creationId xmlns:a16="http://schemas.microsoft.com/office/drawing/2014/main" id="{4FCC67B9-5215-417A-A65C-C7A0D83FBCD2}"/>
              </a:ext>
            </a:extLst>
          </p:cNvPr>
          <p:cNvSpPr>
            <a:spLocks noGrp="1"/>
          </p:cNvSpPr>
          <p:nvPr>
            <p:ph type="sldNum" sz="quarter" idx="12"/>
          </p:nvPr>
        </p:nvSpPr>
        <p:spPr/>
        <p:txBody>
          <a:bodyPr/>
          <a:lstStyle/>
          <a:p>
            <a:fld id="{311372BF-1BD1-EE46-89BF-9D315F3C4C6D}" type="slidenum">
              <a:rPr lang="da-DK" smtClean="0"/>
              <a:t>8</a:t>
            </a:fld>
            <a:endParaRPr lang="da-DK"/>
          </a:p>
        </p:txBody>
      </p:sp>
      <p:sp>
        <p:nvSpPr>
          <p:cNvPr id="13" name="Rektangel 12">
            <a:extLst>
              <a:ext uri="{FF2B5EF4-FFF2-40B4-BE49-F238E27FC236}">
                <a16:creationId xmlns:a16="http://schemas.microsoft.com/office/drawing/2014/main" id="{153AC1F7-6911-F3FE-1110-2404741330C2}"/>
              </a:ext>
            </a:extLst>
          </p:cNvPr>
          <p:cNvSpPr/>
          <p:nvPr/>
        </p:nvSpPr>
        <p:spPr>
          <a:xfrm>
            <a:off x="8065827" y="5404513"/>
            <a:ext cx="4126173" cy="1453487"/>
          </a:xfrm>
          <a:prstGeom prst="rect">
            <a:avLst/>
          </a:prstGeom>
          <a:solidFill>
            <a:srgbClr val="F5F5F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16" name="Rektangel 15">
            <a:extLst>
              <a:ext uri="{FF2B5EF4-FFF2-40B4-BE49-F238E27FC236}">
                <a16:creationId xmlns:a16="http://schemas.microsoft.com/office/drawing/2014/main" id="{88B2E373-E489-FA8A-ACAB-591EF04325CF}"/>
              </a:ext>
            </a:extLst>
          </p:cNvPr>
          <p:cNvSpPr/>
          <p:nvPr/>
        </p:nvSpPr>
        <p:spPr>
          <a:xfrm>
            <a:off x="0" y="6484911"/>
            <a:ext cx="327546" cy="379864"/>
          </a:xfrm>
          <a:prstGeom prst="rect">
            <a:avLst/>
          </a:prstGeom>
          <a:solidFill>
            <a:srgbClr val="55BD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Tree>
    <p:extLst>
      <p:ext uri="{BB962C8B-B14F-4D97-AF65-F5344CB8AC3E}">
        <p14:creationId xmlns:p14="http://schemas.microsoft.com/office/powerpoint/2010/main" val="324185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7135-8CC6-9ECA-F5D4-B8C7430E276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A14DF1F-6A5E-25DA-8FA3-03AD0C84B56C}"/>
              </a:ext>
            </a:extLst>
          </p:cNvPr>
          <p:cNvSpPr>
            <a:spLocks noGrp="1"/>
          </p:cNvSpPr>
          <p:nvPr>
            <p:ph type="title"/>
          </p:nvPr>
        </p:nvSpPr>
        <p:spPr/>
        <p:txBody>
          <a:bodyPr/>
          <a:lstStyle/>
          <a:p>
            <a:r>
              <a:rPr lang="da-DK"/>
              <a:t>Opgave 3 – (Indsæt evt. titel) </a:t>
            </a:r>
          </a:p>
        </p:txBody>
      </p:sp>
      <p:sp>
        <p:nvSpPr>
          <p:cNvPr id="3" name="Pladsholder til indhold 2">
            <a:extLst>
              <a:ext uri="{FF2B5EF4-FFF2-40B4-BE49-F238E27FC236}">
                <a16:creationId xmlns:a16="http://schemas.microsoft.com/office/drawing/2014/main" id="{7E53D892-E17F-0E1F-F8FB-694150A09410}"/>
              </a:ext>
            </a:extLst>
          </p:cNvPr>
          <p:cNvSpPr>
            <a:spLocks noGrp="1"/>
          </p:cNvSpPr>
          <p:nvPr>
            <p:ph idx="1"/>
          </p:nvPr>
        </p:nvSpPr>
        <p:spPr/>
        <p:txBody>
          <a:bodyPr/>
          <a:lstStyle/>
          <a:p>
            <a:endParaRPr lang="da-DK"/>
          </a:p>
        </p:txBody>
      </p:sp>
      <p:sp>
        <p:nvSpPr>
          <p:cNvPr id="4" name="Pladsholder til slidenummer 3">
            <a:extLst>
              <a:ext uri="{FF2B5EF4-FFF2-40B4-BE49-F238E27FC236}">
                <a16:creationId xmlns:a16="http://schemas.microsoft.com/office/drawing/2014/main" id="{E1FC4790-37F4-65E9-BCA3-C433C61ED323}"/>
              </a:ext>
            </a:extLst>
          </p:cNvPr>
          <p:cNvSpPr>
            <a:spLocks noGrp="1"/>
          </p:cNvSpPr>
          <p:nvPr>
            <p:ph type="sldNum" sz="quarter" idx="12"/>
          </p:nvPr>
        </p:nvSpPr>
        <p:spPr/>
        <p:txBody>
          <a:bodyPr/>
          <a:lstStyle/>
          <a:p>
            <a:fld id="{311372BF-1BD1-EE46-89BF-9D315F3C4C6D}" type="slidenum">
              <a:rPr lang="da-DK" smtClean="0"/>
              <a:t>9</a:t>
            </a:fld>
            <a:endParaRPr lang="da-DK"/>
          </a:p>
        </p:txBody>
      </p:sp>
    </p:spTree>
    <p:extLst>
      <p:ext uri="{BB962C8B-B14F-4D97-AF65-F5344CB8AC3E}">
        <p14:creationId xmlns:p14="http://schemas.microsoft.com/office/powerpoint/2010/main" val="24431123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800A115-C459-71DD-F72A-3CCCE1D81171}"/>
              </a:ext>
            </a:extLst>
          </p:cNvPr>
          <p:cNvSpPr>
            <a:spLocks noGrp="1"/>
          </p:cNvSpPr>
          <p:nvPr>
            <p:ph type="title"/>
          </p:nvPr>
        </p:nvSpPr>
        <p:spPr/>
        <p:txBody>
          <a:bodyPr/>
          <a:lstStyle/>
          <a:p>
            <a:r>
              <a:rPr lang="da-DK"/>
              <a:t>Med jeres egne ord, hvad har I lært i dag? </a:t>
            </a:r>
          </a:p>
        </p:txBody>
      </p:sp>
      <p:sp>
        <p:nvSpPr>
          <p:cNvPr id="3" name="Pladsholder til indhold 2">
            <a:extLst>
              <a:ext uri="{FF2B5EF4-FFF2-40B4-BE49-F238E27FC236}">
                <a16:creationId xmlns:a16="http://schemas.microsoft.com/office/drawing/2014/main" id="{129409F1-1E50-A759-BC8B-22A46382DB0B}"/>
              </a:ext>
            </a:extLst>
          </p:cNvPr>
          <p:cNvSpPr>
            <a:spLocks noGrp="1"/>
          </p:cNvSpPr>
          <p:nvPr>
            <p:ph idx="1"/>
          </p:nvPr>
        </p:nvSpPr>
        <p:spPr/>
        <p:txBody>
          <a:bodyPr/>
          <a:lstStyle/>
          <a:p>
            <a:r>
              <a:rPr lang="da-DK"/>
              <a:t>(GØR DETTE FÆLLES I UNDERVISNINGEN ELLER ELEVERNE KAN GØRE DET I SMÅ GRUPPER) </a:t>
            </a:r>
          </a:p>
        </p:txBody>
      </p:sp>
      <p:sp>
        <p:nvSpPr>
          <p:cNvPr id="4" name="Pladsholder til slidenummer 3">
            <a:extLst>
              <a:ext uri="{FF2B5EF4-FFF2-40B4-BE49-F238E27FC236}">
                <a16:creationId xmlns:a16="http://schemas.microsoft.com/office/drawing/2014/main" id="{E05E285A-FFB9-082D-9D99-7AE0B7E7C858}"/>
              </a:ext>
            </a:extLst>
          </p:cNvPr>
          <p:cNvSpPr>
            <a:spLocks noGrp="1"/>
          </p:cNvSpPr>
          <p:nvPr>
            <p:ph type="sldNum" sz="quarter" idx="12"/>
          </p:nvPr>
        </p:nvSpPr>
        <p:spPr/>
        <p:txBody>
          <a:bodyPr/>
          <a:lstStyle/>
          <a:p>
            <a:fld id="{311372BF-1BD1-EE46-89BF-9D315F3C4C6D}" type="slidenum">
              <a:rPr lang="da-DK" smtClean="0"/>
              <a:t>10</a:t>
            </a:fld>
            <a:endParaRPr lang="da-DK"/>
          </a:p>
        </p:txBody>
      </p:sp>
    </p:spTree>
    <p:extLst>
      <p:ext uri="{BB962C8B-B14F-4D97-AF65-F5344CB8AC3E}">
        <p14:creationId xmlns:p14="http://schemas.microsoft.com/office/powerpoint/2010/main" val="912059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53BA886-A111-8FA1-D89C-667DA479A8A4}"/>
              </a:ext>
            </a:extLst>
          </p:cNvPr>
          <p:cNvSpPr>
            <a:spLocks noGrp="1"/>
          </p:cNvSpPr>
          <p:nvPr>
            <p:ph type="title"/>
          </p:nvPr>
        </p:nvSpPr>
        <p:spPr/>
        <p:txBody>
          <a:bodyPr/>
          <a:lstStyle/>
          <a:p>
            <a:r>
              <a:rPr lang="da-DK"/>
              <a:t>Opsummering af dagens undervisning</a:t>
            </a:r>
          </a:p>
        </p:txBody>
      </p:sp>
      <p:sp>
        <p:nvSpPr>
          <p:cNvPr id="3" name="Pladsholder til indhold 2">
            <a:extLst>
              <a:ext uri="{FF2B5EF4-FFF2-40B4-BE49-F238E27FC236}">
                <a16:creationId xmlns:a16="http://schemas.microsoft.com/office/drawing/2014/main" id="{4C314F0D-4E5E-6E3E-8A8E-B20F18A4BEF1}"/>
              </a:ext>
            </a:extLst>
          </p:cNvPr>
          <p:cNvSpPr>
            <a:spLocks noGrp="1"/>
          </p:cNvSpPr>
          <p:nvPr>
            <p:ph sz="half" idx="1"/>
          </p:nvPr>
        </p:nvSpPr>
        <p:spPr/>
        <p:txBody>
          <a:bodyPr/>
          <a:lstStyle/>
          <a:p>
            <a:r>
              <a:rPr lang="da-DK"/>
              <a:t>INDSÆT PUNKT </a:t>
            </a:r>
          </a:p>
          <a:p>
            <a:r>
              <a:rPr lang="da-DK"/>
              <a:t>INDSÆT PUNKT </a:t>
            </a:r>
          </a:p>
          <a:p>
            <a:r>
              <a:rPr lang="da-DK"/>
              <a:t>INDSÆT PUNKT</a:t>
            </a:r>
          </a:p>
          <a:p>
            <a:r>
              <a:rPr lang="da-DK"/>
              <a:t>INDSÆT PUNKT </a:t>
            </a:r>
          </a:p>
        </p:txBody>
      </p:sp>
      <p:sp>
        <p:nvSpPr>
          <p:cNvPr id="5" name="Pladsholder til slidenummer 4">
            <a:extLst>
              <a:ext uri="{FF2B5EF4-FFF2-40B4-BE49-F238E27FC236}">
                <a16:creationId xmlns:a16="http://schemas.microsoft.com/office/drawing/2014/main" id="{A2B67EE5-1CBF-9DA9-DB72-A7E063CF0C8B}"/>
              </a:ext>
            </a:extLst>
          </p:cNvPr>
          <p:cNvSpPr>
            <a:spLocks noGrp="1"/>
          </p:cNvSpPr>
          <p:nvPr>
            <p:ph type="sldNum" sz="quarter" idx="12"/>
          </p:nvPr>
        </p:nvSpPr>
        <p:spPr/>
        <p:txBody>
          <a:bodyPr/>
          <a:lstStyle/>
          <a:p>
            <a:fld id="{311372BF-1BD1-EE46-89BF-9D315F3C4C6D}" type="slidenum">
              <a:rPr lang="da-DK" smtClean="0"/>
              <a:t>11</a:t>
            </a:fld>
            <a:endParaRPr lang="da-DK"/>
          </a:p>
        </p:txBody>
      </p:sp>
      <p:grpSp>
        <p:nvGrpSpPr>
          <p:cNvPr id="6" name="Google Shape;6176;p50">
            <a:extLst>
              <a:ext uri="{FF2B5EF4-FFF2-40B4-BE49-F238E27FC236}">
                <a16:creationId xmlns:a16="http://schemas.microsoft.com/office/drawing/2014/main" id="{00A8A650-CA6B-339A-2A87-853401458B42}"/>
              </a:ext>
            </a:extLst>
          </p:cNvPr>
          <p:cNvGrpSpPr/>
          <p:nvPr/>
        </p:nvGrpSpPr>
        <p:grpSpPr>
          <a:xfrm>
            <a:off x="9128269" y="1565741"/>
            <a:ext cx="2381160" cy="1771049"/>
            <a:chOff x="2611458" y="3816374"/>
            <a:chExt cx="426329" cy="332375"/>
          </a:xfrm>
          <a:solidFill>
            <a:srgbClr val="55BDCF"/>
          </a:solidFill>
        </p:grpSpPr>
        <p:sp>
          <p:nvSpPr>
            <p:cNvPr id="7" name="Google Shape;6177;p50">
              <a:extLst>
                <a:ext uri="{FF2B5EF4-FFF2-40B4-BE49-F238E27FC236}">
                  <a16:creationId xmlns:a16="http://schemas.microsoft.com/office/drawing/2014/main" id="{D3864940-D1EA-3B1B-84B7-849D26F815DC}"/>
                </a:ext>
              </a:extLst>
            </p:cNvPr>
            <p:cNvSpPr/>
            <p:nvPr/>
          </p:nvSpPr>
          <p:spPr>
            <a:xfrm>
              <a:off x="2611458" y="3816374"/>
              <a:ext cx="426329" cy="332375"/>
            </a:xfrm>
            <a:custGeom>
              <a:avLst/>
              <a:gdLst/>
              <a:ahLst/>
              <a:cxnLst/>
              <a:rect l="l" t="t" r="r" b="b"/>
              <a:pathLst>
                <a:path w="13395" h="10443" extrusionOk="0">
                  <a:moveTo>
                    <a:pt x="13002" y="429"/>
                  </a:moveTo>
                  <a:lnTo>
                    <a:pt x="12966" y="846"/>
                  </a:lnTo>
                  <a:lnTo>
                    <a:pt x="11418" y="846"/>
                  </a:lnTo>
                  <a:cubicBezTo>
                    <a:pt x="11299" y="846"/>
                    <a:pt x="11216" y="929"/>
                    <a:pt x="11216" y="1048"/>
                  </a:cubicBezTo>
                  <a:cubicBezTo>
                    <a:pt x="11216" y="1167"/>
                    <a:pt x="11299" y="1263"/>
                    <a:pt x="11418" y="1263"/>
                  </a:cubicBezTo>
                  <a:lnTo>
                    <a:pt x="12633" y="1263"/>
                  </a:lnTo>
                  <a:lnTo>
                    <a:pt x="12633" y="7501"/>
                  </a:lnTo>
                  <a:lnTo>
                    <a:pt x="5429" y="7501"/>
                  </a:lnTo>
                  <a:lnTo>
                    <a:pt x="5429" y="7287"/>
                  </a:lnTo>
                  <a:cubicBezTo>
                    <a:pt x="5429" y="7168"/>
                    <a:pt x="5334" y="7085"/>
                    <a:pt x="5215" y="7085"/>
                  </a:cubicBezTo>
                  <a:lnTo>
                    <a:pt x="4870" y="7085"/>
                  </a:lnTo>
                  <a:cubicBezTo>
                    <a:pt x="4834" y="6942"/>
                    <a:pt x="4786" y="6811"/>
                    <a:pt x="4715" y="6692"/>
                  </a:cubicBezTo>
                  <a:lnTo>
                    <a:pt x="4953" y="6454"/>
                  </a:lnTo>
                  <a:cubicBezTo>
                    <a:pt x="5036" y="6358"/>
                    <a:pt x="5036" y="6227"/>
                    <a:pt x="4953" y="6156"/>
                  </a:cubicBezTo>
                  <a:lnTo>
                    <a:pt x="4310" y="5513"/>
                  </a:lnTo>
                  <a:cubicBezTo>
                    <a:pt x="4263" y="5477"/>
                    <a:pt x="4215" y="5454"/>
                    <a:pt x="4155" y="5454"/>
                  </a:cubicBezTo>
                  <a:cubicBezTo>
                    <a:pt x="4096" y="5454"/>
                    <a:pt x="4060" y="5477"/>
                    <a:pt x="4013" y="5513"/>
                  </a:cubicBezTo>
                  <a:lnTo>
                    <a:pt x="3774" y="5751"/>
                  </a:lnTo>
                  <a:cubicBezTo>
                    <a:pt x="3655" y="5692"/>
                    <a:pt x="3524" y="5632"/>
                    <a:pt x="3382" y="5596"/>
                  </a:cubicBezTo>
                  <a:lnTo>
                    <a:pt x="3382" y="5251"/>
                  </a:lnTo>
                  <a:cubicBezTo>
                    <a:pt x="3382" y="5132"/>
                    <a:pt x="3298" y="5037"/>
                    <a:pt x="3179" y="5037"/>
                  </a:cubicBezTo>
                  <a:lnTo>
                    <a:pt x="2655" y="5037"/>
                  </a:lnTo>
                  <a:lnTo>
                    <a:pt x="2655" y="1274"/>
                  </a:lnTo>
                  <a:lnTo>
                    <a:pt x="10704" y="1274"/>
                  </a:lnTo>
                  <a:cubicBezTo>
                    <a:pt x="10823" y="1274"/>
                    <a:pt x="10918" y="1191"/>
                    <a:pt x="10918" y="1072"/>
                  </a:cubicBezTo>
                  <a:cubicBezTo>
                    <a:pt x="10918" y="953"/>
                    <a:pt x="10823" y="858"/>
                    <a:pt x="10704" y="858"/>
                  </a:cubicBezTo>
                  <a:lnTo>
                    <a:pt x="2310" y="858"/>
                  </a:lnTo>
                  <a:lnTo>
                    <a:pt x="2310" y="429"/>
                  </a:lnTo>
                  <a:close/>
                  <a:moveTo>
                    <a:pt x="12966" y="7918"/>
                  </a:moveTo>
                  <a:lnTo>
                    <a:pt x="12966" y="8347"/>
                  </a:lnTo>
                  <a:lnTo>
                    <a:pt x="5358" y="8347"/>
                  </a:lnTo>
                  <a:cubicBezTo>
                    <a:pt x="5394" y="8299"/>
                    <a:pt x="5417" y="8251"/>
                    <a:pt x="5417" y="8192"/>
                  </a:cubicBezTo>
                  <a:lnTo>
                    <a:pt x="5417" y="7954"/>
                  </a:lnTo>
                  <a:lnTo>
                    <a:pt x="12835" y="7954"/>
                  </a:lnTo>
                  <a:cubicBezTo>
                    <a:pt x="12883" y="7954"/>
                    <a:pt x="12930" y="7942"/>
                    <a:pt x="12954" y="7918"/>
                  </a:cubicBezTo>
                  <a:close/>
                  <a:moveTo>
                    <a:pt x="2953" y="5442"/>
                  </a:moveTo>
                  <a:lnTo>
                    <a:pt x="2953" y="5739"/>
                  </a:lnTo>
                  <a:cubicBezTo>
                    <a:pt x="2953" y="5846"/>
                    <a:pt x="3024" y="5918"/>
                    <a:pt x="3120" y="5954"/>
                  </a:cubicBezTo>
                  <a:cubicBezTo>
                    <a:pt x="3310" y="5989"/>
                    <a:pt x="3501" y="6073"/>
                    <a:pt x="3679" y="6192"/>
                  </a:cubicBezTo>
                  <a:cubicBezTo>
                    <a:pt x="3716" y="6215"/>
                    <a:pt x="3755" y="6225"/>
                    <a:pt x="3793" y="6225"/>
                  </a:cubicBezTo>
                  <a:cubicBezTo>
                    <a:pt x="3853" y="6225"/>
                    <a:pt x="3909" y="6200"/>
                    <a:pt x="3953" y="6156"/>
                  </a:cubicBezTo>
                  <a:lnTo>
                    <a:pt x="4155" y="5954"/>
                  </a:lnTo>
                  <a:lnTo>
                    <a:pt x="4501" y="6287"/>
                  </a:lnTo>
                  <a:lnTo>
                    <a:pt x="4298" y="6501"/>
                  </a:lnTo>
                  <a:cubicBezTo>
                    <a:pt x="4215" y="6573"/>
                    <a:pt x="4203" y="6680"/>
                    <a:pt x="4263" y="6763"/>
                  </a:cubicBezTo>
                  <a:cubicBezTo>
                    <a:pt x="4370" y="6942"/>
                    <a:pt x="4453" y="7144"/>
                    <a:pt x="4501" y="7335"/>
                  </a:cubicBezTo>
                  <a:cubicBezTo>
                    <a:pt x="4513" y="7418"/>
                    <a:pt x="4608" y="7501"/>
                    <a:pt x="4715" y="7501"/>
                  </a:cubicBezTo>
                  <a:lnTo>
                    <a:pt x="5013" y="7501"/>
                  </a:lnTo>
                  <a:lnTo>
                    <a:pt x="5013" y="7990"/>
                  </a:lnTo>
                  <a:lnTo>
                    <a:pt x="4715" y="7990"/>
                  </a:lnTo>
                  <a:cubicBezTo>
                    <a:pt x="4608" y="7990"/>
                    <a:pt x="4525" y="8061"/>
                    <a:pt x="4501" y="8156"/>
                  </a:cubicBezTo>
                  <a:cubicBezTo>
                    <a:pt x="4453" y="8347"/>
                    <a:pt x="4382" y="8537"/>
                    <a:pt x="4263" y="8716"/>
                  </a:cubicBezTo>
                  <a:cubicBezTo>
                    <a:pt x="4203" y="8811"/>
                    <a:pt x="4215" y="8906"/>
                    <a:pt x="4298" y="8990"/>
                  </a:cubicBezTo>
                  <a:lnTo>
                    <a:pt x="4501" y="9192"/>
                  </a:lnTo>
                  <a:lnTo>
                    <a:pt x="4155" y="9537"/>
                  </a:lnTo>
                  <a:lnTo>
                    <a:pt x="3953" y="9323"/>
                  </a:lnTo>
                  <a:cubicBezTo>
                    <a:pt x="3912" y="9282"/>
                    <a:pt x="3860" y="9261"/>
                    <a:pt x="3805" y="9261"/>
                  </a:cubicBezTo>
                  <a:cubicBezTo>
                    <a:pt x="3764" y="9261"/>
                    <a:pt x="3720" y="9273"/>
                    <a:pt x="3679" y="9299"/>
                  </a:cubicBezTo>
                  <a:cubicBezTo>
                    <a:pt x="3501" y="9394"/>
                    <a:pt x="3310" y="9490"/>
                    <a:pt x="3120" y="9537"/>
                  </a:cubicBezTo>
                  <a:cubicBezTo>
                    <a:pt x="3024" y="9549"/>
                    <a:pt x="2953" y="9633"/>
                    <a:pt x="2953" y="9740"/>
                  </a:cubicBezTo>
                  <a:lnTo>
                    <a:pt x="2953" y="10037"/>
                  </a:lnTo>
                  <a:lnTo>
                    <a:pt x="2465" y="10037"/>
                  </a:lnTo>
                  <a:lnTo>
                    <a:pt x="2465" y="9740"/>
                  </a:lnTo>
                  <a:cubicBezTo>
                    <a:pt x="2465" y="9633"/>
                    <a:pt x="2393" y="9561"/>
                    <a:pt x="2298" y="9537"/>
                  </a:cubicBezTo>
                  <a:cubicBezTo>
                    <a:pt x="2108" y="9490"/>
                    <a:pt x="1917" y="9418"/>
                    <a:pt x="1738" y="9299"/>
                  </a:cubicBezTo>
                  <a:cubicBezTo>
                    <a:pt x="1697" y="9273"/>
                    <a:pt x="1654" y="9261"/>
                    <a:pt x="1612" y="9261"/>
                  </a:cubicBezTo>
                  <a:cubicBezTo>
                    <a:pt x="1557" y="9261"/>
                    <a:pt x="1505" y="9282"/>
                    <a:pt x="1465" y="9323"/>
                  </a:cubicBezTo>
                  <a:lnTo>
                    <a:pt x="1262" y="9537"/>
                  </a:lnTo>
                  <a:lnTo>
                    <a:pt x="917" y="9192"/>
                  </a:lnTo>
                  <a:lnTo>
                    <a:pt x="1119" y="8990"/>
                  </a:lnTo>
                  <a:cubicBezTo>
                    <a:pt x="1203" y="8906"/>
                    <a:pt x="1215" y="8799"/>
                    <a:pt x="1155" y="8716"/>
                  </a:cubicBezTo>
                  <a:cubicBezTo>
                    <a:pt x="1048" y="8537"/>
                    <a:pt x="965" y="8347"/>
                    <a:pt x="917" y="8156"/>
                  </a:cubicBezTo>
                  <a:cubicBezTo>
                    <a:pt x="905" y="8061"/>
                    <a:pt x="810" y="7990"/>
                    <a:pt x="703" y="7990"/>
                  </a:cubicBezTo>
                  <a:lnTo>
                    <a:pt x="405" y="7990"/>
                  </a:lnTo>
                  <a:lnTo>
                    <a:pt x="405" y="7501"/>
                  </a:lnTo>
                  <a:lnTo>
                    <a:pt x="703" y="7501"/>
                  </a:lnTo>
                  <a:cubicBezTo>
                    <a:pt x="810" y="7501"/>
                    <a:pt x="881" y="7418"/>
                    <a:pt x="917" y="7335"/>
                  </a:cubicBezTo>
                  <a:cubicBezTo>
                    <a:pt x="965" y="7144"/>
                    <a:pt x="1036" y="6942"/>
                    <a:pt x="1155" y="6763"/>
                  </a:cubicBezTo>
                  <a:cubicBezTo>
                    <a:pt x="1215" y="6680"/>
                    <a:pt x="1203" y="6573"/>
                    <a:pt x="1119" y="6501"/>
                  </a:cubicBezTo>
                  <a:lnTo>
                    <a:pt x="917" y="6287"/>
                  </a:lnTo>
                  <a:lnTo>
                    <a:pt x="1262" y="5954"/>
                  </a:lnTo>
                  <a:lnTo>
                    <a:pt x="1465" y="6156"/>
                  </a:lnTo>
                  <a:cubicBezTo>
                    <a:pt x="1508" y="6200"/>
                    <a:pt x="1565" y="6225"/>
                    <a:pt x="1624" y="6225"/>
                  </a:cubicBezTo>
                  <a:cubicBezTo>
                    <a:pt x="1662" y="6225"/>
                    <a:pt x="1701" y="6215"/>
                    <a:pt x="1738" y="6192"/>
                  </a:cubicBezTo>
                  <a:cubicBezTo>
                    <a:pt x="1917" y="6085"/>
                    <a:pt x="2108" y="5989"/>
                    <a:pt x="2298" y="5954"/>
                  </a:cubicBezTo>
                  <a:cubicBezTo>
                    <a:pt x="2393" y="5930"/>
                    <a:pt x="2465" y="5846"/>
                    <a:pt x="2465" y="5739"/>
                  </a:cubicBezTo>
                  <a:lnTo>
                    <a:pt x="2465" y="5442"/>
                  </a:lnTo>
                  <a:close/>
                  <a:moveTo>
                    <a:pt x="2084" y="0"/>
                  </a:moveTo>
                  <a:cubicBezTo>
                    <a:pt x="1977" y="0"/>
                    <a:pt x="1881" y="84"/>
                    <a:pt x="1881" y="203"/>
                  </a:cubicBezTo>
                  <a:lnTo>
                    <a:pt x="1881" y="1048"/>
                  </a:lnTo>
                  <a:cubicBezTo>
                    <a:pt x="1881" y="1167"/>
                    <a:pt x="1977" y="1263"/>
                    <a:pt x="2084" y="1263"/>
                  </a:cubicBezTo>
                  <a:lnTo>
                    <a:pt x="2227" y="1263"/>
                  </a:lnTo>
                  <a:lnTo>
                    <a:pt x="2227" y="5037"/>
                  </a:lnTo>
                  <a:cubicBezTo>
                    <a:pt x="2119" y="5061"/>
                    <a:pt x="2048" y="5144"/>
                    <a:pt x="2048" y="5251"/>
                  </a:cubicBezTo>
                  <a:lnTo>
                    <a:pt x="2048" y="5584"/>
                  </a:lnTo>
                  <a:cubicBezTo>
                    <a:pt x="1905" y="5632"/>
                    <a:pt x="1774" y="5680"/>
                    <a:pt x="1655" y="5751"/>
                  </a:cubicBezTo>
                  <a:lnTo>
                    <a:pt x="1417" y="5513"/>
                  </a:lnTo>
                  <a:cubicBezTo>
                    <a:pt x="1369" y="5465"/>
                    <a:pt x="1334" y="5454"/>
                    <a:pt x="1274" y="5454"/>
                  </a:cubicBezTo>
                  <a:cubicBezTo>
                    <a:pt x="1215" y="5454"/>
                    <a:pt x="1167" y="5465"/>
                    <a:pt x="1119" y="5513"/>
                  </a:cubicBezTo>
                  <a:lnTo>
                    <a:pt x="476" y="6156"/>
                  </a:lnTo>
                  <a:cubicBezTo>
                    <a:pt x="393" y="6239"/>
                    <a:pt x="393" y="6382"/>
                    <a:pt x="476" y="6454"/>
                  </a:cubicBezTo>
                  <a:lnTo>
                    <a:pt x="715" y="6692"/>
                  </a:lnTo>
                  <a:cubicBezTo>
                    <a:pt x="655" y="6811"/>
                    <a:pt x="595" y="6942"/>
                    <a:pt x="560" y="7073"/>
                  </a:cubicBezTo>
                  <a:lnTo>
                    <a:pt x="214" y="7073"/>
                  </a:lnTo>
                  <a:cubicBezTo>
                    <a:pt x="95" y="7073"/>
                    <a:pt x="0" y="7168"/>
                    <a:pt x="0" y="7287"/>
                  </a:cubicBezTo>
                  <a:lnTo>
                    <a:pt x="0" y="8192"/>
                  </a:lnTo>
                  <a:cubicBezTo>
                    <a:pt x="0" y="8311"/>
                    <a:pt x="95" y="8406"/>
                    <a:pt x="214" y="8406"/>
                  </a:cubicBezTo>
                  <a:lnTo>
                    <a:pt x="560" y="8406"/>
                  </a:lnTo>
                  <a:cubicBezTo>
                    <a:pt x="595" y="8537"/>
                    <a:pt x="643" y="8668"/>
                    <a:pt x="715" y="8787"/>
                  </a:cubicBezTo>
                  <a:lnTo>
                    <a:pt x="476" y="9025"/>
                  </a:lnTo>
                  <a:cubicBezTo>
                    <a:pt x="393" y="9121"/>
                    <a:pt x="393" y="9252"/>
                    <a:pt x="476" y="9323"/>
                  </a:cubicBezTo>
                  <a:lnTo>
                    <a:pt x="1119" y="9966"/>
                  </a:lnTo>
                  <a:cubicBezTo>
                    <a:pt x="1167" y="10008"/>
                    <a:pt x="1223" y="10028"/>
                    <a:pt x="1277" y="10028"/>
                  </a:cubicBezTo>
                  <a:cubicBezTo>
                    <a:pt x="1331" y="10028"/>
                    <a:pt x="1381" y="10008"/>
                    <a:pt x="1417" y="9966"/>
                  </a:cubicBezTo>
                  <a:lnTo>
                    <a:pt x="1655" y="9728"/>
                  </a:lnTo>
                  <a:cubicBezTo>
                    <a:pt x="1774" y="9787"/>
                    <a:pt x="1905" y="9847"/>
                    <a:pt x="2048" y="9895"/>
                  </a:cubicBezTo>
                  <a:lnTo>
                    <a:pt x="2048" y="10228"/>
                  </a:lnTo>
                  <a:cubicBezTo>
                    <a:pt x="2048" y="10347"/>
                    <a:pt x="2131" y="10442"/>
                    <a:pt x="2250" y="10442"/>
                  </a:cubicBezTo>
                  <a:lnTo>
                    <a:pt x="3155" y="10442"/>
                  </a:lnTo>
                  <a:cubicBezTo>
                    <a:pt x="3274" y="10442"/>
                    <a:pt x="3370" y="10347"/>
                    <a:pt x="3370" y="10228"/>
                  </a:cubicBezTo>
                  <a:lnTo>
                    <a:pt x="3370" y="9895"/>
                  </a:lnTo>
                  <a:cubicBezTo>
                    <a:pt x="3501" y="9847"/>
                    <a:pt x="3632" y="9799"/>
                    <a:pt x="3751" y="9728"/>
                  </a:cubicBezTo>
                  <a:lnTo>
                    <a:pt x="3989" y="9966"/>
                  </a:lnTo>
                  <a:cubicBezTo>
                    <a:pt x="4036" y="10008"/>
                    <a:pt x="4093" y="10028"/>
                    <a:pt x="4146" y="10028"/>
                  </a:cubicBezTo>
                  <a:cubicBezTo>
                    <a:pt x="4200" y="10028"/>
                    <a:pt x="4251" y="10008"/>
                    <a:pt x="4286" y="9966"/>
                  </a:cubicBezTo>
                  <a:lnTo>
                    <a:pt x="4929" y="9323"/>
                  </a:lnTo>
                  <a:cubicBezTo>
                    <a:pt x="5025" y="9240"/>
                    <a:pt x="5025" y="9097"/>
                    <a:pt x="4929" y="9025"/>
                  </a:cubicBezTo>
                  <a:lnTo>
                    <a:pt x="4691" y="8787"/>
                  </a:lnTo>
                  <a:cubicBezTo>
                    <a:pt x="4691" y="8775"/>
                    <a:pt x="4703" y="8775"/>
                    <a:pt x="4703" y="8763"/>
                  </a:cubicBezTo>
                  <a:lnTo>
                    <a:pt x="13180" y="8763"/>
                  </a:lnTo>
                  <a:cubicBezTo>
                    <a:pt x="13299" y="8763"/>
                    <a:pt x="13383" y="8668"/>
                    <a:pt x="13383" y="8549"/>
                  </a:cubicBezTo>
                  <a:lnTo>
                    <a:pt x="13383" y="7704"/>
                  </a:lnTo>
                  <a:cubicBezTo>
                    <a:pt x="13383" y="7585"/>
                    <a:pt x="13299" y="7489"/>
                    <a:pt x="13180" y="7489"/>
                  </a:cubicBezTo>
                  <a:lnTo>
                    <a:pt x="13037" y="7489"/>
                  </a:lnTo>
                  <a:lnTo>
                    <a:pt x="13037" y="1263"/>
                  </a:lnTo>
                  <a:lnTo>
                    <a:pt x="13192" y="1263"/>
                  </a:lnTo>
                  <a:cubicBezTo>
                    <a:pt x="13311" y="1263"/>
                    <a:pt x="13395" y="1167"/>
                    <a:pt x="13395" y="1048"/>
                  </a:cubicBezTo>
                  <a:lnTo>
                    <a:pt x="13395" y="203"/>
                  </a:lnTo>
                  <a:cubicBezTo>
                    <a:pt x="13395" y="84"/>
                    <a:pt x="13311" y="0"/>
                    <a:pt x="1319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6178;p50">
              <a:extLst>
                <a:ext uri="{FF2B5EF4-FFF2-40B4-BE49-F238E27FC236}">
                  <a16:creationId xmlns:a16="http://schemas.microsoft.com/office/drawing/2014/main" id="{DA19C1FC-D366-04B2-7541-D1B30247BECD}"/>
                </a:ext>
              </a:extLst>
            </p:cNvPr>
            <p:cNvSpPr/>
            <p:nvPr/>
          </p:nvSpPr>
          <p:spPr>
            <a:xfrm>
              <a:off x="2803568" y="3950909"/>
              <a:ext cx="40198" cy="85648"/>
            </a:xfrm>
            <a:custGeom>
              <a:avLst/>
              <a:gdLst/>
              <a:ahLst/>
              <a:cxnLst/>
              <a:rect l="l" t="t" r="r" b="b"/>
              <a:pathLst>
                <a:path w="1263" h="2691" extrusionOk="0">
                  <a:moveTo>
                    <a:pt x="846" y="417"/>
                  </a:moveTo>
                  <a:lnTo>
                    <a:pt x="846" y="2262"/>
                  </a:lnTo>
                  <a:lnTo>
                    <a:pt x="417" y="2262"/>
                  </a:lnTo>
                  <a:lnTo>
                    <a:pt x="417" y="417"/>
                  </a:lnTo>
                  <a:close/>
                  <a:moveTo>
                    <a:pt x="203" y="0"/>
                  </a:moveTo>
                  <a:cubicBezTo>
                    <a:pt x="84" y="0"/>
                    <a:pt x="1" y="84"/>
                    <a:pt x="1" y="203"/>
                  </a:cubicBezTo>
                  <a:lnTo>
                    <a:pt x="1" y="2477"/>
                  </a:lnTo>
                  <a:cubicBezTo>
                    <a:pt x="1" y="2596"/>
                    <a:pt x="84" y="2691"/>
                    <a:pt x="203" y="2691"/>
                  </a:cubicBezTo>
                  <a:lnTo>
                    <a:pt x="1060" y="2691"/>
                  </a:lnTo>
                  <a:cubicBezTo>
                    <a:pt x="1167" y="2691"/>
                    <a:pt x="1263" y="2596"/>
                    <a:pt x="1263" y="2477"/>
                  </a:cubicBezTo>
                  <a:lnTo>
                    <a:pt x="1263" y="203"/>
                  </a:lnTo>
                  <a:cubicBezTo>
                    <a:pt x="1263" y="84"/>
                    <a:pt x="1179" y="0"/>
                    <a:pt x="106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6179;p50">
              <a:extLst>
                <a:ext uri="{FF2B5EF4-FFF2-40B4-BE49-F238E27FC236}">
                  <a16:creationId xmlns:a16="http://schemas.microsoft.com/office/drawing/2014/main" id="{A7340FA9-72E3-2B50-7050-5D08A6085D36}"/>
                </a:ext>
              </a:extLst>
            </p:cNvPr>
            <p:cNvSpPr/>
            <p:nvPr/>
          </p:nvSpPr>
          <p:spPr>
            <a:xfrm>
              <a:off x="2851691" y="3917935"/>
              <a:ext cx="40580" cy="118621"/>
            </a:xfrm>
            <a:custGeom>
              <a:avLst/>
              <a:gdLst/>
              <a:ahLst/>
              <a:cxnLst/>
              <a:rect l="l" t="t" r="r" b="b"/>
              <a:pathLst>
                <a:path w="1275" h="3727" extrusionOk="0">
                  <a:moveTo>
                    <a:pt x="858" y="417"/>
                  </a:moveTo>
                  <a:lnTo>
                    <a:pt x="858" y="3298"/>
                  </a:lnTo>
                  <a:lnTo>
                    <a:pt x="417" y="3298"/>
                  </a:lnTo>
                  <a:lnTo>
                    <a:pt x="417" y="417"/>
                  </a:lnTo>
                  <a:close/>
                  <a:moveTo>
                    <a:pt x="215" y="0"/>
                  </a:moveTo>
                  <a:cubicBezTo>
                    <a:pt x="96" y="0"/>
                    <a:pt x="1" y="96"/>
                    <a:pt x="1" y="215"/>
                  </a:cubicBezTo>
                  <a:lnTo>
                    <a:pt x="1" y="3513"/>
                  </a:lnTo>
                  <a:cubicBezTo>
                    <a:pt x="1" y="3632"/>
                    <a:pt x="96" y="3727"/>
                    <a:pt x="215" y="3727"/>
                  </a:cubicBezTo>
                  <a:lnTo>
                    <a:pt x="1060" y="3727"/>
                  </a:lnTo>
                  <a:cubicBezTo>
                    <a:pt x="1179" y="3727"/>
                    <a:pt x="1275" y="3632"/>
                    <a:pt x="1275" y="3513"/>
                  </a:cubicBezTo>
                  <a:lnTo>
                    <a:pt x="1275" y="215"/>
                  </a:lnTo>
                  <a:cubicBezTo>
                    <a:pt x="1275" y="96"/>
                    <a:pt x="1179" y="0"/>
                    <a:pt x="106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6180;p50">
              <a:extLst>
                <a:ext uri="{FF2B5EF4-FFF2-40B4-BE49-F238E27FC236}">
                  <a16:creationId xmlns:a16="http://schemas.microsoft.com/office/drawing/2014/main" id="{E5AB475F-D890-EDDB-FDA8-1A105B210C46}"/>
                </a:ext>
              </a:extLst>
            </p:cNvPr>
            <p:cNvSpPr/>
            <p:nvPr/>
          </p:nvSpPr>
          <p:spPr>
            <a:xfrm>
              <a:off x="2900197" y="3934995"/>
              <a:ext cx="40198" cy="101562"/>
            </a:xfrm>
            <a:custGeom>
              <a:avLst/>
              <a:gdLst/>
              <a:ahLst/>
              <a:cxnLst/>
              <a:rect l="l" t="t" r="r" b="b"/>
              <a:pathLst>
                <a:path w="1263" h="3191" extrusionOk="0">
                  <a:moveTo>
                    <a:pt x="846" y="417"/>
                  </a:moveTo>
                  <a:lnTo>
                    <a:pt x="846" y="2762"/>
                  </a:lnTo>
                  <a:lnTo>
                    <a:pt x="417" y="2762"/>
                  </a:lnTo>
                  <a:lnTo>
                    <a:pt x="417" y="417"/>
                  </a:lnTo>
                  <a:close/>
                  <a:moveTo>
                    <a:pt x="203" y="0"/>
                  </a:moveTo>
                  <a:cubicBezTo>
                    <a:pt x="84" y="0"/>
                    <a:pt x="1" y="95"/>
                    <a:pt x="1" y="214"/>
                  </a:cubicBezTo>
                  <a:lnTo>
                    <a:pt x="1" y="2977"/>
                  </a:lnTo>
                  <a:cubicBezTo>
                    <a:pt x="1" y="3096"/>
                    <a:pt x="84" y="3191"/>
                    <a:pt x="203" y="3191"/>
                  </a:cubicBezTo>
                  <a:lnTo>
                    <a:pt x="1048" y="3191"/>
                  </a:lnTo>
                  <a:cubicBezTo>
                    <a:pt x="1168" y="3191"/>
                    <a:pt x="1263" y="3096"/>
                    <a:pt x="1263" y="2977"/>
                  </a:cubicBezTo>
                  <a:lnTo>
                    <a:pt x="1263" y="214"/>
                  </a:lnTo>
                  <a:cubicBezTo>
                    <a:pt x="1263" y="95"/>
                    <a:pt x="1179" y="0"/>
                    <a:pt x="104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6181;p50">
              <a:extLst>
                <a:ext uri="{FF2B5EF4-FFF2-40B4-BE49-F238E27FC236}">
                  <a16:creationId xmlns:a16="http://schemas.microsoft.com/office/drawing/2014/main" id="{55F48596-1DC5-7548-B282-B62FE318C1E8}"/>
                </a:ext>
              </a:extLst>
            </p:cNvPr>
            <p:cNvSpPr/>
            <p:nvPr/>
          </p:nvSpPr>
          <p:spPr>
            <a:xfrm>
              <a:off x="2948320" y="3879265"/>
              <a:ext cx="40580" cy="156941"/>
            </a:xfrm>
            <a:custGeom>
              <a:avLst/>
              <a:gdLst/>
              <a:ahLst/>
              <a:cxnLst/>
              <a:rect l="l" t="t" r="r" b="b"/>
              <a:pathLst>
                <a:path w="1275" h="4931" extrusionOk="0">
                  <a:moveTo>
                    <a:pt x="858" y="430"/>
                  </a:moveTo>
                  <a:lnTo>
                    <a:pt x="858" y="4525"/>
                  </a:lnTo>
                  <a:lnTo>
                    <a:pt x="418" y="4525"/>
                  </a:lnTo>
                  <a:lnTo>
                    <a:pt x="418" y="430"/>
                  </a:lnTo>
                  <a:close/>
                  <a:moveTo>
                    <a:pt x="215" y="1"/>
                  </a:moveTo>
                  <a:cubicBezTo>
                    <a:pt x="96" y="1"/>
                    <a:pt x="1" y="108"/>
                    <a:pt x="1" y="203"/>
                  </a:cubicBezTo>
                  <a:lnTo>
                    <a:pt x="1" y="4716"/>
                  </a:lnTo>
                  <a:cubicBezTo>
                    <a:pt x="1" y="4835"/>
                    <a:pt x="96" y="4930"/>
                    <a:pt x="215" y="4930"/>
                  </a:cubicBezTo>
                  <a:lnTo>
                    <a:pt x="1060" y="4930"/>
                  </a:lnTo>
                  <a:cubicBezTo>
                    <a:pt x="1180" y="4930"/>
                    <a:pt x="1275" y="4835"/>
                    <a:pt x="1275" y="4716"/>
                  </a:cubicBezTo>
                  <a:lnTo>
                    <a:pt x="1275" y="203"/>
                  </a:lnTo>
                  <a:cubicBezTo>
                    <a:pt x="1275" y="84"/>
                    <a:pt x="1180" y="1"/>
                    <a:pt x="106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6182;p50">
              <a:extLst>
                <a:ext uri="{FF2B5EF4-FFF2-40B4-BE49-F238E27FC236}">
                  <a16:creationId xmlns:a16="http://schemas.microsoft.com/office/drawing/2014/main" id="{37A2AB70-F844-A658-B873-D3AA8557AAB8}"/>
                </a:ext>
              </a:extLst>
            </p:cNvPr>
            <p:cNvSpPr/>
            <p:nvPr/>
          </p:nvSpPr>
          <p:spPr>
            <a:xfrm>
              <a:off x="2716807" y="3896325"/>
              <a:ext cx="49269" cy="13304"/>
            </a:xfrm>
            <a:custGeom>
              <a:avLst/>
              <a:gdLst/>
              <a:ahLst/>
              <a:cxnLst/>
              <a:rect l="l" t="t" r="r" b="b"/>
              <a:pathLst>
                <a:path w="1548" h="418" extrusionOk="0">
                  <a:moveTo>
                    <a:pt x="214" y="1"/>
                  </a:moveTo>
                  <a:cubicBezTo>
                    <a:pt x="95" y="1"/>
                    <a:pt x="0" y="84"/>
                    <a:pt x="0" y="203"/>
                  </a:cubicBezTo>
                  <a:cubicBezTo>
                    <a:pt x="0" y="322"/>
                    <a:pt x="107" y="417"/>
                    <a:pt x="214" y="417"/>
                  </a:cubicBezTo>
                  <a:lnTo>
                    <a:pt x="1345" y="417"/>
                  </a:lnTo>
                  <a:cubicBezTo>
                    <a:pt x="1453" y="417"/>
                    <a:pt x="1548" y="322"/>
                    <a:pt x="1548" y="203"/>
                  </a:cubicBezTo>
                  <a:cubicBezTo>
                    <a:pt x="1548" y="84"/>
                    <a:pt x="1453" y="1"/>
                    <a:pt x="134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6183;p50">
              <a:extLst>
                <a:ext uri="{FF2B5EF4-FFF2-40B4-BE49-F238E27FC236}">
                  <a16:creationId xmlns:a16="http://schemas.microsoft.com/office/drawing/2014/main" id="{58E7D2E2-B0DE-7E1C-F282-033B9F0AF71D}"/>
                </a:ext>
              </a:extLst>
            </p:cNvPr>
            <p:cNvSpPr/>
            <p:nvPr/>
          </p:nvSpPr>
          <p:spPr>
            <a:xfrm>
              <a:off x="2717157" y="3917553"/>
              <a:ext cx="69002" cy="13304"/>
            </a:xfrm>
            <a:custGeom>
              <a:avLst/>
              <a:gdLst/>
              <a:ahLst/>
              <a:cxnLst/>
              <a:rect l="l" t="t" r="r" b="b"/>
              <a:pathLst>
                <a:path w="2168" h="418" extrusionOk="0">
                  <a:moveTo>
                    <a:pt x="215" y="0"/>
                  </a:moveTo>
                  <a:cubicBezTo>
                    <a:pt x="96" y="0"/>
                    <a:pt x="1" y="96"/>
                    <a:pt x="1" y="215"/>
                  </a:cubicBezTo>
                  <a:cubicBezTo>
                    <a:pt x="1" y="334"/>
                    <a:pt x="96" y="417"/>
                    <a:pt x="215" y="417"/>
                  </a:cubicBezTo>
                  <a:lnTo>
                    <a:pt x="1954" y="417"/>
                  </a:lnTo>
                  <a:cubicBezTo>
                    <a:pt x="2073" y="417"/>
                    <a:pt x="2168" y="334"/>
                    <a:pt x="2168" y="215"/>
                  </a:cubicBezTo>
                  <a:cubicBezTo>
                    <a:pt x="2168" y="96"/>
                    <a:pt x="2061" y="0"/>
                    <a:pt x="195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6184;p50">
              <a:extLst>
                <a:ext uri="{FF2B5EF4-FFF2-40B4-BE49-F238E27FC236}">
                  <a16:creationId xmlns:a16="http://schemas.microsoft.com/office/drawing/2014/main" id="{31A96E17-28EC-CC63-1268-B6806885021A}"/>
                </a:ext>
              </a:extLst>
            </p:cNvPr>
            <p:cNvSpPr/>
            <p:nvPr/>
          </p:nvSpPr>
          <p:spPr>
            <a:xfrm>
              <a:off x="2717157" y="3938782"/>
              <a:ext cx="69002" cy="13272"/>
            </a:xfrm>
            <a:custGeom>
              <a:avLst/>
              <a:gdLst/>
              <a:ahLst/>
              <a:cxnLst/>
              <a:rect l="l" t="t" r="r" b="b"/>
              <a:pathLst>
                <a:path w="2168" h="417" extrusionOk="0">
                  <a:moveTo>
                    <a:pt x="215" y="0"/>
                  </a:moveTo>
                  <a:cubicBezTo>
                    <a:pt x="96" y="0"/>
                    <a:pt x="1" y="95"/>
                    <a:pt x="1" y="214"/>
                  </a:cubicBezTo>
                  <a:cubicBezTo>
                    <a:pt x="1" y="334"/>
                    <a:pt x="96" y="417"/>
                    <a:pt x="215" y="417"/>
                  </a:cubicBezTo>
                  <a:lnTo>
                    <a:pt x="1954" y="417"/>
                  </a:lnTo>
                  <a:cubicBezTo>
                    <a:pt x="2073" y="417"/>
                    <a:pt x="2168" y="334"/>
                    <a:pt x="2168" y="214"/>
                  </a:cubicBezTo>
                  <a:cubicBezTo>
                    <a:pt x="2168" y="95"/>
                    <a:pt x="2061" y="0"/>
                    <a:pt x="195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6185;p50">
              <a:extLst>
                <a:ext uri="{FF2B5EF4-FFF2-40B4-BE49-F238E27FC236}">
                  <a16:creationId xmlns:a16="http://schemas.microsoft.com/office/drawing/2014/main" id="{67A136E7-2434-BE32-2524-3E5DC477A3AD}"/>
                </a:ext>
              </a:extLst>
            </p:cNvPr>
            <p:cNvSpPr/>
            <p:nvPr/>
          </p:nvSpPr>
          <p:spPr>
            <a:xfrm>
              <a:off x="2717157" y="3960361"/>
              <a:ext cx="69002" cy="13304"/>
            </a:xfrm>
            <a:custGeom>
              <a:avLst/>
              <a:gdLst/>
              <a:ahLst/>
              <a:cxnLst/>
              <a:rect l="l" t="t" r="r" b="b"/>
              <a:pathLst>
                <a:path w="2168" h="418" extrusionOk="0">
                  <a:moveTo>
                    <a:pt x="215" y="1"/>
                  </a:moveTo>
                  <a:cubicBezTo>
                    <a:pt x="96" y="1"/>
                    <a:pt x="1" y="84"/>
                    <a:pt x="1" y="203"/>
                  </a:cubicBezTo>
                  <a:cubicBezTo>
                    <a:pt x="1" y="322"/>
                    <a:pt x="96" y="418"/>
                    <a:pt x="215" y="418"/>
                  </a:cubicBezTo>
                  <a:lnTo>
                    <a:pt x="1954" y="418"/>
                  </a:lnTo>
                  <a:cubicBezTo>
                    <a:pt x="2073" y="418"/>
                    <a:pt x="2168" y="322"/>
                    <a:pt x="2168" y="203"/>
                  </a:cubicBezTo>
                  <a:cubicBezTo>
                    <a:pt x="2168" y="84"/>
                    <a:pt x="2061" y="1"/>
                    <a:pt x="195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6186;p50">
              <a:extLst>
                <a:ext uri="{FF2B5EF4-FFF2-40B4-BE49-F238E27FC236}">
                  <a16:creationId xmlns:a16="http://schemas.microsoft.com/office/drawing/2014/main" id="{D3677C29-4054-88E5-C58E-618A5591059F}"/>
                </a:ext>
              </a:extLst>
            </p:cNvPr>
            <p:cNvSpPr/>
            <p:nvPr/>
          </p:nvSpPr>
          <p:spPr>
            <a:xfrm>
              <a:off x="2655793" y="4020993"/>
              <a:ext cx="84152" cy="82656"/>
            </a:xfrm>
            <a:custGeom>
              <a:avLst/>
              <a:gdLst/>
              <a:ahLst/>
              <a:cxnLst/>
              <a:rect l="l" t="t" r="r" b="b"/>
              <a:pathLst>
                <a:path w="2644" h="2597" extrusionOk="0">
                  <a:moveTo>
                    <a:pt x="1322" y="1"/>
                  </a:moveTo>
                  <a:cubicBezTo>
                    <a:pt x="595" y="1"/>
                    <a:pt x="0" y="596"/>
                    <a:pt x="0" y="1322"/>
                  </a:cubicBezTo>
                  <a:cubicBezTo>
                    <a:pt x="0" y="1620"/>
                    <a:pt x="84" y="1882"/>
                    <a:pt x="262" y="2120"/>
                  </a:cubicBezTo>
                  <a:cubicBezTo>
                    <a:pt x="312" y="2177"/>
                    <a:pt x="379" y="2204"/>
                    <a:pt x="442" y="2204"/>
                  </a:cubicBezTo>
                  <a:cubicBezTo>
                    <a:pt x="485" y="2204"/>
                    <a:pt x="526" y="2192"/>
                    <a:pt x="560" y="2168"/>
                  </a:cubicBezTo>
                  <a:cubicBezTo>
                    <a:pt x="655" y="2096"/>
                    <a:pt x="667" y="1965"/>
                    <a:pt x="607" y="1870"/>
                  </a:cubicBezTo>
                  <a:cubicBezTo>
                    <a:pt x="488" y="1703"/>
                    <a:pt x="429" y="1525"/>
                    <a:pt x="429" y="1322"/>
                  </a:cubicBezTo>
                  <a:cubicBezTo>
                    <a:pt x="429" y="822"/>
                    <a:pt x="834" y="406"/>
                    <a:pt x="1334" y="406"/>
                  </a:cubicBezTo>
                  <a:cubicBezTo>
                    <a:pt x="1846" y="406"/>
                    <a:pt x="2239" y="810"/>
                    <a:pt x="2239" y="1322"/>
                  </a:cubicBezTo>
                  <a:cubicBezTo>
                    <a:pt x="2239" y="1620"/>
                    <a:pt x="2096" y="1894"/>
                    <a:pt x="1846" y="2061"/>
                  </a:cubicBezTo>
                  <a:cubicBezTo>
                    <a:pt x="1822" y="2061"/>
                    <a:pt x="1822" y="2073"/>
                    <a:pt x="1810" y="2073"/>
                  </a:cubicBezTo>
                  <a:lnTo>
                    <a:pt x="1798" y="2073"/>
                  </a:lnTo>
                  <a:cubicBezTo>
                    <a:pt x="1786" y="2073"/>
                    <a:pt x="1786" y="2096"/>
                    <a:pt x="1762" y="2096"/>
                  </a:cubicBezTo>
                  <a:lnTo>
                    <a:pt x="1750" y="2096"/>
                  </a:lnTo>
                  <a:cubicBezTo>
                    <a:pt x="1738" y="2096"/>
                    <a:pt x="1738" y="2108"/>
                    <a:pt x="1727" y="2108"/>
                  </a:cubicBezTo>
                  <a:cubicBezTo>
                    <a:pt x="1703" y="2108"/>
                    <a:pt x="1691" y="2120"/>
                    <a:pt x="1691" y="2120"/>
                  </a:cubicBezTo>
                  <a:lnTo>
                    <a:pt x="1679" y="2120"/>
                  </a:lnTo>
                  <a:cubicBezTo>
                    <a:pt x="1667" y="2120"/>
                    <a:pt x="1667" y="2120"/>
                    <a:pt x="1643" y="2144"/>
                  </a:cubicBezTo>
                  <a:lnTo>
                    <a:pt x="1631" y="2144"/>
                  </a:lnTo>
                  <a:cubicBezTo>
                    <a:pt x="1619" y="2144"/>
                    <a:pt x="1608" y="2156"/>
                    <a:pt x="1608" y="2156"/>
                  </a:cubicBezTo>
                  <a:cubicBezTo>
                    <a:pt x="1584" y="2156"/>
                    <a:pt x="1572" y="2156"/>
                    <a:pt x="1560" y="2168"/>
                  </a:cubicBezTo>
                  <a:lnTo>
                    <a:pt x="1072" y="2168"/>
                  </a:lnTo>
                  <a:cubicBezTo>
                    <a:pt x="1048" y="2168"/>
                    <a:pt x="1036" y="2168"/>
                    <a:pt x="1024" y="2156"/>
                  </a:cubicBezTo>
                  <a:cubicBezTo>
                    <a:pt x="1012" y="2156"/>
                    <a:pt x="988" y="2144"/>
                    <a:pt x="988" y="2144"/>
                  </a:cubicBezTo>
                  <a:lnTo>
                    <a:pt x="976" y="2144"/>
                  </a:lnTo>
                  <a:cubicBezTo>
                    <a:pt x="951" y="2133"/>
                    <a:pt x="925" y="2127"/>
                    <a:pt x="899" y="2127"/>
                  </a:cubicBezTo>
                  <a:cubicBezTo>
                    <a:pt x="817" y="2127"/>
                    <a:pt x="742" y="2181"/>
                    <a:pt x="715" y="2263"/>
                  </a:cubicBezTo>
                  <a:cubicBezTo>
                    <a:pt x="667" y="2358"/>
                    <a:pt x="726" y="2501"/>
                    <a:pt x="834" y="2525"/>
                  </a:cubicBezTo>
                  <a:lnTo>
                    <a:pt x="846" y="2525"/>
                  </a:lnTo>
                  <a:cubicBezTo>
                    <a:pt x="857" y="2525"/>
                    <a:pt x="869" y="2537"/>
                    <a:pt x="905" y="2537"/>
                  </a:cubicBezTo>
                  <a:cubicBezTo>
                    <a:pt x="917" y="2537"/>
                    <a:pt x="929" y="2561"/>
                    <a:pt x="965" y="2561"/>
                  </a:cubicBezTo>
                  <a:lnTo>
                    <a:pt x="976" y="2561"/>
                  </a:lnTo>
                  <a:cubicBezTo>
                    <a:pt x="988" y="2561"/>
                    <a:pt x="1012" y="2561"/>
                    <a:pt x="1024" y="2573"/>
                  </a:cubicBezTo>
                  <a:lnTo>
                    <a:pt x="1036" y="2573"/>
                  </a:lnTo>
                  <a:cubicBezTo>
                    <a:pt x="1048" y="2573"/>
                    <a:pt x="1072" y="2573"/>
                    <a:pt x="1096" y="2584"/>
                  </a:cubicBezTo>
                  <a:cubicBezTo>
                    <a:pt x="1107" y="2584"/>
                    <a:pt x="1143" y="2584"/>
                    <a:pt x="1155" y="2596"/>
                  </a:cubicBezTo>
                  <a:lnTo>
                    <a:pt x="1429" y="2596"/>
                  </a:lnTo>
                  <a:cubicBezTo>
                    <a:pt x="1441" y="2596"/>
                    <a:pt x="1465" y="2596"/>
                    <a:pt x="1488" y="2584"/>
                  </a:cubicBezTo>
                  <a:cubicBezTo>
                    <a:pt x="1500" y="2584"/>
                    <a:pt x="1524" y="2584"/>
                    <a:pt x="1548" y="2573"/>
                  </a:cubicBezTo>
                  <a:lnTo>
                    <a:pt x="1560" y="2573"/>
                  </a:lnTo>
                  <a:cubicBezTo>
                    <a:pt x="1572" y="2573"/>
                    <a:pt x="1584" y="2573"/>
                    <a:pt x="1608" y="2561"/>
                  </a:cubicBezTo>
                  <a:lnTo>
                    <a:pt x="1619" y="2561"/>
                  </a:lnTo>
                  <a:cubicBezTo>
                    <a:pt x="1631" y="2561"/>
                    <a:pt x="1643" y="2537"/>
                    <a:pt x="1679" y="2537"/>
                  </a:cubicBezTo>
                  <a:cubicBezTo>
                    <a:pt x="1691" y="2537"/>
                    <a:pt x="1703" y="2525"/>
                    <a:pt x="1738" y="2525"/>
                  </a:cubicBezTo>
                  <a:lnTo>
                    <a:pt x="1750" y="2525"/>
                  </a:lnTo>
                  <a:cubicBezTo>
                    <a:pt x="1762" y="2525"/>
                    <a:pt x="1786" y="2513"/>
                    <a:pt x="1798" y="2513"/>
                  </a:cubicBezTo>
                  <a:lnTo>
                    <a:pt x="1810" y="2513"/>
                  </a:lnTo>
                  <a:cubicBezTo>
                    <a:pt x="1822" y="2513"/>
                    <a:pt x="1846" y="2489"/>
                    <a:pt x="1858" y="2477"/>
                  </a:cubicBezTo>
                  <a:cubicBezTo>
                    <a:pt x="1869" y="2465"/>
                    <a:pt x="1881" y="2465"/>
                    <a:pt x="1905" y="2454"/>
                  </a:cubicBezTo>
                  <a:lnTo>
                    <a:pt x="1917" y="2430"/>
                  </a:lnTo>
                  <a:cubicBezTo>
                    <a:pt x="1929" y="2430"/>
                    <a:pt x="1941" y="2418"/>
                    <a:pt x="1941" y="2418"/>
                  </a:cubicBezTo>
                  <a:lnTo>
                    <a:pt x="1965" y="2406"/>
                  </a:lnTo>
                  <a:cubicBezTo>
                    <a:pt x="1977" y="2394"/>
                    <a:pt x="1989" y="2394"/>
                    <a:pt x="2000" y="2370"/>
                  </a:cubicBezTo>
                  <a:cubicBezTo>
                    <a:pt x="2381" y="2120"/>
                    <a:pt x="2584" y="1715"/>
                    <a:pt x="2584" y="1275"/>
                  </a:cubicBezTo>
                  <a:cubicBezTo>
                    <a:pt x="2643" y="596"/>
                    <a:pt x="2048" y="1"/>
                    <a:pt x="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3562;p80">
            <a:extLst>
              <a:ext uri="{FF2B5EF4-FFF2-40B4-BE49-F238E27FC236}">
                <a16:creationId xmlns:a16="http://schemas.microsoft.com/office/drawing/2014/main" id="{AD380CB5-680F-135E-0D1B-C60423AD3858}"/>
              </a:ext>
            </a:extLst>
          </p:cNvPr>
          <p:cNvGrpSpPr/>
          <p:nvPr/>
        </p:nvGrpSpPr>
        <p:grpSpPr>
          <a:xfrm>
            <a:off x="7268382" y="1990913"/>
            <a:ext cx="1945700" cy="1800782"/>
            <a:chOff x="3171792" y="2652649"/>
            <a:chExt cx="357365" cy="376894"/>
          </a:xfrm>
        </p:grpSpPr>
        <p:sp>
          <p:nvSpPr>
            <p:cNvPr id="36" name="Google Shape;3563;p80">
              <a:extLst>
                <a:ext uri="{FF2B5EF4-FFF2-40B4-BE49-F238E27FC236}">
                  <a16:creationId xmlns:a16="http://schemas.microsoft.com/office/drawing/2014/main" id="{65FB0D35-53D8-3351-082F-5AFF87488D03}"/>
                </a:ext>
              </a:extLst>
            </p:cNvPr>
            <p:cNvSpPr/>
            <p:nvPr/>
          </p:nvSpPr>
          <p:spPr>
            <a:xfrm>
              <a:off x="3219856" y="2652853"/>
              <a:ext cx="234054" cy="370671"/>
            </a:xfrm>
            <a:custGeom>
              <a:avLst/>
              <a:gdLst/>
              <a:ahLst/>
              <a:cxnLst/>
              <a:rect l="l" t="t" r="r" b="b"/>
              <a:pathLst>
                <a:path w="5717" h="9054" extrusionOk="0">
                  <a:moveTo>
                    <a:pt x="279" y="0"/>
                  </a:moveTo>
                  <a:cubicBezTo>
                    <a:pt x="126" y="0"/>
                    <a:pt x="0" y="124"/>
                    <a:pt x="0" y="279"/>
                  </a:cubicBezTo>
                  <a:lnTo>
                    <a:pt x="0" y="8925"/>
                  </a:lnTo>
                  <a:lnTo>
                    <a:pt x="5576" y="9054"/>
                  </a:lnTo>
                  <a:cubicBezTo>
                    <a:pt x="5655" y="9053"/>
                    <a:pt x="5717" y="8990"/>
                    <a:pt x="5717" y="8914"/>
                  </a:cubicBezTo>
                  <a:lnTo>
                    <a:pt x="55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564;p80">
              <a:extLst>
                <a:ext uri="{FF2B5EF4-FFF2-40B4-BE49-F238E27FC236}">
                  <a16:creationId xmlns:a16="http://schemas.microsoft.com/office/drawing/2014/main" id="{9B559CE2-7871-1C84-DFD2-8CC4492C6D5B}"/>
                </a:ext>
              </a:extLst>
            </p:cNvPr>
            <p:cNvSpPr/>
            <p:nvPr/>
          </p:nvSpPr>
          <p:spPr>
            <a:xfrm>
              <a:off x="3219610" y="2652649"/>
              <a:ext cx="240400" cy="376894"/>
            </a:xfrm>
            <a:custGeom>
              <a:avLst/>
              <a:gdLst/>
              <a:ahLst/>
              <a:cxnLst/>
              <a:rect l="l" t="t" r="r" b="b"/>
              <a:pathLst>
                <a:path w="5872" h="9206" extrusionOk="0">
                  <a:moveTo>
                    <a:pt x="5579" y="1"/>
                  </a:moveTo>
                  <a:lnTo>
                    <a:pt x="5579" y="2"/>
                  </a:lnTo>
                  <a:lnTo>
                    <a:pt x="5579" y="6883"/>
                  </a:lnTo>
                  <a:cubicBezTo>
                    <a:pt x="5579" y="6883"/>
                    <a:pt x="5102" y="8313"/>
                    <a:pt x="5217" y="8313"/>
                  </a:cubicBezTo>
                  <a:cubicBezTo>
                    <a:pt x="5252" y="8313"/>
                    <a:pt x="5302" y="8311"/>
                    <a:pt x="5352" y="8293"/>
                  </a:cubicBezTo>
                  <a:cubicBezTo>
                    <a:pt x="5593" y="8200"/>
                    <a:pt x="5597" y="8200"/>
                    <a:pt x="5597" y="8200"/>
                  </a:cubicBezTo>
                  <a:lnTo>
                    <a:pt x="5597" y="8267"/>
                  </a:lnTo>
                  <a:lnTo>
                    <a:pt x="5597" y="8788"/>
                  </a:lnTo>
                  <a:cubicBezTo>
                    <a:pt x="5592" y="8864"/>
                    <a:pt x="5454" y="8936"/>
                    <a:pt x="5454" y="8936"/>
                  </a:cubicBezTo>
                  <a:lnTo>
                    <a:pt x="0" y="8936"/>
                  </a:lnTo>
                  <a:cubicBezTo>
                    <a:pt x="0" y="8936"/>
                    <a:pt x="125" y="9203"/>
                    <a:pt x="279" y="9205"/>
                  </a:cubicBezTo>
                  <a:lnTo>
                    <a:pt x="5593" y="9205"/>
                  </a:lnTo>
                  <a:cubicBezTo>
                    <a:pt x="5746" y="9202"/>
                    <a:pt x="5872" y="9079"/>
                    <a:pt x="5867" y="8926"/>
                  </a:cubicBezTo>
                  <a:lnTo>
                    <a:pt x="5867" y="279"/>
                  </a:lnTo>
                  <a:cubicBezTo>
                    <a:pt x="5872" y="127"/>
                    <a:pt x="5746" y="1"/>
                    <a:pt x="5593"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565;p80">
              <a:extLst>
                <a:ext uri="{FF2B5EF4-FFF2-40B4-BE49-F238E27FC236}">
                  <a16:creationId xmlns:a16="http://schemas.microsoft.com/office/drawing/2014/main" id="{C3263765-2C00-527D-9157-AA80240FF2B3}"/>
                </a:ext>
              </a:extLst>
            </p:cNvPr>
            <p:cNvSpPr/>
            <p:nvPr/>
          </p:nvSpPr>
          <p:spPr>
            <a:xfrm>
              <a:off x="3198772" y="2781692"/>
              <a:ext cx="170351" cy="187055"/>
            </a:xfrm>
            <a:custGeom>
              <a:avLst/>
              <a:gdLst/>
              <a:ahLst/>
              <a:cxnLst/>
              <a:rect l="l" t="t" r="r" b="b"/>
              <a:pathLst>
                <a:path w="4161" h="4569" extrusionOk="0">
                  <a:moveTo>
                    <a:pt x="1866" y="929"/>
                  </a:moveTo>
                  <a:cubicBezTo>
                    <a:pt x="2615" y="929"/>
                    <a:pt x="3222" y="1536"/>
                    <a:pt x="3222" y="2286"/>
                  </a:cubicBezTo>
                  <a:cubicBezTo>
                    <a:pt x="3222" y="3033"/>
                    <a:pt x="2615" y="3642"/>
                    <a:pt x="1866" y="3642"/>
                  </a:cubicBezTo>
                  <a:cubicBezTo>
                    <a:pt x="1117" y="3642"/>
                    <a:pt x="510" y="3035"/>
                    <a:pt x="510" y="2286"/>
                  </a:cubicBezTo>
                  <a:cubicBezTo>
                    <a:pt x="510" y="1536"/>
                    <a:pt x="1117" y="929"/>
                    <a:pt x="1866" y="929"/>
                  </a:cubicBezTo>
                  <a:close/>
                  <a:moveTo>
                    <a:pt x="1876" y="1"/>
                  </a:moveTo>
                  <a:cubicBezTo>
                    <a:pt x="1770" y="1"/>
                    <a:pt x="1664" y="8"/>
                    <a:pt x="1557" y="24"/>
                  </a:cubicBezTo>
                  <a:cubicBezTo>
                    <a:pt x="1511" y="136"/>
                    <a:pt x="1469" y="269"/>
                    <a:pt x="1432" y="424"/>
                  </a:cubicBezTo>
                  <a:cubicBezTo>
                    <a:pt x="1231" y="471"/>
                    <a:pt x="1042" y="550"/>
                    <a:pt x="872" y="656"/>
                  </a:cubicBezTo>
                  <a:cubicBezTo>
                    <a:pt x="742" y="577"/>
                    <a:pt x="624" y="513"/>
                    <a:pt x="518" y="467"/>
                  </a:cubicBezTo>
                  <a:cubicBezTo>
                    <a:pt x="515" y="469"/>
                    <a:pt x="1" y="1111"/>
                    <a:pt x="1" y="2044"/>
                  </a:cubicBezTo>
                  <a:cubicBezTo>
                    <a:pt x="1" y="2977"/>
                    <a:pt x="518" y="3740"/>
                    <a:pt x="518" y="3740"/>
                  </a:cubicBezTo>
                  <a:lnTo>
                    <a:pt x="518" y="4103"/>
                  </a:lnTo>
                  <a:cubicBezTo>
                    <a:pt x="624" y="4056"/>
                    <a:pt x="742" y="3993"/>
                    <a:pt x="872" y="3914"/>
                  </a:cubicBezTo>
                  <a:cubicBezTo>
                    <a:pt x="1043" y="4019"/>
                    <a:pt x="1232" y="4098"/>
                    <a:pt x="1432" y="4146"/>
                  </a:cubicBezTo>
                  <a:cubicBezTo>
                    <a:pt x="1460" y="4264"/>
                    <a:pt x="1491" y="4371"/>
                    <a:pt x="1525" y="4464"/>
                  </a:cubicBezTo>
                  <a:cubicBezTo>
                    <a:pt x="1543" y="4514"/>
                    <a:pt x="1588" y="4550"/>
                    <a:pt x="1641" y="4556"/>
                  </a:cubicBezTo>
                  <a:cubicBezTo>
                    <a:pt x="1718" y="4564"/>
                    <a:pt x="1795" y="4568"/>
                    <a:pt x="1873" y="4568"/>
                  </a:cubicBezTo>
                  <a:cubicBezTo>
                    <a:pt x="1951" y="4568"/>
                    <a:pt x="2029" y="4564"/>
                    <a:pt x="2108" y="4556"/>
                  </a:cubicBezTo>
                  <a:cubicBezTo>
                    <a:pt x="2160" y="4551"/>
                    <a:pt x="2207" y="4515"/>
                    <a:pt x="2224" y="4464"/>
                  </a:cubicBezTo>
                  <a:cubicBezTo>
                    <a:pt x="2256" y="4371"/>
                    <a:pt x="2288" y="4264"/>
                    <a:pt x="2316" y="4146"/>
                  </a:cubicBezTo>
                  <a:cubicBezTo>
                    <a:pt x="2518" y="4098"/>
                    <a:pt x="2707" y="4019"/>
                    <a:pt x="2877" y="3914"/>
                  </a:cubicBezTo>
                  <a:cubicBezTo>
                    <a:pt x="2981" y="3977"/>
                    <a:pt x="3077" y="4032"/>
                    <a:pt x="3168" y="4074"/>
                  </a:cubicBezTo>
                  <a:cubicBezTo>
                    <a:pt x="3187" y="4083"/>
                    <a:pt x="3208" y="4087"/>
                    <a:pt x="3228" y="4087"/>
                  </a:cubicBezTo>
                  <a:cubicBezTo>
                    <a:pt x="3259" y="4087"/>
                    <a:pt x="3290" y="4077"/>
                    <a:pt x="3316" y="4056"/>
                  </a:cubicBezTo>
                  <a:cubicBezTo>
                    <a:pt x="3438" y="3958"/>
                    <a:pt x="3548" y="3847"/>
                    <a:pt x="3646" y="3726"/>
                  </a:cubicBezTo>
                  <a:cubicBezTo>
                    <a:pt x="3680" y="3685"/>
                    <a:pt x="3685" y="3627"/>
                    <a:pt x="3663" y="3579"/>
                  </a:cubicBezTo>
                  <a:cubicBezTo>
                    <a:pt x="3620" y="3490"/>
                    <a:pt x="3567" y="3391"/>
                    <a:pt x="3503" y="3289"/>
                  </a:cubicBezTo>
                  <a:cubicBezTo>
                    <a:pt x="3609" y="3117"/>
                    <a:pt x="3688" y="2929"/>
                    <a:pt x="3735" y="2729"/>
                  </a:cubicBezTo>
                  <a:cubicBezTo>
                    <a:pt x="3853" y="2700"/>
                    <a:pt x="3959" y="2669"/>
                    <a:pt x="4053" y="2636"/>
                  </a:cubicBezTo>
                  <a:cubicBezTo>
                    <a:pt x="4103" y="2618"/>
                    <a:pt x="4140" y="2573"/>
                    <a:pt x="4145" y="2520"/>
                  </a:cubicBezTo>
                  <a:cubicBezTo>
                    <a:pt x="4161" y="2366"/>
                    <a:pt x="4161" y="2210"/>
                    <a:pt x="4145" y="2054"/>
                  </a:cubicBezTo>
                  <a:cubicBezTo>
                    <a:pt x="4140" y="1998"/>
                    <a:pt x="4105" y="1953"/>
                    <a:pt x="4053" y="1934"/>
                  </a:cubicBezTo>
                  <a:cubicBezTo>
                    <a:pt x="3959" y="1902"/>
                    <a:pt x="3853" y="1870"/>
                    <a:pt x="3734" y="1843"/>
                  </a:cubicBezTo>
                  <a:cubicBezTo>
                    <a:pt x="3687" y="1640"/>
                    <a:pt x="3608" y="1452"/>
                    <a:pt x="3502" y="1281"/>
                  </a:cubicBezTo>
                  <a:cubicBezTo>
                    <a:pt x="3566" y="1178"/>
                    <a:pt x="3620" y="1081"/>
                    <a:pt x="3663" y="990"/>
                  </a:cubicBezTo>
                  <a:cubicBezTo>
                    <a:pt x="3685" y="942"/>
                    <a:pt x="3680" y="885"/>
                    <a:pt x="3645" y="842"/>
                  </a:cubicBezTo>
                  <a:cubicBezTo>
                    <a:pt x="3528" y="698"/>
                    <a:pt x="3394" y="569"/>
                    <a:pt x="3247" y="460"/>
                  </a:cubicBezTo>
                  <a:cubicBezTo>
                    <a:pt x="3136" y="508"/>
                    <a:pt x="3012" y="573"/>
                    <a:pt x="2878" y="656"/>
                  </a:cubicBezTo>
                  <a:cubicBezTo>
                    <a:pt x="2706" y="550"/>
                    <a:pt x="2518" y="471"/>
                    <a:pt x="2317" y="424"/>
                  </a:cubicBezTo>
                  <a:cubicBezTo>
                    <a:pt x="2289" y="305"/>
                    <a:pt x="2257" y="199"/>
                    <a:pt x="2225" y="105"/>
                  </a:cubicBezTo>
                  <a:cubicBezTo>
                    <a:pt x="2207" y="55"/>
                    <a:pt x="2161" y="19"/>
                    <a:pt x="2109" y="13"/>
                  </a:cubicBezTo>
                  <a:cubicBezTo>
                    <a:pt x="2032" y="5"/>
                    <a:pt x="1954" y="1"/>
                    <a:pt x="1876"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566;p80">
              <a:extLst>
                <a:ext uri="{FF2B5EF4-FFF2-40B4-BE49-F238E27FC236}">
                  <a16:creationId xmlns:a16="http://schemas.microsoft.com/office/drawing/2014/main" id="{86F2E422-8DCC-3C42-2587-DB8001B74955}"/>
                </a:ext>
              </a:extLst>
            </p:cNvPr>
            <p:cNvSpPr/>
            <p:nvPr/>
          </p:nvSpPr>
          <p:spPr>
            <a:xfrm>
              <a:off x="3171792" y="2771866"/>
              <a:ext cx="166790" cy="166544"/>
            </a:xfrm>
            <a:custGeom>
              <a:avLst/>
              <a:gdLst/>
              <a:ahLst/>
              <a:cxnLst/>
              <a:rect l="l" t="t" r="r" b="b"/>
              <a:pathLst>
                <a:path w="4074" h="4068" extrusionOk="0">
                  <a:moveTo>
                    <a:pt x="2284" y="927"/>
                  </a:moveTo>
                  <a:cubicBezTo>
                    <a:pt x="3033" y="927"/>
                    <a:pt x="3640" y="1534"/>
                    <a:pt x="3640" y="2283"/>
                  </a:cubicBezTo>
                  <a:cubicBezTo>
                    <a:pt x="3640" y="3032"/>
                    <a:pt x="3033" y="3639"/>
                    <a:pt x="2284" y="3639"/>
                  </a:cubicBezTo>
                  <a:cubicBezTo>
                    <a:pt x="1535" y="3639"/>
                    <a:pt x="929" y="3032"/>
                    <a:pt x="929" y="2283"/>
                  </a:cubicBezTo>
                  <a:cubicBezTo>
                    <a:pt x="929" y="1534"/>
                    <a:pt x="1535" y="927"/>
                    <a:pt x="2284" y="927"/>
                  </a:cubicBezTo>
                  <a:close/>
                  <a:moveTo>
                    <a:pt x="2286" y="1"/>
                  </a:moveTo>
                  <a:cubicBezTo>
                    <a:pt x="2208" y="1"/>
                    <a:pt x="2130" y="5"/>
                    <a:pt x="2052" y="13"/>
                  </a:cubicBezTo>
                  <a:cubicBezTo>
                    <a:pt x="1999" y="18"/>
                    <a:pt x="1953" y="54"/>
                    <a:pt x="1936" y="105"/>
                  </a:cubicBezTo>
                  <a:cubicBezTo>
                    <a:pt x="1902" y="198"/>
                    <a:pt x="1871" y="306"/>
                    <a:pt x="1843" y="423"/>
                  </a:cubicBezTo>
                  <a:cubicBezTo>
                    <a:pt x="1642" y="470"/>
                    <a:pt x="1453" y="550"/>
                    <a:pt x="1283" y="655"/>
                  </a:cubicBezTo>
                  <a:cubicBezTo>
                    <a:pt x="1179" y="592"/>
                    <a:pt x="1083" y="538"/>
                    <a:pt x="993" y="496"/>
                  </a:cubicBezTo>
                  <a:cubicBezTo>
                    <a:pt x="973" y="486"/>
                    <a:pt x="952" y="482"/>
                    <a:pt x="931" y="482"/>
                  </a:cubicBezTo>
                  <a:cubicBezTo>
                    <a:pt x="901" y="482"/>
                    <a:pt x="870" y="492"/>
                    <a:pt x="845" y="513"/>
                  </a:cubicBezTo>
                  <a:cubicBezTo>
                    <a:pt x="723" y="612"/>
                    <a:pt x="613" y="723"/>
                    <a:pt x="515" y="842"/>
                  </a:cubicBezTo>
                  <a:cubicBezTo>
                    <a:pt x="481" y="884"/>
                    <a:pt x="476" y="941"/>
                    <a:pt x="498" y="990"/>
                  </a:cubicBezTo>
                  <a:cubicBezTo>
                    <a:pt x="540" y="1079"/>
                    <a:pt x="594" y="1177"/>
                    <a:pt x="657" y="1280"/>
                  </a:cubicBezTo>
                  <a:cubicBezTo>
                    <a:pt x="552" y="1452"/>
                    <a:pt x="473" y="1641"/>
                    <a:pt x="425" y="1841"/>
                  </a:cubicBezTo>
                  <a:cubicBezTo>
                    <a:pt x="308" y="1868"/>
                    <a:pt x="202" y="1900"/>
                    <a:pt x="108" y="1933"/>
                  </a:cubicBezTo>
                  <a:cubicBezTo>
                    <a:pt x="58" y="1952"/>
                    <a:pt x="21" y="1996"/>
                    <a:pt x="16" y="2049"/>
                  </a:cubicBezTo>
                  <a:cubicBezTo>
                    <a:pt x="0" y="2203"/>
                    <a:pt x="0" y="2359"/>
                    <a:pt x="16" y="2516"/>
                  </a:cubicBezTo>
                  <a:cubicBezTo>
                    <a:pt x="21" y="2569"/>
                    <a:pt x="56" y="2614"/>
                    <a:pt x="108" y="2632"/>
                  </a:cubicBezTo>
                  <a:cubicBezTo>
                    <a:pt x="202" y="2665"/>
                    <a:pt x="308" y="2697"/>
                    <a:pt x="425" y="2724"/>
                  </a:cubicBezTo>
                  <a:cubicBezTo>
                    <a:pt x="473" y="2926"/>
                    <a:pt x="552" y="3114"/>
                    <a:pt x="657" y="3284"/>
                  </a:cubicBezTo>
                  <a:cubicBezTo>
                    <a:pt x="594" y="3388"/>
                    <a:pt x="540" y="3485"/>
                    <a:pt x="498" y="3574"/>
                  </a:cubicBezTo>
                  <a:cubicBezTo>
                    <a:pt x="476" y="3624"/>
                    <a:pt x="481" y="3680"/>
                    <a:pt x="515" y="3722"/>
                  </a:cubicBezTo>
                  <a:cubicBezTo>
                    <a:pt x="575" y="3795"/>
                    <a:pt x="638" y="3864"/>
                    <a:pt x="704" y="3927"/>
                  </a:cubicBezTo>
                  <a:cubicBezTo>
                    <a:pt x="704" y="3927"/>
                    <a:pt x="1073" y="3869"/>
                    <a:pt x="1246" y="3761"/>
                  </a:cubicBezTo>
                  <a:cubicBezTo>
                    <a:pt x="1533" y="3955"/>
                    <a:pt x="1877" y="4067"/>
                    <a:pt x="2249" y="4067"/>
                  </a:cubicBezTo>
                  <a:cubicBezTo>
                    <a:pt x="2260" y="4067"/>
                    <a:pt x="2270" y="4067"/>
                    <a:pt x="2280" y="4067"/>
                  </a:cubicBezTo>
                  <a:cubicBezTo>
                    <a:pt x="3256" y="4051"/>
                    <a:pt x="4052" y="3255"/>
                    <a:pt x="4067" y="2280"/>
                  </a:cubicBezTo>
                  <a:cubicBezTo>
                    <a:pt x="4074" y="1896"/>
                    <a:pt x="3960" y="1540"/>
                    <a:pt x="3764" y="1244"/>
                  </a:cubicBezTo>
                  <a:cubicBezTo>
                    <a:pt x="3872" y="1072"/>
                    <a:pt x="3930" y="702"/>
                    <a:pt x="3930" y="702"/>
                  </a:cubicBezTo>
                  <a:cubicBezTo>
                    <a:pt x="3865" y="634"/>
                    <a:pt x="3796" y="571"/>
                    <a:pt x="3726" y="513"/>
                  </a:cubicBezTo>
                  <a:cubicBezTo>
                    <a:pt x="3700" y="492"/>
                    <a:pt x="3670" y="482"/>
                    <a:pt x="3639" y="482"/>
                  </a:cubicBezTo>
                  <a:cubicBezTo>
                    <a:pt x="3618" y="482"/>
                    <a:pt x="3597" y="486"/>
                    <a:pt x="3578" y="496"/>
                  </a:cubicBezTo>
                  <a:cubicBezTo>
                    <a:pt x="3488" y="538"/>
                    <a:pt x="3390" y="592"/>
                    <a:pt x="3288" y="655"/>
                  </a:cubicBezTo>
                  <a:cubicBezTo>
                    <a:pt x="3116" y="550"/>
                    <a:pt x="2928" y="470"/>
                    <a:pt x="2727" y="423"/>
                  </a:cubicBezTo>
                  <a:cubicBezTo>
                    <a:pt x="2699" y="306"/>
                    <a:pt x="2667" y="198"/>
                    <a:pt x="2635" y="105"/>
                  </a:cubicBezTo>
                  <a:cubicBezTo>
                    <a:pt x="2617" y="55"/>
                    <a:pt x="2571" y="18"/>
                    <a:pt x="2519" y="13"/>
                  </a:cubicBezTo>
                  <a:cubicBezTo>
                    <a:pt x="2442" y="5"/>
                    <a:pt x="2364" y="1"/>
                    <a:pt x="22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567;p80">
              <a:extLst>
                <a:ext uri="{FF2B5EF4-FFF2-40B4-BE49-F238E27FC236}">
                  <a16:creationId xmlns:a16="http://schemas.microsoft.com/office/drawing/2014/main" id="{DE8F7744-CB41-5864-84AB-8832E3EE5ECB}"/>
                </a:ext>
              </a:extLst>
            </p:cNvPr>
            <p:cNvSpPr/>
            <p:nvPr/>
          </p:nvSpPr>
          <p:spPr>
            <a:xfrm>
              <a:off x="3200409" y="2800647"/>
              <a:ext cx="158479" cy="158192"/>
            </a:xfrm>
            <a:custGeom>
              <a:avLst/>
              <a:gdLst/>
              <a:ahLst/>
              <a:cxnLst/>
              <a:rect l="l" t="t" r="r" b="b"/>
              <a:pathLst>
                <a:path w="3871" h="3864" extrusionOk="0">
                  <a:moveTo>
                    <a:pt x="3229" y="1"/>
                  </a:moveTo>
                  <a:cubicBezTo>
                    <a:pt x="3149" y="152"/>
                    <a:pt x="3065" y="298"/>
                    <a:pt x="2979" y="441"/>
                  </a:cubicBezTo>
                  <a:cubicBezTo>
                    <a:pt x="2952" y="485"/>
                    <a:pt x="2952" y="541"/>
                    <a:pt x="2979" y="585"/>
                  </a:cubicBezTo>
                  <a:cubicBezTo>
                    <a:pt x="3139" y="854"/>
                    <a:pt x="3231" y="1171"/>
                    <a:pt x="3224" y="1508"/>
                  </a:cubicBezTo>
                  <a:cubicBezTo>
                    <a:pt x="3208" y="2445"/>
                    <a:pt x="2445" y="3208"/>
                    <a:pt x="1508" y="3224"/>
                  </a:cubicBezTo>
                  <a:cubicBezTo>
                    <a:pt x="1499" y="3224"/>
                    <a:pt x="1490" y="3224"/>
                    <a:pt x="1480" y="3224"/>
                  </a:cubicBezTo>
                  <a:cubicBezTo>
                    <a:pt x="1153" y="3224"/>
                    <a:pt x="847" y="3135"/>
                    <a:pt x="585" y="2979"/>
                  </a:cubicBezTo>
                  <a:cubicBezTo>
                    <a:pt x="563" y="2966"/>
                    <a:pt x="538" y="2959"/>
                    <a:pt x="513" y="2959"/>
                  </a:cubicBezTo>
                  <a:cubicBezTo>
                    <a:pt x="488" y="2959"/>
                    <a:pt x="463" y="2966"/>
                    <a:pt x="441" y="2979"/>
                  </a:cubicBezTo>
                  <a:cubicBezTo>
                    <a:pt x="298" y="3066"/>
                    <a:pt x="152" y="3149"/>
                    <a:pt x="1" y="3229"/>
                  </a:cubicBezTo>
                  <a:cubicBezTo>
                    <a:pt x="47" y="3273"/>
                    <a:pt x="93" y="3316"/>
                    <a:pt x="142" y="3355"/>
                  </a:cubicBezTo>
                  <a:cubicBezTo>
                    <a:pt x="167" y="3376"/>
                    <a:pt x="198" y="3386"/>
                    <a:pt x="229" y="3386"/>
                  </a:cubicBezTo>
                  <a:cubicBezTo>
                    <a:pt x="249" y="3386"/>
                    <a:pt x="270" y="3381"/>
                    <a:pt x="290" y="3372"/>
                  </a:cubicBezTo>
                  <a:cubicBezTo>
                    <a:pt x="383" y="3326"/>
                    <a:pt x="479" y="3273"/>
                    <a:pt x="583" y="3210"/>
                  </a:cubicBezTo>
                  <a:cubicBezTo>
                    <a:pt x="754" y="3316"/>
                    <a:pt x="943" y="3395"/>
                    <a:pt x="1143" y="3442"/>
                  </a:cubicBezTo>
                  <a:cubicBezTo>
                    <a:pt x="1171" y="3559"/>
                    <a:pt x="1202" y="3666"/>
                    <a:pt x="1235" y="3760"/>
                  </a:cubicBezTo>
                  <a:cubicBezTo>
                    <a:pt x="1254" y="3809"/>
                    <a:pt x="1298" y="3846"/>
                    <a:pt x="1351" y="3852"/>
                  </a:cubicBezTo>
                  <a:cubicBezTo>
                    <a:pt x="1429" y="3860"/>
                    <a:pt x="1506" y="3864"/>
                    <a:pt x="1584" y="3864"/>
                  </a:cubicBezTo>
                  <a:cubicBezTo>
                    <a:pt x="1662" y="3864"/>
                    <a:pt x="1740" y="3860"/>
                    <a:pt x="1819" y="3852"/>
                  </a:cubicBezTo>
                  <a:cubicBezTo>
                    <a:pt x="1871" y="3846"/>
                    <a:pt x="1918" y="3812"/>
                    <a:pt x="1935" y="3760"/>
                  </a:cubicBezTo>
                  <a:cubicBezTo>
                    <a:pt x="1967" y="3666"/>
                    <a:pt x="1999" y="3559"/>
                    <a:pt x="2026" y="3442"/>
                  </a:cubicBezTo>
                  <a:cubicBezTo>
                    <a:pt x="2229" y="3395"/>
                    <a:pt x="2417" y="3316"/>
                    <a:pt x="2588" y="3210"/>
                  </a:cubicBezTo>
                  <a:cubicBezTo>
                    <a:pt x="2690" y="3273"/>
                    <a:pt x="2788" y="3327"/>
                    <a:pt x="2878" y="3369"/>
                  </a:cubicBezTo>
                  <a:cubicBezTo>
                    <a:pt x="2897" y="3378"/>
                    <a:pt x="2918" y="3383"/>
                    <a:pt x="2939" y="3383"/>
                  </a:cubicBezTo>
                  <a:cubicBezTo>
                    <a:pt x="2970" y="3383"/>
                    <a:pt x="3000" y="3373"/>
                    <a:pt x="3026" y="3353"/>
                  </a:cubicBezTo>
                  <a:cubicBezTo>
                    <a:pt x="3148" y="3253"/>
                    <a:pt x="3258" y="3143"/>
                    <a:pt x="3355" y="3022"/>
                  </a:cubicBezTo>
                  <a:cubicBezTo>
                    <a:pt x="3390" y="2980"/>
                    <a:pt x="3395" y="2923"/>
                    <a:pt x="3372" y="2875"/>
                  </a:cubicBezTo>
                  <a:cubicBezTo>
                    <a:pt x="3329" y="2785"/>
                    <a:pt x="3276" y="2688"/>
                    <a:pt x="3212" y="2584"/>
                  </a:cubicBezTo>
                  <a:cubicBezTo>
                    <a:pt x="3318" y="2414"/>
                    <a:pt x="3397" y="2225"/>
                    <a:pt x="3444" y="2024"/>
                  </a:cubicBezTo>
                  <a:cubicBezTo>
                    <a:pt x="3561" y="1997"/>
                    <a:pt x="3669" y="1965"/>
                    <a:pt x="3762" y="1931"/>
                  </a:cubicBezTo>
                  <a:cubicBezTo>
                    <a:pt x="3813" y="1913"/>
                    <a:pt x="3850" y="1868"/>
                    <a:pt x="3855" y="1815"/>
                  </a:cubicBezTo>
                  <a:cubicBezTo>
                    <a:pt x="3871" y="1661"/>
                    <a:pt x="3871" y="1506"/>
                    <a:pt x="3855" y="1349"/>
                  </a:cubicBezTo>
                  <a:cubicBezTo>
                    <a:pt x="3850" y="1296"/>
                    <a:pt x="3814" y="1250"/>
                    <a:pt x="3762" y="1233"/>
                  </a:cubicBezTo>
                  <a:cubicBezTo>
                    <a:pt x="3669" y="1200"/>
                    <a:pt x="3561" y="1169"/>
                    <a:pt x="3444" y="1140"/>
                  </a:cubicBezTo>
                  <a:cubicBezTo>
                    <a:pt x="3397" y="939"/>
                    <a:pt x="3318" y="750"/>
                    <a:pt x="3212" y="580"/>
                  </a:cubicBezTo>
                  <a:cubicBezTo>
                    <a:pt x="3276" y="478"/>
                    <a:pt x="3329" y="379"/>
                    <a:pt x="3372" y="290"/>
                  </a:cubicBezTo>
                  <a:cubicBezTo>
                    <a:pt x="3396" y="241"/>
                    <a:pt x="3390" y="184"/>
                    <a:pt x="3355" y="142"/>
                  </a:cubicBezTo>
                  <a:cubicBezTo>
                    <a:pt x="3316" y="93"/>
                    <a:pt x="3273" y="46"/>
                    <a:pt x="32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568;p80">
              <a:extLst>
                <a:ext uri="{FF2B5EF4-FFF2-40B4-BE49-F238E27FC236}">
                  <a16:creationId xmlns:a16="http://schemas.microsoft.com/office/drawing/2014/main" id="{1A6AC252-FDA5-AFE5-D7AF-5B9AB72F87B8}"/>
                </a:ext>
              </a:extLst>
            </p:cNvPr>
            <p:cNvSpPr/>
            <p:nvPr/>
          </p:nvSpPr>
          <p:spPr>
            <a:xfrm>
              <a:off x="3428609" y="2755777"/>
              <a:ext cx="92320" cy="203103"/>
            </a:xfrm>
            <a:custGeom>
              <a:avLst/>
              <a:gdLst/>
              <a:ahLst/>
              <a:cxnLst/>
              <a:rect l="l" t="t" r="r" b="b"/>
              <a:pathLst>
                <a:path w="2255" h="4961" extrusionOk="0">
                  <a:moveTo>
                    <a:pt x="1810" y="0"/>
                  </a:moveTo>
                  <a:cubicBezTo>
                    <a:pt x="1664" y="0"/>
                    <a:pt x="1549" y="52"/>
                    <a:pt x="1516" y="146"/>
                  </a:cubicBezTo>
                  <a:lnTo>
                    <a:pt x="1" y="4497"/>
                  </a:lnTo>
                  <a:lnTo>
                    <a:pt x="714" y="4960"/>
                  </a:lnTo>
                  <a:lnTo>
                    <a:pt x="2254" y="145"/>
                  </a:lnTo>
                  <a:cubicBezTo>
                    <a:pt x="2199" y="105"/>
                    <a:pt x="2132" y="70"/>
                    <a:pt x="2058" y="45"/>
                  </a:cubicBezTo>
                  <a:cubicBezTo>
                    <a:pt x="1972" y="15"/>
                    <a:pt x="1887" y="0"/>
                    <a:pt x="18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569;p80">
              <a:extLst>
                <a:ext uri="{FF2B5EF4-FFF2-40B4-BE49-F238E27FC236}">
                  <a16:creationId xmlns:a16="http://schemas.microsoft.com/office/drawing/2014/main" id="{073FBF55-1B6E-00A2-D4E7-563C55D6627E}"/>
                </a:ext>
              </a:extLst>
            </p:cNvPr>
            <p:cNvSpPr/>
            <p:nvPr/>
          </p:nvSpPr>
          <p:spPr>
            <a:xfrm>
              <a:off x="3455588" y="2761672"/>
              <a:ext cx="73569" cy="197208"/>
            </a:xfrm>
            <a:custGeom>
              <a:avLst/>
              <a:gdLst/>
              <a:ahLst/>
              <a:cxnLst/>
              <a:rect l="l" t="t" r="r" b="b"/>
              <a:pathLst>
                <a:path w="1797" h="4817" extrusionOk="0">
                  <a:moveTo>
                    <a:pt x="1596" y="1"/>
                  </a:moveTo>
                  <a:lnTo>
                    <a:pt x="1" y="4582"/>
                  </a:lnTo>
                  <a:lnTo>
                    <a:pt x="55" y="4816"/>
                  </a:lnTo>
                  <a:lnTo>
                    <a:pt x="246" y="4669"/>
                  </a:lnTo>
                  <a:lnTo>
                    <a:pt x="1762" y="317"/>
                  </a:lnTo>
                  <a:cubicBezTo>
                    <a:pt x="1797" y="216"/>
                    <a:pt x="1727" y="95"/>
                    <a:pt x="15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570;p80">
              <a:extLst>
                <a:ext uri="{FF2B5EF4-FFF2-40B4-BE49-F238E27FC236}">
                  <a16:creationId xmlns:a16="http://schemas.microsoft.com/office/drawing/2014/main" id="{42318521-A5BD-2A22-97A7-C1D70405ACF8}"/>
                </a:ext>
              </a:extLst>
            </p:cNvPr>
            <p:cNvSpPr/>
            <p:nvPr/>
          </p:nvSpPr>
          <p:spPr>
            <a:xfrm>
              <a:off x="3427340" y="2939884"/>
              <a:ext cx="30951" cy="49865"/>
            </a:xfrm>
            <a:custGeom>
              <a:avLst/>
              <a:gdLst/>
              <a:ahLst/>
              <a:cxnLst/>
              <a:rect l="l" t="t" r="r" b="b"/>
              <a:pathLst>
                <a:path w="756" h="1218" extrusionOk="0">
                  <a:moveTo>
                    <a:pt x="23" y="0"/>
                  </a:moveTo>
                  <a:lnTo>
                    <a:pt x="23" y="1"/>
                  </a:lnTo>
                  <a:cubicBezTo>
                    <a:pt x="9" y="43"/>
                    <a:pt x="1" y="89"/>
                    <a:pt x="1" y="134"/>
                  </a:cubicBezTo>
                  <a:lnTo>
                    <a:pt x="1" y="1173"/>
                  </a:lnTo>
                  <a:cubicBezTo>
                    <a:pt x="1" y="1189"/>
                    <a:pt x="4" y="1204"/>
                    <a:pt x="9" y="1218"/>
                  </a:cubicBezTo>
                  <a:lnTo>
                    <a:pt x="738" y="463"/>
                  </a:lnTo>
                  <a:cubicBezTo>
                    <a:pt x="755" y="438"/>
                    <a:pt x="740" y="316"/>
                    <a:pt x="683" y="229"/>
                  </a:cubicBezTo>
                  <a:lnTo>
                    <a:pt x="23"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571;p80">
              <a:extLst>
                <a:ext uri="{FF2B5EF4-FFF2-40B4-BE49-F238E27FC236}">
                  <a16:creationId xmlns:a16="http://schemas.microsoft.com/office/drawing/2014/main" id="{CD602F02-14D4-0698-60EB-FDB9F6464ED7}"/>
                </a:ext>
              </a:extLst>
            </p:cNvPr>
            <p:cNvSpPr/>
            <p:nvPr/>
          </p:nvSpPr>
          <p:spPr>
            <a:xfrm>
              <a:off x="3427995" y="2949259"/>
              <a:ext cx="37706" cy="43724"/>
            </a:xfrm>
            <a:custGeom>
              <a:avLst/>
              <a:gdLst/>
              <a:ahLst/>
              <a:cxnLst/>
              <a:rect l="l" t="t" r="r" b="b"/>
              <a:pathLst>
                <a:path w="921" h="1068" extrusionOk="0">
                  <a:moveTo>
                    <a:pt x="675" y="0"/>
                  </a:moveTo>
                  <a:cubicBezTo>
                    <a:pt x="659" y="44"/>
                    <a:pt x="655" y="52"/>
                    <a:pt x="638" y="77"/>
                  </a:cubicBezTo>
                  <a:lnTo>
                    <a:pt x="1" y="989"/>
                  </a:lnTo>
                  <a:cubicBezTo>
                    <a:pt x="19" y="1037"/>
                    <a:pt x="67" y="1067"/>
                    <a:pt x="117" y="1067"/>
                  </a:cubicBezTo>
                  <a:cubicBezTo>
                    <a:pt x="151" y="1067"/>
                    <a:pt x="185" y="1053"/>
                    <a:pt x="211" y="1021"/>
                  </a:cubicBezTo>
                  <a:lnTo>
                    <a:pt x="855" y="208"/>
                  </a:lnTo>
                  <a:cubicBezTo>
                    <a:pt x="883" y="172"/>
                    <a:pt x="905" y="131"/>
                    <a:pt x="921" y="89"/>
                  </a:cubicBezTo>
                  <a:lnTo>
                    <a:pt x="921" y="88"/>
                  </a:lnTo>
                  <a:lnTo>
                    <a:pt x="67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 name="Google Shape;6805;p56">
            <a:extLst>
              <a:ext uri="{FF2B5EF4-FFF2-40B4-BE49-F238E27FC236}">
                <a16:creationId xmlns:a16="http://schemas.microsoft.com/office/drawing/2014/main" id="{91613AB9-7C71-D74B-6951-17C1DAEFAB09}"/>
              </a:ext>
            </a:extLst>
          </p:cNvPr>
          <p:cNvGrpSpPr/>
          <p:nvPr/>
        </p:nvGrpSpPr>
        <p:grpSpPr>
          <a:xfrm>
            <a:off x="8633847" y="3965321"/>
            <a:ext cx="1637930" cy="1513000"/>
            <a:chOff x="-31817400" y="3910025"/>
            <a:chExt cx="301675" cy="294075"/>
          </a:xfrm>
          <a:solidFill>
            <a:srgbClr val="148A9B"/>
          </a:solidFill>
        </p:grpSpPr>
        <p:sp>
          <p:nvSpPr>
            <p:cNvPr id="46" name="Google Shape;6806;p56">
              <a:extLst>
                <a:ext uri="{FF2B5EF4-FFF2-40B4-BE49-F238E27FC236}">
                  <a16:creationId xmlns:a16="http://schemas.microsoft.com/office/drawing/2014/main" id="{5E1153C4-8BBD-B0B2-B9B4-D9CE73E9F6AD}"/>
                </a:ext>
              </a:extLst>
            </p:cNvPr>
            <p:cNvSpPr/>
            <p:nvPr/>
          </p:nvSpPr>
          <p:spPr>
            <a:xfrm>
              <a:off x="-31817400" y="3911550"/>
              <a:ext cx="301675" cy="292550"/>
            </a:xfrm>
            <a:custGeom>
              <a:avLst/>
              <a:gdLst/>
              <a:ahLst/>
              <a:cxnLst/>
              <a:rect l="l" t="t" r="r" b="b"/>
              <a:pathLst>
                <a:path w="12067" h="11702" extrusionOk="0">
                  <a:moveTo>
                    <a:pt x="2558" y="0"/>
                  </a:moveTo>
                  <a:cubicBezTo>
                    <a:pt x="2357" y="0"/>
                    <a:pt x="2155" y="24"/>
                    <a:pt x="1954" y="70"/>
                  </a:cubicBezTo>
                  <a:cubicBezTo>
                    <a:pt x="1828" y="102"/>
                    <a:pt x="1733" y="196"/>
                    <a:pt x="1702" y="322"/>
                  </a:cubicBezTo>
                  <a:cubicBezTo>
                    <a:pt x="1670" y="448"/>
                    <a:pt x="1702" y="543"/>
                    <a:pt x="1796" y="637"/>
                  </a:cubicBezTo>
                  <a:lnTo>
                    <a:pt x="2679" y="1551"/>
                  </a:lnTo>
                  <a:cubicBezTo>
                    <a:pt x="2962" y="1803"/>
                    <a:pt x="2962" y="2244"/>
                    <a:pt x="2679" y="2528"/>
                  </a:cubicBezTo>
                  <a:cubicBezTo>
                    <a:pt x="2553" y="2669"/>
                    <a:pt x="2379" y="2740"/>
                    <a:pt x="2202" y="2740"/>
                  </a:cubicBezTo>
                  <a:cubicBezTo>
                    <a:pt x="2025" y="2740"/>
                    <a:pt x="1844" y="2669"/>
                    <a:pt x="1702" y="2528"/>
                  </a:cubicBezTo>
                  <a:lnTo>
                    <a:pt x="788" y="1614"/>
                  </a:lnTo>
                  <a:cubicBezTo>
                    <a:pt x="744" y="1569"/>
                    <a:pt x="668" y="1525"/>
                    <a:pt x="582" y="1525"/>
                  </a:cubicBezTo>
                  <a:cubicBezTo>
                    <a:pt x="547" y="1525"/>
                    <a:pt x="510" y="1532"/>
                    <a:pt x="473" y="1551"/>
                  </a:cubicBezTo>
                  <a:cubicBezTo>
                    <a:pt x="347" y="1582"/>
                    <a:pt x="284" y="1645"/>
                    <a:pt x="253" y="1771"/>
                  </a:cubicBezTo>
                  <a:cubicBezTo>
                    <a:pt x="1" y="2591"/>
                    <a:pt x="253" y="3473"/>
                    <a:pt x="883" y="4103"/>
                  </a:cubicBezTo>
                  <a:cubicBezTo>
                    <a:pt x="1366" y="4494"/>
                    <a:pt x="1932" y="4750"/>
                    <a:pt x="2619" y="4750"/>
                  </a:cubicBezTo>
                  <a:cubicBezTo>
                    <a:pt x="2874" y="4750"/>
                    <a:pt x="3145" y="4715"/>
                    <a:pt x="3435" y="4638"/>
                  </a:cubicBezTo>
                  <a:lnTo>
                    <a:pt x="7247" y="8482"/>
                  </a:lnTo>
                  <a:cubicBezTo>
                    <a:pt x="6963" y="9522"/>
                    <a:pt x="7215" y="10372"/>
                    <a:pt x="7814" y="10971"/>
                  </a:cubicBezTo>
                  <a:cubicBezTo>
                    <a:pt x="8291" y="11472"/>
                    <a:pt x="8895" y="11702"/>
                    <a:pt x="9516" y="11702"/>
                  </a:cubicBezTo>
                  <a:cubicBezTo>
                    <a:pt x="9714" y="11702"/>
                    <a:pt x="9915" y="11678"/>
                    <a:pt x="10114" y="11632"/>
                  </a:cubicBezTo>
                  <a:cubicBezTo>
                    <a:pt x="10240" y="11569"/>
                    <a:pt x="10334" y="11506"/>
                    <a:pt x="10366" y="11380"/>
                  </a:cubicBezTo>
                  <a:cubicBezTo>
                    <a:pt x="10397" y="11254"/>
                    <a:pt x="10366" y="11128"/>
                    <a:pt x="10271" y="11065"/>
                  </a:cubicBezTo>
                  <a:lnTo>
                    <a:pt x="9389" y="10152"/>
                  </a:lnTo>
                  <a:cubicBezTo>
                    <a:pt x="9106" y="9868"/>
                    <a:pt x="9106" y="9459"/>
                    <a:pt x="9389" y="9175"/>
                  </a:cubicBezTo>
                  <a:cubicBezTo>
                    <a:pt x="9515" y="9033"/>
                    <a:pt x="9688" y="8962"/>
                    <a:pt x="9866" y="8962"/>
                  </a:cubicBezTo>
                  <a:cubicBezTo>
                    <a:pt x="10043" y="8962"/>
                    <a:pt x="10224" y="9033"/>
                    <a:pt x="10366" y="9175"/>
                  </a:cubicBezTo>
                  <a:lnTo>
                    <a:pt x="11279" y="10089"/>
                  </a:lnTo>
                  <a:cubicBezTo>
                    <a:pt x="11326" y="10135"/>
                    <a:pt x="11405" y="10164"/>
                    <a:pt x="11494" y="10164"/>
                  </a:cubicBezTo>
                  <a:cubicBezTo>
                    <a:pt x="11527" y="10164"/>
                    <a:pt x="11561" y="10160"/>
                    <a:pt x="11594" y="10152"/>
                  </a:cubicBezTo>
                  <a:cubicBezTo>
                    <a:pt x="11720" y="10120"/>
                    <a:pt x="11783" y="10026"/>
                    <a:pt x="11815" y="9931"/>
                  </a:cubicBezTo>
                  <a:cubicBezTo>
                    <a:pt x="12067" y="9081"/>
                    <a:pt x="11815" y="8230"/>
                    <a:pt x="11185" y="7600"/>
                  </a:cubicBezTo>
                  <a:cubicBezTo>
                    <a:pt x="10778" y="7170"/>
                    <a:pt x="10224" y="6903"/>
                    <a:pt x="9537" y="6903"/>
                  </a:cubicBezTo>
                  <a:cubicBezTo>
                    <a:pt x="9266" y="6903"/>
                    <a:pt x="8975" y="6944"/>
                    <a:pt x="8665" y="7033"/>
                  </a:cubicBezTo>
                  <a:lnTo>
                    <a:pt x="4852" y="3221"/>
                  </a:lnTo>
                  <a:lnTo>
                    <a:pt x="4884" y="3032"/>
                  </a:lnTo>
                  <a:cubicBezTo>
                    <a:pt x="5136" y="2213"/>
                    <a:pt x="4884" y="1330"/>
                    <a:pt x="4254" y="700"/>
                  </a:cubicBezTo>
                  <a:cubicBezTo>
                    <a:pt x="3778" y="225"/>
                    <a:pt x="3177" y="0"/>
                    <a:pt x="25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6807;p56">
              <a:extLst>
                <a:ext uri="{FF2B5EF4-FFF2-40B4-BE49-F238E27FC236}">
                  <a16:creationId xmlns:a16="http://schemas.microsoft.com/office/drawing/2014/main" id="{7E80D543-CF0E-9FD2-ED37-90D201ADD8B1}"/>
                </a:ext>
              </a:extLst>
            </p:cNvPr>
            <p:cNvSpPr/>
            <p:nvPr/>
          </p:nvSpPr>
          <p:spPr>
            <a:xfrm>
              <a:off x="-31816600" y="4062950"/>
              <a:ext cx="144150" cy="140600"/>
            </a:xfrm>
            <a:custGeom>
              <a:avLst/>
              <a:gdLst/>
              <a:ahLst/>
              <a:cxnLst/>
              <a:rect l="l" t="t" r="r" b="b"/>
              <a:pathLst>
                <a:path w="5766" h="5624" extrusionOk="0">
                  <a:moveTo>
                    <a:pt x="4080" y="1504"/>
                  </a:moveTo>
                  <a:cubicBezTo>
                    <a:pt x="4167" y="1504"/>
                    <a:pt x="4253" y="1528"/>
                    <a:pt x="4316" y="1575"/>
                  </a:cubicBezTo>
                  <a:cubicBezTo>
                    <a:pt x="4442" y="1701"/>
                    <a:pt x="4442" y="1953"/>
                    <a:pt x="4316" y="2048"/>
                  </a:cubicBezTo>
                  <a:lnTo>
                    <a:pt x="2205" y="4159"/>
                  </a:lnTo>
                  <a:cubicBezTo>
                    <a:pt x="2158" y="4206"/>
                    <a:pt x="2072" y="4230"/>
                    <a:pt x="1985" y="4230"/>
                  </a:cubicBezTo>
                  <a:cubicBezTo>
                    <a:pt x="1898" y="4230"/>
                    <a:pt x="1812" y="4206"/>
                    <a:pt x="1764" y="4159"/>
                  </a:cubicBezTo>
                  <a:cubicBezTo>
                    <a:pt x="1638" y="4033"/>
                    <a:pt x="1638" y="3781"/>
                    <a:pt x="1764" y="3686"/>
                  </a:cubicBezTo>
                  <a:lnTo>
                    <a:pt x="3844" y="1575"/>
                  </a:lnTo>
                  <a:cubicBezTo>
                    <a:pt x="3907" y="1528"/>
                    <a:pt x="3993" y="1504"/>
                    <a:pt x="4080" y="1504"/>
                  </a:cubicBezTo>
                  <a:close/>
                  <a:moveTo>
                    <a:pt x="3844" y="0"/>
                  </a:moveTo>
                  <a:lnTo>
                    <a:pt x="567" y="3277"/>
                  </a:lnTo>
                  <a:cubicBezTo>
                    <a:pt x="0" y="3844"/>
                    <a:pt x="0" y="4694"/>
                    <a:pt x="567" y="5198"/>
                  </a:cubicBezTo>
                  <a:cubicBezTo>
                    <a:pt x="835" y="5482"/>
                    <a:pt x="1189" y="5624"/>
                    <a:pt x="1540" y="5624"/>
                  </a:cubicBezTo>
                  <a:cubicBezTo>
                    <a:pt x="1890" y="5624"/>
                    <a:pt x="2237" y="5482"/>
                    <a:pt x="2489" y="5198"/>
                  </a:cubicBezTo>
                  <a:lnTo>
                    <a:pt x="5766" y="1953"/>
                  </a:lnTo>
                  <a:lnTo>
                    <a:pt x="384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6808;p56">
              <a:extLst>
                <a:ext uri="{FF2B5EF4-FFF2-40B4-BE49-F238E27FC236}">
                  <a16:creationId xmlns:a16="http://schemas.microsoft.com/office/drawing/2014/main" id="{34EE1899-FFAF-99A6-7DBA-0EE70D8EAC94}"/>
                </a:ext>
              </a:extLst>
            </p:cNvPr>
            <p:cNvSpPr/>
            <p:nvPr/>
          </p:nvSpPr>
          <p:spPr>
            <a:xfrm>
              <a:off x="-31648050" y="3910025"/>
              <a:ext cx="129175" cy="127725"/>
            </a:xfrm>
            <a:custGeom>
              <a:avLst/>
              <a:gdLst/>
              <a:ahLst/>
              <a:cxnLst/>
              <a:rect l="l" t="t" r="r" b="b"/>
              <a:pathLst>
                <a:path w="5167" h="5109" extrusionOk="0">
                  <a:moveTo>
                    <a:pt x="4249" y="1"/>
                  </a:moveTo>
                  <a:cubicBezTo>
                    <a:pt x="4179" y="1"/>
                    <a:pt x="4106" y="24"/>
                    <a:pt x="4033" y="68"/>
                  </a:cubicBezTo>
                  <a:lnTo>
                    <a:pt x="2206" y="1171"/>
                  </a:lnTo>
                  <a:cubicBezTo>
                    <a:pt x="2017" y="1265"/>
                    <a:pt x="1985" y="1549"/>
                    <a:pt x="2143" y="1706"/>
                  </a:cubicBezTo>
                  <a:lnTo>
                    <a:pt x="2300" y="1864"/>
                  </a:lnTo>
                  <a:lnTo>
                    <a:pt x="0" y="4164"/>
                  </a:lnTo>
                  <a:lnTo>
                    <a:pt x="945" y="5109"/>
                  </a:lnTo>
                  <a:lnTo>
                    <a:pt x="3245" y="2809"/>
                  </a:lnTo>
                  <a:lnTo>
                    <a:pt x="3434" y="2998"/>
                  </a:lnTo>
                  <a:cubicBezTo>
                    <a:pt x="3502" y="3066"/>
                    <a:pt x="3594" y="3099"/>
                    <a:pt x="3684" y="3099"/>
                  </a:cubicBezTo>
                  <a:cubicBezTo>
                    <a:pt x="3802" y="3099"/>
                    <a:pt x="3916" y="3042"/>
                    <a:pt x="3970" y="2935"/>
                  </a:cubicBezTo>
                  <a:lnTo>
                    <a:pt x="5073" y="1108"/>
                  </a:lnTo>
                  <a:cubicBezTo>
                    <a:pt x="5167" y="1013"/>
                    <a:pt x="5167" y="793"/>
                    <a:pt x="5041" y="698"/>
                  </a:cubicBezTo>
                  <a:lnTo>
                    <a:pt x="4474" y="100"/>
                  </a:lnTo>
                  <a:cubicBezTo>
                    <a:pt x="4406" y="32"/>
                    <a:pt x="4330" y="1"/>
                    <a:pt x="424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81184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1924;p29">
            <a:extLst>
              <a:ext uri="{FF2B5EF4-FFF2-40B4-BE49-F238E27FC236}">
                <a16:creationId xmlns:a16="http://schemas.microsoft.com/office/drawing/2014/main" id="{2AF52E24-C2B3-0422-29EC-32BBC4C498ED}"/>
              </a:ext>
            </a:extLst>
          </p:cNvPr>
          <p:cNvGrpSpPr/>
          <p:nvPr/>
        </p:nvGrpSpPr>
        <p:grpSpPr>
          <a:xfrm>
            <a:off x="1519948" y="1918741"/>
            <a:ext cx="1163291" cy="1093102"/>
            <a:chOff x="-59470075" y="3308975"/>
            <a:chExt cx="318200" cy="316075"/>
          </a:xfrm>
          <a:solidFill>
            <a:srgbClr val="55BDCF"/>
          </a:solidFill>
        </p:grpSpPr>
        <p:sp>
          <p:nvSpPr>
            <p:cNvPr id="3" name="Google Shape;1925;p29">
              <a:extLst>
                <a:ext uri="{FF2B5EF4-FFF2-40B4-BE49-F238E27FC236}">
                  <a16:creationId xmlns:a16="http://schemas.microsoft.com/office/drawing/2014/main" id="{7D3BC8A8-6B49-D9F9-3444-ED850EB276F5}"/>
                </a:ext>
              </a:extLst>
            </p:cNvPr>
            <p:cNvSpPr/>
            <p:nvPr/>
          </p:nvSpPr>
          <p:spPr>
            <a:xfrm>
              <a:off x="-59403925" y="3522625"/>
              <a:ext cx="21275" cy="20500"/>
            </a:xfrm>
            <a:custGeom>
              <a:avLst/>
              <a:gdLst/>
              <a:ahLst/>
              <a:cxnLst/>
              <a:rect l="l" t="t" r="r" b="b"/>
              <a:pathLst>
                <a:path w="851" h="820" extrusionOk="0">
                  <a:moveTo>
                    <a:pt x="0" y="1"/>
                  </a:moveTo>
                  <a:lnTo>
                    <a:pt x="0" y="820"/>
                  </a:lnTo>
                  <a:lnTo>
                    <a:pt x="851" y="820"/>
                  </a:lnTo>
                  <a:lnTo>
                    <a:pt x="85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926;p29">
              <a:extLst>
                <a:ext uri="{FF2B5EF4-FFF2-40B4-BE49-F238E27FC236}">
                  <a16:creationId xmlns:a16="http://schemas.microsoft.com/office/drawing/2014/main" id="{6E903961-43C5-4567-8C53-383B120AB4C3}"/>
                </a:ext>
              </a:extLst>
            </p:cNvPr>
            <p:cNvSpPr/>
            <p:nvPr/>
          </p:nvSpPr>
          <p:spPr>
            <a:xfrm>
              <a:off x="-59362175" y="3522625"/>
              <a:ext cx="20500" cy="20500"/>
            </a:xfrm>
            <a:custGeom>
              <a:avLst/>
              <a:gdLst/>
              <a:ahLst/>
              <a:cxnLst/>
              <a:rect l="l" t="t" r="r" b="b"/>
              <a:pathLst>
                <a:path w="820" h="820" extrusionOk="0">
                  <a:moveTo>
                    <a:pt x="0" y="1"/>
                  </a:moveTo>
                  <a:lnTo>
                    <a:pt x="0" y="820"/>
                  </a:lnTo>
                  <a:lnTo>
                    <a:pt x="819" y="820"/>
                  </a:lnTo>
                  <a:lnTo>
                    <a:pt x="81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927;p29">
              <a:extLst>
                <a:ext uri="{FF2B5EF4-FFF2-40B4-BE49-F238E27FC236}">
                  <a16:creationId xmlns:a16="http://schemas.microsoft.com/office/drawing/2014/main" id="{B2B0233A-F49E-59BF-1F68-841829F0AEAB}"/>
                </a:ext>
              </a:extLst>
            </p:cNvPr>
            <p:cNvSpPr/>
            <p:nvPr/>
          </p:nvSpPr>
          <p:spPr>
            <a:xfrm>
              <a:off x="-59321225" y="3522625"/>
              <a:ext cx="20500" cy="20500"/>
            </a:xfrm>
            <a:custGeom>
              <a:avLst/>
              <a:gdLst/>
              <a:ahLst/>
              <a:cxnLst/>
              <a:rect l="l" t="t" r="r" b="b"/>
              <a:pathLst>
                <a:path w="820" h="820" extrusionOk="0">
                  <a:moveTo>
                    <a:pt x="0" y="1"/>
                  </a:moveTo>
                  <a:lnTo>
                    <a:pt x="0" y="820"/>
                  </a:lnTo>
                  <a:lnTo>
                    <a:pt x="820" y="820"/>
                  </a:lnTo>
                  <a:lnTo>
                    <a:pt x="82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928;p29">
              <a:extLst>
                <a:ext uri="{FF2B5EF4-FFF2-40B4-BE49-F238E27FC236}">
                  <a16:creationId xmlns:a16="http://schemas.microsoft.com/office/drawing/2014/main" id="{A87AD1B0-5C5A-6310-0ACA-65B1F0831140}"/>
                </a:ext>
              </a:extLst>
            </p:cNvPr>
            <p:cNvSpPr/>
            <p:nvPr/>
          </p:nvSpPr>
          <p:spPr>
            <a:xfrm>
              <a:off x="-59279475" y="3522625"/>
              <a:ext cx="20500" cy="20500"/>
            </a:xfrm>
            <a:custGeom>
              <a:avLst/>
              <a:gdLst/>
              <a:ahLst/>
              <a:cxnLst/>
              <a:rect l="l" t="t" r="r" b="b"/>
              <a:pathLst>
                <a:path w="820" h="820" extrusionOk="0">
                  <a:moveTo>
                    <a:pt x="0" y="1"/>
                  </a:moveTo>
                  <a:lnTo>
                    <a:pt x="0" y="820"/>
                  </a:lnTo>
                  <a:lnTo>
                    <a:pt x="819" y="820"/>
                  </a:lnTo>
                  <a:lnTo>
                    <a:pt x="81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929;p29">
              <a:extLst>
                <a:ext uri="{FF2B5EF4-FFF2-40B4-BE49-F238E27FC236}">
                  <a16:creationId xmlns:a16="http://schemas.microsoft.com/office/drawing/2014/main" id="{D3AE4B85-CE68-F1D2-BEF6-B9C37DE3F622}"/>
                </a:ext>
              </a:extLst>
            </p:cNvPr>
            <p:cNvSpPr/>
            <p:nvPr/>
          </p:nvSpPr>
          <p:spPr>
            <a:xfrm>
              <a:off x="-59470075" y="3418825"/>
              <a:ext cx="317425" cy="206225"/>
            </a:xfrm>
            <a:custGeom>
              <a:avLst/>
              <a:gdLst/>
              <a:ahLst/>
              <a:cxnLst/>
              <a:rect l="l" t="t" r="r" b="b"/>
              <a:pathLst>
                <a:path w="12697" h="8249" extrusionOk="0">
                  <a:moveTo>
                    <a:pt x="10523" y="3334"/>
                  </a:moveTo>
                  <a:cubicBezTo>
                    <a:pt x="10775" y="3334"/>
                    <a:pt x="10932" y="3523"/>
                    <a:pt x="10932" y="3775"/>
                  </a:cubicBezTo>
                  <a:lnTo>
                    <a:pt x="10932" y="5413"/>
                  </a:lnTo>
                  <a:cubicBezTo>
                    <a:pt x="10932" y="5665"/>
                    <a:pt x="10712" y="5854"/>
                    <a:pt x="10523" y="5854"/>
                  </a:cubicBezTo>
                  <a:lnTo>
                    <a:pt x="2268" y="5854"/>
                  </a:lnTo>
                  <a:cubicBezTo>
                    <a:pt x="2016" y="5854"/>
                    <a:pt x="1827" y="5665"/>
                    <a:pt x="1827" y="5413"/>
                  </a:cubicBezTo>
                  <a:lnTo>
                    <a:pt x="1827" y="3775"/>
                  </a:lnTo>
                  <a:cubicBezTo>
                    <a:pt x="1827" y="3523"/>
                    <a:pt x="2016" y="3334"/>
                    <a:pt x="2268" y="3334"/>
                  </a:cubicBezTo>
                  <a:close/>
                  <a:moveTo>
                    <a:pt x="2893" y="1"/>
                  </a:moveTo>
                  <a:cubicBezTo>
                    <a:pt x="2822" y="1"/>
                    <a:pt x="2748" y="18"/>
                    <a:pt x="2678" y="57"/>
                  </a:cubicBezTo>
                  <a:lnTo>
                    <a:pt x="221" y="1727"/>
                  </a:lnTo>
                  <a:cubicBezTo>
                    <a:pt x="95" y="1790"/>
                    <a:pt x="0" y="1916"/>
                    <a:pt x="0" y="2073"/>
                  </a:cubicBezTo>
                  <a:lnTo>
                    <a:pt x="0" y="7870"/>
                  </a:lnTo>
                  <a:cubicBezTo>
                    <a:pt x="0" y="8091"/>
                    <a:pt x="221" y="8248"/>
                    <a:pt x="410" y="8248"/>
                  </a:cubicBezTo>
                  <a:lnTo>
                    <a:pt x="12255" y="8248"/>
                  </a:lnTo>
                  <a:cubicBezTo>
                    <a:pt x="12507" y="8248"/>
                    <a:pt x="12665" y="8059"/>
                    <a:pt x="12665" y="7870"/>
                  </a:cubicBezTo>
                  <a:lnTo>
                    <a:pt x="12665" y="2073"/>
                  </a:lnTo>
                  <a:cubicBezTo>
                    <a:pt x="12697" y="1884"/>
                    <a:pt x="12507" y="1664"/>
                    <a:pt x="12287" y="1664"/>
                  </a:cubicBezTo>
                  <a:lnTo>
                    <a:pt x="5797" y="1664"/>
                  </a:lnTo>
                  <a:lnTo>
                    <a:pt x="5797" y="404"/>
                  </a:lnTo>
                  <a:cubicBezTo>
                    <a:pt x="5797" y="166"/>
                    <a:pt x="5600" y="1"/>
                    <a:pt x="5382" y="1"/>
                  </a:cubicBezTo>
                  <a:cubicBezTo>
                    <a:pt x="5311" y="1"/>
                    <a:pt x="5237" y="18"/>
                    <a:pt x="5167" y="57"/>
                  </a:cubicBezTo>
                  <a:lnTo>
                    <a:pt x="3308" y="1286"/>
                  </a:lnTo>
                  <a:lnTo>
                    <a:pt x="3308" y="404"/>
                  </a:lnTo>
                  <a:cubicBezTo>
                    <a:pt x="3308" y="166"/>
                    <a:pt x="3111" y="1"/>
                    <a:pt x="2893"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30;p29">
              <a:extLst>
                <a:ext uri="{FF2B5EF4-FFF2-40B4-BE49-F238E27FC236}">
                  <a16:creationId xmlns:a16="http://schemas.microsoft.com/office/drawing/2014/main" id="{2486E7E7-B73C-D9CF-0372-151E4072517B}"/>
                </a:ext>
              </a:extLst>
            </p:cNvPr>
            <p:cNvSpPr/>
            <p:nvPr/>
          </p:nvSpPr>
          <p:spPr>
            <a:xfrm>
              <a:off x="-59238525" y="3522625"/>
              <a:ext cx="20500" cy="20500"/>
            </a:xfrm>
            <a:custGeom>
              <a:avLst/>
              <a:gdLst/>
              <a:ahLst/>
              <a:cxnLst/>
              <a:rect l="l" t="t" r="r" b="b"/>
              <a:pathLst>
                <a:path w="820" h="820" extrusionOk="0">
                  <a:moveTo>
                    <a:pt x="0" y="1"/>
                  </a:moveTo>
                  <a:lnTo>
                    <a:pt x="0" y="820"/>
                  </a:lnTo>
                  <a:lnTo>
                    <a:pt x="820" y="820"/>
                  </a:lnTo>
                  <a:lnTo>
                    <a:pt x="820"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31;p29">
              <a:extLst>
                <a:ext uri="{FF2B5EF4-FFF2-40B4-BE49-F238E27FC236}">
                  <a16:creationId xmlns:a16="http://schemas.microsoft.com/office/drawing/2014/main" id="{384E6572-C062-6BBB-9EE4-1777ABAD2CCA}"/>
                </a:ext>
              </a:extLst>
            </p:cNvPr>
            <p:cNvSpPr/>
            <p:nvPr/>
          </p:nvSpPr>
          <p:spPr>
            <a:xfrm>
              <a:off x="-59292875" y="3308975"/>
              <a:ext cx="106350" cy="41400"/>
            </a:xfrm>
            <a:custGeom>
              <a:avLst/>
              <a:gdLst/>
              <a:ahLst/>
              <a:cxnLst/>
              <a:rect l="l" t="t" r="r" b="b"/>
              <a:pathLst>
                <a:path w="4254" h="1656" extrusionOk="0">
                  <a:moveTo>
                    <a:pt x="1305" y="1"/>
                  </a:moveTo>
                  <a:cubicBezTo>
                    <a:pt x="904" y="1"/>
                    <a:pt x="497" y="175"/>
                    <a:pt x="158" y="545"/>
                  </a:cubicBezTo>
                  <a:cubicBezTo>
                    <a:pt x="1" y="702"/>
                    <a:pt x="64" y="986"/>
                    <a:pt x="221" y="1143"/>
                  </a:cubicBezTo>
                  <a:cubicBezTo>
                    <a:pt x="311" y="1218"/>
                    <a:pt x="409" y="1258"/>
                    <a:pt x="503" y="1258"/>
                  </a:cubicBezTo>
                  <a:cubicBezTo>
                    <a:pt x="606" y="1258"/>
                    <a:pt x="706" y="1210"/>
                    <a:pt x="788" y="1112"/>
                  </a:cubicBezTo>
                  <a:cubicBezTo>
                    <a:pt x="946" y="938"/>
                    <a:pt x="1127" y="852"/>
                    <a:pt x="1308" y="852"/>
                  </a:cubicBezTo>
                  <a:cubicBezTo>
                    <a:pt x="1489" y="852"/>
                    <a:pt x="1670" y="938"/>
                    <a:pt x="1828" y="1112"/>
                  </a:cubicBezTo>
                  <a:cubicBezTo>
                    <a:pt x="2150" y="1466"/>
                    <a:pt x="2562" y="1655"/>
                    <a:pt x="2977" y="1655"/>
                  </a:cubicBezTo>
                  <a:cubicBezTo>
                    <a:pt x="3374" y="1655"/>
                    <a:pt x="3773" y="1482"/>
                    <a:pt x="4096" y="1112"/>
                  </a:cubicBezTo>
                  <a:cubicBezTo>
                    <a:pt x="4254" y="954"/>
                    <a:pt x="4222" y="671"/>
                    <a:pt x="4065" y="513"/>
                  </a:cubicBezTo>
                  <a:cubicBezTo>
                    <a:pt x="3990" y="438"/>
                    <a:pt x="3886" y="399"/>
                    <a:pt x="3781" y="399"/>
                  </a:cubicBezTo>
                  <a:cubicBezTo>
                    <a:pt x="3665" y="399"/>
                    <a:pt x="3549" y="446"/>
                    <a:pt x="3466" y="545"/>
                  </a:cubicBezTo>
                  <a:cubicBezTo>
                    <a:pt x="3309" y="734"/>
                    <a:pt x="3135" y="828"/>
                    <a:pt x="2962" y="828"/>
                  </a:cubicBezTo>
                  <a:cubicBezTo>
                    <a:pt x="2789" y="828"/>
                    <a:pt x="2616" y="734"/>
                    <a:pt x="2458" y="545"/>
                  </a:cubicBezTo>
                  <a:cubicBezTo>
                    <a:pt x="2136" y="191"/>
                    <a:pt x="1724" y="1"/>
                    <a:pt x="130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32;p29">
              <a:extLst>
                <a:ext uri="{FF2B5EF4-FFF2-40B4-BE49-F238E27FC236}">
                  <a16:creationId xmlns:a16="http://schemas.microsoft.com/office/drawing/2014/main" id="{2AF2539E-2807-6B84-ABF7-249373737859}"/>
                </a:ext>
              </a:extLst>
            </p:cNvPr>
            <p:cNvSpPr/>
            <p:nvPr/>
          </p:nvSpPr>
          <p:spPr>
            <a:xfrm>
              <a:off x="-59214100" y="3371400"/>
              <a:ext cx="62225" cy="68550"/>
            </a:xfrm>
            <a:custGeom>
              <a:avLst/>
              <a:gdLst/>
              <a:ahLst/>
              <a:cxnLst/>
              <a:rect l="l" t="t" r="r" b="b"/>
              <a:pathLst>
                <a:path w="2489" h="2742" extrusionOk="0">
                  <a:moveTo>
                    <a:pt x="410" y="1"/>
                  </a:moveTo>
                  <a:cubicBezTo>
                    <a:pt x="158" y="1"/>
                    <a:pt x="0" y="190"/>
                    <a:pt x="0" y="379"/>
                  </a:cubicBezTo>
                  <a:lnTo>
                    <a:pt x="0" y="2742"/>
                  </a:lnTo>
                  <a:lnTo>
                    <a:pt x="2489" y="2742"/>
                  </a:lnTo>
                  <a:lnTo>
                    <a:pt x="2489" y="379"/>
                  </a:lnTo>
                  <a:cubicBezTo>
                    <a:pt x="2458" y="190"/>
                    <a:pt x="2268" y="1"/>
                    <a:pt x="204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33;p29">
              <a:extLst>
                <a:ext uri="{FF2B5EF4-FFF2-40B4-BE49-F238E27FC236}">
                  <a16:creationId xmlns:a16="http://schemas.microsoft.com/office/drawing/2014/main" id="{88AD9761-709B-CEF5-D76B-B94ACF2C1B22}"/>
                </a:ext>
              </a:extLst>
            </p:cNvPr>
            <p:cNvSpPr/>
            <p:nvPr/>
          </p:nvSpPr>
          <p:spPr>
            <a:xfrm>
              <a:off x="-59297600" y="3392600"/>
              <a:ext cx="62250" cy="48150"/>
            </a:xfrm>
            <a:custGeom>
              <a:avLst/>
              <a:gdLst/>
              <a:ahLst/>
              <a:cxnLst/>
              <a:rect l="l" t="t" r="r" b="b"/>
              <a:pathLst>
                <a:path w="2490" h="1926" extrusionOk="0">
                  <a:moveTo>
                    <a:pt x="387" y="0"/>
                  </a:moveTo>
                  <a:cubicBezTo>
                    <a:pt x="163" y="0"/>
                    <a:pt x="1" y="177"/>
                    <a:pt x="1" y="382"/>
                  </a:cubicBezTo>
                  <a:lnTo>
                    <a:pt x="1" y="1925"/>
                  </a:lnTo>
                  <a:lnTo>
                    <a:pt x="2489" y="1925"/>
                  </a:lnTo>
                  <a:lnTo>
                    <a:pt x="2489" y="382"/>
                  </a:lnTo>
                  <a:cubicBezTo>
                    <a:pt x="2489" y="161"/>
                    <a:pt x="2300" y="4"/>
                    <a:pt x="2080" y="4"/>
                  </a:cubicBezTo>
                  <a:lnTo>
                    <a:pt x="442" y="4"/>
                  </a:lnTo>
                  <a:cubicBezTo>
                    <a:pt x="423" y="1"/>
                    <a:pt x="405" y="0"/>
                    <a:pt x="38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 name="Google Shape;1934;p29">
            <a:extLst>
              <a:ext uri="{FF2B5EF4-FFF2-40B4-BE49-F238E27FC236}">
                <a16:creationId xmlns:a16="http://schemas.microsoft.com/office/drawing/2014/main" id="{5B69E8D8-188C-9B3A-4BBB-0F23B4ABB16E}"/>
              </a:ext>
            </a:extLst>
          </p:cNvPr>
          <p:cNvGrpSpPr/>
          <p:nvPr/>
        </p:nvGrpSpPr>
        <p:grpSpPr>
          <a:xfrm>
            <a:off x="3252471" y="2090455"/>
            <a:ext cx="944918" cy="921388"/>
            <a:chOff x="-31455100" y="3909350"/>
            <a:chExt cx="294600" cy="293800"/>
          </a:xfrm>
        </p:grpSpPr>
        <p:sp>
          <p:nvSpPr>
            <p:cNvPr id="13" name="Google Shape;1935;p29">
              <a:extLst>
                <a:ext uri="{FF2B5EF4-FFF2-40B4-BE49-F238E27FC236}">
                  <a16:creationId xmlns:a16="http://schemas.microsoft.com/office/drawing/2014/main" id="{30C4D5B2-83E0-1B18-5BEA-E0B8DFC3BB1E}"/>
                </a:ext>
              </a:extLst>
            </p:cNvPr>
            <p:cNvSpPr/>
            <p:nvPr/>
          </p:nvSpPr>
          <p:spPr>
            <a:xfrm>
              <a:off x="-31455100" y="3909350"/>
              <a:ext cx="294600" cy="293800"/>
            </a:xfrm>
            <a:custGeom>
              <a:avLst/>
              <a:gdLst/>
              <a:ahLst/>
              <a:cxnLst/>
              <a:rect l="l" t="t" r="r" b="b"/>
              <a:pathLst>
                <a:path w="11784" h="11752" extrusionOk="0">
                  <a:moveTo>
                    <a:pt x="5199" y="1"/>
                  </a:moveTo>
                  <a:cubicBezTo>
                    <a:pt x="5042" y="1"/>
                    <a:pt x="4916" y="127"/>
                    <a:pt x="4884" y="284"/>
                  </a:cubicBezTo>
                  <a:lnTo>
                    <a:pt x="4727" y="883"/>
                  </a:lnTo>
                  <a:cubicBezTo>
                    <a:pt x="4191" y="977"/>
                    <a:pt x="3655" y="1229"/>
                    <a:pt x="3151" y="1513"/>
                  </a:cubicBezTo>
                  <a:lnTo>
                    <a:pt x="2647" y="1229"/>
                  </a:lnTo>
                  <a:cubicBezTo>
                    <a:pt x="2599" y="1205"/>
                    <a:pt x="2542" y="1195"/>
                    <a:pt x="2482" y="1195"/>
                  </a:cubicBezTo>
                  <a:cubicBezTo>
                    <a:pt x="2386" y="1195"/>
                    <a:pt x="2284" y="1222"/>
                    <a:pt x="2206" y="1261"/>
                  </a:cubicBezTo>
                  <a:lnTo>
                    <a:pt x="1261" y="2206"/>
                  </a:lnTo>
                  <a:cubicBezTo>
                    <a:pt x="1135" y="2332"/>
                    <a:pt x="1135" y="2490"/>
                    <a:pt x="1230" y="2647"/>
                  </a:cubicBezTo>
                  <a:lnTo>
                    <a:pt x="1513" y="3151"/>
                  </a:lnTo>
                  <a:cubicBezTo>
                    <a:pt x="1198" y="3624"/>
                    <a:pt x="978" y="4191"/>
                    <a:pt x="883" y="4726"/>
                  </a:cubicBezTo>
                  <a:lnTo>
                    <a:pt x="284" y="4884"/>
                  </a:lnTo>
                  <a:cubicBezTo>
                    <a:pt x="127" y="4947"/>
                    <a:pt x="1" y="5041"/>
                    <a:pt x="1" y="5199"/>
                  </a:cubicBezTo>
                  <a:lnTo>
                    <a:pt x="1" y="6585"/>
                  </a:lnTo>
                  <a:cubicBezTo>
                    <a:pt x="1" y="6743"/>
                    <a:pt x="127" y="6869"/>
                    <a:pt x="284" y="6900"/>
                  </a:cubicBezTo>
                  <a:lnTo>
                    <a:pt x="883" y="7058"/>
                  </a:lnTo>
                  <a:cubicBezTo>
                    <a:pt x="946" y="7404"/>
                    <a:pt x="1072" y="7782"/>
                    <a:pt x="1230" y="8129"/>
                  </a:cubicBezTo>
                  <a:cubicBezTo>
                    <a:pt x="1504" y="7854"/>
                    <a:pt x="2843" y="6486"/>
                    <a:pt x="2841" y="6486"/>
                  </a:cubicBezTo>
                  <a:lnTo>
                    <a:pt x="2841" y="6486"/>
                  </a:lnTo>
                  <a:cubicBezTo>
                    <a:pt x="2841" y="6486"/>
                    <a:pt x="2839" y="6488"/>
                    <a:pt x="2836" y="6491"/>
                  </a:cubicBezTo>
                  <a:cubicBezTo>
                    <a:pt x="2836" y="6459"/>
                    <a:pt x="2805" y="6050"/>
                    <a:pt x="2805" y="5955"/>
                  </a:cubicBezTo>
                  <a:cubicBezTo>
                    <a:pt x="2773" y="4222"/>
                    <a:pt x="4191" y="2836"/>
                    <a:pt x="5861" y="2836"/>
                  </a:cubicBezTo>
                  <a:cubicBezTo>
                    <a:pt x="7562" y="2836"/>
                    <a:pt x="8948" y="4222"/>
                    <a:pt x="8948" y="5924"/>
                  </a:cubicBezTo>
                  <a:cubicBezTo>
                    <a:pt x="8948" y="7499"/>
                    <a:pt x="7751" y="8822"/>
                    <a:pt x="6113" y="8948"/>
                  </a:cubicBezTo>
                  <a:cubicBezTo>
                    <a:pt x="6066" y="8948"/>
                    <a:pt x="5963" y="8956"/>
                    <a:pt x="5821" y="8956"/>
                  </a:cubicBezTo>
                  <a:cubicBezTo>
                    <a:pt x="5680" y="8956"/>
                    <a:pt x="5499" y="8948"/>
                    <a:pt x="5294" y="8917"/>
                  </a:cubicBezTo>
                  <a:lnTo>
                    <a:pt x="3655" y="10523"/>
                  </a:lnTo>
                  <a:cubicBezTo>
                    <a:pt x="4034" y="10681"/>
                    <a:pt x="4349" y="10807"/>
                    <a:pt x="4727" y="10870"/>
                  </a:cubicBezTo>
                  <a:lnTo>
                    <a:pt x="4884" y="11468"/>
                  </a:lnTo>
                  <a:cubicBezTo>
                    <a:pt x="4916" y="11626"/>
                    <a:pt x="5042" y="11752"/>
                    <a:pt x="5199" y="11752"/>
                  </a:cubicBezTo>
                  <a:lnTo>
                    <a:pt x="6585" y="11752"/>
                  </a:lnTo>
                  <a:cubicBezTo>
                    <a:pt x="6743" y="11752"/>
                    <a:pt x="6869" y="11626"/>
                    <a:pt x="6901" y="11468"/>
                  </a:cubicBezTo>
                  <a:lnTo>
                    <a:pt x="7058" y="10870"/>
                  </a:lnTo>
                  <a:cubicBezTo>
                    <a:pt x="7594" y="10775"/>
                    <a:pt x="8129" y="10523"/>
                    <a:pt x="8633" y="10240"/>
                  </a:cubicBezTo>
                  <a:lnTo>
                    <a:pt x="9137" y="10523"/>
                  </a:lnTo>
                  <a:cubicBezTo>
                    <a:pt x="9185" y="10547"/>
                    <a:pt x="9243" y="10558"/>
                    <a:pt x="9302" y="10558"/>
                  </a:cubicBezTo>
                  <a:cubicBezTo>
                    <a:pt x="9399" y="10558"/>
                    <a:pt x="9501" y="10531"/>
                    <a:pt x="9578" y="10492"/>
                  </a:cubicBezTo>
                  <a:lnTo>
                    <a:pt x="10524" y="9547"/>
                  </a:lnTo>
                  <a:cubicBezTo>
                    <a:pt x="10650" y="9421"/>
                    <a:pt x="10650" y="9263"/>
                    <a:pt x="10555" y="9106"/>
                  </a:cubicBezTo>
                  <a:lnTo>
                    <a:pt x="10303" y="8601"/>
                  </a:lnTo>
                  <a:cubicBezTo>
                    <a:pt x="10618" y="8129"/>
                    <a:pt x="10807" y="7562"/>
                    <a:pt x="10933" y="7026"/>
                  </a:cubicBezTo>
                  <a:lnTo>
                    <a:pt x="11500" y="6869"/>
                  </a:lnTo>
                  <a:cubicBezTo>
                    <a:pt x="11658" y="6806"/>
                    <a:pt x="11784" y="6711"/>
                    <a:pt x="11784" y="6554"/>
                  </a:cubicBezTo>
                  <a:lnTo>
                    <a:pt x="11784" y="5167"/>
                  </a:lnTo>
                  <a:cubicBezTo>
                    <a:pt x="11752" y="5041"/>
                    <a:pt x="11658" y="4915"/>
                    <a:pt x="11500" y="4884"/>
                  </a:cubicBezTo>
                  <a:lnTo>
                    <a:pt x="10902" y="4726"/>
                  </a:lnTo>
                  <a:cubicBezTo>
                    <a:pt x="10807" y="4191"/>
                    <a:pt x="10555" y="3687"/>
                    <a:pt x="10272" y="3151"/>
                  </a:cubicBezTo>
                  <a:lnTo>
                    <a:pt x="10555" y="2647"/>
                  </a:lnTo>
                  <a:cubicBezTo>
                    <a:pt x="10650" y="2521"/>
                    <a:pt x="10587" y="2332"/>
                    <a:pt x="10524" y="2206"/>
                  </a:cubicBezTo>
                  <a:lnTo>
                    <a:pt x="9578" y="1261"/>
                  </a:lnTo>
                  <a:cubicBezTo>
                    <a:pt x="9509" y="1209"/>
                    <a:pt x="9430" y="1185"/>
                    <a:pt x="9347" y="1185"/>
                  </a:cubicBezTo>
                  <a:cubicBezTo>
                    <a:pt x="9279" y="1185"/>
                    <a:pt x="9208" y="1201"/>
                    <a:pt x="9137" y="1229"/>
                  </a:cubicBezTo>
                  <a:lnTo>
                    <a:pt x="8633" y="1513"/>
                  </a:lnTo>
                  <a:cubicBezTo>
                    <a:pt x="8161" y="1198"/>
                    <a:pt x="7594" y="977"/>
                    <a:pt x="7058" y="883"/>
                  </a:cubicBezTo>
                  <a:lnTo>
                    <a:pt x="6901" y="284"/>
                  </a:lnTo>
                  <a:cubicBezTo>
                    <a:pt x="6869" y="127"/>
                    <a:pt x="6743" y="1"/>
                    <a:pt x="658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936;p29">
              <a:extLst>
                <a:ext uri="{FF2B5EF4-FFF2-40B4-BE49-F238E27FC236}">
                  <a16:creationId xmlns:a16="http://schemas.microsoft.com/office/drawing/2014/main" id="{8C480428-ED78-3F35-BA33-7775496BB684}"/>
                </a:ext>
              </a:extLst>
            </p:cNvPr>
            <p:cNvSpPr/>
            <p:nvPr/>
          </p:nvSpPr>
          <p:spPr>
            <a:xfrm>
              <a:off x="-31455100" y="3997350"/>
              <a:ext cx="215050" cy="205025"/>
            </a:xfrm>
            <a:custGeom>
              <a:avLst/>
              <a:gdLst/>
              <a:ahLst/>
              <a:cxnLst/>
              <a:rect l="l" t="t" r="r" b="b"/>
              <a:pathLst>
                <a:path w="8602" h="8201" extrusionOk="0">
                  <a:moveTo>
                    <a:pt x="5939" y="0"/>
                  </a:moveTo>
                  <a:cubicBezTo>
                    <a:pt x="4729" y="0"/>
                    <a:pt x="3750" y="854"/>
                    <a:pt x="3561" y="1963"/>
                  </a:cubicBezTo>
                  <a:cubicBezTo>
                    <a:pt x="3466" y="2404"/>
                    <a:pt x="3498" y="2813"/>
                    <a:pt x="3624" y="3223"/>
                  </a:cubicBezTo>
                  <a:lnTo>
                    <a:pt x="410" y="6468"/>
                  </a:lnTo>
                  <a:cubicBezTo>
                    <a:pt x="1" y="6846"/>
                    <a:pt x="1" y="7507"/>
                    <a:pt x="410" y="7917"/>
                  </a:cubicBezTo>
                  <a:cubicBezTo>
                    <a:pt x="600" y="8106"/>
                    <a:pt x="852" y="8200"/>
                    <a:pt x="1111" y="8200"/>
                  </a:cubicBezTo>
                  <a:cubicBezTo>
                    <a:pt x="1371" y="8200"/>
                    <a:pt x="1639" y="8106"/>
                    <a:pt x="1860" y="7917"/>
                  </a:cubicBezTo>
                  <a:lnTo>
                    <a:pt x="5136" y="4640"/>
                  </a:lnTo>
                  <a:cubicBezTo>
                    <a:pt x="5388" y="4735"/>
                    <a:pt x="5664" y="4782"/>
                    <a:pt x="5947" y="4782"/>
                  </a:cubicBezTo>
                  <a:cubicBezTo>
                    <a:pt x="6231" y="4782"/>
                    <a:pt x="6522" y="4735"/>
                    <a:pt x="6806" y="4640"/>
                  </a:cubicBezTo>
                  <a:cubicBezTo>
                    <a:pt x="7846" y="4294"/>
                    <a:pt x="8602" y="3065"/>
                    <a:pt x="8224" y="1773"/>
                  </a:cubicBezTo>
                  <a:cubicBezTo>
                    <a:pt x="8192" y="1647"/>
                    <a:pt x="8129" y="1553"/>
                    <a:pt x="8003" y="1521"/>
                  </a:cubicBezTo>
                  <a:cubicBezTo>
                    <a:pt x="7972" y="1514"/>
                    <a:pt x="7942" y="1510"/>
                    <a:pt x="7914" y="1510"/>
                  </a:cubicBezTo>
                  <a:cubicBezTo>
                    <a:pt x="7830" y="1510"/>
                    <a:pt x="7759" y="1545"/>
                    <a:pt x="7688" y="1616"/>
                  </a:cubicBezTo>
                  <a:lnTo>
                    <a:pt x="6901" y="2404"/>
                  </a:lnTo>
                  <a:cubicBezTo>
                    <a:pt x="6759" y="2530"/>
                    <a:pt x="6578" y="2593"/>
                    <a:pt x="6400" y="2593"/>
                  </a:cubicBezTo>
                  <a:cubicBezTo>
                    <a:pt x="6223" y="2593"/>
                    <a:pt x="6050" y="2530"/>
                    <a:pt x="5924" y="2404"/>
                  </a:cubicBezTo>
                  <a:cubicBezTo>
                    <a:pt x="5640" y="2120"/>
                    <a:pt x="5640" y="1679"/>
                    <a:pt x="5924" y="1395"/>
                  </a:cubicBezTo>
                  <a:lnTo>
                    <a:pt x="6711" y="608"/>
                  </a:lnTo>
                  <a:cubicBezTo>
                    <a:pt x="6774" y="545"/>
                    <a:pt x="6806" y="419"/>
                    <a:pt x="6774" y="293"/>
                  </a:cubicBezTo>
                  <a:cubicBezTo>
                    <a:pt x="6743" y="198"/>
                    <a:pt x="6648" y="104"/>
                    <a:pt x="6554" y="72"/>
                  </a:cubicBezTo>
                  <a:cubicBezTo>
                    <a:pt x="6344" y="23"/>
                    <a:pt x="6139" y="0"/>
                    <a:pt x="59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 name="Google Shape;2024;p31">
            <a:extLst>
              <a:ext uri="{FF2B5EF4-FFF2-40B4-BE49-F238E27FC236}">
                <a16:creationId xmlns:a16="http://schemas.microsoft.com/office/drawing/2014/main" id="{4DDFC8C1-FC2C-F507-C4DC-9649932D2E09}"/>
              </a:ext>
            </a:extLst>
          </p:cNvPr>
          <p:cNvGrpSpPr/>
          <p:nvPr/>
        </p:nvGrpSpPr>
        <p:grpSpPr>
          <a:xfrm>
            <a:off x="4616718" y="1990329"/>
            <a:ext cx="1124513" cy="921388"/>
            <a:chOff x="3357325" y="2093500"/>
            <a:chExt cx="311525" cy="322825"/>
          </a:xfrm>
          <a:solidFill>
            <a:srgbClr val="55BDCF"/>
          </a:solidFill>
        </p:grpSpPr>
        <p:sp>
          <p:nvSpPr>
            <p:cNvPr id="17" name="Google Shape;2025;p31">
              <a:extLst>
                <a:ext uri="{FF2B5EF4-FFF2-40B4-BE49-F238E27FC236}">
                  <a16:creationId xmlns:a16="http://schemas.microsoft.com/office/drawing/2014/main" id="{E4E019E1-850B-7F8F-48FF-85EBD0E5EDB5}"/>
                </a:ext>
              </a:extLst>
            </p:cNvPr>
            <p:cNvSpPr/>
            <p:nvPr/>
          </p:nvSpPr>
          <p:spPr>
            <a:xfrm>
              <a:off x="3357325" y="2210550"/>
              <a:ext cx="85700" cy="205775"/>
            </a:xfrm>
            <a:custGeom>
              <a:avLst/>
              <a:gdLst/>
              <a:ahLst/>
              <a:cxnLst/>
              <a:rect l="l" t="t" r="r" b="b"/>
              <a:pathLst>
                <a:path w="3428" h="8231" extrusionOk="0">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8" name="Google Shape;2026;p31">
              <a:extLst>
                <a:ext uri="{FF2B5EF4-FFF2-40B4-BE49-F238E27FC236}">
                  <a16:creationId xmlns:a16="http://schemas.microsoft.com/office/drawing/2014/main" id="{2659840E-91C4-FDFD-A028-1EE0D6F78701}"/>
                </a:ext>
              </a:extLst>
            </p:cNvPr>
            <p:cNvSpPr/>
            <p:nvPr/>
          </p:nvSpPr>
          <p:spPr>
            <a:xfrm>
              <a:off x="3471225" y="2152075"/>
              <a:ext cx="84725" cy="264250"/>
            </a:xfrm>
            <a:custGeom>
              <a:avLst/>
              <a:gdLst/>
              <a:ahLst/>
              <a:cxnLst/>
              <a:rect l="l" t="t" r="r" b="b"/>
              <a:pathLst>
                <a:path w="3389" h="10570" extrusionOk="0">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9" name="Google Shape;2027;p31">
              <a:extLst>
                <a:ext uri="{FF2B5EF4-FFF2-40B4-BE49-F238E27FC236}">
                  <a16:creationId xmlns:a16="http://schemas.microsoft.com/office/drawing/2014/main" id="{CDE7A19B-061E-A080-446D-2A3DCC90C8F6}"/>
                </a:ext>
              </a:extLst>
            </p:cNvPr>
            <p:cNvSpPr/>
            <p:nvPr/>
          </p:nvSpPr>
          <p:spPr>
            <a:xfrm>
              <a:off x="3584150" y="2093500"/>
              <a:ext cx="84700" cy="322825"/>
            </a:xfrm>
            <a:custGeom>
              <a:avLst/>
              <a:gdLst/>
              <a:ahLst/>
              <a:cxnLst/>
              <a:rect l="l" t="t" r="r" b="b"/>
              <a:pathLst>
                <a:path w="3388" h="12913" extrusionOk="0">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0" name="Google Shape;2096;p32">
            <a:extLst>
              <a:ext uri="{FF2B5EF4-FFF2-40B4-BE49-F238E27FC236}">
                <a16:creationId xmlns:a16="http://schemas.microsoft.com/office/drawing/2014/main" id="{7D719FCD-209A-1B5A-91E9-4EEEBFA7BF0A}"/>
              </a:ext>
            </a:extLst>
          </p:cNvPr>
          <p:cNvGrpSpPr/>
          <p:nvPr/>
        </p:nvGrpSpPr>
        <p:grpSpPr>
          <a:xfrm>
            <a:off x="6164169" y="1990329"/>
            <a:ext cx="1101763" cy="1002008"/>
            <a:chOff x="1487200" y="4993748"/>
            <a:chExt cx="483125" cy="483125"/>
          </a:xfrm>
          <a:solidFill>
            <a:srgbClr val="148A9B"/>
          </a:solidFill>
        </p:grpSpPr>
        <p:sp>
          <p:nvSpPr>
            <p:cNvPr id="21" name="Google Shape;2097;p32">
              <a:extLst>
                <a:ext uri="{FF2B5EF4-FFF2-40B4-BE49-F238E27FC236}">
                  <a16:creationId xmlns:a16="http://schemas.microsoft.com/office/drawing/2014/main" id="{60D4DECA-E151-7603-01C9-7B8336D6C83F}"/>
                </a:ext>
              </a:extLst>
            </p:cNvPr>
            <p:cNvSpPr/>
            <p:nvPr/>
          </p:nvSpPr>
          <p:spPr>
            <a:xfrm>
              <a:off x="1487200" y="4993748"/>
              <a:ext cx="483125" cy="483125"/>
            </a:xfrm>
            <a:custGeom>
              <a:avLst/>
              <a:gdLst/>
              <a:ahLst/>
              <a:cxnLst/>
              <a:rect l="l" t="t" r="r" b="b"/>
              <a:pathLst>
                <a:path w="19325" h="19325" extrusionOk="0">
                  <a:moveTo>
                    <a:pt x="9662" y="1133"/>
                  </a:moveTo>
                  <a:cubicBezTo>
                    <a:pt x="11824" y="1133"/>
                    <a:pt x="13983" y="1975"/>
                    <a:pt x="15668" y="3657"/>
                  </a:cubicBezTo>
                  <a:cubicBezTo>
                    <a:pt x="19035" y="7027"/>
                    <a:pt x="19035" y="12302"/>
                    <a:pt x="15668" y="15668"/>
                  </a:cubicBezTo>
                  <a:cubicBezTo>
                    <a:pt x="13983" y="17352"/>
                    <a:pt x="11822" y="18193"/>
                    <a:pt x="9661" y="18193"/>
                  </a:cubicBezTo>
                  <a:cubicBezTo>
                    <a:pt x="7500" y="18193"/>
                    <a:pt x="5340" y="17352"/>
                    <a:pt x="3657" y="15668"/>
                  </a:cubicBezTo>
                  <a:cubicBezTo>
                    <a:pt x="290" y="12302"/>
                    <a:pt x="290" y="7024"/>
                    <a:pt x="3657" y="3657"/>
                  </a:cubicBezTo>
                  <a:cubicBezTo>
                    <a:pt x="5342" y="1975"/>
                    <a:pt x="7500" y="1133"/>
                    <a:pt x="9662" y="1133"/>
                  </a:cubicBezTo>
                  <a:close/>
                  <a:moveTo>
                    <a:pt x="9662" y="1"/>
                  </a:moveTo>
                  <a:cubicBezTo>
                    <a:pt x="7117" y="1"/>
                    <a:pt x="4698" y="1015"/>
                    <a:pt x="2857" y="2857"/>
                  </a:cubicBezTo>
                  <a:cubicBezTo>
                    <a:pt x="1015" y="4699"/>
                    <a:pt x="0" y="7117"/>
                    <a:pt x="0" y="9663"/>
                  </a:cubicBezTo>
                  <a:cubicBezTo>
                    <a:pt x="0" y="12208"/>
                    <a:pt x="1015" y="14627"/>
                    <a:pt x="2857" y="16469"/>
                  </a:cubicBezTo>
                  <a:cubicBezTo>
                    <a:pt x="4698" y="18310"/>
                    <a:pt x="7117" y="19325"/>
                    <a:pt x="9662" y="19325"/>
                  </a:cubicBezTo>
                  <a:cubicBezTo>
                    <a:pt x="12208" y="19325"/>
                    <a:pt x="14626" y="18310"/>
                    <a:pt x="16468" y="16469"/>
                  </a:cubicBezTo>
                  <a:cubicBezTo>
                    <a:pt x="18310" y="14627"/>
                    <a:pt x="19325" y="12208"/>
                    <a:pt x="19325" y="9663"/>
                  </a:cubicBezTo>
                  <a:cubicBezTo>
                    <a:pt x="19325" y="7117"/>
                    <a:pt x="18310" y="4699"/>
                    <a:pt x="16468" y="2857"/>
                  </a:cubicBezTo>
                  <a:cubicBezTo>
                    <a:pt x="14626" y="1015"/>
                    <a:pt x="12208" y="1"/>
                    <a:pt x="966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22" name="Google Shape;2098;p32">
              <a:extLst>
                <a:ext uri="{FF2B5EF4-FFF2-40B4-BE49-F238E27FC236}">
                  <a16:creationId xmlns:a16="http://schemas.microsoft.com/office/drawing/2014/main" id="{9588E3FA-834F-A7B2-798C-81F77C49F2D4}"/>
                </a:ext>
              </a:extLst>
            </p:cNvPr>
            <p:cNvSpPr/>
            <p:nvPr/>
          </p:nvSpPr>
          <p:spPr>
            <a:xfrm>
              <a:off x="1602600" y="5143950"/>
              <a:ext cx="250350" cy="182725"/>
            </a:xfrm>
            <a:custGeom>
              <a:avLst/>
              <a:gdLst/>
              <a:ahLst/>
              <a:cxnLst/>
              <a:rect l="l" t="t" r="r" b="b"/>
              <a:pathLst>
                <a:path w="10014" h="7309" extrusionOk="0">
                  <a:moveTo>
                    <a:pt x="8149" y="1134"/>
                  </a:moveTo>
                  <a:cubicBezTo>
                    <a:pt x="8294" y="1134"/>
                    <a:pt x="8439" y="1189"/>
                    <a:pt x="8549" y="1300"/>
                  </a:cubicBezTo>
                  <a:cubicBezTo>
                    <a:pt x="8769" y="1520"/>
                    <a:pt x="8769" y="1879"/>
                    <a:pt x="8549" y="2100"/>
                  </a:cubicBezTo>
                  <a:lnTo>
                    <a:pt x="4639" y="6007"/>
                  </a:lnTo>
                  <a:cubicBezTo>
                    <a:pt x="4527" y="6120"/>
                    <a:pt x="4377" y="6177"/>
                    <a:pt x="4227" y="6177"/>
                  </a:cubicBezTo>
                  <a:cubicBezTo>
                    <a:pt x="4081" y="6177"/>
                    <a:pt x="3937" y="6123"/>
                    <a:pt x="3830" y="6016"/>
                  </a:cubicBezTo>
                  <a:lnTo>
                    <a:pt x="1547" y="3748"/>
                  </a:lnTo>
                  <a:cubicBezTo>
                    <a:pt x="1296" y="3534"/>
                    <a:pt x="1281" y="3151"/>
                    <a:pt x="1514" y="2918"/>
                  </a:cubicBezTo>
                  <a:cubicBezTo>
                    <a:pt x="1626" y="2806"/>
                    <a:pt x="1771" y="2750"/>
                    <a:pt x="1916" y="2750"/>
                  </a:cubicBezTo>
                  <a:cubicBezTo>
                    <a:pt x="2074" y="2750"/>
                    <a:pt x="2232" y="2817"/>
                    <a:pt x="2344" y="2948"/>
                  </a:cubicBezTo>
                  <a:lnTo>
                    <a:pt x="3784" y="4388"/>
                  </a:lnTo>
                  <a:cubicBezTo>
                    <a:pt x="3793" y="4401"/>
                    <a:pt x="3805" y="4410"/>
                    <a:pt x="3817" y="4419"/>
                  </a:cubicBezTo>
                  <a:cubicBezTo>
                    <a:pt x="3817" y="4422"/>
                    <a:pt x="3820" y="4422"/>
                    <a:pt x="3823" y="4425"/>
                  </a:cubicBezTo>
                  <a:cubicBezTo>
                    <a:pt x="3934" y="4535"/>
                    <a:pt x="4078" y="4590"/>
                    <a:pt x="4222" y="4590"/>
                  </a:cubicBezTo>
                  <a:cubicBezTo>
                    <a:pt x="4367" y="4590"/>
                    <a:pt x="4512" y="4535"/>
                    <a:pt x="4624" y="4425"/>
                  </a:cubicBezTo>
                  <a:lnTo>
                    <a:pt x="7749" y="1300"/>
                  </a:lnTo>
                  <a:cubicBezTo>
                    <a:pt x="7859" y="1189"/>
                    <a:pt x="8004" y="1134"/>
                    <a:pt x="8149" y="1134"/>
                  </a:cubicBezTo>
                  <a:close/>
                  <a:moveTo>
                    <a:pt x="8146" y="1"/>
                  </a:moveTo>
                  <a:cubicBezTo>
                    <a:pt x="7712" y="1"/>
                    <a:pt x="7279" y="166"/>
                    <a:pt x="6949" y="496"/>
                  </a:cubicBezTo>
                  <a:lnTo>
                    <a:pt x="6946" y="496"/>
                  </a:lnTo>
                  <a:lnTo>
                    <a:pt x="4219" y="3223"/>
                  </a:lnTo>
                  <a:lnTo>
                    <a:pt x="3144" y="2148"/>
                  </a:lnTo>
                  <a:cubicBezTo>
                    <a:pt x="2808" y="1779"/>
                    <a:pt x="2348" y="1594"/>
                    <a:pt x="1887" y="1594"/>
                  </a:cubicBezTo>
                  <a:cubicBezTo>
                    <a:pt x="1453" y="1594"/>
                    <a:pt x="1019" y="1758"/>
                    <a:pt x="686" y="2091"/>
                  </a:cubicBezTo>
                  <a:cubicBezTo>
                    <a:pt x="1" y="2776"/>
                    <a:pt x="28" y="3896"/>
                    <a:pt x="747" y="4549"/>
                  </a:cubicBezTo>
                  <a:lnTo>
                    <a:pt x="3029" y="6819"/>
                  </a:lnTo>
                  <a:cubicBezTo>
                    <a:pt x="3344" y="7131"/>
                    <a:pt x="3768" y="7308"/>
                    <a:pt x="4214" y="7308"/>
                  </a:cubicBezTo>
                  <a:cubicBezTo>
                    <a:pt x="4218" y="7308"/>
                    <a:pt x="4221" y="7308"/>
                    <a:pt x="4225" y="7308"/>
                  </a:cubicBezTo>
                  <a:cubicBezTo>
                    <a:pt x="4678" y="7308"/>
                    <a:pt x="5116" y="7127"/>
                    <a:pt x="5439" y="6807"/>
                  </a:cubicBezTo>
                  <a:lnTo>
                    <a:pt x="9349" y="2900"/>
                  </a:lnTo>
                  <a:cubicBezTo>
                    <a:pt x="10013" y="2236"/>
                    <a:pt x="10013" y="1161"/>
                    <a:pt x="9349" y="499"/>
                  </a:cubicBezTo>
                  <a:cubicBezTo>
                    <a:pt x="9017" y="167"/>
                    <a:pt x="8581" y="1"/>
                    <a:pt x="814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23" name="Google Shape;2089;p32">
            <a:extLst>
              <a:ext uri="{FF2B5EF4-FFF2-40B4-BE49-F238E27FC236}">
                <a16:creationId xmlns:a16="http://schemas.microsoft.com/office/drawing/2014/main" id="{714A3FD1-A739-E2DE-263B-706B3970A17D}"/>
              </a:ext>
            </a:extLst>
          </p:cNvPr>
          <p:cNvGrpSpPr/>
          <p:nvPr/>
        </p:nvGrpSpPr>
        <p:grpSpPr>
          <a:xfrm>
            <a:off x="7488897" y="1950019"/>
            <a:ext cx="1101763" cy="1002008"/>
            <a:chOff x="-65129950" y="2646800"/>
            <a:chExt cx="311125" cy="317425"/>
          </a:xfrm>
        </p:grpSpPr>
        <p:sp>
          <p:nvSpPr>
            <p:cNvPr id="24" name="Google Shape;2090;p32">
              <a:extLst>
                <a:ext uri="{FF2B5EF4-FFF2-40B4-BE49-F238E27FC236}">
                  <a16:creationId xmlns:a16="http://schemas.microsoft.com/office/drawing/2014/main" id="{579E8DBD-447A-4545-50D6-5536350BEAE0}"/>
                </a:ext>
              </a:extLst>
            </p:cNvPr>
            <p:cNvSpPr/>
            <p:nvPr/>
          </p:nvSpPr>
          <p:spPr>
            <a:xfrm>
              <a:off x="-65129950" y="2646800"/>
              <a:ext cx="311125" cy="317425"/>
            </a:xfrm>
            <a:custGeom>
              <a:avLst/>
              <a:gdLst/>
              <a:ahLst/>
              <a:cxnLst/>
              <a:rect l="l" t="t" r="r" b="b"/>
              <a:pathLst>
                <a:path w="12445" h="12697" extrusionOk="0">
                  <a:moveTo>
                    <a:pt x="6648" y="851"/>
                  </a:moveTo>
                  <a:lnTo>
                    <a:pt x="6648" y="1954"/>
                  </a:lnTo>
                  <a:lnTo>
                    <a:pt x="5860" y="1954"/>
                  </a:lnTo>
                  <a:lnTo>
                    <a:pt x="5860" y="851"/>
                  </a:lnTo>
                  <a:close/>
                  <a:moveTo>
                    <a:pt x="1261" y="1954"/>
                  </a:moveTo>
                  <a:cubicBezTo>
                    <a:pt x="1355" y="1954"/>
                    <a:pt x="1450" y="1985"/>
                    <a:pt x="1544" y="2080"/>
                  </a:cubicBezTo>
                  <a:cubicBezTo>
                    <a:pt x="1733" y="2237"/>
                    <a:pt x="1733" y="2521"/>
                    <a:pt x="1576" y="2678"/>
                  </a:cubicBezTo>
                  <a:cubicBezTo>
                    <a:pt x="1497" y="2757"/>
                    <a:pt x="1387" y="2797"/>
                    <a:pt x="1276" y="2797"/>
                  </a:cubicBezTo>
                  <a:cubicBezTo>
                    <a:pt x="1166" y="2797"/>
                    <a:pt x="1056" y="2757"/>
                    <a:pt x="977" y="2678"/>
                  </a:cubicBezTo>
                  <a:cubicBezTo>
                    <a:pt x="819" y="2521"/>
                    <a:pt x="819" y="2237"/>
                    <a:pt x="977" y="2080"/>
                  </a:cubicBezTo>
                  <a:cubicBezTo>
                    <a:pt x="1072" y="1985"/>
                    <a:pt x="1198" y="1954"/>
                    <a:pt x="1261" y="1954"/>
                  </a:cubicBezTo>
                  <a:close/>
                  <a:moveTo>
                    <a:pt x="11216" y="1954"/>
                  </a:moveTo>
                  <a:cubicBezTo>
                    <a:pt x="11468" y="1954"/>
                    <a:pt x="11626" y="2143"/>
                    <a:pt x="11626" y="2395"/>
                  </a:cubicBezTo>
                  <a:cubicBezTo>
                    <a:pt x="11626" y="2615"/>
                    <a:pt x="11437" y="2836"/>
                    <a:pt x="11216" y="2836"/>
                  </a:cubicBezTo>
                  <a:cubicBezTo>
                    <a:pt x="11027" y="2836"/>
                    <a:pt x="10807" y="2615"/>
                    <a:pt x="10807" y="2395"/>
                  </a:cubicBezTo>
                  <a:cubicBezTo>
                    <a:pt x="10807" y="2143"/>
                    <a:pt x="10996" y="1954"/>
                    <a:pt x="11216" y="1954"/>
                  </a:cubicBezTo>
                  <a:close/>
                  <a:moveTo>
                    <a:pt x="6270" y="2773"/>
                  </a:moveTo>
                  <a:cubicBezTo>
                    <a:pt x="8759" y="2773"/>
                    <a:pt x="10807" y="4821"/>
                    <a:pt x="10807" y="7341"/>
                  </a:cubicBezTo>
                  <a:cubicBezTo>
                    <a:pt x="10807" y="9861"/>
                    <a:pt x="8759" y="11909"/>
                    <a:pt x="6270" y="11909"/>
                  </a:cubicBezTo>
                  <a:cubicBezTo>
                    <a:pt x="3781" y="11909"/>
                    <a:pt x="1733" y="9861"/>
                    <a:pt x="1733" y="7341"/>
                  </a:cubicBezTo>
                  <a:cubicBezTo>
                    <a:pt x="1733" y="4821"/>
                    <a:pt x="3781" y="2773"/>
                    <a:pt x="6270" y="2773"/>
                  </a:cubicBezTo>
                  <a:close/>
                  <a:moveTo>
                    <a:pt x="4663" y="0"/>
                  </a:moveTo>
                  <a:cubicBezTo>
                    <a:pt x="4411" y="0"/>
                    <a:pt x="4254" y="189"/>
                    <a:pt x="4254" y="410"/>
                  </a:cubicBezTo>
                  <a:cubicBezTo>
                    <a:pt x="4254" y="662"/>
                    <a:pt x="4474" y="851"/>
                    <a:pt x="4663" y="851"/>
                  </a:cubicBezTo>
                  <a:lnTo>
                    <a:pt x="5104" y="851"/>
                  </a:lnTo>
                  <a:lnTo>
                    <a:pt x="5104" y="2111"/>
                  </a:lnTo>
                  <a:cubicBezTo>
                    <a:pt x="4254" y="2300"/>
                    <a:pt x="3466" y="2710"/>
                    <a:pt x="2836" y="3245"/>
                  </a:cubicBezTo>
                  <a:lnTo>
                    <a:pt x="2489" y="2899"/>
                  </a:lnTo>
                  <a:cubicBezTo>
                    <a:pt x="2741" y="2426"/>
                    <a:pt x="2647" y="1891"/>
                    <a:pt x="2269" y="1481"/>
                  </a:cubicBezTo>
                  <a:cubicBezTo>
                    <a:pt x="2032" y="1245"/>
                    <a:pt x="1717" y="1127"/>
                    <a:pt x="1394" y="1127"/>
                  </a:cubicBezTo>
                  <a:cubicBezTo>
                    <a:pt x="1072" y="1127"/>
                    <a:pt x="741" y="1245"/>
                    <a:pt x="473" y="1481"/>
                  </a:cubicBezTo>
                  <a:cubicBezTo>
                    <a:pt x="0" y="1954"/>
                    <a:pt x="0" y="2741"/>
                    <a:pt x="473" y="3245"/>
                  </a:cubicBezTo>
                  <a:cubicBezTo>
                    <a:pt x="725" y="3498"/>
                    <a:pt x="1040" y="3624"/>
                    <a:pt x="1355" y="3624"/>
                  </a:cubicBezTo>
                  <a:cubicBezTo>
                    <a:pt x="1544" y="3624"/>
                    <a:pt x="1702" y="3561"/>
                    <a:pt x="1891" y="3498"/>
                  </a:cubicBezTo>
                  <a:lnTo>
                    <a:pt x="2269" y="3844"/>
                  </a:lnTo>
                  <a:cubicBezTo>
                    <a:pt x="1481" y="4789"/>
                    <a:pt x="946" y="6018"/>
                    <a:pt x="946" y="7341"/>
                  </a:cubicBezTo>
                  <a:cubicBezTo>
                    <a:pt x="946" y="10303"/>
                    <a:pt x="3371" y="12697"/>
                    <a:pt x="6301" y="12697"/>
                  </a:cubicBezTo>
                  <a:cubicBezTo>
                    <a:pt x="9263" y="12697"/>
                    <a:pt x="11657" y="10303"/>
                    <a:pt x="11657" y="7341"/>
                  </a:cubicBezTo>
                  <a:cubicBezTo>
                    <a:pt x="11657" y="6018"/>
                    <a:pt x="11185" y="4789"/>
                    <a:pt x="10365" y="3844"/>
                  </a:cubicBezTo>
                  <a:lnTo>
                    <a:pt x="10712" y="3498"/>
                  </a:lnTo>
                  <a:cubicBezTo>
                    <a:pt x="10838" y="3561"/>
                    <a:pt x="11027" y="3624"/>
                    <a:pt x="11216" y="3624"/>
                  </a:cubicBezTo>
                  <a:cubicBezTo>
                    <a:pt x="11909" y="3624"/>
                    <a:pt x="12445" y="3056"/>
                    <a:pt x="12445" y="2363"/>
                  </a:cubicBezTo>
                  <a:cubicBezTo>
                    <a:pt x="12445" y="1670"/>
                    <a:pt x="11909" y="1135"/>
                    <a:pt x="11216" y="1135"/>
                  </a:cubicBezTo>
                  <a:cubicBezTo>
                    <a:pt x="10555" y="1135"/>
                    <a:pt x="10019" y="1670"/>
                    <a:pt x="10019" y="2363"/>
                  </a:cubicBezTo>
                  <a:cubicBezTo>
                    <a:pt x="10019" y="2552"/>
                    <a:pt x="10050" y="2710"/>
                    <a:pt x="10113" y="2899"/>
                  </a:cubicBezTo>
                  <a:lnTo>
                    <a:pt x="9767" y="3245"/>
                  </a:lnTo>
                  <a:cubicBezTo>
                    <a:pt x="9137" y="2710"/>
                    <a:pt x="8349" y="2300"/>
                    <a:pt x="7530" y="2111"/>
                  </a:cubicBezTo>
                  <a:lnTo>
                    <a:pt x="7530" y="851"/>
                  </a:lnTo>
                  <a:lnTo>
                    <a:pt x="7971" y="851"/>
                  </a:lnTo>
                  <a:cubicBezTo>
                    <a:pt x="8192" y="851"/>
                    <a:pt x="8349" y="662"/>
                    <a:pt x="8349" y="410"/>
                  </a:cubicBezTo>
                  <a:cubicBezTo>
                    <a:pt x="8349" y="189"/>
                    <a:pt x="8160" y="0"/>
                    <a:pt x="79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091;p32">
              <a:extLst>
                <a:ext uri="{FF2B5EF4-FFF2-40B4-BE49-F238E27FC236}">
                  <a16:creationId xmlns:a16="http://schemas.microsoft.com/office/drawing/2014/main" id="{16DB7931-59C2-C6FB-EE15-84E5626E8F99}"/>
                </a:ext>
              </a:extLst>
            </p:cNvPr>
            <p:cNvSpPr/>
            <p:nvPr/>
          </p:nvSpPr>
          <p:spPr>
            <a:xfrm>
              <a:off x="-65066950" y="2738175"/>
              <a:ext cx="187475" cy="185100"/>
            </a:xfrm>
            <a:custGeom>
              <a:avLst/>
              <a:gdLst/>
              <a:ahLst/>
              <a:cxnLst/>
              <a:rect l="l" t="t" r="r" b="b"/>
              <a:pathLst>
                <a:path w="7499" h="7404" extrusionOk="0">
                  <a:moveTo>
                    <a:pt x="3309" y="819"/>
                  </a:moveTo>
                  <a:lnTo>
                    <a:pt x="3309" y="3686"/>
                  </a:lnTo>
                  <a:cubicBezTo>
                    <a:pt x="3309" y="3938"/>
                    <a:pt x="3498" y="4127"/>
                    <a:pt x="3718" y="4127"/>
                  </a:cubicBezTo>
                  <a:lnTo>
                    <a:pt x="6612" y="4127"/>
                  </a:lnTo>
                  <a:cubicBezTo>
                    <a:pt x="6410" y="5529"/>
                    <a:pt x="5188" y="6585"/>
                    <a:pt x="3750" y="6585"/>
                  </a:cubicBezTo>
                  <a:cubicBezTo>
                    <a:pt x="2143" y="6585"/>
                    <a:pt x="820" y="5261"/>
                    <a:pt x="820" y="3686"/>
                  </a:cubicBezTo>
                  <a:cubicBezTo>
                    <a:pt x="820" y="2237"/>
                    <a:pt x="1891" y="1008"/>
                    <a:pt x="3309" y="819"/>
                  </a:cubicBezTo>
                  <a:close/>
                  <a:moveTo>
                    <a:pt x="3750" y="0"/>
                  </a:moveTo>
                  <a:cubicBezTo>
                    <a:pt x="1702" y="0"/>
                    <a:pt x="1" y="1638"/>
                    <a:pt x="1" y="3686"/>
                  </a:cubicBezTo>
                  <a:cubicBezTo>
                    <a:pt x="1" y="5734"/>
                    <a:pt x="1671" y="7404"/>
                    <a:pt x="3750" y="7404"/>
                  </a:cubicBezTo>
                  <a:cubicBezTo>
                    <a:pt x="5798" y="7404"/>
                    <a:pt x="7499" y="5734"/>
                    <a:pt x="7499" y="3686"/>
                  </a:cubicBezTo>
                  <a:cubicBezTo>
                    <a:pt x="7499" y="3466"/>
                    <a:pt x="7278" y="3277"/>
                    <a:pt x="7058" y="3277"/>
                  </a:cubicBezTo>
                  <a:lnTo>
                    <a:pt x="4128" y="3277"/>
                  </a:lnTo>
                  <a:lnTo>
                    <a:pt x="4128" y="378"/>
                  </a:lnTo>
                  <a:cubicBezTo>
                    <a:pt x="4128" y="158"/>
                    <a:pt x="3939" y="0"/>
                    <a:pt x="375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6805;p56">
            <a:extLst>
              <a:ext uri="{FF2B5EF4-FFF2-40B4-BE49-F238E27FC236}">
                <a16:creationId xmlns:a16="http://schemas.microsoft.com/office/drawing/2014/main" id="{948C6C05-18AF-5C8D-3923-0547B7ADE7A8}"/>
              </a:ext>
            </a:extLst>
          </p:cNvPr>
          <p:cNvGrpSpPr/>
          <p:nvPr/>
        </p:nvGrpSpPr>
        <p:grpSpPr>
          <a:xfrm>
            <a:off x="8923657" y="1994989"/>
            <a:ext cx="921115" cy="961698"/>
            <a:chOff x="-31817400" y="3910025"/>
            <a:chExt cx="301675" cy="294075"/>
          </a:xfrm>
          <a:solidFill>
            <a:srgbClr val="148A9B"/>
          </a:solidFill>
        </p:grpSpPr>
        <p:sp>
          <p:nvSpPr>
            <p:cNvPr id="27" name="Google Shape;6806;p56">
              <a:extLst>
                <a:ext uri="{FF2B5EF4-FFF2-40B4-BE49-F238E27FC236}">
                  <a16:creationId xmlns:a16="http://schemas.microsoft.com/office/drawing/2014/main" id="{92E19A23-B896-DB85-3AE9-F3CD3D78A5CC}"/>
                </a:ext>
              </a:extLst>
            </p:cNvPr>
            <p:cNvSpPr/>
            <p:nvPr/>
          </p:nvSpPr>
          <p:spPr>
            <a:xfrm>
              <a:off x="-31817400" y="3911550"/>
              <a:ext cx="301675" cy="292550"/>
            </a:xfrm>
            <a:custGeom>
              <a:avLst/>
              <a:gdLst/>
              <a:ahLst/>
              <a:cxnLst/>
              <a:rect l="l" t="t" r="r" b="b"/>
              <a:pathLst>
                <a:path w="12067" h="11702" extrusionOk="0">
                  <a:moveTo>
                    <a:pt x="2558" y="0"/>
                  </a:moveTo>
                  <a:cubicBezTo>
                    <a:pt x="2357" y="0"/>
                    <a:pt x="2155" y="24"/>
                    <a:pt x="1954" y="70"/>
                  </a:cubicBezTo>
                  <a:cubicBezTo>
                    <a:pt x="1828" y="102"/>
                    <a:pt x="1733" y="196"/>
                    <a:pt x="1702" y="322"/>
                  </a:cubicBezTo>
                  <a:cubicBezTo>
                    <a:pt x="1670" y="448"/>
                    <a:pt x="1702" y="543"/>
                    <a:pt x="1796" y="637"/>
                  </a:cubicBezTo>
                  <a:lnTo>
                    <a:pt x="2679" y="1551"/>
                  </a:lnTo>
                  <a:cubicBezTo>
                    <a:pt x="2962" y="1803"/>
                    <a:pt x="2962" y="2244"/>
                    <a:pt x="2679" y="2528"/>
                  </a:cubicBezTo>
                  <a:cubicBezTo>
                    <a:pt x="2553" y="2669"/>
                    <a:pt x="2379" y="2740"/>
                    <a:pt x="2202" y="2740"/>
                  </a:cubicBezTo>
                  <a:cubicBezTo>
                    <a:pt x="2025" y="2740"/>
                    <a:pt x="1844" y="2669"/>
                    <a:pt x="1702" y="2528"/>
                  </a:cubicBezTo>
                  <a:lnTo>
                    <a:pt x="788" y="1614"/>
                  </a:lnTo>
                  <a:cubicBezTo>
                    <a:pt x="744" y="1569"/>
                    <a:pt x="668" y="1525"/>
                    <a:pt x="582" y="1525"/>
                  </a:cubicBezTo>
                  <a:cubicBezTo>
                    <a:pt x="547" y="1525"/>
                    <a:pt x="510" y="1532"/>
                    <a:pt x="473" y="1551"/>
                  </a:cubicBezTo>
                  <a:cubicBezTo>
                    <a:pt x="347" y="1582"/>
                    <a:pt x="284" y="1645"/>
                    <a:pt x="253" y="1771"/>
                  </a:cubicBezTo>
                  <a:cubicBezTo>
                    <a:pt x="1" y="2591"/>
                    <a:pt x="253" y="3473"/>
                    <a:pt x="883" y="4103"/>
                  </a:cubicBezTo>
                  <a:cubicBezTo>
                    <a:pt x="1366" y="4494"/>
                    <a:pt x="1932" y="4750"/>
                    <a:pt x="2619" y="4750"/>
                  </a:cubicBezTo>
                  <a:cubicBezTo>
                    <a:pt x="2874" y="4750"/>
                    <a:pt x="3145" y="4715"/>
                    <a:pt x="3435" y="4638"/>
                  </a:cubicBezTo>
                  <a:lnTo>
                    <a:pt x="7247" y="8482"/>
                  </a:lnTo>
                  <a:cubicBezTo>
                    <a:pt x="6963" y="9522"/>
                    <a:pt x="7215" y="10372"/>
                    <a:pt x="7814" y="10971"/>
                  </a:cubicBezTo>
                  <a:cubicBezTo>
                    <a:pt x="8291" y="11472"/>
                    <a:pt x="8895" y="11702"/>
                    <a:pt x="9516" y="11702"/>
                  </a:cubicBezTo>
                  <a:cubicBezTo>
                    <a:pt x="9714" y="11702"/>
                    <a:pt x="9915" y="11678"/>
                    <a:pt x="10114" y="11632"/>
                  </a:cubicBezTo>
                  <a:cubicBezTo>
                    <a:pt x="10240" y="11569"/>
                    <a:pt x="10334" y="11506"/>
                    <a:pt x="10366" y="11380"/>
                  </a:cubicBezTo>
                  <a:cubicBezTo>
                    <a:pt x="10397" y="11254"/>
                    <a:pt x="10366" y="11128"/>
                    <a:pt x="10271" y="11065"/>
                  </a:cubicBezTo>
                  <a:lnTo>
                    <a:pt x="9389" y="10152"/>
                  </a:lnTo>
                  <a:cubicBezTo>
                    <a:pt x="9106" y="9868"/>
                    <a:pt x="9106" y="9459"/>
                    <a:pt x="9389" y="9175"/>
                  </a:cubicBezTo>
                  <a:cubicBezTo>
                    <a:pt x="9515" y="9033"/>
                    <a:pt x="9688" y="8962"/>
                    <a:pt x="9866" y="8962"/>
                  </a:cubicBezTo>
                  <a:cubicBezTo>
                    <a:pt x="10043" y="8962"/>
                    <a:pt x="10224" y="9033"/>
                    <a:pt x="10366" y="9175"/>
                  </a:cubicBezTo>
                  <a:lnTo>
                    <a:pt x="11279" y="10089"/>
                  </a:lnTo>
                  <a:cubicBezTo>
                    <a:pt x="11326" y="10135"/>
                    <a:pt x="11405" y="10164"/>
                    <a:pt x="11494" y="10164"/>
                  </a:cubicBezTo>
                  <a:cubicBezTo>
                    <a:pt x="11527" y="10164"/>
                    <a:pt x="11561" y="10160"/>
                    <a:pt x="11594" y="10152"/>
                  </a:cubicBezTo>
                  <a:cubicBezTo>
                    <a:pt x="11720" y="10120"/>
                    <a:pt x="11783" y="10026"/>
                    <a:pt x="11815" y="9931"/>
                  </a:cubicBezTo>
                  <a:cubicBezTo>
                    <a:pt x="12067" y="9081"/>
                    <a:pt x="11815" y="8230"/>
                    <a:pt x="11185" y="7600"/>
                  </a:cubicBezTo>
                  <a:cubicBezTo>
                    <a:pt x="10778" y="7170"/>
                    <a:pt x="10224" y="6903"/>
                    <a:pt x="9537" y="6903"/>
                  </a:cubicBezTo>
                  <a:cubicBezTo>
                    <a:pt x="9266" y="6903"/>
                    <a:pt x="8975" y="6944"/>
                    <a:pt x="8665" y="7033"/>
                  </a:cubicBezTo>
                  <a:lnTo>
                    <a:pt x="4852" y="3221"/>
                  </a:lnTo>
                  <a:lnTo>
                    <a:pt x="4884" y="3032"/>
                  </a:lnTo>
                  <a:cubicBezTo>
                    <a:pt x="5136" y="2213"/>
                    <a:pt x="4884" y="1330"/>
                    <a:pt x="4254" y="700"/>
                  </a:cubicBezTo>
                  <a:cubicBezTo>
                    <a:pt x="3778" y="225"/>
                    <a:pt x="3177" y="0"/>
                    <a:pt x="255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6807;p56">
              <a:extLst>
                <a:ext uri="{FF2B5EF4-FFF2-40B4-BE49-F238E27FC236}">
                  <a16:creationId xmlns:a16="http://schemas.microsoft.com/office/drawing/2014/main" id="{122BAD2B-B554-9E9A-9FA2-F344C2CFE294}"/>
                </a:ext>
              </a:extLst>
            </p:cNvPr>
            <p:cNvSpPr/>
            <p:nvPr/>
          </p:nvSpPr>
          <p:spPr>
            <a:xfrm>
              <a:off x="-31816600" y="4062950"/>
              <a:ext cx="144150" cy="140600"/>
            </a:xfrm>
            <a:custGeom>
              <a:avLst/>
              <a:gdLst/>
              <a:ahLst/>
              <a:cxnLst/>
              <a:rect l="l" t="t" r="r" b="b"/>
              <a:pathLst>
                <a:path w="5766" h="5624" extrusionOk="0">
                  <a:moveTo>
                    <a:pt x="4080" y="1504"/>
                  </a:moveTo>
                  <a:cubicBezTo>
                    <a:pt x="4167" y="1504"/>
                    <a:pt x="4253" y="1528"/>
                    <a:pt x="4316" y="1575"/>
                  </a:cubicBezTo>
                  <a:cubicBezTo>
                    <a:pt x="4442" y="1701"/>
                    <a:pt x="4442" y="1953"/>
                    <a:pt x="4316" y="2048"/>
                  </a:cubicBezTo>
                  <a:lnTo>
                    <a:pt x="2205" y="4159"/>
                  </a:lnTo>
                  <a:cubicBezTo>
                    <a:pt x="2158" y="4206"/>
                    <a:pt x="2072" y="4230"/>
                    <a:pt x="1985" y="4230"/>
                  </a:cubicBezTo>
                  <a:cubicBezTo>
                    <a:pt x="1898" y="4230"/>
                    <a:pt x="1812" y="4206"/>
                    <a:pt x="1764" y="4159"/>
                  </a:cubicBezTo>
                  <a:cubicBezTo>
                    <a:pt x="1638" y="4033"/>
                    <a:pt x="1638" y="3781"/>
                    <a:pt x="1764" y="3686"/>
                  </a:cubicBezTo>
                  <a:lnTo>
                    <a:pt x="3844" y="1575"/>
                  </a:lnTo>
                  <a:cubicBezTo>
                    <a:pt x="3907" y="1528"/>
                    <a:pt x="3993" y="1504"/>
                    <a:pt x="4080" y="1504"/>
                  </a:cubicBezTo>
                  <a:close/>
                  <a:moveTo>
                    <a:pt x="3844" y="0"/>
                  </a:moveTo>
                  <a:lnTo>
                    <a:pt x="567" y="3277"/>
                  </a:lnTo>
                  <a:cubicBezTo>
                    <a:pt x="0" y="3844"/>
                    <a:pt x="0" y="4694"/>
                    <a:pt x="567" y="5198"/>
                  </a:cubicBezTo>
                  <a:cubicBezTo>
                    <a:pt x="835" y="5482"/>
                    <a:pt x="1189" y="5624"/>
                    <a:pt x="1540" y="5624"/>
                  </a:cubicBezTo>
                  <a:cubicBezTo>
                    <a:pt x="1890" y="5624"/>
                    <a:pt x="2237" y="5482"/>
                    <a:pt x="2489" y="5198"/>
                  </a:cubicBezTo>
                  <a:lnTo>
                    <a:pt x="5766" y="1953"/>
                  </a:lnTo>
                  <a:lnTo>
                    <a:pt x="3844"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6808;p56">
              <a:extLst>
                <a:ext uri="{FF2B5EF4-FFF2-40B4-BE49-F238E27FC236}">
                  <a16:creationId xmlns:a16="http://schemas.microsoft.com/office/drawing/2014/main" id="{1301BEBF-54E6-1421-51E4-148FD948D1F3}"/>
                </a:ext>
              </a:extLst>
            </p:cNvPr>
            <p:cNvSpPr/>
            <p:nvPr/>
          </p:nvSpPr>
          <p:spPr>
            <a:xfrm>
              <a:off x="-31648050" y="3910025"/>
              <a:ext cx="129175" cy="127725"/>
            </a:xfrm>
            <a:custGeom>
              <a:avLst/>
              <a:gdLst/>
              <a:ahLst/>
              <a:cxnLst/>
              <a:rect l="l" t="t" r="r" b="b"/>
              <a:pathLst>
                <a:path w="5167" h="5109" extrusionOk="0">
                  <a:moveTo>
                    <a:pt x="4249" y="1"/>
                  </a:moveTo>
                  <a:cubicBezTo>
                    <a:pt x="4179" y="1"/>
                    <a:pt x="4106" y="24"/>
                    <a:pt x="4033" y="68"/>
                  </a:cubicBezTo>
                  <a:lnTo>
                    <a:pt x="2206" y="1171"/>
                  </a:lnTo>
                  <a:cubicBezTo>
                    <a:pt x="2017" y="1265"/>
                    <a:pt x="1985" y="1549"/>
                    <a:pt x="2143" y="1706"/>
                  </a:cubicBezTo>
                  <a:lnTo>
                    <a:pt x="2300" y="1864"/>
                  </a:lnTo>
                  <a:lnTo>
                    <a:pt x="0" y="4164"/>
                  </a:lnTo>
                  <a:lnTo>
                    <a:pt x="945" y="5109"/>
                  </a:lnTo>
                  <a:lnTo>
                    <a:pt x="3245" y="2809"/>
                  </a:lnTo>
                  <a:lnTo>
                    <a:pt x="3434" y="2998"/>
                  </a:lnTo>
                  <a:cubicBezTo>
                    <a:pt x="3502" y="3066"/>
                    <a:pt x="3594" y="3099"/>
                    <a:pt x="3684" y="3099"/>
                  </a:cubicBezTo>
                  <a:cubicBezTo>
                    <a:pt x="3802" y="3099"/>
                    <a:pt x="3916" y="3042"/>
                    <a:pt x="3970" y="2935"/>
                  </a:cubicBezTo>
                  <a:lnTo>
                    <a:pt x="5073" y="1108"/>
                  </a:lnTo>
                  <a:cubicBezTo>
                    <a:pt x="5167" y="1013"/>
                    <a:pt x="5167" y="793"/>
                    <a:pt x="5041" y="698"/>
                  </a:cubicBezTo>
                  <a:lnTo>
                    <a:pt x="4474" y="100"/>
                  </a:lnTo>
                  <a:cubicBezTo>
                    <a:pt x="4406" y="32"/>
                    <a:pt x="4330" y="1"/>
                    <a:pt x="424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6725;p55">
            <a:extLst>
              <a:ext uri="{FF2B5EF4-FFF2-40B4-BE49-F238E27FC236}">
                <a16:creationId xmlns:a16="http://schemas.microsoft.com/office/drawing/2014/main" id="{8CE331AC-4C79-9360-324C-D0715FCCC4DB}"/>
              </a:ext>
            </a:extLst>
          </p:cNvPr>
          <p:cNvGrpSpPr/>
          <p:nvPr/>
        </p:nvGrpSpPr>
        <p:grpSpPr>
          <a:xfrm>
            <a:off x="1379774" y="3429000"/>
            <a:ext cx="1368694" cy="1430380"/>
            <a:chOff x="2640993" y="3357835"/>
            <a:chExt cx="365348" cy="364966"/>
          </a:xfrm>
          <a:solidFill>
            <a:srgbClr val="55BDCF"/>
          </a:solidFill>
        </p:grpSpPr>
        <p:sp>
          <p:nvSpPr>
            <p:cNvPr id="31" name="Google Shape;6726;p55">
              <a:extLst>
                <a:ext uri="{FF2B5EF4-FFF2-40B4-BE49-F238E27FC236}">
                  <a16:creationId xmlns:a16="http://schemas.microsoft.com/office/drawing/2014/main" id="{5E25A6C6-B77F-9D7B-151D-23680E7FDE1D}"/>
                </a:ext>
              </a:extLst>
            </p:cNvPr>
            <p:cNvSpPr/>
            <p:nvPr/>
          </p:nvSpPr>
          <p:spPr>
            <a:xfrm>
              <a:off x="2640993" y="3455227"/>
              <a:ext cx="365348" cy="267574"/>
            </a:xfrm>
            <a:custGeom>
              <a:avLst/>
              <a:gdLst/>
              <a:ahLst/>
              <a:cxnLst/>
              <a:rect l="l" t="t" r="r" b="b"/>
              <a:pathLst>
                <a:path w="11479" h="8407" extrusionOk="0">
                  <a:moveTo>
                    <a:pt x="5168" y="2311"/>
                  </a:moveTo>
                  <a:lnTo>
                    <a:pt x="5335" y="4859"/>
                  </a:lnTo>
                  <a:lnTo>
                    <a:pt x="4620" y="4859"/>
                  </a:lnTo>
                  <a:lnTo>
                    <a:pt x="4763" y="2311"/>
                  </a:lnTo>
                  <a:close/>
                  <a:moveTo>
                    <a:pt x="6966" y="2311"/>
                  </a:moveTo>
                  <a:lnTo>
                    <a:pt x="7133" y="4859"/>
                  </a:lnTo>
                  <a:lnTo>
                    <a:pt x="6418" y="4859"/>
                  </a:lnTo>
                  <a:lnTo>
                    <a:pt x="6561" y="2311"/>
                  </a:lnTo>
                  <a:close/>
                  <a:moveTo>
                    <a:pt x="8764" y="2311"/>
                  </a:moveTo>
                  <a:lnTo>
                    <a:pt x="8931" y="4859"/>
                  </a:lnTo>
                  <a:lnTo>
                    <a:pt x="8216" y="4859"/>
                  </a:lnTo>
                  <a:lnTo>
                    <a:pt x="8371" y="2311"/>
                  </a:lnTo>
                  <a:close/>
                  <a:moveTo>
                    <a:pt x="2156" y="5894"/>
                  </a:moveTo>
                  <a:lnTo>
                    <a:pt x="2144" y="6287"/>
                  </a:lnTo>
                  <a:lnTo>
                    <a:pt x="1549" y="6287"/>
                  </a:lnTo>
                  <a:cubicBezTo>
                    <a:pt x="1453" y="6287"/>
                    <a:pt x="1382" y="6359"/>
                    <a:pt x="1382" y="6442"/>
                  </a:cubicBezTo>
                  <a:cubicBezTo>
                    <a:pt x="1382" y="6537"/>
                    <a:pt x="1453" y="6609"/>
                    <a:pt x="1549" y="6609"/>
                  </a:cubicBezTo>
                  <a:lnTo>
                    <a:pt x="2132" y="6609"/>
                  </a:lnTo>
                  <a:lnTo>
                    <a:pt x="2096" y="8073"/>
                  </a:lnTo>
                  <a:lnTo>
                    <a:pt x="822" y="8073"/>
                  </a:lnTo>
                  <a:lnTo>
                    <a:pt x="822" y="6609"/>
                  </a:lnTo>
                  <a:lnTo>
                    <a:pt x="834" y="6609"/>
                  </a:lnTo>
                  <a:cubicBezTo>
                    <a:pt x="918" y="6609"/>
                    <a:pt x="1001" y="6537"/>
                    <a:pt x="1001" y="6442"/>
                  </a:cubicBezTo>
                  <a:cubicBezTo>
                    <a:pt x="1001" y="6359"/>
                    <a:pt x="918" y="6287"/>
                    <a:pt x="834" y="6287"/>
                  </a:cubicBezTo>
                  <a:cubicBezTo>
                    <a:pt x="727" y="6287"/>
                    <a:pt x="644" y="6192"/>
                    <a:pt x="644" y="6085"/>
                  </a:cubicBezTo>
                  <a:cubicBezTo>
                    <a:pt x="644" y="5990"/>
                    <a:pt x="727" y="5894"/>
                    <a:pt x="834" y="5894"/>
                  </a:cubicBezTo>
                  <a:close/>
                  <a:moveTo>
                    <a:pt x="3382" y="334"/>
                  </a:moveTo>
                  <a:lnTo>
                    <a:pt x="3489" y="4859"/>
                  </a:lnTo>
                  <a:lnTo>
                    <a:pt x="3192" y="4859"/>
                  </a:lnTo>
                  <a:cubicBezTo>
                    <a:pt x="2894" y="4859"/>
                    <a:pt x="2668" y="5097"/>
                    <a:pt x="2668" y="5371"/>
                  </a:cubicBezTo>
                  <a:cubicBezTo>
                    <a:pt x="2668" y="5537"/>
                    <a:pt x="2739" y="5668"/>
                    <a:pt x="2846" y="5775"/>
                  </a:cubicBezTo>
                  <a:lnTo>
                    <a:pt x="2846" y="8085"/>
                  </a:lnTo>
                  <a:lnTo>
                    <a:pt x="2454" y="8085"/>
                  </a:lnTo>
                  <a:lnTo>
                    <a:pt x="2632" y="334"/>
                  </a:lnTo>
                  <a:close/>
                  <a:moveTo>
                    <a:pt x="10359" y="5180"/>
                  </a:moveTo>
                  <a:cubicBezTo>
                    <a:pt x="10466" y="5180"/>
                    <a:pt x="10550" y="5275"/>
                    <a:pt x="10550" y="5371"/>
                  </a:cubicBezTo>
                  <a:cubicBezTo>
                    <a:pt x="10550" y="5478"/>
                    <a:pt x="10466" y="5573"/>
                    <a:pt x="10359" y="5573"/>
                  </a:cubicBezTo>
                  <a:lnTo>
                    <a:pt x="10002" y="5573"/>
                  </a:lnTo>
                  <a:cubicBezTo>
                    <a:pt x="9919" y="5573"/>
                    <a:pt x="9835" y="5644"/>
                    <a:pt x="9835" y="5728"/>
                  </a:cubicBezTo>
                  <a:cubicBezTo>
                    <a:pt x="9835" y="5823"/>
                    <a:pt x="9919" y="5894"/>
                    <a:pt x="10002" y="5894"/>
                  </a:cubicBezTo>
                  <a:lnTo>
                    <a:pt x="10371" y="5894"/>
                  </a:lnTo>
                  <a:lnTo>
                    <a:pt x="10371" y="8085"/>
                  </a:lnTo>
                  <a:lnTo>
                    <a:pt x="3156" y="8085"/>
                  </a:lnTo>
                  <a:lnTo>
                    <a:pt x="3156" y="5894"/>
                  </a:lnTo>
                  <a:lnTo>
                    <a:pt x="9288" y="5894"/>
                  </a:lnTo>
                  <a:cubicBezTo>
                    <a:pt x="9383" y="5894"/>
                    <a:pt x="9454" y="5823"/>
                    <a:pt x="9454" y="5728"/>
                  </a:cubicBezTo>
                  <a:cubicBezTo>
                    <a:pt x="9454" y="5644"/>
                    <a:pt x="9383" y="5573"/>
                    <a:pt x="9288" y="5573"/>
                  </a:cubicBezTo>
                  <a:lnTo>
                    <a:pt x="3168" y="5573"/>
                  </a:lnTo>
                  <a:cubicBezTo>
                    <a:pt x="3073" y="5573"/>
                    <a:pt x="2977" y="5478"/>
                    <a:pt x="2977" y="5371"/>
                  </a:cubicBezTo>
                  <a:cubicBezTo>
                    <a:pt x="2977" y="5275"/>
                    <a:pt x="3073" y="5180"/>
                    <a:pt x="3168" y="5180"/>
                  </a:cubicBezTo>
                  <a:close/>
                  <a:moveTo>
                    <a:pt x="2489" y="1"/>
                  </a:moveTo>
                  <a:cubicBezTo>
                    <a:pt x="2394" y="1"/>
                    <a:pt x="2323" y="72"/>
                    <a:pt x="2323" y="168"/>
                  </a:cubicBezTo>
                  <a:lnTo>
                    <a:pt x="2203" y="5561"/>
                  </a:lnTo>
                  <a:lnTo>
                    <a:pt x="882" y="5561"/>
                  </a:lnTo>
                  <a:cubicBezTo>
                    <a:pt x="584" y="5561"/>
                    <a:pt x="358" y="5799"/>
                    <a:pt x="358" y="6085"/>
                  </a:cubicBezTo>
                  <a:cubicBezTo>
                    <a:pt x="358" y="6252"/>
                    <a:pt x="429" y="6383"/>
                    <a:pt x="537" y="6490"/>
                  </a:cubicBezTo>
                  <a:lnTo>
                    <a:pt x="537" y="8085"/>
                  </a:lnTo>
                  <a:lnTo>
                    <a:pt x="168" y="8085"/>
                  </a:lnTo>
                  <a:cubicBezTo>
                    <a:pt x="72" y="8085"/>
                    <a:pt x="1" y="8157"/>
                    <a:pt x="1" y="8252"/>
                  </a:cubicBezTo>
                  <a:cubicBezTo>
                    <a:pt x="1" y="8335"/>
                    <a:pt x="72" y="8407"/>
                    <a:pt x="168" y="8407"/>
                  </a:cubicBezTo>
                  <a:lnTo>
                    <a:pt x="11312" y="8407"/>
                  </a:lnTo>
                  <a:cubicBezTo>
                    <a:pt x="11395" y="8407"/>
                    <a:pt x="11478" y="8335"/>
                    <a:pt x="11478" y="8252"/>
                  </a:cubicBezTo>
                  <a:cubicBezTo>
                    <a:pt x="11431" y="8157"/>
                    <a:pt x="11359" y="8085"/>
                    <a:pt x="11264" y="8085"/>
                  </a:cubicBezTo>
                  <a:lnTo>
                    <a:pt x="10716" y="8085"/>
                  </a:lnTo>
                  <a:lnTo>
                    <a:pt x="10716" y="5775"/>
                  </a:lnTo>
                  <a:cubicBezTo>
                    <a:pt x="10824" y="5668"/>
                    <a:pt x="10895" y="5537"/>
                    <a:pt x="10895" y="5371"/>
                  </a:cubicBezTo>
                  <a:cubicBezTo>
                    <a:pt x="10895" y="5073"/>
                    <a:pt x="10657" y="4859"/>
                    <a:pt x="10371" y="4859"/>
                  </a:cubicBezTo>
                  <a:lnTo>
                    <a:pt x="9276" y="4859"/>
                  </a:lnTo>
                  <a:lnTo>
                    <a:pt x="9109" y="2132"/>
                  </a:lnTo>
                  <a:cubicBezTo>
                    <a:pt x="9109" y="2037"/>
                    <a:pt x="9038" y="1965"/>
                    <a:pt x="8942" y="1965"/>
                  </a:cubicBezTo>
                  <a:lnTo>
                    <a:pt x="8228" y="1965"/>
                  </a:lnTo>
                  <a:cubicBezTo>
                    <a:pt x="8145" y="1965"/>
                    <a:pt x="8073" y="2037"/>
                    <a:pt x="8073" y="2132"/>
                  </a:cubicBezTo>
                  <a:lnTo>
                    <a:pt x="7907" y="4859"/>
                  </a:lnTo>
                  <a:lnTo>
                    <a:pt x="7502" y="4859"/>
                  </a:lnTo>
                  <a:lnTo>
                    <a:pt x="7335" y="2132"/>
                  </a:lnTo>
                  <a:cubicBezTo>
                    <a:pt x="7335" y="2037"/>
                    <a:pt x="7264" y="1965"/>
                    <a:pt x="7168" y="1965"/>
                  </a:cubicBezTo>
                  <a:lnTo>
                    <a:pt x="6466" y="1965"/>
                  </a:lnTo>
                  <a:cubicBezTo>
                    <a:pt x="6371" y="1965"/>
                    <a:pt x="6299" y="2037"/>
                    <a:pt x="6299" y="2132"/>
                  </a:cubicBezTo>
                  <a:lnTo>
                    <a:pt x="6133" y="4859"/>
                  </a:lnTo>
                  <a:lnTo>
                    <a:pt x="5728" y="4859"/>
                  </a:lnTo>
                  <a:lnTo>
                    <a:pt x="5561" y="2132"/>
                  </a:lnTo>
                  <a:cubicBezTo>
                    <a:pt x="5561" y="2037"/>
                    <a:pt x="5490" y="1965"/>
                    <a:pt x="5406" y="1965"/>
                  </a:cubicBezTo>
                  <a:lnTo>
                    <a:pt x="4620" y="1965"/>
                  </a:lnTo>
                  <a:cubicBezTo>
                    <a:pt x="4525" y="1965"/>
                    <a:pt x="4454" y="2037"/>
                    <a:pt x="4454" y="2132"/>
                  </a:cubicBezTo>
                  <a:lnTo>
                    <a:pt x="4287" y="4859"/>
                  </a:lnTo>
                  <a:lnTo>
                    <a:pt x="3823" y="4859"/>
                  </a:lnTo>
                  <a:lnTo>
                    <a:pt x="3716" y="168"/>
                  </a:lnTo>
                  <a:cubicBezTo>
                    <a:pt x="3716" y="72"/>
                    <a:pt x="3644" y="1"/>
                    <a:pt x="356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6727;p55">
              <a:extLst>
                <a:ext uri="{FF2B5EF4-FFF2-40B4-BE49-F238E27FC236}">
                  <a16:creationId xmlns:a16="http://schemas.microsoft.com/office/drawing/2014/main" id="{61CA8397-870F-7251-B507-92BAE472FB0C}"/>
                </a:ext>
              </a:extLst>
            </p:cNvPr>
            <p:cNvSpPr/>
            <p:nvPr/>
          </p:nvSpPr>
          <p:spPr>
            <a:xfrm>
              <a:off x="2724763" y="3357835"/>
              <a:ext cx="280050" cy="136476"/>
            </a:xfrm>
            <a:custGeom>
              <a:avLst/>
              <a:gdLst/>
              <a:ahLst/>
              <a:cxnLst/>
              <a:rect l="l" t="t" r="r" b="b"/>
              <a:pathLst>
                <a:path w="8799" h="4288" extrusionOk="0">
                  <a:moveTo>
                    <a:pt x="6656" y="1"/>
                  </a:moveTo>
                  <a:cubicBezTo>
                    <a:pt x="6156" y="1"/>
                    <a:pt x="5656" y="180"/>
                    <a:pt x="5286" y="501"/>
                  </a:cubicBezTo>
                  <a:cubicBezTo>
                    <a:pt x="5001" y="299"/>
                    <a:pt x="4679" y="168"/>
                    <a:pt x="4322" y="168"/>
                  </a:cubicBezTo>
                  <a:cubicBezTo>
                    <a:pt x="3905" y="168"/>
                    <a:pt x="3501" y="334"/>
                    <a:pt x="3191" y="632"/>
                  </a:cubicBezTo>
                  <a:cubicBezTo>
                    <a:pt x="3036" y="561"/>
                    <a:pt x="2858" y="525"/>
                    <a:pt x="2691" y="525"/>
                  </a:cubicBezTo>
                  <a:cubicBezTo>
                    <a:pt x="2191" y="525"/>
                    <a:pt x="1750" y="822"/>
                    <a:pt x="1548" y="1275"/>
                  </a:cubicBezTo>
                  <a:cubicBezTo>
                    <a:pt x="1476" y="1263"/>
                    <a:pt x="1417" y="1239"/>
                    <a:pt x="1346" y="1239"/>
                  </a:cubicBezTo>
                  <a:cubicBezTo>
                    <a:pt x="1000" y="1239"/>
                    <a:pt x="703" y="1465"/>
                    <a:pt x="584" y="1775"/>
                  </a:cubicBezTo>
                  <a:lnTo>
                    <a:pt x="524" y="1775"/>
                  </a:lnTo>
                  <a:cubicBezTo>
                    <a:pt x="226" y="1775"/>
                    <a:pt x="0" y="2013"/>
                    <a:pt x="0" y="2299"/>
                  </a:cubicBezTo>
                  <a:cubicBezTo>
                    <a:pt x="0" y="2394"/>
                    <a:pt x="72" y="2466"/>
                    <a:pt x="167" y="2466"/>
                  </a:cubicBezTo>
                  <a:cubicBezTo>
                    <a:pt x="262" y="2466"/>
                    <a:pt x="333" y="2394"/>
                    <a:pt x="333" y="2299"/>
                  </a:cubicBezTo>
                  <a:cubicBezTo>
                    <a:pt x="333" y="2192"/>
                    <a:pt x="417" y="2108"/>
                    <a:pt x="524" y="2108"/>
                  </a:cubicBezTo>
                  <a:cubicBezTo>
                    <a:pt x="560" y="2108"/>
                    <a:pt x="584" y="2120"/>
                    <a:pt x="631" y="2144"/>
                  </a:cubicBezTo>
                  <a:cubicBezTo>
                    <a:pt x="649" y="2156"/>
                    <a:pt x="679" y="2162"/>
                    <a:pt x="710" y="2162"/>
                  </a:cubicBezTo>
                  <a:cubicBezTo>
                    <a:pt x="741" y="2162"/>
                    <a:pt x="774" y="2156"/>
                    <a:pt x="798" y="2144"/>
                  </a:cubicBezTo>
                  <a:cubicBezTo>
                    <a:pt x="834" y="2108"/>
                    <a:pt x="881" y="2061"/>
                    <a:pt x="881" y="2001"/>
                  </a:cubicBezTo>
                  <a:cubicBezTo>
                    <a:pt x="893" y="1763"/>
                    <a:pt x="1095" y="1573"/>
                    <a:pt x="1346" y="1573"/>
                  </a:cubicBezTo>
                  <a:cubicBezTo>
                    <a:pt x="1417" y="1573"/>
                    <a:pt x="1488" y="1584"/>
                    <a:pt x="1572" y="1632"/>
                  </a:cubicBezTo>
                  <a:cubicBezTo>
                    <a:pt x="1591" y="1652"/>
                    <a:pt x="1618" y="1661"/>
                    <a:pt x="1646" y="1661"/>
                  </a:cubicBezTo>
                  <a:cubicBezTo>
                    <a:pt x="1669" y="1661"/>
                    <a:pt x="1693" y="1655"/>
                    <a:pt x="1715" y="1644"/>
                  </a:cubicBezTo>
                  <a:cubicBezTo>
                    <a:pt x="1762" y="1632"/>
                    <a:pt x="1810" y="1584"/>
                    <a:pt x="1822" y="1525"/>
                  </a:cubicBezTo>
                  <a:cubicBezTo>
                    <a:pt x="1929" y="1132"/>
                    <a:pt x="2286" y="858"/>
                    <a:pt x="2703" y="858"/>
                  </a:cubicBezTo>
                  <a:cubicBezTo>
                    <a:pt x="2846" y="858"/>
                    <a:pt x="3012" y="906"/>
                    <a:pt x="3143" y="977"/>
                  </a:cubicBezTo>
                  <a:cubicBezTo>
                    <a:pt x="3173" y="997"/>
                    <a:pt x="3207" y="1007"/>
                    <a:pt x="3240" y="1007"/>
                  </a:cubicBezTo>
                  <a:cubicBezTo>
                    <a:pt x="3286" y="1007"/>
                    <a:pt x="3330" y="988"/>
                    <a:pt x="3358" y="953"/>
                  </a:cubicBezTo>
                  <a:cubicBezTo>
                    <a:pt x="3596" y="668"/>
                    <a:pt x="3953" y="501"/>
                    <a:pt x="4322" y="501"/>
                  </a:cubicBezTo>
                  <a:cubicBezTo>
                    <a:pt x="4632" y="501"/>
                    <a:pt x="4941" y="620"/>
                    <a:pt x="5167" y="834"/>
                  </a:cubicBezTo>
                  <a:cubicBezTo>
                    <a:pt x="5197" y="864"/>
                    <a:pt x="5239" y="879"/>
                    <a:pt x="5281" y="879"/>
                  </a:cubicBezTo>
                  <a:cubicBezTo>
                    <a:pt x="5322" y="879"/>
                    <a:pt x="5364" y="864"/>
                    <a:pt x="5394" y="834"/>
                  </a:cubicBezTo>
                  <a:cubicBezTo>
                    <a:pt x="5739" y="501"/>
                    <a:pt x="6179" y="322"/>
                    <a:pt x="6644" y="322"/>
                  </a:cubicBezTo>
                  <a:cubicBezTo>
                    <a:pt x="7644" y="322"/>
                    <a:pt x="8454" y="1144"/>
                    <a:pt x="8454" y="2144"/>
                  </a:cubicBezTo>
                  <a:cubicBezTo>
                    <a:pt x="8454" y="3132"/>
                    <a:pt x="7644" y="3954"/>
                    <a:pt x="6644" y="3954"/>
                  </a:cubicBezTo>
                  <a:cubicBezTo>
                    <a:pt x="5977" y="3954"/>
                    <a:pt x="5382" y="3597"/>
                    <a:pt x="5048" y="3013"/>
                  </a:cubicBezTo>
                  <a:cubicBezTo>
                    <a:pt x="5013" y="2960"/>
                    <a:pt x="4957" y="2933"/>
                    <a:pt x="4891" y="2933"/>
                  </a:cubicBezTo>
                  <a:cubicBezTo>
                    <a:pt x="4869" y="2933"/>
                    <a:pt x="4846" y="2936"/>
                    <a:pt x="4822" y="2942"/>
                  </a:cubicBezTo>
                  <a:cubicBezTo>
                    <a:pt x="4667" y="3013"/>
                    <a:pt x="4489" y="3061"/>
                    <a:pt x="4286" y="3061"/>
                  </a:cubicBezTo>
                  <a:cubicBezTo>
                    <a:pt x="3917" y="3061"/>
                    <a:pt x="3572" y="2894"/>
                    <a:pt x="3322" y="2620"/>
                  </a:cubicBezTo>
                  <a:cubicBezTo>
                    <a:pt x="3284" y="2583"/>
                    <a:pt x="3242" y="2559"/>
                    <a:pt x="3198" y="2559"/>
                  </a:cubicBezTo>
                  <a:cubicBezTo>
                    <a:pt x="3172" y="2559"/>
                    <a:pt x="3146" y="2567"/>
                    <a:pt x="3120" y="2585"/>
                  </a:cubicBezTo>
                  <a:cubicBezTo>
                    <a:pt x="2977" y="2656"/>
                    <a:pt x="2822" y="2704"/>
                    <a:pt x="2667" y="2704"/>
                  </a:cubicBezTo>
                  <a:cubicBezTo>
                    <a:pt x="2381" y="2704"/>
                    <a:pt x="2119" y="2573"/>
                    <a:pt x="1953" y="2346"/>
                  </a:cubicBezTo>
                  <a:cubicBezTo>
                    <a:pt x="1929" y="2299"/>
                    <a:pt x="1881" y="2287"/>
                    <a:pt x="1822" y="2287"/>
                  </a:cubicBezTo>
                  <a:cubicBezTo>
                    <a:pt x="1774" y="2287"/>
                    <a:pt x="1715" y="2323"/>
                    <a:pt x="1691" y="2346"/>
                  </a:cubicBezTo>
                  <a:cubicBezTo>
                    <a:pt x="1596" y="2466"/>
                    <a:pt x="1465" y="2525"/>
                    <a:pt x="1334" y="2525"/>
                  </a:cubicBezTo>
                  <a:cubicBezTo>
                    <a:pt x="1238" y="2525"/>
                    <a:pt x="1167" y="2596"/>
                    <a:pt x="1167" y="2692"/>
                  </a:cubicBezTo>
                  <a:cubicBezTo>
                    <a:pt x="1167" y="2775"/>
                    <a:pt x="1238" y="2858"/>
                    <a:pt x="1334" y="2858"/>
                  </a:cubicBezTo>
                  <a:cubicBezTo>
                    <a:pt x="1512" y="2858"/>
                    <a:pt x="1667" y="2799"/>
                    <a:pt x="1822" y="2692"/>
                  </a:cubicBezTo>
                  <a:cubicBezTo>
                    <a:pt x="2060" y="2918"/>
                    <a:pt x="2358" y="3037"/>
                    <a:pt x="2679" y="3037"/>
                  </a:cubicBezTo>
                  <a:cubicBezTo>
                    <a:pt x="2846" y="3037"/>
                    <a:pt x="3024" y="3001"/>
                    <a:pt x="3179" y="2930"/>
                  </a:cubicBezTo>
                  <a:cubicBezTo>
                    <a:pt x="3477" y="3228"/>
                    <a:pt x="3870" y="3394"/>
                    <a:pt x="4310" y="3394"/>
                  </a:cubicBezTo>
                  <a:cubicBezTo>
                    <a:pt x="4489" y="3394"/>
                    <a:pt x="4667" y="3358"/>
                    <a:pt x="4846" y="3299"/>
                  </a:cubicBezTo>
                  <a:cubicBezTo>
                    <a:pt x="5227" y="3906"/>
                    <a:pt x="5918" y="4287"/>
                    <a:pt x="6644" y="4287"/>
                  </a:cubicBezTo>
                  <a:cubicBezTo>
                    <a:pt x="7834" y="4287"/>
                    <a:pt x="8787" y="3311"/>
                    <a:pt x="8787" y="2144"/>
                  </a:cubicBezTo>
                  <a:cubicBezTo>
                    <a:pt x="8799" y="965"/>
                    <a:pt x="7834" y="1"/>
                    <a:pt x="6656"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6728;p55">
              <a:extLst>
                <a:ext uri="{FF2B5EF4-FFF2-40B4-BE49-F238E27FC236}">
                  <a16:creationId xmlns:a16="http://schemas.microsoft.com/office/drawing/2014/main" id="{BCFFC80C-FC7E-B1C6-21E6-218E56EAC712}"/>
                </a:ext>
              </a:extLst>
            </p:cNvPr>
            <p:cNvSpPr/>
            <p:nvPr/>
          </p:nvSpPr>
          <p:spPr>
            <a:xfrm>
              <a:off x="2771359" y="3655327"/>
              <a:ext cx="10280" cy="21611"/>
            </a:xfrm>
            <a:custGeom>
              <a:avLst/>
              <a:gdLst/>
              <a:ahLst/>
              <a:cxnLst/>
              <a:rect l="l" t="t" r="r" b="b"/>
              <a:pathLst>
                <a:path w="323" h="679" extrusionOk="0">
                  <a:moveTo>
                    <a:pt x="167" y="0"/>
                  </a:moveTo>
                  <a:cubicBezTo>
                    <a:pt x="72" y="0"/>
                    <a:pt x="1" y="72"/>
                    <a:pt x="1" y="155"/>
                  </a:cubicBezTo>
                  <a:lnTo>
                    <a:pt x="1" y="512"/>
                  </a:lnTo>
                  <a:cubicBezTo>
                    <a:pt x="1" y="608"/>
                    <a:pt x="72" y="679"/>
                    <a:pt x="167" y="679"/>
                  </a:cubicBezTo>
                  <a:cubicBezTo>
                    <a:pt x="251" y="679"/>
                    <a:pt x="322" y="608"/>
                    <a:pt x="322" y="512"/>
                  </a:cubicBezTo>
                  <a:lnTo>
                    <a:pt x="322" y="179"/>
                  </a:lnTo>
                  <a:cubicBezTo>
                    <a:pt x="322" y="72"/>
                    <a:pt x="251"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6729;p55">
              <a:extLst>
                <a:ext uri="{FF2B5EF4-FFF2-40B4-BE49-F238E27FC236}">
                  <a16:creationId xmlns:a16="http://schemas.microsoft.com/office/drawing/2014/main" id="{1FDFC808-FDA9-14D1-F5E4-653DE87F4B4F}"/>
                </a:ext>
              </a:extLst>
            </p:cNvPr>
            <p:cNvSpPr/>
            <p:nvPr/>
          </p:nvSpPr>
          <p:spPr>
            <a:xfrm>
              <a:off x="2794084" y="3655327"/>
              <a:ext cx="10280" cy="21611"/>
            </a:xfrm>
            <a:custGeom>
              <a:avLst/>
              <a:gdLst/>
              <a:ahLst/>
              <a:cxnLst/>
              <a:rect l="l" t="t" r="r" b="b"/>
              <a:pathLst>
                <a:path w="323" h="679" extrusionOk="0">
                  <a:moveTo>
                    <a:pt x="168" y="0"/>
                  </a:moveTo>
                  <a:cubicBezTo>
                    <a:pt x="72" y="0"/>
                    <a:pt x="1" y="72"/>
                    <a:pt x="1" y="155"/>
                  </a:cubicBezTo>
                  <a:lnTo>
                    <a:pt x="1" y="512"/>
                  </a:lnTo>
                  <a:cubicBezTo>
                    <a:pt x="1" y="608"/>
                    <a:pt x="72" y="679"/>
                    <a:pt x="168" y="679"/>
                  </a:cubicBezTo>
                  <a:cubicBezTo>
                    <a:pt x="251" y="679"/>
                    <a:pt x="322" y="608"/>
                    <a:pt x="322" y="512"/>
                  </a:cubicBezTo>
                  <a:lnTo>
                    <a:pt x="322" y="179"/>
                  </a:lnTo>
                  <a:cubicBezTo>
                    <a:pt x="322" y="72"/>
                    <a:pt x="251" y="0"/>
                    <a:pt x="1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6730;p55">
              <a:extLst>
                <a:ext uri="{FF2B5EF4-FFF2-40B4-BE49-F238E27FC236}">
                  <a16:creationId xmlns:a16="http://schemas.microsoft.com/office/drawing/2014/main" id="{3D46DC4C-42F0-BCE7-1345-163C5C8419D5}"/>
                </a:ext>
              </a:extLst>
            </p:cNvPr>
            <p:cNvSpPr/>
            <p:nvPr/>
          </p:nvSpPr>
          <p:spPr>
            <a:xfrm>
              <a:off x="2816840" y="3655327"/>
              <a:ext cx="11012" cy="21611"/>
            </a:xfrm>
            <a:custGeom>
              <a:avLst/>
              <a:gdLst/>
              <a:ahLst/>
              <a:cxnLst/>
              <a:rect l="l" t="t" r="r" b="b"/>
              <a:pathLst>
                <a:path w="346" h="679" extrusionOk="0">
                  <a:moveTo>
                    <a:pt x="167" y="0"/>
                  </a:moveTo>
                  <a:cubicBezTo>
                    <a:pt x="72" y="0"/>
                    <a:pt x="0" y="72"/>
                    <a:pt x="0" y="155"/>
                  </a:cubicBezTo>
                  <a:lnTo>
                    <a:pt x="0" y="512"/>
                  </a:lnTo>
                  <a:cubicBezTo>
                    <a:pt x="0" y="608"/>
                    <a:pt x="72" y="679"/>
                    <a:pt x="167" y="679"/>
                  </a:cubicBezTo>
                  <a:cubicBezTo>
                    <a:pt x="250" y="679"/>
                    <a:pt x="322" y="608"/>
                    <a:pt x="322" y="512"/>
                  </a:cubicBezTo>
                  <a:lnTo>
                    <a:pt x="322" y="179"/>
                  </a:lnTo>
                  <a:cubicBezTo>
                    <a:pt x="346" y="72"/>
                    <a:pt x="262"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6731;p55">
              <a:extLst>
                <a:ext uri="{FF2B5EF4-FFF2-40B4-BE49-F238E27FC236}">
                  <a16:creationId xmlns:a16="http://schemas.microsoft.com/office/drawing/2014/main" id="{E8106929-64B3-CACC-5BD3-BD209B467697}"/>
                </a:ext>
              </a:extLst>
            </p:cNvPr>
            <p:cNvSpPr/>
            <p:nvPr/>
          </p:nvSpPr>
          <p:spPr>
            <a:xfrm>
              <a:off x="2839947" y="3655327"/>
              <a:ext cx="10630" cy="21611"/>
            </a:xfrm>
            <a:custGeom>
              <a:avLst/>
              <a:gdLst/>
              <a:ahLst/>
              <a:cxnLst/>
              <a:rect l="l" t="t" r="r" b="b"/>
              <a:pathLst>
                <a:path w="334" h="679" extrusionOk="0">
                  <a:moveTo>
                    <a:pt x="167" y="0"/>
                  </a:moveTo>
                  <a:cubicBezTo>
                    <a:pt x="72" y="0"/>
                    <a:pt x="1" y="72"/>
                    <a:pt x="1" y="155"/>
                  </a:cubicBezTo>
                  <a:lnTo>
                    <a:pt x="1" y="512"/>
                  </a:lnTo>
                  <a:cubicBezTo>
                    <a:pt x="1" y="608"/>
                    <a:pt x="72" y="679"/>
                    <a:pt x="167" y="679"/>
                  </a:cubicBezTo>
                  <a:cubicBezTo>
                    <a:pt x="251" y="679"/>
                    <a:pt x="334" y="608"/>
                    <a:pt x="334" y="512"/>
                  </a:cubicBezTo>
                  <a:lnTo>
                    <a:pt x="334" y="179"/>
                  </a:lnTo>
                  <a:cubicBezTo>
                    <a:pt x="334" y="72"/>
                    <a:pt x="251"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6732;p55">
              <a:extLst>
                <a:ext uri="{FF2B5EF4-FFF2-40B4-BE49-F238E27FC236}">
                  <a16:creationId xmlns:a16="http://schemas.microsoft.com/office/drawing/2014/main" id="{8C71A382-4049-B0D2-0E7B-4AAE086D5715}"/>
                </a:ext>
              </a:extLst>
            </p:cNvPr>
            <p:cNvSpPr/>
            <p:nvPr/>
          </p:nvSpPr>
          <p:spPr>
            <a:xfrm>
              <a:off x="2862672" y="3655327"/>
              <a:ext cx="10662" cy="21611"/>
            </a:xfrm>
            <a:custGeom>
              <a:avLst/>
              <a:gdLst/>
              <a:ahLst/>
              <a:cxnLst/>
              <a:rect l="l" t="t" r="r" b="b"/>
              <a:pathLst>
                <a:path w="335" h="679" extrusionOk="0">
                  <a:moveTo>
                    <a:pt x="168" y="0"/>
                  </a:moveTo>
                  <a:cubicBezTo>
                    <a:pt x="72" y="0"/>
                    <a:pt x="1" y="72"/>
                    <a:pt x="1" y="155"/>
                  </a:cubicBezTo>
                  <a:lnTo>
                    <a:pt x="1" y="512"/>
                  </a:lnTo>
                  <a:cubicBezTo>
                    <a:pt x="1" y="608"/>
                    <a:pt x="72" y="679"/>
                    <a:pt x="168" y="679"/>
                  </a:cubicBezTo>
                  <a:cubicBezTo>
                    <a:pt x="251" y="679"/>
                    <a:pt x="334" y="608"/>
                    <a:pt x="334" y="512"/>
                  </a:cubicBezTo>
                  <a:lnTo>
                    <a:pt x="334" y="179"/>
                  </a:lnTo>
                  <a:cubicBezTo>
                    <a:pt x="334" y="72"/>
                    <a:pt x="251" y="0"/>
                    <a:pt x="1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6733;p55">
              <a:extLst>
                <a:ext uri="{FF2B5EF4-FFF2-40B4-BE49-F238E27FC236}">
                  <a16:creationId xmlns:a16="http://schemas.microsoft.com/office/drawing/2014/main" id="{0F1843F5-CF97-3D2B-50C8-DC98664464CB}"/>
                </a:ext>
              </a:extLst>
            </p:cNvPr>
            <p:cNvSpPr/>
            <p:nvPr/>
          </p:nvSpPr>
          <p:spPr>
            <a:xfrm>
              <a:off x="2885429" y="3655327"/>
              <a:ext cx="11012" cy="21611"/>
            </a:xfrm>
            <a:custGeom>
              <a:avLst/>
              <a:gdLst/>
              <a:ahLst/>
              <a:cxnLst/>
              <a:rect l="l" t="t" r="r" b="b"/>
              <a:pathLst>
                <a:path w="346" h="679" extrusionOk="0">
                  <a:moveTo>
                    <a:pt x="167" y="0"/>
                  </a:moveTo>
                  <a:cubicBezTo>
                    <a:pt x="72" y="0"/>
                    <a:pt x="0" y="72"/>
                    <a:pt x="0" y="155"/>
                  </a:cubicBezTo>
                  <a:lnTo>
                    <a:pt x="0" y="512"/>
                  </a:lnTo>
                  <a:cubicBezTo>
                    <a:pt x="0" y="608"/>
                    <a:pt x="72" y="679"/>
                    <a:pt x="167" y="679"/>
                  </a:cubicBezTo>
                  <a:cubicBezTo>
                    <a:pt x="250" y="679"/>
                    <a:pt x="334" y="608"/>
                    <a:pt x="334" y="512"/>
                  </a:cubicBezTo>
                  <a:lnTo>
                    <a:pt x="334" y="179"/>
                  </a:lnTo>
                  <a:cubicBezTo>
                    <a:pt x="346" y="72"/>
                    <a:pt x="274"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6734;p55">
              <a:extLst>
                <a:ext uri="{FF2B5EF4-FFF2-40B4-BE49-F238E27FC236}">
                  <a16:creationId xmlns:a16="http://schemas.microsoft.com/office/drawing/2014/main" id="{D19E7731-FA78-12FD-8D90-6B33FD932FA2}"/>
                </a:ext>
              </a:extLst>
            </p:cNvPr>
            <p:cNvSpPr/>
            <p:nvPr/>
          </p:nvSpPr>
          <p:spPr>
            <a:xfrm>
              <a:off x="2908535" y="3655327"/>
              <a:ext cx="10630" cy="21611"/>
            </a:xfrm>
            <a:custGeom>
              <a:avLst/>
              <a:gdLst/>
              <a:ahLst/>
              <a:cxnLst/>
              <a:rect l="l" t="t" r="r" b="b"/>
              <a:pathLst>
                <a:path w="334" h="679" extrusionOk="0">
                  <a:moveTo>
                    <a:pt x="167" y="0"/>
                  </a:moveTo>
                  <a:cubicBezTo>
                    <a:pt x="84" y="0"/>
                    <a:pt x="1" y="72"/>
                    <a:pt x="1" y="155"/>
                  </a:cubicBezTo>
                  <a:lnTo>
                    <a:pt x="1" y="512"/>
                  </a:lnTo>
                  <a:cubicBezTo>
                    <a:pt x="1" y="608"/>
                    <a:pt x="84" y="679"/>
                    <a:pt x="167" y="679"/>
                  </a:cubicBezTo>
                  <a:cubicBezTo>
                    <a:pt x="263" y="679"/>
                    <a:pt x="334" y="608"/>
                    <a:pt x="334" y="512"/>
                  </a:cubicBezTo>
                  <a:lnTo>
                    <a:pt x="334" y="179"/>
                  </a:lnTo>
                  <a:cubicBezTo>
                    <a:pt x="334" y="72"/>
                    <a:pt x="263"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6735;p55">
              <a:extLst>
                <a:ext uri="{FF2B5EF4-FFF2-40B4-BE49-F238E27FC236}">
                  <a16:creationId xmlns:a16="http://schemas.microsoft.com/office/drawing/2014/main" id="{486AD1E6-C138-1B67-4B82-7E0C4D75228B}"/>
                </a:ext>
              </a:extLst>
            </p:cNvPr>
            <p:cNvSpPr/>
            <p:nvPr/>
          </p:nvSpPr>
          <p:spPr>
            <a:xfrm>
              <a:off x="2931292" y="3655327"/>
              <a:ext cx="10630" cy="21611"/>
            </a:xfrm>
            <a:custGeom>
              <a:avLst/>
              <a:gdLst/>
              <a:ahLst/>
              <a:cxnLst/>
              <a:rect l="l" t="t" r="r" b="b"/>
              <a:pathLst>
                <a:path w="334" h="679" extrusionOk="0">
                  <a:moveTo>
                    <a:pt x="167" y="0"/>
                  </a:moveTo>
                  <a:cubicBezTo>
                    <a:pt x="71" y="0"/>
                    <a:pt x="0" y="72"/>
                    <a:pt x="0" y="155"/>
                  </a:cubicBezTo>
                  <a:lnTo>
                    <a:pt x="0" y="512"/>
                  </a:lnTo>
                  <a:cubicBezTo>
                    <a:pt x="0" y="608"/>
                    <a:pt x="71" y="679"/>
                    <a:pt x="167" y="679"/>
                  </a:cubicBezTo>
                  <a:cubicBezTo>
                    <a:pt x="262" y="679"/>
                    <a:pt x="333" y="608"/>
                    <a:pt x="333" y="512"/>
                  </a:cubicBezTo>
                  <a:lnTo>
                    <a:pt x="333" y="179"/>
                  </a:lnTo>
                  <a:cubicBezTo>
                    <a:pt x="333" y="72"/>
                    <a:pt x="262"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6532;p55">
            <a:extLst>
              <a:ext uri="{FF2B5EF4-FFF2-40B4-BE49-F238E27FC236}">
                <a16:creationId xmlns:a16="http://schemas.microsoft.com/office/drawing/2014/main" id="{6F32FA55-4550-D270-A635-111DFD482E8F}"/>
              </a:ext>
            </a:extLst>
          </p:cNvPr>
          <p:cNvGrpSpPr/>
          <p:nvPr/>
        </p:nvGrpSpPr>
        <p:grpSpPr>
          <a:xfrm>
            <a:off x="3099849" y="3720172"/>
            <a:ext cx="1250161" cy="1048680"/>
            <a:chOff x="2497275" y="2744159"/>
            <a:chExt cx="370930" cy="370549"/>
          </a:xfrm>
        </p:grpSpPr>
        <p:sp>
          <p:nvSpPr>
            <p:cNvPr id="42" name="Google Shape;6533;p55">
              <a:extLst>
                <a:ext uri="{FF2B5EF4-FFF2-40B4-BE49-F238E27FC236}">
                  <a16:creationId xmlns:a16="http://schemas.microsoft.com/office/drawing/2014/main" id="{3B0ADDF0-D357-58C1-5D3D-7BD4E65FB1AC}"/>
                </a:ext>
              </a:extLst>
            </p:cNvPr>
            <p:cNvSpPr/>
            <p:nvPr/>
          </p:nvSpPr>
          <p:spPr>
            <a:xfrm>
              <a:off x="2497275" y="2744159"/>
              <a:ext cx="284366" cy="284747"/>
            </a:xfrm>
            <a:custGeom>
              <a:avLst/>
              <a:gdLst/>
              <a:ahLst/>
              <a:cxnLst/>
              <a:rect l="l" t="t" r="r" b="b"/>
              <a:pathLst>
                <a:path w="8955" h="8967" extrusionOk="0">
                  <a:moveTo>
                    <a:pt x="4204" y="1"/>
                  </a:moveTo>
                  <a:cubicBezTo>
                    <a:pt x="3942" y="1"/>
                    <a:pt x="3704" y="203"/>
                    <a:pt x="3644" y="465"/>
                  </a:cubicBezTo>
                  <a:lnTo>
                    <a:pt x="3466" y="1334"/>
                  </a:lnTo>
                  <a:cubicBezTo>
                    <a:pt x="3287" y="1394"/>
                    <a:pt x="3108" y="1465"/>
                    <a:pt x="2942" y="1537"/>
                  </a:cubicBezTo>
                  <a:lnTo>
                    <a:pt x="2215" y="1048"/>
                  </a:lnTo>
                  <a:cubicBezTo>
                    <a:pt x="2120" y="983"/>
                    <a:pt x="2009" y="952"/>
                    <a:pt x="1899" y="952"/>
                  </a:cubicBezTo>
                  <a:cubicBezTo>
                    <a:pt x="1749" y="952"/>
                    <a:pt x="1599" y="1010"/>
                    <a:pt x="1489" y="1120"/>
                  </a:cubicBezTo>
                  <a:lnTo>
                    <a:pt x="1108" y="1489"/>
                  </a:lnTo>
                  <a:cubicBezTo>
                    <a:pt x="918" y="1691"/>
                    <a:pt x="894" y="1989"/>
                    <a:pt x="1037" y="2227"/>
                  </a:cubicBezTo>
                  <a:lnTo>
                    <a:pt x="1525" y="2953"/>
                  </a:lnTo>
                  <a:cubicBezTo>
                    <a:pt x="1441" y="3120"/>
                    <a:pt x="1370" y="3287"/>
                    <a:pt x="1322" y="3465"/>
                  </a:cubicBezTo>
                  <a:lnTo>
                    <a:pt x="453" y="3644"/>
                  </a:lnTo>
                  <a:cubicBezTo>
                    <a:pt x="191" y="3703"/>
                    <a:pt x="1" y="3930"/>
                    <a:pt x="1" y="4215"/>
                  </a:cubicBezTo>
                  <a:lnTo>
                    <a:pt x="1" y="4751"/>
                  </a:lnTo>
                  <a:cubicBezTo>
                    <a:pt x="1" y="5025"/>
                    <a:pt x="191" y="5251"/>
                    <a:pt x="453" y="5323"/>
                  </a:cubicBezTo>
                  <a:lnTo>
                    <a:pt x="1322" y="5501"/>
                  </a:lnTo>
                  <a:cubicBezTo>
                    <a:pt x="1382" y="5668"/>
                    <a:pt x="1453" y="5847"/>
                    <a:pt x="1525" y="6013"/>
                  </a:cubicBezTo>
                  <a:lnTo>
                    <a:pt x="1037" y="6740"/>
                  </a:lnTo>
                  <a:cubicBezTo>
                    <a:pt x="894" y="6966"/>
                    <a:pt x="918" y="7287"/>
                    <a:pt x="1108" y="7478"/>
                  </a:cubicBezTo>
                  <a:lnTo>
                    <a:pt x="1489" y="7847"/>
                  </a:lnTo>
                  <a:cubicBezTo>
                    <a:pt x="1599" y="7957"/>
                    <a:pt x="1745" y="8015"/>
                    <a:pt x="1894" y="8015"/>
                  </a:cubicBezTo>
                  <a:cubicBezTo>
                    <a:pt x="2003" y="8015"/>
                    <a:pt x="2115" y="7984"/>
                    <a:pt x="2215" y="7918"/>
                  </a:cubicBezTo>
                  <a:lnTo>
                    <a:pt x="2942" y="7430"/>
                  </a:lnTo>
                  <a:cubicBezTo>
                    <a:pt x="3108" y="7513"/>
                    <a:pt x="3287" y="7597"/>
                    <a:pt x="3466" y="7633"/>
                  </a:cubicBezTo>
                  <a:lnTo>
                    <a:pt x="3644" y="8502"/>
                  </a:lnTo>
                  <a:cubicBezTo>
                    <a:pt x="3704" y="8764"/>
                    <a:pt x="3930" y="8966"/>
                    <a:pt x="4204" y="8966"/>
                  </a:cubicBezTo>
                  <a:lnTo>
                    <a:pt x="4740" y="8966"/>
                  </a:lnTo>
                  <a:cubicBezTo>
                    <a:pt x="5013" y="8966"/>
                    <a:pt x="5251" y="8764"/>
                    <a:pt x="5311" y="8502"/>
                  </a:cubicBezTo>
                  <a:lnTo>
                    <a:pt x="5490" y="7633"/>
                  </a:lnTo>
                  <a:cubicBezTo>
                    <a:pt x="5621" y="7597"/>
                    <a:pt x="5775" y="7537"/>
                    <a:pt x="5906" y="7478"/>
                  </a:cubicBezTo>
                  <a:cubicBezTo>
                    <a:pt x="6002" y="7442"/>
                    <a:pt x="6037" y="7323"/>
                    <a:pt x="6002" y="7240"/>
                  </a:cubicBezTo>
                  <a:cubicBezTo>
                    <a:pt x="5966" y="7169"/>
                    <a:pt x="5898" y="7131"/>
                    <a:pt x="5831" y="7131"/>
                  </a:cubicBezTo>
                  <a:cubicBezTo>
                    <a:pt x="5808" y="7131"/>
                    <a:pt x="5785" y="7135"/>
                    <a:pt x="5763" y="7144"/>
                  </a:cubicBezTo>
                  <a:cubicBezTo>
                    <a:pt x="5609" y="7228"/>
                    <a:pt x="5466" y="7287"/>
                    <a:pt x="5299" y="7323"/>
                  </a:cubicBezTo>
                  <a:cubicBezTo>
                    <a:pt x="5240" y="7347"/>
                    <a:pt x="5180" y="7406"/>
                    <a:pt x="5168" y="7454"/>
                  </a:cubicBezTo>
                  <a:lnTo>
                    <a:pt x="4966" y="8430"/>
                  </a:lnTo>
                  <a:cubicBezTo>
                    <a:pt x="4954" y="8514"/>
                    <a:pt x="4870" y="8597"/>
                    <a:pt x="4763" y="8597"/>
                  </a:cubicBezTo>
                  <a:lnTo>
                    <a:pt x="4228" y="8597"/>
                  </a:lnTo>
                  <a:cubicBezTo>
                    <a:pt x="4120" y="8597"/>
                    <a:pt x="4049" y="8514"/>
                    <a:pt x="4013" y="8430"/>
                  </a:cubicBezTo>
                  <a:lnTo>
                    <a:pt x="3823" y="7454"/>
                  </a:lnTo>
                  <a:cubicBezTo>
                    <a:pt x="3811" y="7383"/>
                    <a:pt x="3763" y="7335"/>
                    <a:pt x="3692" y="7323"/>
                  </a:cubicBezTo>
                  <a:cubicBezTo>
                    <a:pt x="3466" y="7263"/>
                    <a:pt x="3239" y="7180"/>
                    <a:pt x="3049" y="7061"/>
                  </a:cubicBezTo>
                  <a:cubicBezTo>
                    <a:pt x="3019" y="7043"/>
                    <a:pt x="2986" y="7034"/>
                    <a:pt x="2954" y="7034"/>
                  </a:cubicBezTo>
                  <a:cubicBezTo>
                    <a:pt x="2921" y="7034"/>
                    <a:pt x="2888" y="7043"/>
                    <a:pt x="2858" y="7061"/>
                  </a:cubicBezTo>
                  <a:lnTo>
                    <a:pt x="2037" y="7609"/>
                  </a:lnTo>
                  <a:cubicBezTo>
                    <a:pt x="2006" y="7634"/>
                    <a:pt x="1966" y="7647"/>
                    <a:pt x="1926" y="7647"/>
                  </a:cubicBezTo>
                  <a:cubicBezTo>
                    <a:pt x="1874" y="7647"/>
                    <a:pt x="1821" y="7625"/>
                    <a:pt x="1787" y="7585"/>
                  </a:cubicBezTo>
                  <a:lnTo>
                    <a:pt x="1418" y="7204"/>
                  </a:lnTo>
                  <a:cubicBezTo>
                    <a:pt x="1334" y="7132"/>
                    <a:pt x="1334" y="7025"/>
                    <a:pt x="1382" y="6954"/>
                  </a:cubicBezTo>
                  <a:lnTo>
                    <a:pt x="1930" y="6132"/>
                  </a:lnTo>
                  <a:cubicBezTo>
                    <a:pt x="1977" y="6073"/>
                    <a:pt x="1977" y="6001"/>
                    <a:pt x="1930" y="5942"/>
                  </a:cubicBezTo>
                  <a:cubicBezTo>
                    <a:pt x="1811" y="5739"/>
                    <a:pt x="1727" y="5525"/>
                    <a:pt x="1668" y="5299"/>
                  </a:cubicBezTo>
                  <a:cubicBezTo>
                    <a:pt x="1656" y="5239"/>
                    <a:pt x="1596" y="5180"/>
                    <a:pt x="1537" y="5168"/>
                  </a:cubicBezTo>
                  <a:lnTo>
                    <a:pt x="560" y="4977"/>
                  </a:lnTo>
                  <a:cubicBezTo>
                    <a:pt x="477" y="4954"/>
                    <a:pt x="406" y="4870"/>
                    <a:pt x="406" y="4763"/>
                  </a:cubicBezTo>
                  <a:lnTo>
                    <a:pt x="406" y="4227"/>
                  </a:lnTo>
                  <a:cubicBezTo>
                    <a:pt x="406" y="4132"/>
                    <a:pt x="477" y="4049"/>
                    <a:pt x="560" y="4025"/>
                  </a:cubicBezTo>
                  <a:lnTo>
                    <a:pt x="1537" y="3834"/>
                  </a:lnTo>
                  <a:cubicBezTo>
                    <a:pt x="1608" y="3811"/>
                    <a:pt x="1656" y="3775"/>
                    <a:pt x="1668" y="3692"/>
                  </a:cubicBezTo>
                  <a:cubicBezTo>
                    <a:pt x="1727" y="3477"/>
                    <a:pt x="1811" y="3251"/>
                    <a:pt x="1930" y="3061"/>
                  </a:cubicBezTo>
                  <a:cubicBezTo>
                    <a:pt x="1965" y="3001"/>
                    <a:pt x="1965" y="2918"/>
                    <a:pt x="1930" y="2858"/>
                  </a:cubicBezTo>
                  <a:lnTo>
                    <a:pt x="1382" y="2049"/>
                  </a:lnTo>
                  <a:cubicBezTo>
                    <a:pt x="1322" y="1965"/>
                    <a:pt x="1334" y="1846"/>
                    <a:pt x="1418" y="1787"/>
                  </a:cubicBezTo>
                  <a:lnTo>
                    <a:pt x="1787" y="1417"/>
                  </a:lnTo>
                  <a:cubicBezTo>
                    <a:pt x="1826" y="1378"/>
                    <a:pt x="1876" y="1360"/>
                    <a:pt x="1925" y="1360"/>
                  </a:cubicBezTo>
                  <a:cubicBezTo>
                    <a:pt x="1965" y="1360"/>
                    <a:pt x="2005" y="1372"/>
                    <a:pt x="2037" y="1394"/>
                  </a:cubicBezTo>
                  <a:lnTo>
                    <a:pt x="2858" y="1941"/>
                  </a:lnTo>
                  <a:cubicBezTo>
                    <a:pt x="2888" y="1965"/>
                    <a:pt x="2921" y="1977"/>
                    <a:pt x="2954" y="1977"/>
                  </a:cubicBezTo>
                  <a:cubicBezTo>
                    <a:pt x="2986" y="1977"/>
                    <a:pt x="3019" y="1965"/>
                    <a:pt x="3049" y="1941"/>
                  </a:cubicBezTo>
                  <a:cubicBezTo>
                    <a:pt x="3263" y="1822"/>
                    <a:pt x="3466" y="1727"/>
                    <a:pt x="3692" y="1668"/>
                  </a:cubicBezTo>
                  <a:cubicBezTo>
                    <a:pt x="3751" y="1656"/>
                    <a:pt x="3811" y="1596"/>
                    <a:pt x="3823" y="1537"/>
                  </a:cubicBezTo>
                  <a:lnTo>
                    <a:pt x="4013" y="572"/>
                  </a:lnTo>
                  <a:cubicBezTo>
                    <a:pt x="4037" y="477"/>
                    <a:pt x="4120" y="405"/>
                    <a:pt x="4228" y="405"/>
                  </a:cubicBezTo>
                  <a:lnTo>
                    <a:pt x="4763" y="405"/>
                  </a:lnTo>
                  <a:cubicBezTo>
                    <a:pt x="4870" y="405"/>
                    <a:pt x="4942" y="477"/>
                    <a:pt x="4966" y="572"/>
                  </a:cubicBezTo>
                  <a:lnTo>
                    <a:pt x="5168" y="1537"/>
                  </a:lnTo>
                  <a:cubicBezTo>
                    <a:pt x="5180" y="1608"/>
                    <a:pt x="5216" y="1656"/>
                    <a:pt x="5299" y="1668"/>
                  </a:cubicBezTo>
                  <a:cubicBezTo>
                    <a:pt x="5513" y="1727"/>
                    <a:pt x="5740" y="1822"/>
                    <a:pt x="5930" y="1941"/>
                  </a:cubicBezTo>
                  <a:cubicBezTo>
                    <a:pt x="5960" y="1953"/>
                    <a:pt x="5996" y="1959"/>
                    <a:pt x="6031" y="1959"/>
                  </a:cubicBezTo>
                  <a:cubicBezTo>
                    <a:pt x="6067" y="1959"/>
                    <a:pt x="6103" y="1953"/>
                    <a:pt x="6133" y="1941"/>
                  </a:cubicBezTo>
                  <a:lnTo>
                    <a:pt x="6942" y="1394"/>
                  </a:lnTo>
                  <a:cubicBezTo>
                    <a:pt x="6978" y="1368"/>
                    <a:pt x="7021" y="1356"/>
                    <a:pt x="7063" y="1356"/>
                  </a:cubicBezTo>
                  <a:cubicBezTo>
                    <a:pt x="7117" y="1356"/>
                    <a:pt x="7170" y="1377"/>
                    <a:pt x="7204" y="1417"/>
                  </a:cubicBezTo>
                  <a:lnTo>
                    <a:pt x="7573" y="1787"/>
                  </a:lnTo>
                  <a:cubicBezTo>
                    <a:pt x="7645" y="1870"/>
                    <a:pt x="7645" y="1965"/>
                    <a:pt x="7597" y="2049"/>
                  </a:cubicBezTo>
                  <a:lnTo>
                    <a:pt x="7049" y="2858"/>
                  </a:lnTo>
                  <a:cubicBezTo>
                    <a:pt x="7002" y="2918"/>
                    <a:pt x="7002" y="2989"/>
                    <a:pt x="7049" y="3061"/>
                  </a:cubicBezTo>
                  <a:cubicBezTo>
                    <a:pt x="7168" y="3263"/>
                    <a:pt x="7264" y="3477"/>
                    <a:pt x="7323" y="3692"/>
                  </a:cubicBezTo>
                  <a:cubicBezTo>
                    <a:pt x="7335" y="3751"/>
                    <a:pt x="7395" y="3811"/>
                    <a:pt x="7454" y="3834"/>
                  </a:cubicBezTo>
                  <a:lnTo>
                    <a:pt x="8419" y="4025"/>
                  </a:lnTo>
                  <a:cubicBezTo>
                    <a:pt x="8514" y="4037"/>
                    <a:pt x="8585" y="4132"/>
                    <a:pt x="8585" y="4227"/>
                  </a:cubicBezTo>
                  <a:lnTo>
                    <a:pt x="8585" y="4763"/>
                  </a:lnTo>
                  <a:cubicBezTo>
                    <a:pt x="8585" y="4870"/>
                    <a:pt x="8514" y="4942"/>
                    <a:pt x="8419" y="4977"/>
                  </a:cubicBezTo>
                  <a:lnTo>
                    <a:pt x="7454" y="5168"/>
                  </a:lnTo>
                  <a:cubicBezTo>
                    <a:pt x="7383" y="5180"/>
                    <a:pt x="7335" y="5227"/>
                    <a:pt x="7323" y="5299"/>
                  </a:cubicBezTo>
                  <a:cubicBezTo>
                    <a:pt x="7276" y="5466"/>
                    <a:pt x="7216" y="5632"/>
                    <a:pt x="7145" y="5775"/>
                  </a:cubicBezTo>
                  <a:cubicBezTo>
                    <a:pt x="7097" y="5870"/>
                    <a:pt x="7145" y="5966"/>
                    <a:pt x="7228" y="6013"/>
                  </a:cubicBezTo>
                  <a:cubicBezTo>
                    <a:pt x="7254" y="6026"/>
                    <a:pt x="7280" y="6032"/>
                    <a:pt x="7305" y="6032"/>
                  </a:cubicBezTo>
                  <a:cubicBezTo>
                    <a:pt x="7372" y="6032"/>
                    <a:pt x="7431" y="5991"/>
                    <a:pt x="7466" y="5930"/>
                  </a:cubicBezTo>
                  <a:cubicBezTo>
                    <a:pt x="7526" y="5799"/>
                    <a:pt x="7585" y="5644"/>
                    <a:pt x="7633" y="5501"/>
                  </a:cubicBezTo>
                  <a:lnTo>
                    <a:pt x="8490" y="5323"/>
                  </a:lnTo>
                  <a:cubicBezTo>
                    <a:pt x="8764" y="5263"/>
                    <a:pt x="8954" y="5037"/>
                    <a:pt x="8954" y="4751"/>
                  </a:cubicBezTo>
                  <a:lnTo>
                    <a:pt x="8954" y="4215"/>
                  </a:lnTo>
                  <a:cubicBezTo>
                    <a:pt x="8954" y="3942"/>
                    <a:pt x="8764" y="3715"/>
                    <a:pt x="8490" y="3644"/>
                  </a:cubicBezTo>
                  <a:lnTo>
                    <a:pt x="7633" y="3465"/>
                  </a:lnTo>
                  <a:cubicBezTo>
                    <a:pt x="7573" y="3287"/>
                    <a:pt x="7502" y="3120"/>
                    <a:pt x="7418" y="2953"/>
                  </a:cubicBezTo>
                  <a:lnTo>
                    <a:pt x="7918" y="2227"/>
                  </a:lnTo>
                  <a:cubicBezTo>
                    <a:pt x="8061" y="2001"/>
                    <a:pt x="8038" y="1679"/>
                    <a:pt x="7835" y="1489"/>
                  </a:cubicBezTo>
                  <a:lnTo>
                    <a:pt x="7466" y="1120"/>
                  </a:lnTo>
                  <a:cubicBezTo>
                    <a:pt x="7356" y="1010"/>
                    <a:pt x="7211" y="952"/>
                    <a:pt x="7061" y="952"/>
                  </a:cubicBezTo>
                  <a:cubicBezTo>
                    <a:pt x="6952" y="952"/>
                    <a:pt x="6840" y="983"/>
                    <a:pt x="6740" y="1048"/>
                  </a:cubicBezTo>
                  <a:lnTo>
                    <a:pt x="6013" y="1537"/>
                  </a:lnTo>
                  <a:cubicBezTo>
                    <a:pt x="5847" y="1453"/>
                    <a:pt x="5668" y="1370"/>
                    <a:pt x="5490" y="1334"/>
                  </a:cubicBezTo>
                  <a:lnTo>
                    <a:pt x="5311" y="465"/>
                  </a:lnTo>
                  <a:cubicBezTo>
                    <a:pt x="5251" y="203"/>
                    <a:pt x="5025" y="1"/>
                    <a:pt x="47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sp>
          <p:nvSpPr>
            <p:cNvPr id="43" name="Google Shape;6534;p55">
              <a:extLst>
                <a:ext uri="{FF2B5EF4-FFF2-40B4-BE49-F238E27FC236}">
                  <a16:creationId xmlns:a16="http://schemas.microsoft.com/office/drawing/2014/main" id="{FF2E37E6-4ED3-DEE8-CE51-9EF7FF904770}"/>
                </a:ext>
              </a:extLst>
            </p:cNvPr>
            <p:cNvSpPr/>
            <p:nvPr/>
          </p:nvSpPr>
          <p:spPr>
            <a:xfrm>
              <a:off x="2592191" y="2821673"/>
              <a:ext cx="113461" cy="98345"/>
            </a:xfrm>
            <a:custGeom>
              <a:avLst/>
              <a:gdLst/>
              <a:ahLst/>
              <a:cxnLst/>
              <a:rect l="l" t="t" r="r" b="b"/>
              <a:pathLst>
                <a:path w="3573" h="3097" extrusionOk="0">
                  <a:moveTo>
                    <a:pt x="1524" y="0"/>
                  </a:moveTo>
                  <a:cubicBezTo>
                    <a:pt x="989" y="0"/>
                    <a:pt x="465" y="215"/>
                    <a:pt x="72" y="584"/>
                  </a:cubicBezTo>
                  <a:cubicBezTo>
                    <a:pt x="0" y="655"/>
                    <a:pt x="0" y="774"/>
                    <a:pt x="72" y="834"/>
                  </a:cubicBezTo>
                  <a:cubicBezTo>
                    <a:pt x="113" y="876"/>
                    <a:pt x="164" y="896"/>
                    <a:pt x="212" y="896"/>
                  </a:cubicBezTo>
                  <a:cubicBezTo>
                    <a:pt x="259" y="896"/>
                    <a:pt x="304" y="876"/>
                    <a:pt x="334" y="834"/>
                  </a:cubicBezTo>
                  <a:cubicBezTo>
                    <a:pt x="643" y="524"/>
                    <a:pt x="1072" y="358"/>
                    <a:pt x="1500" y="358"/>
                  </a:cubicBezTo>
                  <a:cubicBezTo>
                    <a:pt x="2441" y="358"/>
                    <a:pt x="3203" y="1120"/>
                    <a:pt x="3203" y="2060"/>
                  </a:cubicBezTo>
                  <a:cubicBezTo>
                    <a:pt x="3203" y="2322"/>
                    <a:pt x="3144" y="2596"/>
                    <a:pt x="3024" y="2834"/>
                  </a:cubicBezTo>
                  <a:cubicBezTo>
                    <a:pt x="2965" y="2941"/>
                    <a:pt x="3013" y="3037"/>
                    <a:pt x="3096" y="3084"/>
                  </a:cubicBezTo>
                  <a:cubicBezTo>
                    <a:pt x="3132" y="3096"/>
                    <a:pt x="3155" y="3096"/>
                    <a:pt x="3191" y="3096"/>
                  </a:cubicBezTo>
                  <a:cubicBezTo>
                    <a:pt x="3251" y="3096"/>
                    <a:pt x="3322" y="3072"/>
                    <a:pt x="3346" y="3001"/>
                  </a:cubicBezTo>
                  <a:cubicBezTo>
                    <a:pt x="3501" y="2715"/>
                    <a:pt x="3572" y="2382"/>
                    <a:pt x="3572" y="2060"/>
                  </a:cubicBezTo>
                  <a:cubicBezTo>
                    <a:pt x="3572" y="929"/>
                    <a:pt x="2655" y="0"/>
                    <a:pt x="152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sp>
          <p:nvSpPr>
            <p:cNvPr id="44" name="Google Shape;6535;p55">
              <a:extLst>
                <a:ext uri="{FF2B5EF4-FFF2-40B4-BE49-F238E27FC236}">
                  <a16:creationId xmlns:a16="http://schemas.microsoft.com/office/drawing/2014/main" id="{0CA9C037-E0F8-10F0-2031-A4EF009207A2}"/>
                </a:ext>
              </a:extLst>
            </p:cNvPr>
            <p:cNvSpPr/>
            <p:nvPr/>
          </p:nvSpPr>
          <p:spPr>
            <a:xfrm>
              <a:off x="2574408" y="2862129"/>
              <a:ext cx="106665" cy="90756"/>
            </a:xfrm>
            <a:custGeom>
              <a:avLst/>
              <a:gdLst/>
              <a:ahLst/>
              <a:cxnLst/>
              <a:rect l="l" t="t" r="r" b="b"/>
              <a:pathLst>
                <a:path w="3359" h="2858" extrusionOk="0">
                  <a:moveTo>
                    <a:pt x="294" y="1"/>
                  </a:moveTo>
                  <a:cubicBezTo>
                    <a:pt x="218" y="1"/>
                    <a:pt x="145" y="48"/>
                    <a:pt x="108" y="131"/>
                  </a:cubicBezTo>
                  <a:cubicBezTo>
                    <a:pt x="36" y="334"/>
                    <a:pt x="1" y="572"/>
                    <a:pt x="1" y="798"/>
                  </a:cubicBezTo>
                  <a:cubicBezTo>
                    <a:pt x="1" y="1929"/>
                    <a:pt x="917" y="2858"/>
                    <a:pt x="2049" y="2858"/>
                  </a:cubicBezTo>
                  <a:cubicBezTo>
                    <a:pt x="2477" y="2858"/>
                    <a:pt x="2894" y="2715"/>
                    <a:pt x="3251" y="2465"/>
                  </a:cubicBezTo>
                  <a:cubicBezTo>
                    <a:pt x="3346" y="2405"/>
                    <a:pt x="3358" y="2286"/>
                    <a:pt x="3299" y="2215"/>
                  </a:cubicBezTo>
                  <a:cubicBezTo>
                    <a:pt x="3263" y="2158"/>
                    <a:pt x="3206" y="2131"/>
                    <a:pt x="3151" y="2131"/>
                  </a:cubicBezTo>
                  <a:cubicBezTo>
                    <a:pt x="3114" y="2131"/>
                    <a:pt x="3077" y="2143"/>
                    <a:pt x="3049" y="2167"/>
                  </a:cubicBezTo>
                  <a:cubicBezTo>
                    <a:pt x="2763" y="2382"/>
                    <a:pt x="2406" y="2501"/>
                    <a:pt x="2049" y="2501"/>
                  </a:cubicBezTo>
                  <a:cubicBezTo>
                    <a:pt x="1108" y="2501"/>
                    <a:pt x="346" y="1739"/>
                    <a:pt x="346" y="798"/>
                  </a:cubicBezTo>
                  <a:cubicBezTo>
                    <a:pt x="346" y="608"/>
                    <a:pt x="382" y="429"/>
                    <a:pt x="441" y="250"/>
                  </a:cubicBezTo>
                  <a:cubicBezTo>
                    <a:pt x="501" y="143"/>
                    <a:pt x="441" y="36"/>
                    <a:pt x="358" y="12"/>
                  </a:cubicBezTo>
                  <a:cubicBezTo>
                    <a:pt x="337" y="4"/>
                    <a:pt x="315" y="1"/>
                    <a:pt x="29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sp>
          <p:nvSpPr>
            <p:cNvPr id="45" name="Google Shape;6536;p55">
              <a:extLst>
                <a:ext uri="{FF2B5EF4-FFF2-40B4-BE49-F238E27FC236}">
                  <a16:creationId xmlns:a16="http://schemas.microsoft.com/office/drawing/2014/main" id="{BB78D72B-52E5-9C76-D241-5D7AA0F8D5E5}"/>
                </a:ext>
              </a:extLst>
            </p:cNvPr>
            <p:cNvSpPr/>
            <p:nvPr/>
          </p:nvSpPr>
          <p:spPr>
            <a:xfrm>
              <a:off x="2676881" y="2923385"/>
              <a:ext cx="191324" cy="191324"/>
            </a:xfrm>
            <a:custGeom>
              <a:avLst/>
              <a:gdLst/>
              <a:ahLst/>
              <a:cxnLst/>
              <a:rect l="l" t="t" r="r" b="b"/>
              <a:pathLst>
                <a:path w="6025" h="6025" extrusionOk="0">
                  <a:moveTo>
                    <a:pt x="2810" y="0"/>
                  </a:moveTo>
                  <a:cubicBezTo>
                    <a:pt x="2608" y="0"/>
                    <a:pt x="2429" y="155"/>
                    <a:pt x="2382" y="357"/>
                  </a:cubicBezTo>
                  <a:lnTo>
                    <a:pt x="2274" y="893"/>
                  </a:lnTo>
                  <a:cubicBezTo>
                    <a:pt x="2191" y="929"/>
                    <a:pt x="2084" y="965"/>
                    <a:pt x="1989" y="1012"/>
                  </a:cubicBezTo>
                  <a:lnTo>
                    <a:pt x="1548" y="715"/>
                  </a:lnTo>
                  <a:cubicBezTo>
                    <a:pt x="1475" y="666"/>
                    <a:pt x="1393" y="643"/>
                    <a:pt x="1313" y="643"/>
                  </a:cubicBezTo>
                  <a:cubicBezTo>
                    <a:pt x="1198" y="643"/>
                    <a:pt x="1085" y="690"/>
                    <a:pt x="1000" y="774"/>
                  </a:cubicBezTo>
                  <a:lnTo>
                    <a:pt x="738" y="1024"/>
                  </a:lnTo>
                  <a:cubicBezTo>
                    <a:pt x="596" y="1179"/>
                    <a:pt x="572" y="1417"/>
                    <a:pt x="679" y="1584"/>
                  </a:cubicBezTo>
                  <a:lnTo>
                    <a:pt x="977" y="2024"/>
                  </a:lnTo>
                  <a:cubicBezTo>
                    <a:pt x="917" y="2143"/>
                    <a:pt x="858" y="2274"/>
                    <a:pt x="834" y="2417"/>
                  </a:cubicBezTo>
                  <a:cubicBezTo>
                    <a:pt x="798" y="2512"/>
                    <a:pt x="858" y="2608"/>
                    <a:pt x="965" y="2631"/>
                  </a:cubicBezTo>
                  <a:cubicBezTo>
                    <a:pt x="986" y="2639"/>
                    <a:pt x="1006" y="2642"/>
                    <a:pt x="1025" y="2642"/>
                  </a:cubicBezTo>
                  <a:cubicBezTo>
                    <a:pt x="1103" y="2642"/>
                    <a:pt x="1162" y="2587"/>
                    <a:pt x="1191" y="2501"/>
                  </a:cubicBezTo>
                  <a:cubicBezTo>
                    <a:pt x="1227" y="2358"/>
                    <a:pt x="1298" y="2215"/>
                    <a:pt x="1346" y="2096"/>
                  </a:cubicBezTo>
                  <a:cubicBezTo>
                    <a:pt x="1381" y="2036"/>
                    <a:pt x="1381" y="1965"/>
                    <a:pt x="1346" y="1905"/>
                  </a:cubicBezTo>
                  <a:lnTo>
                    <a:pt x="1000" y="1369"/>
                  </a:lnTo>
                  <a:cubicBezTo>
                    <a:pt x="977" y="1346"/>
                    <a:pt x="977" y="1310"/>
                    <a:pt x="1012" y="1286"/>
                  </a:cubicBezTo>
                  <a:lnTo>
                    <a:pt x="1262" y="1024"/>
                  </a:lnTo>
                  <a:cubicBezTo>
                    <a:pt x="1283" y="1010"/>
                    <a:pt x="1300" y="1004"/>
                    <a:pt x="1318" y="1004"/>
                  </a:cubicBezTo>
                  <a:cubicBezTo>
                    <a:pt x="1330" y="1004"/>
                    <a:pt x="1343" y="1007"/>
                    <a:pt x="1358" y="1012"/>
                  </a:cubicBezTo>
                  <a:lnTo>
                    <a:pt x="1893" y="1369"/>
                  </a:lnTo>
                  <a:cubicBezTo>
                    <a:pt x="1923" y="1393"/>
                    <a:pt x="1956" y="1405"/>
                    <a:pt x="1989" y="1405"/>
                  </a:cubicBezTo>
                  <a:cubicBezTo>
                    <a:pt x="2021" y="1405"/>
                    <a:pt x="2054" y="1393"/>
                    <a:pt x="2084" y="1369"/>
                  </a:cubicBezTo>
                  <a:cubicBezTo>
                    <a:pt x="2215" y="1298"/>
                    <a:pt x="2346" y="1238"/>
                    <a:pt x="2489" y="1203"/>
                  </a:cubicBezTo>
                  <a:cubicBezTo>
                    <a:pt x="2548" y="1191"/>
                    <a:pt x="2608" y="1131"/>
                    <a:pt x="2620" y="1072"/>
                  </a:cubicBezTo>
                  <a:lnTo>
                    <a:pt x="2751" y="429"/>
                  </a:lnTo>
                  <a:cubicBezTo>
                    <a:pt x="2751" y="405"/>
                    <a:pt x="2786" y="369"/>
                    <a:pt x="2822" y="369"/>
                  </a:cubicBezTo>
                  <a:lnTo>
                    <a:pt x="3167" y="369"/>
                  </a:lnTo>
                  <a:cubicBezTo>
                    <a:pt x="3203" y="369"/>
                    <a:pt x="3227" y="405"/>
                    <a:pt x="3239" y="429"/>
                  </a:cubicBezTo>
                  <a:lnTo>
                    <a:pt x="3382" y="1072"/>
                  </a:lnTo>
                  <a:cubicBezTo>
                    <a:pt x="3394" y="1143"/>
                    <a:pt x="3429" y="1191"/>
                    <a:pt x="3513" y="1203"/>
                  </a:cubicBezTo>
                  <a:cubicBezTo>
                    <a:pt x="3656" y="1250"/>
                    <a:pt x="3786" y="1310"/>
                    <a:pt x="3917" y="1369"/>
                  </a:cubicBezTo>
                  <a:cubicBezTo>
                    <a:pt x="3947" y="1387"/>
                    <a:pt x="3980" y="1396"/>
                    <a:pt x="4013" y="1396"/>
                  </a:cubicBezTo>
                  <a:cubicBezTo>
                    <a:pt x="4045" y="1396"/>
                    <a:pt x="4078" y="1387"/>
                    <a:pt x="4108" y="1369"/>
                  </a:cubicBezTo>
                  <a:lnTo>
                    <a:pt x="4644" y="1012"/>
                  </a:lnTo>
                  <a:cubicBezTo>
                    <a:pt x="4654" y="1007"/>
                    <a:pt x="4665" y="1004"/>
                    <a:pt x="4678" y="1004"/>
                  </a:cubicBezTo>
                  <a:cubicBezTo>
                    <a:pt x="4695" y="1004"/>
                    <a:pt x="4713" y="1010"/>
                    <a:pt x="4727" y="1024"/>
                  </a:cubicBezTo>
                  <a:lnTo>
                    <a:pt x="4989" y="1286"/>
                  </a:lnTo>
                  <a:cubicBezTo>
                    <a:pt x="5013" y="1310"/>
                    <a:pt x="5013" y="1346"/>
                    <a:pt x="5001" y="1369"/>
                  </a:cubicBezTo>
                  <a:lnTo>
                    <a:pt x="4644" y="1905"/>
                  </a:lnTo>
                  <a:cubicBezTo>
                    <a:pt x="4596" y="1965"/>
                    <a:pt x="4596" y="2036"/>
                    <a:pt x="4644" y="2096"/>
                  </a:cubicBezTo>
                  <a:cubicBezTo>
                    <a:pt x="4715" y="2239"/>
                    <a:pt x="4775" y="2370"/>
                    <a:pt x="4810" y="2501"/>
                  </a:cubicBezTo>
                  <a:cubicBezTo>
                    <a:pt x="4822" y="2560"/>
                    <a:pt x="4882" y="2620"/>
                    <a:pt x="4941" y="2631"/>
                  </a:cubicBezTo>
                  <a:lnTo>
                    <a:pt x="5584" y="2774"/>
                  </a:lnTo>
                  <a:cubicBezTo>
                    <a:pt x="5608" y="2774"/>
                    <a:pt x="5644" y="2798"/>
                    <a:pt x="5644" y="2846"/>
                  </a:cubicBezTo>
                  <a:lnTo>
                    <a:pt x="5644" y="3191"/>
                  </a:lnTo>
                  <a:cubicBezTo>
                    <a:pt x="5644" y="3215"/>
                    <a:pt x="5608" y="3251"/>
                    <a:pt x="5584" y="3263"/>
                  </a:cubicBezTo>
                  <a:lnTo>
                    <a:pt x="4941" y="3393"/>
                  </a:lnTo>
                  <a:cubicBezTo>
                    <a:pt x="4870" y="3405"/>
                    <a:pt x="4822" y="3453"/>
                    <a:pt x="4810" y="3524"/>
                  </a:cubicBezTo>
                  <a:cubicBezTo>
                    <a:pt x="4763" y="3679"/>
                    <a:pt x="4703" y="3810"/>
                    <a:pt x="4644" y="3929"/>
                  </a:cubicBezTo>
                  <a:cubicBezTo>
                    <a:pt x="4608" y="3989"/>
                    <a:pt x="4608" y="4060"/>
                    <a:pt x="4644" y="4120"/>
                  </a:cubicBezTo>
                  <a:lnTo>
                    <a:pt x="5001" y="4656"/>
                  </a:lnTo>
                  <a:cubicBezTo>
                    <a:pt x="5013" y="4691"/>
                    <a:pt x="5013" y="4715"/>
                    <a:pt x="4989" y="4751"/>
                  </a:cubicBezTo>
                  <a:lnTo>
                    <a:pt x="4727" y="5001"/>
                  </a:lnTo>
                  <a:cubicBezTo>
                    <a:pt x="4714" y="5020"/>
                    <a:pt x="4697" y="5029"/>
                    <a:pt x="4681" y="5029"/>
                  </a:cubicBezTo>
                  <a:cubicBezTo>
                    <a:pt x="4668" y="5029"/>
                    <a:pt x="4654" y="5023"/>
                    <a:pt x="4644" y="5013"/>
                  </a:cubicBezTo>
                  <a:lnTo>
                    <a:pt x="4108" y="4656"/>
                  </a:lnTo>
                  <a:cubicBezTo>
                    <a:pt x="4078" y="4638"/>
                    <a:pt x="4045" y="4629"/>
                    <a:pt x="4013" y="4629"/>
                  </a:cubicBezTo>
                  <a:cubicBezTo>
                    <a:pt x="3980" y="4629"/>
                    <a:pt x="3947" y="4638"/>
                    <a:pt x="3917" y="4656"/>
                  </a:cubicBezTo>
                  <a:cubicBezTo>
                    <a:pt x="3775" y="4739"/>
                    <a:pt x="3644" y="4798"/>
                    <a:pt x="3513" y="4822"/>
                  </a:cubicBezTo>
                  <a:cubicBezTo>
                    <a:pt x="3453" y="4834"/>
                    <a:pt x="3394" y="4894"/>
                    <a:pt x="3382" y="4953"/>
                  </a:cubicBezTo>
                  <a:lnTo>
                    <a:pt x="3239" y="5596"/>
                  </a:lnTo>
                  <a:cubicBezTo>
                    <a:pt x="3239" y="5632"/>
                    <a:pt x="3215" y="5656"/>
                    <a:pt x="3167" y="5656"/>
                  </a:cubicBezTo>
                  <a:lnTo>
                    <a:pt x="2822" y="5656"/>
                  </a:lnTo>
                  <a:cubicBezTo>
                    <a:pt x="2798" y="5656"/>
                    <a:pt x="2763" y="5632"/>
                    <a:pt x="2751" y="5596"/>
                  </a:cubicBezTo>
                  <a:lnTo>
                    <a:pt x="2620" y="4953"/>
                  </a:lnTo>
                  <a:cubicBezTo>
                    <a:pt x="2608" y="4882"/>
                    <a:pt x="2560" y="4834"/>
                    <a:pt x="2489" y="4822"/>
                  </a:cubicBezTo>
                  <a:cubicBezTo>
                    <a:pt x="2334" y="4775"/>
                    <a:pt x="2203" y="4715"/>
                    <a:pt x="2084" y="4656"/>
                  </a:cubicBezTo>
                  <a:cubicBezTo>
                    <a:pt x="2054" y="4644"/>
                    <a:pt x="2021" y="4638"/>
                    <a:pt x="1989" y="4638"/>
                  </a:cubicBezTo>
                  <a:cubicBezTo>
                    <a:pt x="1956" y="4638"/>
                    <a:pt x="1923" y="4644"/>
                    <a:pt x="1893" y="4656"/>
                  </a:cubicBezTo>
                  <a:lnTo>
                    <a:pt x="1358" y="5013"/>
                  </a:lnTo>
                  <a:cubicBezTo>
                    <a:pt x="1342" y="5023"/>
                    <a:pt x="1328" y="5029"/>
                    <a:pt x="1314" y="5029"/>
                  </a:cubicBezTo>
                  <a:cubicBezTo>
                    <a:pt x="1298" y="5029"/>
                    <a:pt x="1282" y="5020"/>
                    <a:pt x="1262" y="5001"/>
                  </a:cubicBezTo>
                  <a:lnTo>
                    <a:pt x="1012" y="4751"/>
                  </a:lnTo>
                  <a:cubicBezTo>
                    <a:pt x="977" y="4715"/>
                    <a:pt x="977" y="4691"/>
                    <a:pt x="1000" y="4656"/>
                  </a:cubicBezTo>
                  <a:lnTo>
                    <a:pt x="1346" y="4120"/>
                  </a:lnTo>
                  <a:cubicBezTo>
                    <a:pt x="1393" y="4060"/>
                    <a:pt x="1393" y="3989"/>
                    <a:pt x="1346" y="3929"/>
                  </a:cubicBezTo>
                  <a:cubicBezTo>
                    <a:pt x="1274" y="3798"/>
                    <a:pt x="1215" y="3667"/>
                    <a:pt x="1191" y="3524"/>
                  </a:cubicBezTo>
                  <a:cubicBezTo>
                    <a:pt x="1167" y="3465"/>
                    <a:pt x="1108" y="3405"/>
                    <a:pt x="1048" y="3393"/>
                  </a:cubicBezTo>
                  <a:lnTo>
                    <a:pt x="417" y="3263"/>
                  </a:lnTo>
                  <a:cubicBezTo>
                    <a:pt x="381" y="3263"/>
                    <a:pt x="357" y="3227"/>
                    <a:pt x="357" y="3191"/>
                  </a:cubicBezTo>
                  <a:lnTo>
                    <a:pt x="357" y="2846"/>
                  </a:lnTo>
                  <a:cubicBezTo>
                    <a:pt x="357" y="2810"/>
                    <a:pt x="381" y="2786"/>
                    <a:pt x="417" y="2774"/>
                  </a:cubicBezTo>
                  <a:lnTo>
                    <a:pt x="453" y="2751"/>
                  </a:lnTo>
                  <a:cubicBezTo>
                    <a:pt x="560" y="2739"/>
                    <a:pt x="619" y="2631"/>
                    <a:pt x="608" y="2548"/>
                  </a:cubicBezTo>
                  <a:cubicBezTo>
                    <a:pt x="597" y="2450"/>
                    <a:pt x="506" y="2392"/>
                    <a:pt x="427" y="2392"/>
                  </a:cubicBezTo>
                  <a:cubicBezTo>
                    <a:pt x="419" y="2392"/>
                    <a:pt x="412" y="2392"/>
                    <a:pt x="405" y="2393"/>
                  </a:cubicBezTo>
                  <a:lnTo>
                    <a:pt x="357" y="2417"/>
                  </a:lnTo>
                  <a:cubicBezTo>
                    <a:pt x="143" y="2453"/>
                    <a:pt x="0" y="2631"/>
                    <a:pt x="0" y="2846"/>
                  </a:cubicBezTo>
                  <a:lnTo>
                    <a:pt x="0" y="3191"/>
                  </a:lnTo>
                  <a:cubicBezTo>
                    <a:pt x="0" y="3393"/>
                    <a:pt x="143" y="3572"/>
                    <a:pt x="357" y="3620"/>
                  </a:cubicBezTo>
                  <a:lnTo>
                    <a:pt x="893" y="3727"/>
                  </a:lnTo>
                  <a:cubicBezTo>
                    <a:pt x="917" y="3810"/>
                    <a:pt x="965" y="3917"/>
                    <a:pt x="1012" y="4001"/>
                  </a:cubicBezTo>
                  <a:lnTo>
                    <a:pt x="715" y="4453"/>
                  </a:lnTo>
                  <a:cubicBezTo>
                    <a:pt x="596" y="4632"/>
                    <a:pt x="619" y="4858"/>
                    <a:pt x="774" y="5001"/>
                  </a:cubicBezTo>
                  <a:lnTo>
                    <a:pt x="1024" y="5251"/>
                  </a:lnTo>
                  <a:cubicBezTo>
                    <a:pt x="1112" y="5339"/>
                    <a:pt x="1227" y="5381"/>
                    <a:pt x="1338" y="5381"/>
                  </a:cubicBezTo>
                  <a:cubicBezTo>
                    <a:pt x="1423" y="5381"/>
                    <a:pt x="1505" y="5357"/>
                    <a:pt x="1572" y="5310"/>
                  </a:cubicBezTo>
                  <a:lnTo>
                    <a:pt x="2024" y="5013"/>
                  </a:lnTo>
                  <a:cubicBezTo>
                    <a:pt x="2108" y="5060"/>
                    <a:pt x="2203" y="5108"/>
                    <a:pt x="2310" y="5132"/>
                  </a:cubicBezTo>
                  <a:lnTo>
                    <a:pt x="2405" y="5668"/>
                  </a:lnTo>
                  <a:cubicBezTo>
                    <a:pt x="2453" y="5882"/>
                    <a:pt x="2632" y="6025"/>
                    <a:pt x="2846" y="6025"/>
                  </a:cubicBezTo>
                  <a:lnTo>
                    <a:pt x="3179" y="6025"/>
                  </a:lnTo>
                  <a:cubicBezTo>
                    <a:pt x="3394" y="6025"/>
                    <a:pt x="3572" y="5882"/>
                    <a:pt x="3620" y="5668"/>
                  </a:cubicBezTo>
                  <a:lnTo>
                    <a:pt x="3715" y="5132"/>
                  </a:lnTo>
                  <a:cubicBezTo>
                    <a:pt x="3810" y="5108"/>
                    <a:pt x="3917" y="5060"/>
                    <a:pt x="4001" y="5013"/>
                  </a:cubicBezTo>
                  <a:lnTo>
                    <a:pt x="4453" y="5310"/>
                  </a:lnTo>
                  <a:cubicBezTo>
                    <a:pt x="4529" y="5361"/>
                    <a:pt x="4611" y="5386"/>
                    <a:pt x="4692" y="5386"/>
                  </a:cubicBezTo>
                  <a:cubicBezTo>
                    <a:pt x="4803" y="5386"/>
                    <a:pt x="4912" y="5340"/>
                    <a:pt x="5001" y="5251"/>
                  </a:cubicBezTo>
                  <a:lnTo>
                    <a:pt x="5251" y="5001"/>
                  </a:lnTo>
                  <a:cubicBezTo>
                    <a:pt x="5406" y="4858"/>
                    <a:pt x="5418" y="4620"/>
                    <a:pt x="5310" y="4453"/>
                  </a:cubicBezTo>
                  <a:lnTo>
                    <a:pt x="5013" y="4001"/>
                  </a:lnTo>
                  <a:cubicBezTo>
                    <a:pt x="5060" y="3917"/>
                    <a:pt x="5108" y="3822"/>
                    <a:pt x="5132" y="3727"/>
                  </a:cubicBezTo>
                  <a:lnTo>
                    <a:pt x="5668" y="3620"/>
                  </a:lnTo>
                  <a:cubicBezTo>
                    <a:pt x="5882" y="3572"/>
                    <a:pt x="6025" y="3393"/>
                    <a:pt x="6025" y="3191"/>
                  </a:cubicBezTo>
                  <a:lnTo>
                    <a:pt x="6025" y="2846"/>
                  </a:lnTo>
                  <a:cubicBezTo>
                    <a:pt x="6001" y="2631"/>
                    <a:pt x="5846" y="2453"/>
                    <a:pt x="5644" y="2417"/>
                  </a:cubicBezTo>
                  <a:lnTo>
                    <a:pt x="5108" y="2310"/>
                  </a:lnTo>
                  <a:cubicBezTo>
                    <a:pt x="5072" y="2215"/>
                    <a:pt x="5025" y="2120"/>
                    <a:pt x="4989" y="2024"/>
                  </a:cubicBezTo>
                  <a:lnTo>
                    <a:pt x="5287" y="1584"/>
                  </a:lnTo>
                  <a:cubicBezTo>
                    <a:pt x="5406" y="1405"/>
                    <a:pt x="5370" y="1179"/>
                    <a:pt x="5227" y="1024"/>
                  </a:cubicBezTo>
                  <a:lnTo>
                    <a:pt x="4965" y="774"/>
                  </a:lnTo>
                  <a:cubicBezTo>
                    <a:pt x="4882" y="691"/>
                    <a:pt x="4766" y="648"/>
                    <a:pt x="4651" y="648"/>
                  </a:cubicBezTo>
                  <a:cubicBezTo>
                    <a:pt x="4569" y="648"/>
                    <a:pt x="4487" y="670"/>
                    <a:pt x="4418" y="715"/>
                  </a:cubicBezTo>
                  <a:lnTo>
                    <a:pt x="3977" y="1012"/>
                  </a:lnTo>
                  <a:cubicBezTo>
                    <a:pt x="3882" y="965"/>
                    <a:pt x="3786" y="929"/>
                    <a:pt x="3691" y="893"/>
                  </a:cubicBezTo>
                  <a:lnTo>
                    <a:pt x="3584" y="357"/>
                  </a:lnTo>
                  <a:cubicBezTo>
                    <a:pt x="3536" y="155"/>
                    <a:pt x="3358" y="0"/>
                    <a:pt x="315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sp>
          <p:nvSpPr>
            <p:cNvPr id="46" name="Google Shape;6537;p55">
              <a:extLst>
                <a:ext uri="{FF2B5EF4-FFF2-40B4-BE49-F238E27FC236}">
                  <a16:creationId xmlns:a16="http://schemas.microsoft.com/office/drawing/2014/main" id="{844F51C2-2380-11A0-C8F4-871CF3F1DCC1}"/>
                </a:ext>
              </a:extLst>
            </p:cNvPr>
            <p:cNvSpPr/>
            <p:nvPr/>
          </p:nvSpPr>
          <p:spPr>
            <a:xfrm>
              <a:off x="2738867" y="2986895"/>
              <a:ext cx="65066" cy="65066"/>
            </a:xfrm>
            <a:custGeom>
              <a:avLst/>
              <a:gdLst/>
              <a:ahLst/>
              <a:cxnLst/>
              <a:rect l="l" t="t" r="r" b="b"/>
              <a:pathLst>
                <a:path w="2049" h="2049" extrusionOk="0">
                  <a:moveTo>
                    <a:pt x="1025" y="0"/>
                  </a:moveTo>
                  <a:cubicBezTo>
                    <a:pt x="453" y="0"/>
                    <a:pt x="1" y="453"/>
                    <a:pt x="1" y="1024"/>
                  </a:cubicBezTo>
                  <a:cubicBezTo>
                    <a:pt x="1" y="1584"/>
                    <a:pt x="453" y="2048"/>
                    <a:pt x="1025" y="2048"/>
                  </a:cubicBezTo>
                  <a:cubicBezTo>
                    <a:pt x="1251" y="2048"/>
                    <a:pt x="1465" y="1977"/>
                    <a:pt x="1644" y="1846"/>
                  </a:cubicBezTo>
                  <a:cubicBezTo>
                    <a:pt x="1727" y="1786"/>
                    <a:pt x="1739" y="1667"/>
                    <a:pt x="1680" y="1584"/>
                  </a:cubicBezTo>
                  <a:cubicBezTo>
                    <a:pt x="1646" y="1543"/>
                    <a:pt x="1593" y="1522"/>
                    <a:pt x="1540" y="1522"/>
                  </a:cubicBezTo>
                  <a:cubicBezTo>
                    <a:pt x="1500" y="1522"/>
                    <a:pt x="1461" y="1534"/>
                    <a:pt x="1430" y="1560"/>
                  </a:cubicBezTo>
                  <a:cubicBezTo>
                    <a:pt x="1311" y="1644"/>
                    <a:pt x="1168" y="1691"/>
                    <a:pt x="1025" y="1691"/>
                  </a:cubicBezTo>
                  <a:cubicBezTo>
                    <a:pt x="668" y="1691"/>
                    <a:pt x="370" y="1393"/>
                    <a:pt x="370" y="1036"/>
                  </a:cubicBezTo>
                  <a:cubicBezTo>
                    <a:pt x="382" y="655"/>
                    <a:pt x="680" y="370"/>
                    <a:pt x="1037" y="370"/>
                  </a:cubicBezTo>
                  <a:cubicBezTo>
                    <a:pt x="1394" y="370"/>
                    <a:pt x="1692" y="667"/>
                    <a:pt x="1692" y="1024"/>
                  </a:cubicBezTo>
                  <a:cubicBezTo>
                    <a:pt x="1692" y="1132"/>
                    <a:pt x="1775" y="1203"/>
                    <a:pt x="1870" y="1203"/>
                  </a:cubicBezTo>
                  <a:cubicBezTo>
                    <a:pt x="1965" y="1203"/>
                    <a:pt x="2049" y="1108"/>
                    <a:pt x="2049" y="1024"/>
                  </a:cubicBezTo>
                  <a:cubicBezTo>
                    <a:pt x="2049" y="453"/>
                    <a:pt x="1584" y="0"/>
                    <a:pt x="10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sp>
          <p:nvSpPr>
            <p:cNvPr id="47" name="Google Shape;6538;p55">
              <a:extLst>
                <a:ext uri="{FF2B5EF4-FFF2-40B4-BE49-F238E27FC236}">
                  <a16:creationId xmlns:a16="http://schemas.microsoft.com/office/drawing/2014/main" id="{70AB90B5-6A11-819C-DCAC-EDD42E135EB0}"/>
                </a:ext>
              </a:extLst>
            </p:cNvPr>
            <p:cNvSpPr/>
            <p:nvPr/>
          </p:nvSpPr>
          <p:spPr>
            <a:xfrm>
              <a:off x="2604670" y="2851904"/>
              <a:ext cx="70718" cy="71131"/>
            </a:xfrm>
            <a:custGeom>
              <a:avLst/>
              <a:gdLst/>
              <a:ahLst/>
              <a:cxnLst/>
              <a:rect l="l" t="t" r="r" b="b"/>
              <a:pathLst>
                <a:path w="2227" h="2240" extrusionOk="0">
                  <a:moveTo>
                    <a:pt x="1107" y="382"/>
                  </a:moveTo>
                  <a:cubicBezTo>
                    <a:pt x="1512" y="382"/>
                    <a:pt x="1858" y="715"/>
                    <a:pt x="1858" y="1120"/>
                  </a:cubicBezTo>
                  <a:cubicBezTo>
                    <a:pt x="1858" y="1525"/>
                    <a:pt x="1512" y="1870"/>
                    <a:pt x="1107" y="1870"/>
                  </a:cubicBezTo>
                  <a:cubicBezTo>
                    <a:pt x="691" y="1870"/>
                    <a:pt x="369" y="1525"/>
                    <a:pt x="369" y="1120"/>
                  </a:cubicBezTo>
                  <a:cubicBezTo>
                    <a:pt x="369" y="703"/>
                    <a:pt x="703" y="382"/>
                    <a:pt x="1107" y="382"/>
                  </a:cubicBezTo>
                  <a:close/>
                  <a:moveTo>
                    <a:pt x="1107" y="1"/>
                  </a:moveTo>
                  <a:cubicBezTo>
                    <a:pt x="500" y="1"/>
                    <a:pt x="0" y="513"/>
                    <a:pt x="0" y="1120"/>
                  </a:cubicBezTo>
                  <a:cubicBezTo>
                    <a:pt x="0" y="1727"/>
                    <a:pt x="500" y="2239"/>
                    <a:pt x="1107" y="2239"/>
                  </a:cubicBezTo>
                  <a:cubicBezTo>
                    <a:pt x="1727" y="2239"/>
                    <a:pt x="2227" y="1727"/>
                    <a:pt x="2227" y="1120"/>
                  </a:cubicBezTo>
                  <a:cubicBezTo>
                    <a:pt x="2227" y="513"/>
                    <a:pt x="1727" y="1"/>
                    <a:pt x="110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accent4"/>
                </a:solidFill>
              </a:endParaRPr>
            </a:p>
          </p:txBody>
        </p:sp>
      </p:grpSp>
      <p:grpSp>
        <p:nvGrpSpPr>
          <p:cNvPr id="48" name="Google Shape;6507;p54">
            <a:extLst>
              <a:ext uri="{FF2B5EF4-FFF2-40B4-BE49-F238E27FC236}">
                <a16:creationId xmlns:a16="http://schemas.microsoft.com/office/drawing/2014/main" id="{245881D2-4C6A-5507-4E95-077CA3CEB9D6}"/>
              </a:ext>
            </a:extLst>
          </p:cNvPr>
          <p:cNvGrpSpPr/>
          <p:nvPr/>
        </p:nvGrpSpPr>
        <p:grpSpPr>
          <a:xfrm>
            <a:off x="4724485" y="3429000"/>
            <a:ext cx="912588" cy="1330434"/>
            <a:chOff x="-1226250" y="1535213"/>
            <a:chExt cx="1072245" cy="1563193"/>
          </a:xfrm>
          <a:solidFill>
            <a:srgbClr val="55BDCF"/>
          </a:solidFill>
        </p:grpSpPr>
        <p:sp>
          <p:nvSpPr>
            <p:cNvPr id="49" name="Google Shape;6508;p54">
              <a:extLst>
                <a:ext uri="{FF2B5EF4-FFF2-40B4-BE49-F238E27FC236}">
                  <a16:creationId xmlns:a16="http://schemas.microsoft.com/office/drawing/2014/main" id="{0E101FD9-9545-E045-86CC-A4E4678BFC2B}"/>
                </a:ext>
              </a:extLst>
            </p:cNvPr>
            <p:cNvSpPr/>
            <p:nvPr/>
          </p:nvSpPr>
          <p:spPr>
            <a:xfrm>
              <a:off x="-1089668" y="1550403"/>
              <a:ext cx="199807" cy="958423"/>
            </a:xfrm>
            <a:custGeom>
              <a:avLst/>
              <a:gdLst/>
              <a:ahLst/>
              <a:cxnLst/>
              <a:rect l="l" t="t" r="r" b="b"/>
              <a:pathLst>
                <a:path w="6130" h="29404" extrusionOk="0">
                  <a:moveTo>
                    <a:pt x="854" y="0"/>
                  </a:moveTo>
                  <a:lnTo>
                    <a:pt x="0" y="29404"/>
                  </a:lnTo>
                  <a:lnTo>
                    <a:pt x="6129" y="29404"/>
                  </a:lnTo>
                  <a:lnTo>
                    <a:pt x="5431"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6509;p54">
              <a:extLst>
                <a:ext uri="{FF2B5EF4-FFF2-40B4-BE49-F238E27FC236}">
                  <a16:creationId xmlns:a16="http://schemas.microsoft.com/office/drawing/2014/main" id="{94113677-ACA6-D9AE-B805-1BCBDD63604C}"/>
                </a:ext>
              </a:extLst>
            </p:cNvPr>
            <p:cNvSpPr/>
            <p:nvPr/>
          </p:nvSpPr>
          <p:spPr>
            <a:xfrm>
              <a:off x="-808992" y="1728853"/>
              <a:ext cx="202350" cy="958423"/>
            </a:xfrm>
            <a:custGeom>
              <a:avLst/>
              <a:gdLst/>
              <a:ahLst/>
              <a:cxnLst/>
              <a:rect l="l" t="t" r="r" b="b"/>
              <a:pathLst>
                <a:path w="6208" h="29404" extrusionOk="0">
                  <a:moveTo>
                    <a:pt x="932" y="0"/>
                  </a:moveTo>
                  <a:lnTo>
                    <a:pt x="1" y="29404"/>
                  </a:lnTo>
                  <a:lnTo>
                    <a:pt x="6207" y="29404"/>
                  </a:lnTo>
                  <a:lnTo>
                    <a:pt x="550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6510;p54">
              <a:extLst>
                <a:ext uri="{FF2B5EF4-FFF2-40B4-BE49-F238E27FC236}">
                  <a16:creationId xmlns:a16="http://schemas.microsoft.com/office/drawing/2014/main" id="{554E6C2B-B8B2-C838-EA36-56AF5976BEC3}"/>
                </a:ext>
              </a:extLst>
            </p:cNvPr>
            <p:cNvSpPr/>
            <p:nvPr/>
          </p:nvSpPr>
          <p:spPr>
            <a:xfrm>
              <a:off x="-515637" y="1930853"/>
              <a:ext cx="202317" cy="958423"/>
            </a:xfrm>
            <a:custGeom>
              <a:avLst/>
              <a:gdLst/>
              <a:ahLst/>
              <a:cxnLst/>
              <a:rect l="l" t="t" r="r" b="b"/>
              <a:pathLst>
                <a:path w="6207" h="29404" extrusionOk="0">
                  <a:moveTo>
                    <a:pt x="931" y="0"/>
                  </a:moveTo>
                  <a:lnTo>
                    <a:pt x="0" y="29404"/>
                  </a:lnTo>
                  <a:lnTo>
                    <a:pt x="6207" y="29404"/>
                  </a:lnTo>
                  <a:lnTo>
                    <a:pt x="5509"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6511;p54">
              <a:extLst>
                <a:ext uri="{FF2B5EF4-FFF2-40B4-BE49-F238E27FC236}">
                  <a16:creationId xmlns:a16="http://schemas.microsoft.com/office/drawing/2014/main" id="{436EBF02-7790-F499-8AD7-D5968C9C763E}"/>
                </a:ext>
              </a:extLst>
            </p:cNvPr>
            <p:cNvSpPr/>
            <p:nvPr/>
          </p:nvSpPr>
          <p:spPr>
            <a:xfrm>
              <a:off x="-1157954" y="2381129"/>
              <a:ext cx="935672" cy="202317"/>
            </a:xfrm>
            <a:custGeom>
              <a:avLst/>
              <a:gdLst/>
              <a:ahLst/>
              <a:cxnLst/>
              <a:rect l="l" t="t" r="r" b="b"/>
              <a:pathLst>
                <a:path w="28706" h="6207" extrusionOk="0">
                  <a:moveTo>
                    <a:pt x="0" y="0"/>
                  </a:moveTo>
                  <a:lnTo>
                    <a:pt x="0" y="6207"/>
                  </a:lnTo>
                  <a:lnTo>
                    <a:pt x="28706" y="6207"/>
                  </a:lnTo>
                  <a:lnTo>
                    <a:pt x="28706" y="0"/>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6512;p54">
              <a:extLst>
                <a:ext uri="{FF2B5EF4-FFF2-40B4-BE49-F238E27FC236}">
                  <a16:creationId xmlns:a16="http://schemas.microsoft.com/office/drawing/2014/main" id="{1D81F012-4844-086A-FB6D-695B3986BC96}"/>
                </a:ext>
              </a:extLst>
            </p:cNvPr>
            <p:cNvSpPr/>
            <p:nvPr/>
          </p:nvSpPr>
          <p:spPr>
            <a:xfrm>
              <a:off x="-1079563" y="1535213"/>
              <a:ext cx="189703" cy="22784"/>
            </a:xfrm>
            <a:custGeom>
              <a:avLst/>
              <a:gdLst/>
              <a:ahLst/>
              <a:cxnLst/>
              <a:rect l="l" t="t" r="r" b="b"/>
              <a:pathLst>
                <a:path w="5820" h="699" extrusionOk="0">
                  <a:moveTo>
                    <a:pt x="388" y="1"/>
                  </a:moveTo>
                  <a:lnTo>
                    <a:pt x="233" y="78"/>
                  </a:lnTo>
                  <a:lnTo>
                    <a:pt x="78" y="156"/>
                  </a:lnTo>
                  <a:lnTo>
                    <a:pt x="0" y="233"/>
                  </a:lnTo>
                  <a:lnTo>
                    <a:pt x="0" y="389"/>
                  </a:lnTo>
                  <a:lnTo>
                    <a:pt x="0" y="544"/>
                  </a:lnTo>
                  <a:lnTo>
                    <a:pt x="78" y="621"/>
                  </a:lnTo>
                  <a:lnTo>
                    <a:pt x="233" y="699"/>
                  </a:lnTo>
                  <a:lnTo>
                    <a:pt x="5586" y="699"/>
                  </a:lnTo>
                  <a:lnTo>
                    <a:pt x="5742" y="621"/>
                  </a:lnTo>
                  <a:lnTo>
                    <a:pt x="5819" y="544"/>
                  </a:lnTo>
                  <a:lnTo>
                    <a:pt x="5819" y="389"/>
                  </a:lnTo>
                  <a:lnTo>
                    <a:pt x="5819" y="233"/>
                  </a:lnTo>
                  <a:lnTo>
                    <a:pt x="5742" y="156"/>
                  </a:lnTo>
                  <a:lnTo>
                    <a:pt x="5586" y="78"/>
                  </a:lnTo>
                  <a:lnTo>
                    <a:pt x="5509"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6513;p54">
              <a:extLst>
                <a:ext uri="{FF2B5EF4-FFF2-40B4-BE49-F238E27FC236}">
                  <a16:creationId xmlns:a16="http://schemas.microsoft.com/office/drawing/2014/main" id="{08394AD7-5D98-1F69-E6BD-1CCFC4B76889}"/>
                </a:ext>
              </a:extLst>
            </p:cNvPr>
            <p:cNvSpPr/>
            <p:nvPr/>
          </p:nvSpPr>
          <p:spPr>
            <a:xfrm>
              <a:off x="-798855" y="1713663"/>
              <a:ext cx="189670" cy="22784"/>
            </a:xfrm>
            <a:custGeom>
              <a:avLst/>
              <a:gdLst/>
              <a:ahLst/>
              <a:cxnLst/>
              <a:rect l="l" t="t" r="r" b="b"/>
              <a:pathLst>
                <a:path w="5819" h="699" extrusionOk="0">
                  <a:moveTo>
                    <a:pt x="388" y="1"/>
                  </a:moveTo>
                  <a:lnTo>
                    <a:pt x="233" y="78"/>
                  </a:lnTo>
                  <a:lnTo>
                    <a:pt x="78" y="156"/>
                  </a:lnTo>
                  <a:lnTo>
                    <a:pt x="0" y="233"/>
                  </a:lnTo>
                  <a:lnTo>
                    <a:pt x="0" y="389"/>
                  </a:lnTo>
                  <a:lnTo>
                    <a:pt x="0" y="544"/>
                  </a:lnTo>
                  <a:lnTo>
                    <a:pt x="78" y="621"/>
                  </a:lnTo>
                  <a:lnTo>
                    <a:pt x="233" y="699"/>
                  </a:lnTo>
                  <a:lnTo>
                    <a:pt x="5586" y="699"/>
                  </a:lnTo>
                  <a:lnTo>
                    <a:pt x="5741" y="621"/>
                  </a:lnTo>
                  <a:lnTo>
                    <a:pt x="5819" y="544"/>
                  </a:lnTo>
                  <a:lnTo>
                    <a:pt x="5819" y="389"/>
                  </a:lnTo>
                  <a:lnTo>
                    <a:pt x="5819" y="233"/>
                  </a:lnTo>
                  <a:lnTo>
                    <a:pt x="5741" y="156"/>
                  </a:lnTo>
                  <a:lnTo>
                    <a:pt x="5586" y="78"/>
                  </a:lnTo>
                  <a:lnTo>
                    <a:pt x="5508"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6514;p54">
              <a:extLst>
                <a:ext uri="{FF2B5EF4-FFF2-40B4-BE49-F238E27FC236}">
                  <a16:creationId xmlns:a16="http://schemas.microsoft.com/office/drawing/2014/main" id="{4F08512D-AC60-2460-A497-DB4132988FBB}"/>
                </a:ext>
              </a:extLst>
            </p:cNvPr>
            <p:cNvSpPr/>
            <p:nvPr/>
          </p:nvSpPr>
          <p:spPr>
            <a:xfrm>
              <a:off x="-505533" y="1915663"/>
              <a:ext cx="189703" cy="22784"/>
            </a:xfrm>
            <a:custGeom>
              <a:avLst/>
              <a:gdLst/>
              <a:ahLst/>
              <a:cxnLst/>
              <a:rect l="l" t="t" r="r" b="b"/>
              <a:pathLst>
                <a:path w="5820" h="699" extrusionOk="0">
                  <a:moveTo>
                    <a:pt x="311" y="1"/>
                  </a:moveTo>
                  <a:lnTo>
                    <a:pt x="156" y="78"/>
                  </a:lnTo>
                  <a:lnTo>
                    <a:pt x="78" y="156"/>
                  </a:lnTo>
                  <a:lnTo>
                    <a:pt x="1" y="233"/>
                  </a:lnTo>
                  <a:lnTo>
                    <a:pt x="1" y="389"/>
                  </a:lnTo>
                  <a:lnTo>
                    <a:pt x="1" y="544"/>
                  </a:lnTo>
                  <a:lnTo>
                    <a:pt x="78" y="621"/>
                  </a:lnTo>
                  <a:lnTo>
                    <a:pt x="156" y="699"/>
                  </a:lnTo>
                  <a:lnTo>
                    <a:pt x="5587" y="699"/>
                  </a:lnTo>
                  <a:lnTo>
                    <a:pt x="5664" y="621"/>
                  </a:lnTo>
                  <a:lnTo>
                    <a:pt x="5742" y="544"/>
                  </a:lnTo>
                  <a:lnTo>
                    <a:pt x="5819" y="389"/>
                  </a:lnTo>
                  <a:lnTo>
                    <a:pt x="5742" y="233"/>
                  </a:lnTo>
                  <a:lnTo>
                    <a:pt x="5664" y="156"/>
                  </a:lnTo>
                  <a:lnTo>
                    <a:pt x="5587" y="78"/>
                  </a:lnTo>
                  <a:lnTo>
                    <a:pt x="5431"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6515;p54">
              <a:extLst>
                <a:ext uri="{FF2B5EF4-FFF2-40B4-BE49-F238E27FC236}">
                  <a16:creationId xmlns:a16="http://schemas.microsoft.com/office/drawing/2014/main" id="{E179D254-B4F3-58CF-D5C8-86A379785438}"/>
                </a:ext>
              </a:extLst>
            </p:cNvPr>
            <p:cNvSpPr/>
            <p:nvPr/>
          </p:nvSpPr>
          <p:spPr>
            <a:xfrm>
              <a:off x="-1226250" y="2505025"/>
              <a:ext cx="1072245" cy="593382"/>
            </a:xfrm>
            <a:custGeom>
              <a:avLst/>
              <a:gdLst/>
              <a:ahLst/>
              <a:cxnLst/>
              <a:rect l="l" t="t" r="r" b="b"/>
              <a:pathLst>
                <a:path w="32896" h="21414" extrusionOk="0">
                  <a:moveTo>
                    <a:pt x="1" y="1"/>
                  </a:moveTo>
                  <a:lnTo>
                    <a:pt x="1" y="21413"/>
                  </a:lnTo>
                  <a:lnTo>
                    <a:pt x="32896" y="21413"/>
                  </a:lnTo>
                  <a:lnTo>
                    <a:pt x="32896" y="1"/>
                  </a:ln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 name="Google Shape;6386;p52">
            <a:extLst>
              <a:ext uri="{FF2B5EF4-FFF2-40B4-BE49-F238E27FC236}">
                <a16:creationId xmlns:a16="http://schemas.microsoft.com/office/drawing/2014/main" id="{CE691AE1-2ECD-7AF0-A5AD-D20C98986B96}"/>
              </a:ext>
            </a:extLst>
          </p:cNvPr>
          <p:cNvGrpSpPr/>
          <p:nvPr/>
        </p:nvGrpSpPr>
        <p:grpSpPr>
          <a:xfrm>
            <a:off x="8885569" y="3648557"/>
            <a:ext cx="1049144" cy="1085930"/>
            <a:chOff x="1753768" y="2438513"/>
            <a:chExt cx="358839" cy="358419"/>
          </a:xfrm>
        </p:grpSpPr>
        <p:sp>
          <p:nvSpPr>
            <p:cNvPr id="58" name="Google Shape;6387;p52">
              <a:extLst>
                <a:ext uri="{FF2B5EF4-FFF2-40B4-BE49-F238E27FC236}">
                  <a16:creationId xmlns:a16="http://schemas.microsoft.com/office/drawing/2014/main" id="{E7DC9AC5-85B7-418A-71CA-C49CBB0196F1}"/>
                </a:ext>
              </a:extLst>
            </p:cNvPr>
            <p:cNvSpPr/>
            <p:nvPr/>
          </p:nvSpPr>
          <p:spPr>
            <a:xfrm>
              <a:off x="1873870" y="2524061"/>
              <a:ext cx="55660" cy="62319"/>
            </a:xfrm>
            <a:custGeom>
              <a:avLst/>
              <a:gdLst/>
              <a:ahLst/>
              <a:cxnLst/>
              <a:rect l="l" t="t" r="r" b="b"/>
              <a:pathLst>
                <a:path w="2123" h="2377" extrusionOk="0">
                  <a:moveTo>
                    <a:pt x="1152" y="1"/>
                  </a:moveTo>
                  <a:lnTo>
                    <a:pt x="316" y="837"/>
                  </a:lnTo>
                  <a:cubicBezTo>
                    <a:pt x="1" y="1152"/>
                    <a:pt x="1" y="1663"/>
                    <a:pt x="316" y="1978"/>
                  </a:cubicBezTo>
                  <a:lnTo>
                    <a:pt x="714" y="2376"/>
                  </a:lnTo>
                  <a:lnTo>
                    <a:pt x="2123" y="971"/>
                  </a:lnTo>
                  <a:lnTo>
                    <a:pt x="1152" y="1"/>
                  </a:lnTo>
                  <a:close/>
                </a:path>
              </a:pathLst>
            </a:custGeom>
            <a:solidFill>
              <a:srgbClr val="E0E6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6388;p52">
              <a:extLst>
                <a:ext uri="{FF2B5EF4-FFF2-40B4-BE49-F238E27FC236}">
                  <a16:creationId xmlns:a16="http://schemas.microsoft.com/office/drawing/2014/main" id="{772911B8-1370-4487-CE4F-B5EB9C6926F3}"/>
                </a:ext>
              </a:extLst>
            </p:cNvPr>
            <p:cNvSpPr/>
            <p:nvPr/>
          </p:nvSpPr>
          <p:spPr>
            <a:xfrm>
              <a:off x="1822588" y="2443835"/>
              <a:ext cx="284801" cy="274130"/>
            </a:xfrm>
            <a:custGeom>
              <a:avLst/>
              <a:gdLst/>
              <a:ahLst/>
              <a:cxnLst/>
              <a:rect l="l" t="t" r="r" b="b"/>
              <a:pathLst>
                <a:path w="10863" h="10456" extrusionOk="0">
                  <a:moveTo>
                    <a:pt x="2366" y="0"/>
                  </a:moveTo>
                  <a:cubicBezTo>
                    <a:pt x="2073" y="0"/>
                    <a:pt x="1786" y="69"/>
                    <a:pt x="1526" y="196"/>
                  </a:cubicBezTo>
                  <a:lnTo>
                    <a:pt x="2830" y="1500"/>
                  </a:lnTo>
                  <a:cubicBezTo>
                    <a:pt x="2895" y="1565"/>
                    <a:pt x="2945" y="1644"/>
                    <a:pt x="2978" y="1731"/>
                  </a:cubicBezTo>
                  <a:cubicBezTo>
                    <a:pt x="3137" y="2159"/>
                    <a:pt x="2822" y="2611"/>
                    <a:pt x="2366" y="2611"/>
                  </a:cubicBezTo>
                  <a:cubicBezTo>
                    <a:pt x="2286" y="2611"/>
                    <a:pt x="2210" y="2597"/>
                    <a:pt x="2138" y="2568"/>
                  </a:cubicBezTo>
                  <a:cubicBezTo>
                    <a:pt x="2051" y="2535"/>
                    <a:pt x="1971" y="2485"/>
                    <a:pt x="1906" y="2419"/>
                  </a:cubicBezTo>
                  <a:lnTo>
                    <a:pt x="602" y="1119"/>
                  </a:lnTo>
                  <a:lnTo>
                    <a:pt x="602" y="1119"/>
                  </a:lnTo>
                  <a:cubicBezTo>
                    <a:pt x="1" y="2365"/>
                    <a:pt x="852" y="3821"/>
                    <a:pt x="2236" y="3908"/>
                  </a:cubicBezTo>
                  <a:lnTo>
                    <a:pt x="2366" y="3919"/>
                  </a:lnTo>
                  <a:cubicBezTo>
                    <a:pt x="2558" y="3919"/>
                    <a:pt x="2750" y="3890"/>
                    <a:pt x="2935" y="3828"/>
                  </a:cubicBezTo>
                  <a:cubicBezTo>
                    <a:pt x="2974" y="3817"/>
                    <a:pt x="3011" y="3807"/>
                    <a:pt x="3047" y="3792"/>
                  </a:cubicBezTo>
                  <a:lnTo>
                    <a:pt x="7071" y="7816"/>
                  </a:lnTo>
                  <a:cubicBezTo>
                    <a:pt x="7056" y="7852"/>
                    <a:pt x="7042" y="7888"/>
                    <a:pt x="7031" y="7924"/>
                  </a:cubicBezTo>
                  <a:cubicBezTo>
                    <a:pt x="6973" y="8109"/>
                    <a:pt x="6940" y="8301"/>
                    <a:pt x="6940" y="8497"/>
                  </a:cubicBezTo>
                  <a:lnTo>
                    <a:pt x="6955" y="8627"/>
                  </a:lnTo>
                  <a:cubicBezTo>
                    <a:pt x="7019" y="9700"/>
                    <a:pt x="7917" y="10456"/>
                    <a:pt x="8898" y="10456"/>
                  </a:cubicBezTo>
                  <a:cubicBezTo>
                    <a:pt x="9179" y="10456"/>
                    <a:pt x="9466" y="10394"/>
                    <a:pt x="9743" y="10260"/>
                  </a:cubicBezTo>
                  <a:lnTo>
                    <a:pt x="8440" y="8960"/>
                  </a:lnTo>
                  <a:cubicBezTo>
                    <a:pt x="8374" y="8895"/>
                    <a:pt x="8324" y="8815"/>
                    <a:pt x="8295" y="8725"/>
                  </a:cubicBezTo>
                  <a:cubicBezTo>
                    <a:pt x="8132" y="8301"/>
                    <a:pt x="8447" y="7845"/>
                    <a:pt x="8900" y="7845"/>
                  </a:cubicBezTo>
                  <a:cubicBezTo>
                    <a:pt x="8979" y="7845"/>
                    <a:pt x="9055" y="7859"/>
                    <a:pt x="9128" y="7892"/>
                  </a:cubicBezTo>
                  <a:cubicBezTo>
                    <a:pt x="9215" y="7921"/>
                    <a:pt x="9294" y="7972"/>
                    <a:pt x="9363" y="8037"/>
                  </a:cubicBezTo>
                  <a:lnTo>
                    <a:pt x="10663" y="9341"/>
                  </a:lnTo>
                  <a:cubicBezTo>
                    <a:pt x="10794" y="9080"/>
                    <a:pt x="10862" y="8794"/>
                    <a:pt x="10862" y="8500"/>
                  </a:cubicBezTo>
                  <a:cubicBezTo>
                    <a:pt x="10859" y="7472"/>
                    <a:pt x="10062" y="6617"/>
                    <a:pt x="9034" y="6552"/>
                  </a:cubicBezTo>
                  <a:lnTo>
                    <a:pt x="8900" y="6537"/>
                  </a:lnTo>
                  <a:cubicBezTo>
                    <a:pt x="8704" y="6541"/>
                    <a:pt x="8516" y="6570"/>
                    <a:pt x="8331" y="6628"/>
                  </a:cubicBezTo>
                  <a:cubicBezTo>
                    <a:pt x="8295" y="6639"/>
                    <a:pt x="8258" y="6653"/>
                    <a:pt x="8222" y="6664"/>
                  </a:cubicBezTo>
                  <a:lnTo>
                    <a:pt x="4202" y="2640"/>
                  </a:lnTo>
                  <a:cubicBezTo>
                    <a:pt x="4213" y="2604"/>
                    <a:pt x="4227" y="2568"/>
                    <a:pt x="4238" y="2532"/>
                  </a:cubicBezTo>
                  <a:cubicBezTo>
                    <a:pt x="4296" y="2347"/>
                    <a:pt x="4325" y="2155"/>
                    <a:pt x="4329" y="1963"/>
                  </a:cubicBezTo>
                  <a:lnTo>
                    <a:pt x="4314" y="1829"/>
                  </a:lnTo>
                  <a:cubicBezTo>
                    <a:pt x="4249" y="801"/>
                    <a:pt x="3394" y="0"/>
                    <a:pt x="2366" y="0"/>
                  </a:cubicBezTo>
                  <a:close/>
                </a:path>
              </a:pathLst>
            </a:custGeom>
            <a:solidFill>
              <a:srgbClr val="DBE3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389;p52">
              <a:extLst>
                <a:ext uri="{FF2B5EF4-FFF2-40B4-BE49-F238E27FC236}">
                  <a16:creationId xmlns:a16="http://schemas.microsoft.com/office/drawing/2014/main" id="{0821FA9F-27B6-2507-74F0-8F033E8776B5}"/>
                </a:ext>
              </a:extLst>
            </p:cNvPr>
            <p:cNvSpPr/>
            <p:nvPr/>
          </p:nvSpPr>
          <p:spPr>
            <a:xfrm>
              <a:off x="1899511" y="2510192"/>
              <a:ext cx="141601" cy="141522"/>
            </a:xfrm>
            <a:custGeom>
              <a:avLst/>
              <a:gdLst/>
              <a:ahLst/>
              <a:cxnLst/>
              <a:rect l="l" t="t" r="r" b="b"/>
              <a:pathLst>
                <a:path w="5401" h="5398" extrusionOk="0">
                  <a:moveTo>
                    <a:pt x="1304" y="1"/>
                  </a:moveTo>
                  <a:lnTo>
                    <a:pt x="1" y="1305"/>
                  </a:lnTo>
                  <a:cubicBezTo>
                    <a:pt x="37" y="1290"/>
                    <a:pt x="73" y="1279"/>
                    <a:pt x="109" y="1265"/>
                  </a:cubicBezTo>
                  <a:lnTo>
                    <a:pt x="4133" y="5288"/>
                  </a:lnTo>
                  <a:cubicBezTo>
                    <a:pt x="4122" y="5325"/>
                    <a:pt x="4108" y="5361"/>
                    <a:pt x="4097" y="5397"/>
                  </a:cubicBezTo>
                  <a:lnTo>
                    <a:pt x="5401" y="4097"/>
                  </a:lnTo>
                  <a:lnTo>
                    <a:pt x="5401" y="4097"/>
                  </a:lnTo>
                  <a:cubicBezTo>
                    <a:pt x="5361" y="4108"/>
                    <a:pt x="5324" y="4119"/>
                    <a:pt x="5292" y="4133"/>
                  </a:cubicBezTo>
                  <a:lnTo>
                    <a:pt x="1265" y="109"/>
                  </a:lnTo>
                  <a:cubicBezTo>
                    <a:pt x="1279" y="73"/>
                    <a:pt x="1290" y="37"/>
                    <a:pt x="1304" y="1"/>
                  </a:cubicBezTo>
                  <a:close/>
                </a:path>
              </a:pathLst>
            </a:custGeom>
            <a:solidFill>
              <a:srgbClr val="D4DD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390;p52">
              <a:extLst>
                <a:ext uri="{FF2B5EF4-FFF2-40B4-BE49-F238E27FC236}">
                  <a16:creationId xmlns:a16="http://schemas.microsoft.com/office/drawing/2014/main" id="{E4103E8A-9DB4-4922-784A-4B3634757C6A}"/>
                </a:ext>
              </a:extLst>
            </p:cNvPr>
            <p:cNvSpPr/>
            <p:nvPr/>
          </p:nvSpPr>
          <p:spPr>
            <a:xfrm>
              <a:off x="1797053" y="2519447"/>
              <a:ext cx="236167" cy="237373"/>
            </a:xfrm>
            <a:custGeom>
              <a:avLst/>
              <a:gdLst/>
              <a:ahLst/>
              <a:cxnLst/>
              <a:rect l="l" t="t" r="r" b="b"/>
              <a:pathLst>
                <a:path w="9008" h="9054" extrusionOk="0">
                  <a:moveTo>
                    <a:pt x="5846" y="1"/>
                  </a:moveTo>
                  <a:cubicBezTo>
                    <a:pt x="5699" y="1"/>
                    <a:pt x="5553" y="57"/>
                    <a:pt x="5441" y="169"/>
                  </a:cubicBezTo>
                  <a:lnTo>
                    <a:pt x="2742" y="2867"/>
                  </a:lnTo>
                  <a:cubicBezTo>
                    <a:pt x="2463" y="3146"/>
                    <a:pt x="2463" y="3599"/>
                    <a:pt x="2742" y="3882"/>
                  </a:cubicBezTo>
                  <a:lnTo>
                    <a:pt x="2847" y="3983"/>
                  </a:lnTo>
                  <a:lnTo>
                    <a:pt x="1" y="6830"/>
                  </a:lnTo>
                  <a:lnTo>
                    <a:pt x="2228" y="9053"/>
                  </a:lnTo>
                  <a:lnTo>
                    <a:pt x="5071" y="6210"/>
                  </a:lnTo>
                  <a:cubicBezTo>
                    <a:pt x="5212" y="6350"/>
                    <a:pt x="5396" y="6419"/>
                    <a:pt x="5580" y="6419"/>
                  </a:cubicBezTo>
                  <a:cubicBezTo>
                    <a:pt x="5764" y="6419"/>
                    <a:pt x="5948" y="6350"/>
                    <a:pt x="6089" y="6210"/>
                  </a:cubicBezTo>
                  <a:lnTo>
                    <a:pt x="8783" y="3516"/>
                  </a:lnTo>
                  <a:cubicBezTo>
                    <a:pt x="9008" y="3291"/>
                    <a:pt x="9008" y="2925"/>
                    <a:pt x="8783" y="2701"/>
                  </a:cubicBezTo>
                  <a:lnTo>
                    <a:pt x="8758" y="2675"/>
                  </a:lnTo>
                  <a:cubicBezTo>
                    <a:pt x="8646" y="2565"/>
                    <a:pt x="8499" y="2510"/>
                    <a:pt x="8352" y="2510"/>
                  </a:cubicBezTo>
                  <a:cubicBezTo>
                    <a:pt x="8206" y="2510"/>
                    <a:pt x="8059" y="2565"/>
                    <a:pt x="7947" y="2675"/>
                  </a:cubicBezTo>
                  <a:cubicBezTo>
                    <a:pt x="8171" y="2455"/>
                    <a:pt x="8171" y="2092"/>
                    <a:pt x="7947" y="1868"/>
                  </a:cubicBezTo>
                  <a:lnTo>
                    <a:pt x="7921" y="1842"/>
                  </a:lnTo>
                  <a:cubicBezTo>
                    <a:pt x="7809" y="1730"/>
                    <a:pt x="7662" y="1674"/>
                    <a:pt x="7516" y="1674"/>
                  </a:cubicBezTo>
                  <a:cubicBezTo>
                    <a:pt x="7369" y="1674"/>
                    <a:pt x="7222" y="1730"/>
                    <a:pt x="7110" y="1842"/>
                  </a:cubicBezTo>
                  <a:cubicBezTo>
                    <a:pt x="7335" y="1618"/>
                    <a:pt x="7335" y="1256"/>
                    <a:pt x="7110" y="1031"/>
                  </a:cubicBezTo>
                  <a:lnTo>
                    <a:pt x="7085" y="1006"/>
                  </a:lnTo>
                  <a:cubicBezTo>
                    <a:pt x="6974" y="894"/>
                    <a:pt x="6828" y="837"/>
                    <a:pt x="6681" y="837"/>
                  </a:cubicBezTo>
                  <a:cubicBezTo>
                    <a:pt x="6534" y="837"/>
                    <a:pt x="6388" y="894"/>
                    <a:pt x="6277" y="1006"/>
                  </a:cubicBezTo>
                  <a:cubicBezTo>
                    <a:pt x="6498" y="781"/>
                    <a:pt x="6498" y="419"/>
                    <a:pt x="6277" y="195"/>
                  </a:cubicBezTo>
                  <a:lnTo>
                    <a:pt x="6252" y="169"/>
                  </a:lnTo>
                  <a:cubicBezTo>
                    <a:pt x="6140" y="57"/>
                    <a:pt x="5993" y="1"/>
                    <a:pt x="5846" y="1"/>
                  </a:cubicBezTo>
                  <a:close/>
                </a:path>
              </a:pathLst>
            </a:custGeom>
            <a:solidFill>
              <a:srgbClr val="9EB2C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391;p52">
              <a:extLst>
                <a:ext uri="{FF2B5EF4-FFF2-40B4-BE49-F238E27FC236}">
                  <a16:creationId xmlns:a16="http://schemas.microsoft.com/office/drawing/2014/main" id="{A1AEA82D-0493-D4C3-1BC4-2C9119E71F0F}"/>
                </a:ext>
              </a:extLst>
            </p:cNvPr>
            <p:cNvSpPr/>
            <p:nvPr/>
          </p:nvSpPr>
          <p:spPr>
            <a:xfrm>
              <a:off x="1815012" y="2636377"/>
              <a:ext cx="102563" cy="102589"/>
            </a:xfrm>
            <a:custGeom>
              <a:avLst/>
              <a:gdLst/>
              <a:ahLst/>
              <a:cxnLst/>
              <a:rect l="l" t="t" r="r" b="b"/>
              <a:pathLst>
                <a:path w="3912" h="3913" extrusionOk="0">
                  <a:moveTo>
                    <a:pt x="1684" y="1"/>
                  </a:moveTo>
                  <a:lnTo>
                    <a:pt x="0" y="1685"/>
                  </a:lnTo>
                  <a:lnTo>
                    <a:pt x="2228" y="3912"/>
                  </a:lnTo>
                  <a:lnTo>
                    <a:pt x="3912" y="2228"/>
                  </a:lnTo>
                  <a:lnTo>
                    <a:pt x="1684" y="1"/>
                  </a:lnTo>
                  <a:close/>
                </a:path>
              </a:pathLst>
            </a:custGeom>
            <a:solidFill>
              <a:srgbClr val="D5D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92;p52">
              <a:extLst>
                <a:ext uri="{FF2B5EF4-FFF2-40B4-BE49-F238E27FC236}">
                  <a16:creationId xmlns:a16="http://schemas.microsoft.com/office/drawing/2014/main" id="{FA8C711F-BB38-1D40-2853-0939CF99B672}"/>
                </a:ext>
              </a:extLst>
            </p:cNvPr>
            <p:cNvSpPr/>
            <p:nvPr/>
          </p:nvSpPr>
          <p:spPr>
            <a:xfrm>
              <a:off x="1802191" y="2635144"/>
              <a:ext cx="113863" cy="113967"/>
            </a:xfrm>
            <a:custGeom>
              <a:avLst/>
              <a:gdLst/>
              <a:ahLst/>
              <a:cxnLst/>
              <a:rect l="l" t="t" r="r" b="b"/>
              <a:pathLst>
                <a:path w="4343" h="4347" extrusionOk="0">
                  <a:moveTo>
                    <a:pt x="1076" y="1"/>
                  </a:moveTo>
                  <a:lnTo>
                    <a:pt x="0" y="1077"/>
                  </a:lnTo>
                  <a:lnTo>
                    <a:pt x="3267" y="4347"/>
                  </a:lnTo>
                  <a:lnTo>
                    <a:pt x="4343" y="3268"/>
                  </a:lnTo>
                  <a:lnTo>
                    <a:pt x="1076" y="1"/>
                  </a:lnTo>
                  <a:close/>
                </a:path>
              </a:pathLst>
            </a:custGeom>
            <a:solidFill>
              <a:srgbClr val="C4D0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393;p52">
              <a:extLst>
                <a:ext uri="{FF2B5EF4-FFF2-40B4-BE49-F238E27FC236}">
                  <a16:creationId xmlns:a16="http://schemas.microsoft.com/office/drawing/2014/main" id="{570805FA-7EBD-4CC5-E1CA-0886D61796EC}"/>
                </a:ext>
              </a:extLst>
            </p:cNvPr>
            <p:cNvSpPr/>
            <p:nvPr/>
          </p:nvSpPr>
          <p:spPr>
            <a:xfrm>
              <a:off x="1759562" y="2659264"/>
              <a:ext cx="132372" cy="132398"/>
            </a:xfrm>
            <a:custGeom>
              <a:avLst/>
              <a:gdLst/>
              <a:ahLst/>
              <a:cxnLst/>
              <a:rect l="l" t="t" r="r" b="b"/>
              <a:pathLst>
                <a:path w="5049" h="5050" extrusionOk="0">
                  <a:moveTo>
                    <a:pt x="1782" y="1"/>
                  </a:moveTo>
                  <a:lnTo>
                    <a:pt x="0" y="1783"/>
                  </a:lnTo>
                  <a:lnTo>
                    <a:pt x="3267" y="5049"/>
                  </a:lnTo>
                  <a:lnTo>
                    <a:pt x="5049" y="3268"/>
                  </a:lnTo>
                  <a:lnTo>
                    <a:pt x="1782" y="1"/>
                  </a:ln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394;p52">
              <a:extLst>
                <a:ext uri="{FF2B5EF4-FFF2-40B4-BE49-F238E27FC236}">
                  <a16:creationId xmlns:a16="http://schemas.microsoft.com/office/drawing/2014/main" id="{53BC82DA-01FD-9D82-EDB1-C9AB819F656D}"/>
                </a:ext>
              </a:extLst>
            </p:cNvPr>
            <p:cNvSpPr/>
            <p:nvPr/>
          </p:nvSpPr>
          <p:spPr>
            <a:xfrm>
              <a:off x="1759562" y="2686347"/>
              <a:ext cx="105316" cy="105316"/>
            </a:xfrm>
            <a:custGeom>
              <a:avLst/>
              <a:gdLst/>
              <a:ahLst/>
              <a:cxnLst/>
              <a:rect l="l" t="t" r="r" b="b"/>
              <a:pathLst>
                <a:path w="4017" h="4017" extrusionOk="0">
                  <a:moveTo>
                    <a:pt x="750" y="0"/>
                  </a:moveTo>
                  <a:lnTo>
                    <a:pt x="0" y="750"/>
                  </a:lnTo>
                  <a:lnTo>
                    <a:pt x="3267" y="4016"/>
                  </a:lnTo>
                  <a:lnTo>
                    <a:pt x="4017" y="3267"/>
                  </a:lnTo>
                  <a:lnTo>
                    <a:pt x="750" y="0"/>
                  </a:lnTo>
                  <a:close/>
                </a:path>
              </a:pathLst>
            </a:custGeom>
            <a:solidFill>
              <a:srgbClr val="435D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395;p52">
              <a:extLst>
                <a:ext uri="{FF2B5EF4-FFF2-40B4-BE49-F238E27FC236}">
                  <a16:creationId xmlns:a16="http://schemas.microsoft.com/office/drawing/2014/main" id="{8331F6FB-7FA1-AB94-2AB6-C5E76B0E9E49}"/>
                </a:ext>
              </a:extLst>
            </p:cNvPr>
            <p:cNvSpPr/>
            <p:nvPr/>
          </p:nvSpPr>
          <p:spPr>
            <a:xfrm>
              <a:off x="1753768" y="2438513"/>
              <a:ext cx="358839" cy="358419"/>
            </a:xfrm>
            <a:custGeom>
              <a:avLst/>
              <a:gdLst/>
              <a:ahLst/>
              <a:cxnLst/>
              <a:rect l="l" t="t" r="r" b="b"/>
              <a:pathLst>
                <a:path w="13687" h="13671" extrusionOk="0">
                  <a:moveTo>
                    <a:pt x="5614" y="4230"/>
                  </a:moveTo>
                  <a:lnTo>
                    <a:pt x="5726" y="4339"/>
                  </a:lnTo>
                  <a:lnTo>
                    <a:pt x="5002" y="5063"/>
                  </a:lnTo>
                  <a:cubicBezTo>
                    <a:pt x="4824" y="4853"/>
                    <a:pt x="4813" y="4553"/>
                    <a:pt x="4969" y="4328"/>
                  </a:cubicBezTo>
                  <a:lnTo>
                    <a:pt x="4987" y="4328"/>
                  </a:lnTo>
                  <a:cubicBezTo>
                    <a:pt x="5201" y="4325"/>
                    <a:pt x="5411" y="4292"/>
                    <a:pt x="5614" y="4230"/>
                  </a:cubicBezTo>
                  <a:close/>
                  <a:moveTo>
                    <a:pt x="10510" y="6809"/>
                  </a:moveTo>
                  <a:lnTo>
                    <a:pt x="10706" y="7008"/>
                  </a:lnTo>
                  <a:cubicBezTo>
                    <a:pt x="10743" y="7045"/>
                    <a:pt x="10793" y="7066"/>
                    <a:pt x="10845" y="7066"/>
                  </a:cubicBezTo>
                  <a:cubicBezTo>
                    <a:pt x="10869" y="7066"/>
                    <a:pt x="10893" y="7061"/>
                    <a:pt x="10916" y="7052"/>
                  </a:cubicBezTo>
                  <a:cubicBezTo>
                    <a:pt x="11108" y="6979"/>
                    <a:pt x="11311" y="6940"/>
                    <a:pt x="11517" y="6936"/>
                  </a:cubicBezTo>
                  <a:lnTo>
                    <a:pt x="11640" y="6950"/>
                  </a:lnTo>
                  <a:lnTo>
                    <a:pt x="11644" y="6950"/>
                  </a:lnTo>
                  <a:cubicBezTo>
                    <a:pt x="12568" y="7012"/>
                    <a:pt x="13281" y="7776"/>
                    <a:pt x="13288" y="8700"/>
                  </a:cubicBezTo>
                  <a:cubicBezTo>
                    <a:pt x="13288" y="8863"/>
                    <a:pt x="13263" y="9026"/>
                    <a:pt x="13216" y="9185"/>
                  </a:cubicBezTo>
                  <a:lnTo>
                    <a:pt x="12129" y="8098"/>
                  </a:lnTo>
                  <a:cubicBezTo>
                    <a:pt x="12042" y="8012"/>
                    <a:pt x="11937" y="7943"/>
                    <a:pt x="11821" y="7903"/>
                  </a:cubicBezTo>
                  <a:cubicBezTo>
                    <a:pt x="11727" y="7867"/>
                    <a:pt x="11626" y="7845"/>
                    <a:pt x="11525" y="7845"/>
                  </a:cubicBezTo>
                  <a:cubicBezTo>
                    <a:pt x="10931" y="7845"/>
                    <a:pt x="10521" y="8439"/>
                    <a:pt x="10728" y="8993"/>
                  </a:cubicBezTo>
                  <a:cubicBezTo>
                    <a:pt x="10768" y="9109"/>
                    <a:pt x="10836" y="9218"/>
                    <a:pt x="10923" y="9301"/>
                  </a:cubicBezTo>
                  <a:lnTo>
                    <a:pt x="12006" y="10387"/>
                  </a:lnTo>
                  <a:cubicBezTo>
                    <a:pt x="11850" y="10434"/>
                    <a:pt x="11687" y="10460"/>
                    <a:pt x="11525" y="10460"/>
                  </a:cubicBezTo>
                  <a:cubicBezTo>
                    <a:pt x="10601" y="10453"/>
                    <a:pt x="9840" y="9739"/>
                    <a:pt x="9775" y="8819"/>
                  </a:cubicBezTo>
                  <a:lnTo>
                    <a:pt x="9775" y="8812"/>
                  </a:lnTo>
                  <a:lnTo>
                    <a:pt x="9764" y="8692"/>
                  </a:lnTo>
                  <a:cubicBezTo>
                    <a:pt x="9768" y="8486"/>
                    <a:pt x="9808" y="8283"/>
                    <a:pt x="9880" y="8091"/>
                  </a:cubicBezTo>
                  <a:cubicBezTo>
                    <a:pt x="9909" y="8019"/>
                    <a:pt x="9891" y="7936"/>
                    <a:pt x="9837" y="7881"/>
                  </a:cubicBezTo>
                  <a:lnTo>
                    <a:pt x="9638" y="7682"/>
                  </a:lnTo>
                  <a:lnTo>
                    <a:pt x="10510" y="6809"/>
                  </a:lnTo>
                  <a:close/>
                  <a:moveTo>
                    <a:pt x="2919" y="7783"/>
                  </a:moveTo>
                  <a:lnTo>
                    <a:pt x="3350" y="8214"/>
                  </a:lnTo>
                  <a:lnTo>
                    <a:pt x="5578" y="10442"/>
                  </a:lnTo>
                  <a:lnTo>
                    <a:pt x="5904" y="10768"/>
                  </a:lnTo>
                  <a:lnTo>
                    <a:pt x="5270" y="11401"/>
                  </a:lnTo>
                  <a:lnTo>
                    <a:pt x="2286" y="8417"/>
                  </a:lnTo>
                  <a:lnTo>
                    <a:pt x="2919" y="7783"/>
                  </a:lnTo>
                  <a:close/>
                  <a:moveTo>
                    <a:pt x="4987" y="0"/>
                  </a:moveTo>
                  <a:cubicBezTo>
                    <a:pt x="4669" y="4"/>
                    <a:pt x="4350" y="80"/>
                    <a:pt x="4064" y="221"/>
                  </a:cubicBezTo>
                  <a:cubicBezTo>
                    <a:pt x="3941" y="283"/>
                    <a:pt x="3912" y="446"/>
                    <a:pt x="4009" y="544"/>
                  </a:cubicBezTo>
                  <a:lnTo>
                    <a:pt x="5313" y="1844"/>
                  </a:lnTo>
                  <a:lnTo>
                    <a:pt x="5313" y="1847"/>
                  </a:lnTo>
                  <a:cubicBezTo>
                    <a:pt x="5360" y="1894"/>
                    <a:pt x="5393" y="1949"/>
                    <a:pt x="5418" y="2010"/>
                  </a:cubicBezTo>
                  <a:cubicBezTo>
                    <a:pt x="5476" y="2173"/>
                    <a:pt x="5436" y="2358"/>
                    <a:pt x="5313" y="2485"/>
                  </a:cubicBezTo>
                  <a:cubicBezTo>
                    <a:pt x="5226" y="2568"/>
                    <a:pt x="5110" y="2615"/>
                    <a:pt x="4991" y="2615"/>
                  </a:cubicBezTo>
                  <a:cubicBezTo>
                    <a:pt x="4871" y="2612"/>
                    <a:pt x="4759" y="2568"/>
                    <a:pt x="4672" y="2488"/>
                  </a:cubicBezTo>
                  <a:lnTo>
                    <a:pt x="4669" y="2485"/>
                  </a:lnTo>
                  <a:lnTo>
                    <a:pt x="3365" y="1181"/>
                  </a:lnTo>
                  <a:cubicBezTo>
                    <a:pt x="3325" y="1141"/>
                    <a:pt x="3274" y="1123"/>
                    <a:pt x="3224" y="1123"/>
                  </a:cubicBezTo>
                  <a:cubicBezTo>
                    <a:pt x="3150" y="1123"/>
                    <a:pt x="3077" y="1163"/>
                    <a:pt x="3042" y="1239"/>
                  </a:cubicBezTo>
                  <a:cubicBezTo>
                    <a:pt x="2438" y="2496"/>
                    <a:pt x="3176" y="3988"/>
                    <a:pt x="4542" y="4270"/>
                  </a:cubicBezTo>
                  <a:cubicBezTo>
                    <a:pt x="4386" y="4633"/>
                    <a:pt x="4455" y="5053"/>
                    <a:pt x="4716" y="5346"/>
                  </a:cubicBezTo>
                  <a:lnTo>
                    <a:pt x="4252" y="5810"/>
                  </a:lnTo>
                  <a:cubicBezTo>
                    <a:pt x="3908" y="6154"/>
                    <a:pt x="3894" y="6708"/>
                    <a:pt x="4216" y="7070"/>
                  </a:cubicBezTo>
                  <a:lnTo>
                    <a:pt x="3492" y="7791"/>
                  </a:lnTo>
                  <a:lnTo>
                    <a:pt x="3064" y="7360"/>
                  </a:lnTo>
                  <a:cubicBezTo>
                    <a:pt x="3024" y="7320"/>
                    <a:pt x="2973" y="7300"/>
                    <a:pt x="2922" y="7300"/>
                  </a:cubicBezTo>
                  <a:cubicBezTo>
                    <a:pt x="2870" y="7300"/>
                    <a:pt x="2820" y="7320"/>
                    <a:pt x="2782" y="7360"/>
                  </a:cubicBezTo>
                  <a:lnTo>
                    <a:pt x="1706" y="8435"/>
                  </a:lnTo>
                  <a:lnTo>
                    <a:pt x="80" y="10061"/>
                  </a:lnTo>
                  <a:cubicBezTo>
                    <a:pt x="0" y="10138"/>
                    <a:pt x="0" y="10264"/>
                    <a:pt x="80" y="10344"/>
                  </a:cubicBezTo>
                  <a:lnTo>
                    <a:pt x="1329" y="11593"/>
                  </a:lnTo>
                  <a:cubicBezTo>
                    <a:pt x="1374" y="11639"/>
                    <a:pt x="1423" y="11659"/>
                    <a:pt x="1471" y="11659"/>
                  </a:cubicBezTo>
                  <a:cubicBezTo>
                    <a:pt x="1627" y="11659"/>
                    <a:pt x="1762" y="11455"/>
                    <a:pt x="1612" y="11311"/>
                  </a:cubicBezTo>
                  <a:lnTo>
                    <a:pt x="504" y="10203"/>
                  </a:lnTo>
                  <a:lnTo>
                    <a:pt x="2003" y="8703"/>
                  </a:lnTo>
                  <a:lnTo>
                    <a:pt x="4991" y="11688"/>
                  </a:lnTo>
                  <a:lnTo>
                    <a:pt x="3492" y="13187"/>
                  </a:lnTo>
                  <a:lnTo>
                    <a:pt x="2170" y="11869"/>
                  </a:lnTo>
                  <a:cubicBezTo>
                    <a:pt x="2126" y="11826"/>
                    <a:pt x="2078" y="11808"/>
                    <a:pt x="2031" y="11808"/>
                  </a:cubicBezTo>
                  <a:cubicBezTo>
                    <a:pt x="1877" y="11808"/>
                    <a:pt x="1745" y="12006"/>
                    <a:pt x="1887" y="12151"/>
                  </a:cubicBezTo>
                  <a:lnTo>
                    <a:pt x="3350" y="13611"/>
                  </a:lnTo>
                  <a:cubicBezTo>
                    <a:pt x="3388" y="13651"/>
                    <a:pt x="3439" y="13670"/>
                    <a:pt x="3490" y="13670"/>
                  </a:cubicBezTo>
                  <a:cubicBezTo>
                    <a:pt x="3541" y="13670"/>
                    <a:pt x="3593" y="13651"/>
                    <a:pt x="3633" y="13611"/>
                  </a:cubicBezTo>
                  <a:lnTo>
                    <a:pt x="5255" y="11988"/>
                  </a:lnTo>
                  <a:lnTo>
                    <a:pt x="5259" y="11988"/>
                  </a:lnTo>
                  <a:lnTo>
                    <a:pt x="6335" y="10913"/>
                  </a:lnTo>
                  <a:cubicBezTo>
                    <a:pt x="6411" y="10833"/>
                    <a:pt x="6411" y="10706"/>
                    <a:pt x="6335" y="10626"/>
                  </a:cubicBezTo>
                  <a:lnTo>
                    <a:pt x="6005" y="10300"/>
                  </a:lnTo>
                  <a:lnTo>
                    <a:pt x="6740" y="9565"/>
                  </a:lnTo>
                  <a:cubicBezTo>
                    <a:pt x="6891" y="9662"/>
                    <a:pt x="7063" y="9710"/>
                    <a:pt x="7234" y="9710"/>
                  </a:cubicBezTo>
                  <a:cubicBezTo>
                    <a:pt x="7424" y="9710"/>
                    <a:pt x="7613" y="9651"/>
                    <a:pt x="7772" y="9533"/>
                  </a:cubicBezTo>
                  <a:cubicBezTo>
                    <a:pt x="7944" y="9402"/>
                    <a:pt x="7821" y="9168"/>
                    <a:pt x="7653" y="9168"/>
                  </a:cubicBezTo>
                  <a:cubicBezTo>
                    <a:pt x="7616" y="9168"/>
                    <a:pt x="7576" y="9180"/>
                    <a:pt x="7537" y="9207"/>
                  </a:cubicBezTo>
                  <a:cubicBezTo>
                    <a:pt x="7445" y="9275"/>
                    <a:pt x="7338" y="9308"/>
                    <a:pt x="7231" y="9308"/>
                  </a:cubicBezTo>
                  <a:cubicBezTo>
                    <a:pt x="7099" y="9308"/>
                    <a:pt x="6967" y="9256"/>
                    <a:pt x="6867" y="9156"/>
                  </a:cubicBezTo>
                  <a:cubicBezTo>
                    <a:pt x="6827" y="9116"/>
                    <a:pt x="6776" y="9096"/>
                    <a:pt x="6724" y="9096"/>
                  </a:cubicBezTo>
                  <a:cubicBezTo>
                    <a:pt x="6673" y="9096"/>
                    <a:pt x="6623" y="9116"/>
                    <a:pt x="6584" y="9156"/>
                  </a:cubicBezTo>
                  <a:lnTo>
                    <a:pt x="5723" y="10014"/>
                  </a:lnTo>
                  <a:lnTo>
                    <a:pt x="3781" y="8073"/>
                  </a:lnTo>
                  <a:lnTo>
                    <a:pt x="4640" y="7211"/>
                  </a:lnTo>
                  <a:cubicBezTo>
                    <a:pt x="4719" y="7135"/>
                    <a:pt x="4719" y="7008"/>
                    <a:pt x="4640" y="6929"/>
                  </a:cubicBezTo>
                  <a:lnTo>
                    <a:pt x="4538" y="6827"/>
                  </a:lnTo>
                  <a:cubicBezTo>
                    <a:pt x="4335" y="6624"/>
                    <a:pt x="4335" y="6295"/>
                    <a:pt x="4538" y="6096"/>
                  </a:cubicBezTo>
                  <a:lnTo>
                    <a:pt x="5143" y="5491"/>
                  </a:lnTo>
                  <a:lnTo>
                    <a:pt x="6150" y="4484"/>
                  </a:lnTo>
                  <a:lnTo>
                    <a:pt x="7233" y="3398"/>
                  </a:lnTo>
                  <a:cubicBezTo>
                    <a:pt x="7247" y="3383"/>
                    <a:pt x="7265" y="3365"/>
                    <a:pt x="7287" y="3354"/>
                  </a:cubicBezTo>
                  <a:cubicBezTo>
                    <a:pt x="7351" y="3309"/>
                    <a:pt x="7424" y="3287"/>
                    <a:pt x="7497" y="3287"/>
                  </a:cubicBezTo>
                  <a:cubicBezTo>
                    <a:pt x="7594" y="3287"/>
                    <a:pt x="7689" y="3325"/>
                    <a:pt x="7762" y="3398"/>
                  </a:cubicBezTo>
                  <a:lnTo>
                    <a:pt x="7787" y="3423"/>
                  </a:lnTo>
                  <a:cubicBezTo>
                    <a:pt x="7932" y="3568"/>
                    <a:pt x="7932" y="3803"/>
                    <a:pt x="7787" y="3948"/>
                  </a:cubicBezTo>
                  <a:lnTo>
                    <a:pt x="6592" y="5143"/>
                  </a:lnTo>
                  <a:cubicBezTo>
                    <a:pt x="6452" y="5288"/>
                    <a:pt x="6583" y="5485"/>
                    <a:pt x="6739" y="5485"/>
                  </a:cubicBezTo>
                  <a:cubicBezTo>
                    <a:pt x="6785" y="5485"/>
                    <a:pt x="6834" y="5467"/>
                    <a:pt x="6878" y="5426"/>
                  </a:cubicBezTo>
                  <a:lnTo>
                    <a:pt x="8066" y="4238"/>
                  </a:lnTo>
                  <a:cubicBezTo>
                    <a:pt x="8140" y="4163"/>
                    <a:pt x="8236" y="4126"/>
                    <a:pt x="8332" y="4126"/>
                  </a:cubicBezTo>
                  <a:cubicBezTo>
                    <a:pt x="8427" y="4126"/>
                    <a:pt x="8522" y="4163"/>
                    <a:pt x="8595" y="4238"/>
                  </a:cubicBezTo>
                  <a:lnTo>
                    <a:pt x="8620" y="4263"/>
                  </a:lnTo>
                  <a:cubicBezTo>
                    <a:pt x="8747" y="4390"/>
                    <a:pt x="8765" y="4589"/>
                    <a:pt x="8663" y="4738"/>
                  </a:cubicBezTo>
                  <a:cubicBezTo>
                    <a:pt x="8649" y="4756"/>
                    <a:pt x="8634" y="4774"/>
                    <a:pt x="8620" y="4788"/>
                  </a:cubicBezTo>
                  <a:lnTo>
                    <a:pt x="7428" y="5980"/>
                  </a:lnTo>
                  <a:cubicBezTo>
                    <a:pt x="7289" y="6125"/>
                    <a:pt x="7420" y="6321"/>
                    <a:pt x="7574" y="6321"/>
                  </a:cubicBezTo>
                  <a:cubicBezTo>
                    <a:pt x="7620" y="6321"/>
                    <a:pt x="7668" y="6304"/>
                    <a:pt x="7711" y="6262"/>
                  </a:cubicBezTo>
                  <a:lnTo>
                    <a:pt x="8906" y="5071"/>
                  </a:lnTo>
                  <a:cubicBezTo>
                    <a:pt x="8920" y="5053"/>
                    <a:pt x="8939" y="5038"/>
                    <a:pt x="8957" y="5024"/>
                  </a:cubicBezTo>
                  <a:cubicBezTo>
                    <a:pt x="9021" y="4980"/>
                    <a:pt x="9094" y="4959"/>
                    <a:pt x="9167" y="4959"/>
                  </a:cubicBezTo>
                  <a:cubicBezTo>
                    <a:pt x="9263" y="4959"/>
                    <a:pt x="9359" y="4996"/>
                    <a:pt x="9431" y="5071"/>
                  </a:cubicBezTo>
                  <a:lnTo>
                    <a:pt x="9457" y="5096"/>
                  </a:lnTo>
                  <a:cubicBezTo>
                    <a:pt x="9583" y="5223"/>
                    <a:pt x="9601" y="5422"/>
                    <a:pt x="9500" y="5571"/>
                  </a:cubicBezTo>
                  <a:cubicBezTo>
                    <a:pt x="9489" y="5589"/>
                    <a:pt x="9475" y="5607"/>
                    <a:pt x="9457" y="5621"/>
                  </a:cubicBezTo>
                  <a:lnTo>
                    <a:pt x="8265" y="6816"/>
                  </a:lnTo>
                  <a:cubicBezTo>
                    <a:pt x="8126" y="6961"/>
                    <a:pt x="8256" y="7160"/>
                    <a:pt x="8410" y="7160"/>
                  </a:cubicBezTo>
                  <a:cubicBezTo>
                    <a:pt x="8456" y="7160"/>
                    <a:pt x="8504" y="7142"/>
                    <a:pt x="8547" y="7099"/>
                  </a:cubicBezTo>
                  <a:lnTo>
                    <a:pt x="9739" y="5907"/>
                  </a:lnTo>
                  <a:cubicBezTo>
                    <a:pt x="9757" y="5889"/>
                    <a:pt x="9775" y="5875"/>
                    <a:pt x="9793" y="5864"/>
                  </a:cubicBezTo>
                  <a:cubicBezTo>
                    <a:pt x="9858" y="5818"/>
                    <a:pt x="9933" y="5796"/>
                    <a:pt x="10007" y="5796"/>
                  </a:cubicBezTo>
                  <a:cubicBezTo>
                    <a:pt x="10102" y="5796"/>
                    <a:pt x="10196" y="5832"/>
                    <a:pt x="10268" y="5904"/>
                  </a:cubicBezTo>
                  <a:lnTo>
                    <a:pt x="10293" y="5933"/>
                  </a:lnTo>
                  <a:cubicBezTo>
                    <a:pt x="10438" y="6078"/>
                    <a:pt x="10438" y="6313"/>
                    <a:pt x="10293" y="6458"/>
                  </a:cubicBezTo>
                  <a:lnTo>
                    <a:pt x="8073" y="8678"/>
                  </a:lnTo>
                  <a:cubicBezTo>
                    <a:pt x="7934" y="8823"/>
                    <a:pt x="8065" y="9020"/>
                    <a:pt x="8220" y="9020"/>
                  </a:cubicBezTo>
                  <a:cubicBezTo>
                    <a:pt x="8266" y="9020"/>
                    <a:pt x="8315" y="9002"/>
                    <a:pt x="8359" y="8960"/>
                  </a:cubicBezTo>
                  <a:lnTo>
                    <a:pt x="9351" y="7968"/>
                  </a:lnTo>
                  <a:lnTo>
                    <a:pt x="9460" y="8077"/>
                  </a:lnTo>
                  <a:cubicBezTo>
                    <a:pt x="9399" y="8280"/>
                    <a:pt x="9366" y="8490"/>
                    <a:pt x="9362" y="8703"/>
                  </a:cubicBezTo>
                  <a:lnTo>
                    <a:pt x="9362" y="8721"/>
                  </a:lnTo>
                  <a:lnTo>
                    <a:pt x="9377" y="8852"/>
                  </a:lnTo>
                  <a:cubicBezTo>
                    <a:pt x="9413" y="9395"/>
                    <a:pt x="9652" y="9902"/>
                    <a:pt x="10050" y="10279"/>
                  </a:cubicBezTo>
                  <a:cubicBezTo>
                    <a:pt x="10456" y="10661"/>
                    <a:pt x="10984" y="10862"/>
                    <a:pt x="11520" y="10862"/>
                  </a:cubicBezTo>
                  <a:cubicBezTo>
                    <a:pt x="11836" y="10862"/>
                    <a:pt x="12155" y="10792"/>
                    <a:pt x="12452" y="10648"/>
                  </a:cubicBezTo>
                  <a:cubicBezTo>
                    <a:pt x="12575" y="10590"/>
                    <a:pt x="12604" y="10424"/>
                    <a:pt x="12506" y="10326"/>
                  </a:cubicBezTo>
                  <a:lnTo>
                    <a:pt x="11206" y="9022"/>
                  </a:lnTo>
                  <a:lnTo>
                    <a:pt x="11202" y="9018"/>
                  </a:lnTo>
                  <a:cubicBezTo>
                    <a:pt x="11159" y="8975"/>
                    <a:pt x="11126" y="8924"/>
                    <a:pt x="11104" y="8866"/>
                  </a:cubicBezTo>
                  <a:lnTo>
                    <a:pt x="11104" y="8859"/>
                  </a:lnTo>
                  <a:cubicBezTo>
                    <a:pt x="11039" y="8696"/>
                    <a:pt x="11079" y="8508"/>
                    <a:pt x="11206" y="8381"/>
                  </a:cubicBezTo>
                  <a:cubicBezTo>
                    <a:pt x="11289" y="8298"/>
                    <a:pt x="11401" y="8251"/>
                    <a:pt x="11521" y="8251"/>
                  </a:cubicBezTo>
                  <a:cubicBezTo>
                    <a:pt x="11575" y="8251"/>
                    <a:pt x="11626" y="8258"/>
                    <a:pt x="11673" y="8280"/>
                  </a:cubicBezTo>
                  <a:lnTo>
                    <a:pt x="11677" y="8280"/>
                  </a:lnTo>
                  <a:cubicBezTo>
                    <a:pt x="11738" y="8298"/>
                    <a:pt x="11793" y="8330"/>
                    <a:pt x="11840" y="8377"/>
                  </a:cubicBezTo>
                  <a:lnTo>
                    <a:pt x="11843" y="8381"/>
                  </a:lnTo>
                  <a:lnTo>
                    <a:pt x="13147" y="9681"/>
                  </a:lnTo>
                  <a:cubicBezTo>
                    <a:pt x="13186" y="9721"/>
                    <a:pt x="13237" y="9741"/>
                    <a:pt x="13288" y="9741"/>
                  </a:cubicBezTo>
                  <a:cubicBezTo>
                    <a:pt x="13360" y="9741"/>
                    <a:pt x="13432" y="9701"/>
                    <a:pt x="13466" y="9627"/>
                  </a:cubicBezTo>
                  <a:cubicBezTo>
                    <a:pt x="13611" y="9341"/>
                    <a:pt x="13683" y="9022"/>
                    <a:pt x="13687" y="8703"/>
                  </a:cubicBezTo>
                  <a:cubicBezTo>
                    <a:pt x="13687" y="8153"/>
                    <a:pt x="13477" y="7624"/>
                    <a:pt x="13100" y="7226"/>
                  </a:cubicBezTo>
                  <a:cubicBezTo>
                    <a:pt x="12727" y="6827"/>
                    <a:pt x="12220" y="6588"/>
                    <a:pt x="11677" y="6552"/>
                  </a:cubicBezTo>
                  <a:lnTo>
                    <a:pt x="11543" y="6538"/>
                  </a:lnTo>
                  <a:lnTo>
                    <a:pt x="11525" y="6538"/>
                  </a:lnTo>
                  <a:cubicBezTo>
                    <a:pt x="11314" y="6541"/>
                    <a:pt x="11104" y="6574"/>
                    <a:pt x="10902" y="6635"/>
                  </a:cubicBezTo>
                  <a:lnTo>
                    <a:pt x="10746" y="6483"/>
                  </a:lnTo>
                  <a:cubicBezTo>
                    <a:pt x="10862" y="6193"/>
                    <a:pt x="10797" y="5868"/>
                    <a:pt x="10579" y="5650"/>
                  </a:cubicBezTo>
                  <a:lnTo>
                    <a:pt x="10550" y="5621"/>
                  </a:lnTo>
                  <a:cubicBezTo>
                    <a:pt x="10407" y="5475"/>
                    <a:pt x="10210" y="5396"/>
                    <a:pt x="10006" y="5396"/>
                  </a:cubicBezTo>
                  <a:cubicBezTo>
                    <a:pt x="9993" y="5396"/>
                    <a:pt x="9980" y="5396"/>
                    <a:pt x="9967" y="5397"/>
                  </a:cubicBezTo>
                  <a:cubicBezTo>
                    <a:pt x="9978" y="5176"/>
                    <a:pt x="9895" y="4966"/>
                    <a:pt x="9739" y="4810"/>
                  </a:cubicBezTo>
                  <a:lnTo>
                    <a:pt x="9714" y="4785"/>
                  </a:lnTo>
                  <a:cubicBezTo>
                    <a:pt x="9571" y="4638"/>
                    <a:pt x="9373" y="4559"/>
                    <a:pt x="9170" y="4559"/>
                  </a:cubicBezTo>
                  <a:cubicBezTo>
                    <a:pt x="9157" y="4559"/>
                    <a:pt x="9144" y="4559"/>
                    <a:pt x="9131" y="4560"/>
                  </a:cubicBezTo>
                  <a:cubicBezTo>
                    <a:pt x="9141" y="4339"/>
                    <a:pt x="9058" y="4129"/>
                    <a:pt x="8902" y="3973"/>
                  </a:cubicBezTo>
                  <a:lnTo>
                    <a:pt x="8877" y="3948"/>
                  </a:lnTo>
                  <a:cubicBezTo>
                    <a:pt x="8731" y="3802"/>
                    <a:pt x="8536" y="3722"/>
                    <a:pt x="8333" y="3722"/>
                  </a:cubicBezTo>
                  <a:cubicBezTo>
                    <a:pt x="8320" y="3722"/>
                    <a:pt x="8307" y="3723"/>
                    <a:pt x="8294" y="3723"/>
                  </a:cubicBezTo>
                  <a:cubicBezTo>
                    <a:pt x="8305" y="3503"/>
                    <a:pt x="8221" y="3292"/>
                    <a:pt x="8066" y="3137"/>
                  </a:cubicBezTo>
                  <a:lnTo>
                    <a:pt x="8040" y="3111"/>
                  </a:lnTo>
                  <a:cubicBezTo>
                    <a:pt x="7894" y="2963"/>
                    <a:pt x="7697" y="2885"/>
                    <a:pt x="7497" y="2885"/>
                  </a:cubicBezTo>
                  <a:cubicBezTo>
                    <a:pt x="7399" y="2885"/>
                    <a:pt x="7301" y="2903"/>
                    <a:pt x="7207" y="2941"/>
                  </a:cubicBezTo>
                  <a:lnTo>
                    <a:pt x="7052" y="2789"/>
                  </a:lnTo>
                  <a:cubicBezTo>
                    <a:pt x="7117" y="2590"/>
                    <a:pt x="7149" y="2380"/>
                    <a:pt x="7149" y="2166"/>
                  </a:cubicBezTo>
                  <a:lnTo>
                    <a:pt x="7149" y="2148"/>
                  </a:lnTo>
                  <a:lnTo>
                    <a:pt x="7139" y="2018"/>
                  </a:lnTo>
                  <a:cubicBezTo>
                    <a:pt x="7117" y="1713"/>
                    <a:pt x="7030" y="1413"/>
                    <a:pt x="6885" y="1145"/>
                  </a:cubicBezTo>
                  <a:cubicBezTo>
                    <a:pt x="6845" y="1068"/>
                    <a:pt x="6781" y="1037"/>
                    <a:pt x="6716" y="1037"/>
                  </a:cubicBezTo>
                  <a:cubicBezTo>
                    <a:pt x="6582" y="1037"/>
                    <a:pt x="6448" y="1174"/>
                    <a:pt x="6534" y="1333"/>
                  </a:cubicBezTo>
                  <a:cubicBezTo>
                    <a:pt x="6653" y="1554"/>
                    <a:pt x="6722" y="1797"/>
                    <a:pt x="6740" y="2047"/>
                  </a:cubicBezTo>
                  <a:lnTo>
                    <a:pt x="6740" y="2050"/>
                  </a:lnTo>
                  <a:lnTo>
                    <a:pt x="6751" y="2177"/>
                  </a:lnTo>
                  <a:cubicBezTo>
                    <a:pt x="6747" y="2380"/>
                    <a:pt x="6708" y="2583"/>
                    <a:pt x="6635" y="2775"/>
                  </a:cubicBezTo>
                  <a:cubicBezTo>
                    <a:pt x="6606" y="2847"/>
                    <a:pt x="6624" y="2930"/>
                    <a:pt x="6679" y="2985"/>
                  </a:cubicBezTo>
                  <a:lnTo>
                    <a:pt x="6878" y="3184"/>
                  </a:lnTo>
                  <a:lnTo>
                    <a:pt x="6012" y="4057"/>
                  </a:lnTo>
                  <a:lnTo>
                    <a:pt x="5813" y="3857"/>
                  </a:lnTo>
                  <a:cubicBezTo>
                    <a:pt x="5772" y="3819"/>
                    <a:pt x="5721" y="3799"/>
                    <a:pt x="5669" y="3799"/>
                  </a:cubicBezTo>
                  <a:cubicBezTo>
                    <a:pt x="5647" y="3799"/>
                    <a:pt x="5625" y="3803"/>
                    <a:pt x="5603" y="3810"/>
                  </a:cubicBezTo>
                  <a:cubicBezTo>
                    <a:pt x="5411" y="3886"/>
                    <a:pt x="5205" y="3923"/>
                    <a:pt x="5002" y="3926"/>
                  </a:cubicBezTo>
                  <a:lnTo>
                    <a:pt x="4879" y="3915"/>
                  </a:lnTo>
                  <a:lnTo>
                    <a:pt x="4875" y="3915"/>
                  </a:lnTo>
                  <a:cubicBezTo>
                    <a:pt x="3951" y="3854"/>
                    <a:pt x="3238" y="3090"/>
                    <a:pt x="3231" y="2166"/>
                  </a:cubicBezTo>
                  <a:cubicBezTo>
                    <a:pt x="3231" y="2003"/>
                    <a:pt x="3256" y="1840"/>
                    <a:pt x="3300" y="1681"/>
                  </a:cubicBezTo>
                  <a:lnTo>
                    <a:pt x="4386" y="2767"/>
                  </a:lnTo>
                  <a:cubicBezTo>
                    <a:pt x="4549" y="2923"/>
                    <a:pt x="4766" y="3014"/>
                    <a:pt x="4991" y="3017"/>
                  </a:cubicBezTo>
                  <a:cubicBezTo>
                    <a:pt x="5215" y="3017"/>
                    <a:pt x="5433" y="2930"/>
                    <a:pt x="5592" y="2767"/>
                  </a:cubicBezTo>
                  <a:cubicBezTo>
                    <a:pt x="5828" y="2532"/>
                    <a:pt x="5907" y="2181"/>
                    <a:pt x="5791" y="1869"/>
                  </a:cubicBezTo>
                  <a:lnTo>
                    <a:pt x="5788" y="1858"/>
                  </a:lnTo>
                  <a:cubicBezTo>
                    <a:pt x="5744" y="1746"/>
                    <a:pt x="5675" y="1645"/>
                    <a:pt x="5592" y="1561"/>
                  </a:cubicBezTo>
                  <a:lnTo>
                    <a:pt x="4506" y="475"/>
                  </a:lnTo>
                  <a:cubicBezTo>
                    <a:pt x="4661" y="428"/>
                    <a:pt x="4824" y="402"/>
                    <a:pt x="4987" y="402"/>
                  </a:cubicBezTo>
                  <a:cubicBezTo>
                    <a:pt x="5386" y="402"/>
                    <a:pt x="5770" y="536"/>
                    <a:pt x="6077" y="783"/>
                  </a:cubicBezTo>
                  <a:cubicBezTo>
                    <a:pt x="6120" y="816"/>
                    <a:pt x="6163" y="830"/>
                    <a:pt x="6205" y="830"/>
                  </a:cubicBezTo>
                  <a:cubicBezTo>
                    <a:pt x="6369" y="830"/>
                    <a:pt x="6495" y="604"/>
                    <a:pt x="6327" y="471"/>
                  </a:cubicBezTo>
                  <a:cubicBezTo>
                    <a:pt x="5947" y="167"/>
                    <a:pt x="5476" y="0"/>
                    <a:pt x="4987" y="0"/>
                  </a:cubicBezTo>
                  <a:close/>
                </a:path>
              </a:pathLst>
            </a:custGeom>
            <a:solidFill>
              <a:srgbClr val="657E9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396;p52">
            <a:extLst>
              <a:ext uri="{FF2B5EF4-FFF2-40B4-BE49-F238E27FC236}">
                <a16:creationId xmlns:a16="http://schemas.microsoft.com/office/drawing/2014/main" id="{85A25818-0027-29ED-3A7B-932C4A438C7F}"/>
              </a:ext>
            </a:extLst>
          </p:cNvPr>
          <p:cNvGrpSpPr/>
          <p:nvPr/>
        </p:nvGrpSpPr>
        <p:grpSpPr>
          <a:xfrm>
            <a:off x="6124970" y="3513457"/>
            <a:ext cx="1101762" cy="1320257"/>
            <a:chOff x="5355790" y="3797471"/>
            <a:chExt cx="284958" cy="365052"/>
          </a:xfrm>
        </p:grpSpPr>
        <p:sp>
          <p:nvSpPr>
            <p:cNvPr id="68" name="Google Shape;6397;p52">
              <a:extLst>
                <a:ext uri="{FF2B5EF4-FFF2-40B4-BE49-F238E27FC236}">
                  <a16:creationId xmlns:a16="http://schemas.microsoft.com/office/drawing/2014/main" id="{F5621D03-10B9-B653-024D-7FF47948BB58}"/>
                </a:ext>
              </a:extLst>
            </p:cNvPr>
            <p:cNvSpPr/>
            <p:nvPr/>
          </p:nvSpPr>
          <p:spPr>
            <a:xfrm>
              <a:off x="5361086" y="3991454"/>
              <a:ext cx="274366" cy="165721"/>
            </a:xfrm>
            <a:custGeom>
              <a:avLst/>
              <a:gdLst/>
              <a:ahLst/>
              <a:cxnLst/>
              <a:rect l="l" t="t" r="r" b="b"/>
              <a:pathLst>
                <a:path w="10465" h="6321" extrusionOk="0">
                  <a:moveTo>
                    <a:pt x="3710" y="0"/>
                  </a:moveTo>
                  <a:lnTo>
                    <a:pt x="3710" y="1482"/>
                  </a:lnTo>
                  <a:cubicBezTo>
                    <a:pt x="3710" y="1771"/>
                    <a:pt x="3518" y="2025"/>
                    <a:pt x="3239" y="2108"/>
                  </a:cubicBezTo>
                  <a:lnTo>
                    <a:pt x="943" y="2786"/>
                  </a:lnTo>
                  <a:cubicBezTo>
                    <a:pt x="385" y="2949"/>
                    <a:pt x="1" y="3459"/>
                    <a:pt x="1" y="4039"/>
                  </a:cubicBezTo>
                  <a:lnTo>
                    <a:pt x="1" y="6320"/>
                  </a:lnTo>
                  <a:lnTo>
                    <a:pt x="10464" y="6320"/>
                  </a:lnTo>
                  <a:lnTo>
                    <a:pt x="10464" y="4039"/>
                  </a:lnTo>
                  <a:cubicBezTo>
                    <a:pt x="10464" y="3456"/>
                    <a:pt x="10080" y="2949"/>
                    <a:pt x="9526" y="2786"/>
                  </a:cubicBezTo>
                  <a:lnTo>
                    <a:pt x="7230" y="2108"/>
                  </a:lnTo>
                  <a:cubicBezTo>
                    <a:pt x="6951" y="2025"/>
                    <a:pt x="6759" y="1771"/>
                    <a:pt x="6759" y="1482"/>
                  </a:cubicBezTo>
                  <a:lnTo>
                    <a:pt x="6759" y="0"/>
                  </a:lnTo>
                  <a:close/>
                </a:path>
              </a:pathLst>
            </a:custGeom>
            <a:solidFill>
              <a:srgbClr val="F2F4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398;p52">
              <a:extLst>
                <a:ext uri="{FF2B5EF4-FFF2-40B4-BE49-F238E27FC236}">
                  <a16:creationId xmlns:a16="http://schemas.microsoft.com/office/drawing/2014/main" id="{F918DDA1-CA31-CD98-3E5E-A38FEC29E8A1}"/>
                </a:ext>
              </a:extLst>
            </p:cNvPr>
            <p:cNvSpPr/>
            <p:nvPr/>
          </p:nvSpPr>
          <p:spPr>
            <a:xfrm>
              <a:off x="5361191" y="4047088"/>
              <a:ext cx="274261" cy="110087"/>
            </a:xfrm>
            <a:custGeom>
              <a:avLst/>
              <a:gdLst/>
              <a:ahLst/>
              <a:cxnLst/>
              <a:rect l="l" t="t" r="r" b="b"/>
              <a:pathLst>
                <a:path w="10461" h="4199" extrusionOk="0">
                  <a:moveTo>
                    <a:pt x="3188" y="1"/>
                  </a:moveTo>
                  <a:lnTo>
                    <a:pt x="939" y="664"/>
                  </a:lnTo>
                  <a:cubicBezTo>
                    <a:pt x="381" y="827"/>
                    <a:pt x="1" y="1337"/>
                    <a:pt x="1" y="1917"/>
                  </a:cubicBezTo>
                  <a:lnTo>
                    <a:pt x="1" y="4198"/>
                  </a:lnTo>
                  <a:lnTo>
                    <a:pt x="10460" y="4198"/>
                  </a:lnTo>
                  <a:lnTo>
                    <a:pt x="10460" y="1917"/>
                  </a:lnTo>
                  <a:cubicBezTo>
                    <a:pt x="10460" y="1334"/>
                    <a:pt x="10076" y="827"/>
                    <a:pt x="9522" y="664"/>
                  </a:cubicBezTo>
                  <a:lnTo>
                    <a:pt x="7273" y="1"/>
                  </a:lnTo>
                  <a:cubicBezTo>
                    <a:pt x="6808" y="765"/>
                    <a:pt x="6019" y="1147"/>
                    <a:pt x="5230" y="1147"/>
                  </a:cubicBezTo>
                  <a:cubicBezTo>
                    <a:pt x="4442" y="1147"/>
                    <a:pt x="3653" y="765"/>
                    <a:pt x="3188" y="1"/>
                  </a:cubicBezTo>
                  <a:close/>
                </a:path>
              </a:pathLst>
            </a:custGeom>
            <a:solidFill>
              <a:srgbClr val="ACB9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6399;p52">
              <a:extLst>
                <a:ext uri="{FF2B5EF4-FFF2-40B4-BE49-F238E27FC236}">
                  <a16:creationId xmlns:a16="http://schemas.microsoft.com/office/drawing/2014/main" id="{633FD0A3-65C6-F857-4B46-E8A11D394121}"/>
                </a:ext>
              </a:extLst>
            </p:cNvPr>
            <p:cNvSpPr/>
            <p:nvPr/>
          </p:nvSpPr>
          <p:spPr>
            <a:xfrm>
              <a:off x="5427757" y="4047088"/>
              <a:ext cx="141129" cy="47218"/>
            </a:xfrm>
            <a:custGeom>
              <a:avLst/>
              <a:gdLst/>
              <a:ahLst/>
              <a:cxnLst/>
              <a:rect l="l" t="t" r="r" b="b"/>
              <a:pathLst>
                <a:path w="5383" h="1801" extrusionOk="0">
                  <a:moveTo>
                    <a:pt x="649" y="1"/>
                  </a:moveTo>
                  <a:lnTo>
                    <a:pt x="0" y="189"/>
                  </a:lnTo>
                  <a:cubicBezTo>
                    <a:pt x="529" y="1181"/>
                    <a:pt x="1565" y="1801"/>
                    <a:pt x="2691" y="1801"/>
                  </a:cubicBezTo>
                  <a:cubicBezTo>
                    <a:pt x="3814" y="1801"/>
                    <a:pt x="4850" y="1181"/>
                    <a:pt x="5382" y="189"/>
                  </a:cubicBezTo>
                  <a:lnTo>
                    <a:pt x="4734" y="1"/>
                  </a:lnTo>
                  <a:cubicBezTo>
                    <a:pt x="4267" y="765"/>
                    <a:pt x="3478" y="1147"/>
                    <a:pt x="2690" y="1147"/>
                  </a:cubicBezTo>
                  <a:cubicBezTo>
                    <a:pt x="1902" y="1147"/>
                    <a:pt x="1114" y="765"/>
                    <a:pt x="649" y="1"/>
                  </a:cubicBezTo>
                  <a:close/>
                </a:path>
              </a:pathLst>
            </a:custGeom>
            <a:solidFill>
              <a:srgbClr val="899C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6400;p52">
              <a:extLst>
                <a:ext uri="{FF2B5EF4-FFF2-40B4-BE49-F238E27FC236}">
                  <a16:creationId xmlns:a16="http://schemas.microsoft.com/office/drawing/2014/main" id="{15CEAB39-1AE2-07AB-CCCB-5804DC89DE25}"/>
                </a:ext>
              </a:extLst>
            </p:cNvPr>
            <p:cNvSpPr/>
            <p:nvPr/>
          </p:nvSpPr>
          <p:spPr>
            <a:xfrm>
              <a:off x="5406862" y="4049841"/>
              <a:ext cx="28603" cy="78836"/>
            </a:xfrm>
            <a:custGeom>
              <a:avLst/>
              <a:gdLst/>
              <a:ahLst/>
              <a:cxnLst/>
              <a:rect l="l" t="t" r="r" b="b"/>
              <a:pathLst>
                <a:path w="1091" h="3007" extrusionOk="0">
                  <a:moveTo>
                    <a:pt x="1091" y="1"/>
                  </a:moveTo>
                  <a:lnTo>
                    <a:pt x="1" y="319"/>
                  </a:lnTo>
                  <a:lnTo>
                    <a:pt x="1" y="3007"/>
                  </a:lnTo>
                  <a:lnTo>
                    <a:pt x="1091" y="3007"/>
                  </a:lnTo>
                  <a:lnTo>
                    <a:pt x="1091" y="1"/>
                  </a:lnTo>
                  <a:close/>
                </a:path>
              </a:pathLst>
            </a:custGeom>
            <a:solidFill>
              <a:srgbClr val="E1E7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6401;p52">
              <a:extLst>
                <a:ext uri="{FF2B5EF4-FFF2-40B4-BE49-F238E27FC236}">
                  <a16:creationId xmlns:a16="http://schemas.microsoft.com/office/drawing/2014/main" id="{64618A83-6933-A4B4-AA75-5E02ADEF40AF}"/>
                </a:ext>
              </a:extLst>
            </p:cNvPr>
            <p:cNvSpPr/>
            <p:nvPr/>
          </p:nvSpPr>
          <p:spPr>
            <a:xfrm>
              <a:off x="5561152" y="4049841"/>
              <a:ext cx="28630" cy="78836"/>
            </a:xfrm>
            <a:custGeom>
              <a:avLst/>
              <a:gdLst/>
              <a:ahLst/>
              <a:cxnLst/>
              <a:rect l="l" t="t" r="r" b="b"/>
              <a:pathLst>
                <a:path w="1092" h="3007" extrusionOk="0">
                  <a:moveTo>
                    <a:pt x="1" y="1"/>
                  </a:moveTo>
                  <a:lnTo>
                    <a:pt x="1" y="3007"/>
                  </a:lnTo>
                  <a:lnTo>
                    <a:pt x="1091" y="3007"/>
                  </a:lnTo>
                  <a:lnTo>
                    <a:pt x="1091" y="319"/>
                  </a:lnTo>
                  <a:lnTo>
                    <a:pt x="1" y="1"/>
                  </a:lnTo>
                  <a:close/>
                </a:path>
              </a:pathLst>
            </a:custGeom>
            <a:solidFill>
              <a:srgbClr val="E1E7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6402;p52">
              <a:extLst>
                <a:ext uri="{FF2B5EF4-FFF2-40B4-BE49-F238E27FC236}">
                  <a16:creationId xmlns:a16="http://schemas.microsoft.com/office/drawing/2014/main" id="{79B4A036-91B8-78BB-8566-A4E67152FE6E}"/>
                </a:ext>
              </a:extLst>
            </p:cNvPr>
            <p:cNvSpPr/>
            <p:nvPr/>
          </p:nvSpPr>
          <p:spPr>
            <a:xfrm>
              <a:off x="5406862" y="4105763"/>
              <a:ext cx="182919" cy="51413"/>
            </a:xfrm>
            <a:custGeom>
              <a:avLst/>
              <a:gdLst/>
              <a:ahLst/>
              <a:cxnLst/>
              <a:rect l="l" t="t" r="r" b="b"/>
              <a:pathLst>
                <a:path w="6977" h="1961" extrusionOk="0">
                  <a:moveTo>
                    <a:pt x="653" y="1"/>
                  </a:moveTo>
                  <a:cubicBezTo>
                    <a:pt x="294" y="1"/>
                    <a:pt x="1" y="294"/>
                    <a:pt x="1" y="653"/>
                  </a:cubicBezTo>
                  <a:lnTo>
                    <a:pt x="1" y="1960"/>
                  </a:lnTo>
                  <a:lnTo>
                    <a:pt x="6976" y="1960"/>
                  </a:lnTo>
                  <a:lnTo>
                    <a:pt x="6976" y="653"/>
                  </a:lnTo>
                  <a:cubicBezTo>
                    <a:pt x="6976" y="294"/>
                    <a:pt x="6683" y="1"/>
                    <a:pt x="6320" y="1"/>
                  </a:cubicBezTo>
                  <a:close/>
                </a:path>
              </a:pathLst>
            </a:custGeom>
            <a:solidFill>
              <a:srgbClr val="E6EB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6403;p52">
              <a:extLst>
                <a:ext uri="{FF2B5EF4-FFF2-40B4-BE49-F238E27FC236}">
                  <a16:creationId xmlns:a16="http://schemas.microsoft.com/office/drawing/2014/main" id="{E4B0131D-AADD-A234-B550-59E4F89253AA}"/>
                </a:ext>
              </a:extLst>
            </p:cNvPr>
            <p:cNvSpPr/>
            <p:nvPr/>
          </p:nvSpPr>
          <p:spPr>
            <a:xfrm>
              <a:off x="5458326" y="3997143"/>
              <a:ext cx="79990" cy="34292"/>
            </a:xfrm>
            <a:custGeom>
              <a:avLst/>
              <a:gdLst/>
              <a:ahLst/>
              <a:cxnLst/>
              <a:rect l="l" t="t" r="r" b="b"/>
              <a:pathLst>
                <a:path w="3051" h="1308" extrusionOk="0">
                  <a:moveTo>
                    <a:pt x="1" y="1"/>
                  </a:moveTo>
                  <a:lnTo>
                    <a:pt x="1" y="924"/>
                  </a:lnTo>
                  <a:cubicBezTo>
                    <a:pt x="475" y="1180"/>
                    <a:pt x="999" y="1307"/>
                    <a:pt x="1524" y="1307"/>
                  </a:cubicBezTo>
                  <a:cubicBezTo>
                    <a:pt x="2049" y="1307"/>
                    <a:pt x="2574" y="1180"/>
                    <a:pt x="3050" y="924"/>
                  </a:cubicBezTo>
                  <a:lnTo>
                    <a:pt x="3050" y="1"/>
                  </a:lnTo>
                  <a:close/>
                </a:path>
              </a:pathLst>
            </a:custGeom>
            <a:solidFill>
              <a:srgbClr val="EEF1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6404;p52">
              <a:extLst>
                <a:ext uri="{FF2B5EF4-FFF2-40B4-BE49-F238E27FC236}">
                  <a16:creationId xmlns:a16="http://schemas.microsoft.com/office/drawing/2014/main" id="{33EE7EE3-E556-8AD9-9306-94200DB3E30C}"/>
                </a:ext>
              </a:extLst>
            </p:cNvPr>
            <p:cNvSpPr/>
            <p:nvPr/>
          </p:nvSpPr>
          <p:spPr>
            <a:xfrm>
              <a:off x="5401172" y="3814355"/>
              <a:ext cx="194298" cy="200092"/>
            </a:xfrm>
            <a:custGeom>
              <a:avLst/>
              <a:gdLst/>
              <a:ahLst/>
              <a:cxnLst/>
              <a:rect l="l" t="t" r="r" b="b"/>
              <a:pathLst>
                <a:path w="7411" h="7632" extrusionOk="0">
                  <a:moveTo>
                    <a:pt x="3705" y="1"/>
                  </a:moveTo>
                  <a:cubicBezTo>
                    <a:pt x="2018" y="1"/>
                    <a:pt x="652" y="1366"/>
                    <a:pt x="652" y="3050"/>
                  </a:cubicBezTo>
                  <a:lnTo>
                    <a:pt x="652" y="3923"/>
                  </a:lnTo>
                  <a:lnTo>
                    <a:pt x="544" y="3923"/>
                  </a:lnTo>
                  <a:cubicBezTo>
                    <a:pt x="243" y="3923"/>
                    <a:pt x="0" y="4166"/>
                    <a:pt x="0" y="4467"/>
                  </a:cubicBezTo>
                  <a:cubicBezTo>
                    <a:pt x="0" y="4767"/>
                    <a:pt x="243" y="5013"/>
                    <a:pt x="544" y="5013"/>
                  </a:cubicBezTo>
                  <a:lnTo>
                    <a:pt x="880" y="5013"/>
                  </a:lnTo>
                  <a:cubicBezTo>
                    <a:pt x="993" y="6487"/>
                    <a:pt x="2224" y="7632"/>
                    <a:pt x="3705" y="7632"/>
                  </a:cubicBezTo>
                  <a:cubicBezTo>
                    <a:pt x="5187" y="7632"/>
                    <a:pt x="6414" y="6487"/>
                    <a:pt x="6527" y="5013"/>
                  </a:cubicBezTo>
                  <a:lnTo>
                    <a:pt x="6863" y="5013"/>
                  </a:lnTo>
                  <a:cubicBezTo>
                    <a:pt x="7164" y="5013"/>
                    <a:pt x="7410" y="4767"/>
                    <a:pt x="7410" y="4467"/>
                  </a:cubicBezTo>
                  <a:cubicBezTo>
                    <a:pt x="7410" y="4166"/>
                    <a:pt x="7164" y="3923"/>
                    <a:pt x="6863" y="3923"/>
                  </a:cubicBezTo>
                  <a:lnTo>
                    <a:pt x="6755" y="3923"/>
                  </a:lnTo>
                  <a:lnTo>
                    <a:pt x="6755" y="3050"/>
                  </a:lnTo>
                  <a:cubicBezTo>
                    <a:pt x="6755" y="1366"/>
                    <a:pt x="5389" y="1"/>
                    <a:pt x="3705" y="1"/>
                  </a:cubicBezTo>
                  <a:close/>
                </a:path>
              </a:pathLst>
            </a:custGeom>
            <a:solidFill>
              <a:srgbClr val="F6F8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6405;p52">
              <a:extLst>
                <a:ext uri="{FF2B5EF4-FFF2-40B4-BE49-F238E27FC236}">
                  <a16:creationId xmlns:a16="http://schemas.microsoft.com/office/drawing/2014/main" id="{52C25349-757F-D513-5768-A6845261DACF}"/>
                </a:ext>
              </a:extLst>
            </p:cNvPr>
            <p:cNvSpPr/>
            <p:nvPr/>
          </p:nvSpPr>
          <p:spPr>
            <a:xfrm>
              <a:off x="5406862" y="3808587"/>
              <a:ext cx="182919" cy="91447"/>
            </a:xfrm>
            <a:custGeom>
              <a:avLst/>
              <a:gdLst/>
              <a:ahLst/>
              <a:cxnLst/>
              <a:rect l="l" t="t" r="r" b="b"/>
              <a:pathLst>
                <a:path w="6977" h="3488" extrusionOk="0">
                  <a:moveTo>
                    <a:pt x="3488" y="0"/>
                  </a:moveTo>
                  <a:cubicBezTo>
                    <a:pt x="1562" y="0"/>
                    <a:pt x="1" y="1561"/>
                    <a:pt x="1" y="3488"/>
                  </a:cubicBezTo>
                  <a:lnTo>
                    <a:pt x="6976" y="3488"/>
                  </a:lnTo>
                  <a:cubicBezTo>
                    <a:pt x="6976" y="1561"/>
                    <a:pt x="5415" y="0"/>
                    <a:pt x="3488" y="0"/>
                  </a:cubicBezTo>
                  <a:close/>
                </a:path>
              </a:pathLst>
            </a:custGeom>
            <a:solidFill>
              <a:srgbClr val="F4F7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6406;p52">
              <a:extLst>
                <a:ext uri="{FF2B5EF4-FFF2-40B4-BE49-F238E27FC236}">
                  <a16:creationId xmlns:a16="http://schemas.microsoft.com/office/drawing/2014/main" id="{E656B191-AE5C-52DA-74BC-674297412175}"/>
                </a:ext>
              </a:extLst>
            </p:cNvPr>
            <p:cNvSpPr/>
            <p:nvPr/>
          </p:nvSpPr>
          <p:spPr>
            <a:xfrm>
              <a:off x="5406862" y="3808587"/>
              <a:ext cx="91473" cy="91447"/>
            </a:xfrm>
            <a:custGeom>
              <a:avLst/>
              <a:gdLst/>
              <a:ahLst/>
              <a:cxnLst/>
              <a:rect l="l" t="t" r="r" b="b"/>
              <a:pathLst>
                <a:path w="3489" h="3488" extrusionOk="0">
                  <a:moveTo>
                    <a:pt x="3488" y="0"/>
                  </a:moveTo>
                  <a:cubicBezTo>
                    <a:pt x="1562" y="0"/>
                    <a:pt x="1" y="1561"/>
                    <a:pt x="1" y="3488"/>
                  </a:cubicBezTo>
                  <a:lnTo>
                    <a:pt x="1964" y="3488"/>
                  </a:lnTo>
                  <a:cubicBezTo>
                    <a:pt x="1964" y="2332"/>
                    <a:pt x="2536" y="1253"/>
                    <a:pt x="3488" y="608"/>
                  </a:cubicBezTo>
                  <a:lnTo>
                    <a:pt x="3488" y="0"/>
                  </a:lnTo>
                  <a:close/>
                </a:path>
              </a:pathLst>
            </a:custGeom>
            <a:solidFill>
              <a:srgbClr val="F1F4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6407;p52">
              <a:extLst>
                <a:ext uri="{FF2B5EF4-FFF2-40B4-BE49-F238E27FC236}">
                  <a16:creationId xmlns:a16="http://schemas.microsoft.com/office/drawing/2014/main" id="{536DA077-AA6A-2056-60A0-BED04A3CD3E5}"/>
                </a:ext>
              </a:extLst>
            </p:cNvPr>
            <p:cNvSpPr/>
            <p:nvPr/>
          </p:nvSpPr>
          <p:spPr>
            <a:xfrm>
              <a:off x="5401172" y="3900008"/>
              <a:ext cx="165721" cy="114361"/>
            </a:xfrm>
            <a:custGeom>
              <a:avLst/>
              <a:gdLst/>
              <a:ahLst/>
              <a:cxnLst/>
              <a:rect l="l" t="t" r="r" b="b"/>
              <a:pathLst>
                <a:path w="6321" h="4362" extrusionOk="0">
                  <a:moveTo>
                    <a:pt x="652" y="1"/>
                  </a:moveTo>
                  <a:lnTo>
                    <a:pt x="652" y="656"/>
                  </a:lnTo>
                  <a:lnTo>
                    <a:pt x="544" y="656"/>
                  </a:lnTo>
                  <a:cubicBezTo>
                    <a:pt x="243" y="656"/>
                    <a:pt x="0" y="899"/>
                    <a:pt x="0" y="1200"/>
                  </a:cubicBezTo>
                  <a:cubicBezTo>
                    <a:pt x="0" y="1500"/>
                    <a:pt x="243" y="1746"/>
                    <a:pt x="544" y="1746"/>
                  </a:cubicBezTo>
                  <a:lnTo>
                    <a:pt x="880" y="1746"/>
                  </a:lnTo>
                  <a:cubicBezTo>
                    <a:pt x="991" y="3253"/>
                    <a:pt x="2253" y="4362"/>
                    <a:pt x="3691" y="4362"/>
                  </a:cubicBezTo>
                  <a:cubicBezTo>
                    <a:pt x="3905" y="4362"/>
                    <a:pt x="4124" y="4337"/>
                    <a:pt x="4343" y="4285"/>
                  </a:cubicBezTo>
                  <a:cubicBezTo>
                    <a:pt x="2952" y="3974"/>
                    <a:pt x="1960" y="2735"/>
                    <a:pt x="1960" y="1308"/>
                  </a:cubicBezTo>
                  <a:cubicBezTo>
                    <a:pt x="1960" y="950"/>
                    <a:pt x="2253" y="656"/>
                    <a:pt x="2615" y="656"/>
                  </a:cubicBezTo>
                  <a:lnTo>
                    <a:pt x="5882" y="656"/>
                  </a:lnTo>
                  <a:cubicBezTo>
                    <a:pt x="6125" y="656"/>
                    <a:pt x="6320" y="461"/>
                    <a:pt x="6320" y="218"/>
                  </a:cubicBezTo>
                  <a:lnTo>
                    <a:pt x="6320" y="1"/>
                  </a:lnTo>
                  <a:close/>
                </a:path>
              </a:pathLst>
            </a:custGeom>
            <a:solidFill>
              <a:srgbClr val="F2F4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6408;p52">
              <a:extLst>
                <a:ext uri="{FF2B5EF4-FFF2-40B4-BE49-F238E27FC236}">
                  <a16:creationId xmlns:a16="http://schemas.microsoft.com/office/drawing/2014/main" id="{E428E403-EFE5-4EEF-2B6A-FA8A11060BBE}"/>
                </a:ext>
              </a:extLst>
            </p:cNvPr>
            <p:cNvSpPr/>
            <p:nvPr/>
          </p:nvSpPr>
          <p:spPr>
            <a:xfrm>
              <a:off x="5464592" y="3957267"/>
              <a:ext cx="67536" cy="66540"/>
            </a:xfrm>
            <a:custGeom>
              <a:avLst/>
              <a:gdLst/>
              <a:ahLst/>
              <a:cxnLst/>
              <a:rect l="l" t="t" r="r" b="b"/>
              <a:pathLst>
                <a:path w="2576" h="2538" extrusionOk="0">
                  <a:moveTo>
                    <a:pt x="1797" y="1"/>
                  </a:moveTo>
                  <a:cubicBezTo>
                    <a:pt x="1794" y="1"/>
                    <a:pt x="1792" y="1"/>
                    <a:pt x="1790" y="1"/>
                  </a:cubicBezTo>
                  <a:lnTo>
                    <a:pt x="783" y="1"/>
                  </a:lnTo>
                  <a:cubicBezTo>
                    <a:pt x="450" y="1"/>
                    <a:pt x="171" y="251"/>
                    <a:pt x="135" y="580"/>
                  </a:cubicBezTo>
                  <a:lnTo>
                    <a:pt x="30" y="1507"/>
                  </a:lnTo>
                  <a:cubicBezTo>
                    <a:pt x="1" y="1779"/>
                    <a:pt x="142" y="2043"/>
                    <a:pt x="388" y="2163"/>
                  </a:cubicBezTo>
                  <a:lnTo>
                    <a:pt x="997" y="2467"/>
                  </a:lnTo>
                  <a:cubicBezTo>
                    <a:pt x="1089" y="2514"/>
                    <a:pt x="1189" y="2538"/>
                    <a:pt x="1288" y="2538"/>
                  </a:cubicBezTo>
                  <a:cubicBezTo>
                    <a:pt x="1388" y="2538"/>
                    <a:pt x="1487" y="2514"/>
                    <a:pt x="1580" y="2467"/>
                  </a:cubicBezTo>
                  <a:lnTo>
                    <a:pt x="2188" y="2163"/>
                  </a:lnTo>
                  <a:cubicBezTo>
                    <a:pt x="2434" y="2043"/>
                    <a:pt x="2576" y="1779"/>
                    <a:pt x="2547" y="1507"/>
                  </a:cubicBezTo>
                  <a:lnTo>
                    <a:pt x="2442" y="580"/>
                  </a:lnTo>
                  <a:cubicBezTo>
                    <a:pt x="2406" y="249"/>
                    <a:pt x="2127" y="1"/>
                    <a:pt x="1797" y="1"/>
                  </a:cubicBezTo>
                  <a:close/>
                </a:path>
              </a:pathLst>
            </a:custGeom>
            <a:solidFill>
              <a:srgbClr val="E0E7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6409;p52">
              <a:extLst>
                <a:ext uri="{FF2B5EF4-FFF2-40B4-BE49-F238E27FC236}">
                  <a16:creationId xmlns:a16="http://schemas.microsoft.com/office/drawing/2014/main" id="{0D5295D1-4C11-A660-98C2-1CFD15FE098C}"/>
                </a:ext>
              </a:extLst>
            </p:cNvPr>
            <p:cNvSpPr/>
            <p:nvPr/>
          </p:nvSpPr>
          <p:spPr>
            <a:xfrm>
              <a:off x="5464592" y="3957162"/>
              <a:ext cx="41712" cy="66566"/>
            </a:xfrm>
            <a:custGeom>
              <a:avLst/>
              <a:gdLst/>
              <a:ahLst/>
              <a:cxnLst/>
              <a:rect l="l" t="t" r="r" b="b"/>
              <a:pathLst>
                <a:path w="1591" h="2539" extrusionOk="0">
                  <a:moveTo>
                    <a:pt x="783" y="1"/>
                  </a:moveTo>
                  <a:cubicBezTo>
                    <a:pt x="450" y="1"/>
                    <a:pt x="171" y="251"/>
                    <a:pt x="135" y="584"/>
                  </a:cubicBezTo>
                  <a:lnTo>
                    <a:pt x="30" y="1508"/>
                  </a:lnTo>
                  <a:cubicBezTo>
                    <a:pt x="1" y="1783"/>
                    <a:pt x="142" y="2044"/>
                    <a:pt x="388" y="2167"/>
                  </a:cubicBezTo>
                  <a:lnTo>
                    <a:pt x="997" y="2471"/>
                  </a:lnTo>
                  <a:cubicBezTo>
                    <a:pt x="1089" y="2516"/>
                    <a:pt x="1189" y="2539"/>
                    <a:pt x="1288" y="2539"/>
                  </a:cubicBezTo>
                  <a:cubicBezTo>
                    <a:pt x="1388" y="2539"/>
                    <a:pt x="1487" y="2516"/>
                    <a:pt x="1580" y="2471"/>
                  </a:cubicBezTo>
                  <a:lnTo>
                    <a:pt x="1591" y="2467"/>
                  </a:lnTo>
                  <a:lnTo>
                    <a:pt x="1210" y="2236"/>
                  </a:lnTo>
                  <a:cubicBezTo>
                    <a:pt x="968" y="2083"/>
                    <a:pt x="823" y="1761"/>
                    <a:pt x="852" y="1424"/>
                  </a:cubicBezTo>
                  <a:lnTo>
                    <a:pt x="957" y="283"/>
                  </a:lnTo>
                  <a:cubicBezTo>
                    <a:pt x="964" y="186"/>
                    <a:pt x="989" y="92"/>
                    <a:pt x="1026" y="1"/>
                  </a:cubicBezTo>
                  <a:close/>
                </a:path>
              </a:pathLst>
            </a:custGeom>
            <a:solidFill>
              <a:srgbClr val="DAE2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6410;p52">
              <a:extLst>
                <a:ext uri="{FF2B5EF4-FFF2-40B4-BE49-F238E27FC236}">
                  <a16:creationId xmlns:a16="http://schemas.microsoft.com/office/drawing/2014/main" id="{7D274D58-6C2B-C30B-2BB3-20C00691FCDF}"/>
                </a:ext>
              </a:extLst>
            </p:cNvPr>
            <p:cNvSpPr/>
            <p:nvPr/>
          </p:nvSpPr>
          <p:spPr>
            <a:xfrm>
              <a:off x="5481109" y="3802872"/>
              <a:ext cx="34319" cy="74379"/>
            </a:xfrm>
            <a:custGeom>
              <a:avLst/>
              <a:gdLst/>
              <a:ahLst/>
              <a:cxnLst/>
              <a:rect l="l" t="t" r="r" b="b"/>
              <a:pathLst>
                <a:path w="1309" h="2837" extrusionOk="0">
                  <a:moveTo>
                    <a:pt x="218" y="1"/>
                  </a:moveTo>
                  <a:cubicBezTo>
                    <a:pt x="99" y="1"/>
                    <a:pt x="1" y="99"/>
                    <a:pt x="1" y="218"/>
                  </a:cubicBezTo>
                  <a:lnTo>
                    <a:pt x="1" y="2619"/>
                  </a:lnTo>
                  <a:cubicBezTo>
                    <a:pt x="1" y="2739"/>
                    <a:pt x="99" y="2837"/>
                    <a:pt x="218" y="2837"/>
                  </a:cubicBezTo>
                  <a:lnTo>
                    <a:pt x="1091" y="2837"/>
                  </a:lnTo>
                  <a:cubicBezTo>
                    <a:pt x="1210" y="2837"/>
                    <a:pt x="1308" y="2739"/>
                    <a:pt x="1308" y="2619"/>
                  </a:cubicBezTo>
                  <a:lnTo>
                    <a:pt x="1308" y="218"/>
                  </a:lnTo>
                  <a:cubicBezTo>
                    <a:pt x="1308" y="99"/>
                    <a:pt x="1210" y="1"/>
                    <a:pt x="1091" y="1"/>
                  </a:cubicBezTo>
                  <a:close/>
                </a:path>
              </a:pathLst>
            </a:custGeom>
            <a:solidFill>
              <a:srgbClr val="D9E1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6411;p52">
              <a:extLst>
                <a:ext uri="{FF2B5EF4-FFF2-40B4-BE49-F238E27FC236}">
                  <a16:creationId xmlns:a16="http://schemas.microsoft.com/office/drawing/2014/main" id="{71471FFA-9ADD-8915-19BA-790CBBC45840}"/>
                </a:ext>
              </a:extLst>
            </p:cNvPr>
            <p:cNvSpPr/>
            <p:nvPr/>
          </p:nvSpPr>
          <p:spPr>
            <a:xfrm>
              <a:off x="5543979" y="3817947"/>
              <a:ext cx="22914" cy="59304"/>
            </a:xfrm>
            <a:custGeom>
              <a:avLst/>
              <a:gdLst/>
              <a:ahLst/>
              <a:cxnLst/>
              <a:rect l="l" t="t" r="r" b="b"/>
              <a:pathLst>
                <a:path w="874" h="2262" extrusionOk="0">
                  <a:moveTo>
                    <a:pt x="143" y="1"/>
                  </a:moveTo>
                  <a:cubicBezTo>
                    <a:pt x="69" y="1"/>
                    <a:pt x="0" y="60"/>
                    <a:pt x="0" y="143"/>
                  </a:cubicBezTo>
                  <a:lnTo>
                    <a:pt x="0" y="2044"/>
                  </a:lnTo>
                  <a:cubicBezTo>
                    <a:pt x="0" y="2164"/>
                    <a:pt x="98" y="2262"/>
                    <a:pt x="218" y="2262"/>
                  </a:cubicBezTo>
                  <a:lnTo>
                    <a:pt x="656" y="2262"/>
                  </a:lnTo>
                  <a:cubicBezTo>
                    <a:pt x="775" y="2262"/>
                    <a:pt x="873" y="2164"/>
                    <a:pt x="873" y="2044"/>
                  </a:cubicBezTo>
                  <a:lnTo>
                    <a:pt x="873" y="733"/>
                  </a:lnTo>
                  <a:cubicBezTo>
                    <a:pt x="873" y="599"/>
                    <a:pt x="812" y="469"/>
                    <a:pt x="699" y="385"/>
                  </a:cubicBezTo>
                  <a:lnTo>
                    <a:pt x="229" y="31"/>
                  </a:lnTo>
                  <a:cubicBezTo>
                    <a:pt x="202" y="10"/>
                    <a:pt x="172" y="1"/>
                    <a:pt x="143" y="1"/>
                  </a:cubicBezTo>
                  <a:close/>
                </a:path>
              </a:pathLst>
            </a:custGeom>
            <a:solidFill>
              <a:srgbClr val="D9E1E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6412;p52">
              <a:extLst>
                <a:ext uri="{FF2B5EF4-FFF2-40B4-BE49-F238E27FC236}">
                  <a16:creationId xmlns:a16="http://schemas.microsoft.com/office/drawing/2014/main" id="{97577021-FC16-F518-C169-4970A086EBA3}"/>
                </a:ext>
              </a:extLst>
            </p:cNvPr>
            <p:cNvSpPr/>
            <p:nvPr/>
          </p:nvSpPr>
          <p:spPr>
            <a:xfrm>
              <a:off x="5429645" y="3817947"/>
              <a:ext cx="22993" cy="59304"/>
            </a:xfrm>
            <a:custGeom>
              <a:avLst/>
              <a:gdLst/>
              <a:ahLst/>
              <a:cxnLst/>
              <a:rect l="l" t="t" r="r" b="b"/>
              <a:pathLst>
                <a:path w="877" h="2262" extrusionOk="0">
                  <a:moveTo>
                    <a:pt x="733" y="1"/>
                  </a:moveTo>
                  <a:cubicBezTo>
                    <a:pt x="704" y="1"/>
                    <a:pt x="675" y="10"/>
                    <a:pt x="649" y="31"/>
                  </a:cubicBezTo>
                  <a:lnTo>
                    <a:pt x="175" y="385"/>
                  </a:lnTo>
                  <a:cubicBezTo>
                    <a:pt x="66" y="469"/>
                    <a:pt x="1" y="599"/>
                    <a:pt x="1" y="733"/>
                  </a:cubicBezTo>
                  <a:lnTo>
                    <a:pt x="1" y="2044"/>
                  </a:lnTo>
                  <a:cubicBezTo>
                    <a:pt x="1" y="2164"/>
                    <a:pt x="99" y="2262"/>
                    <a:pt x="222" y="2262"/>
                  </a:cubicBezTo>
                  <a:lnTo>
                    <a:pt x="656" y="2262"/>
                  </a:lnTo>
                  <a:cubicBezTo>
                    <a:pt x="776" y="2262"/>
                    <a:pt x="874" y="2164"/>
                    <a:pt x="874" y="2044"/>
                  </a:cubicBezTo>
                  <a:lnTo>
                    <a:pt x="874" y="143"/>
                  </a:lnTo>
                  <a:cubicBezTo>
                    <a:pt x="876" y="60"/>
                    <a:pt x="806" y="1"/>
                    <a:pt x="733" y="1"/>
                  </a:cubicBezTo>
                  <a:close/>
                </a:path>
              </a:pathLst>
            </a:custGeom>
            <a:solidFill>
              <a:srgbClr val="F4F7F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6413;p52">
              <a:extLst>
                <a:ext uri="{FF2B5EF4-FFF2-40B4-BE49-F238E27FC236}">
                  <a16:creationId xmlns:a16="http://schemas.microsoft.com/office/drawing/2014/main" id="{EB505992-85C6-AB95-619A-002DB6301E58}"/>
                </a:ext>
              </a:extLst>
            </p:cNvPr>
            <p:cNvSpPr/>
            <p:nvPr/>
          </p:nvSpPr>
          <p:spPr>
            <a:xfrm>
              <a:off x="5389689" y="4105763"/>
              <a:ext cx="17199" cy="51413"/>
            </a:xfrm>
            <a:custGeom>
              <a:avLst/>
              <a:gdLst/>
              <a:ahLst/>
              <a:cxnLst/>
              <a:rect l="l" t="t" r="r" b="b"/>
              <a:pathLst>
                <a:path w="656" h="1961" extrusionOk="0">
                  <a:moveTo>
                    <a:pt x="656" y="1"/>
                  </a:moveTo>
                  <a:cubicBezTo>
                    <a:pt x="293" y="1"/>
                    <a:pt x="0" y="294"/>
                    <a:pt x="0" y="653"/>
                  </a:cubicBezTo>
                  <a:lnTo>
                    <a:pt x="0" y="1960"/>
                  </a:lnTo>
                  <a:lnTo>
                    <a:pt x="656" y="1960"/>
                  </a:lnTo>
                  <a:lnTo>
                    <a:pt x="656" y="1"/>
                  </a:lnTo>
                  <a:close/>
                </a:path>
              </a:pathLst>
            </a:custGeom>
            <a:solidFill>
              <a:srgbClr val="899C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6414;p52">
              <a:extLst>
                <a:ext uri="{FF2B5EF4-FFF2-40B4-BE49-F238E27FC236}">
                  <a16:creationId xmlns:a16="http://schemas.microsoft.com/office/drawing/2014/main" id="{9815AEE3-1336-7450-4DD6-D23EC97B0F3F}"/>
                </a:ext>
              </a:extLst>
            </p:cNvPr>
            <p:cNvSpPr/>
            <p:nvPr/>
          </p:nvSpPr>
          <p:spPr>
            <a:xfrm>
              <a:off x="5589755" y="4105763"/>
              <a:ext cx="17094" cy="51413"/>
            </a:xfrm>
            <a:custGeom>
              <a:avLst/>
              <a:gdLst/>
              <a:ahLst/>
              <a:cxnLst/>
              <a:rect l="l" t="t" r="r" b="b"/>
              <a:pathLst>
                <a:path w="652" h="1961" extrusionOk="0">
                  <a:moveTo>
                    <a:pt x="0" y="1"/>
                  </a:moveTo>
                  <a:lnTo>
                    <a:pt x="0" y="1960"/>
                  </a:lnTo>
                  <a:lnTo>
                    <a:pt x="652" y="1960"/>
                  </a:lnTo>
                  <a:lnTo>
                    <a:pt x="652" y="653"/>
                  </a:lnTo>
                  <a:cubicBezTo>
                    <a:pt x="652" y="294"/>
                    <a:pt x="359" y="1"/>
                    <a:pt x="0" y="1"/>
                  </a:cubicBezTo>
                  <a:close/>
                </a:path>
              </a:pathLst>
            </a:custGeom>
            <a:solidFill>
              <a:srgbClr val="899C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6415;p52">
              <a:extLst>
                <a:ext uri="{FF2B5EF4-FFF2-40B4-BE49-F238E27FC236}">
                  <a16:creationId xmlns:a16="http://schemas.microsoft.com/office/drawing/2014/main" id="{2B23897A-C16C-A5AE-0482-B4B2EAA13E64}"/>
                </a:ext>
              </a:extLst>
            </p:cNvPr>
            <p:cNvSpPr/>
            <p:nvPr/>
          </p:nvSpPr>
          <p:spPr>
            <a:xfrm>
              <a:off x="5479956" y="3968724"/>
              <a:ext cx="37360" cy="16674"/>
            </a:xfrm>
            <a:custGeom>
              <a:avLst/>
              <a:gdLst/>
              <a:ahLst/>
              <a:cxnLst/>
              <a:rect l="l" t="t" r="r" b="b"/>
              <a:pathLst>
                <a:path w="1425" h="636" extrusionOk="0">
                  <a:moveTo>
                    <a:pt x="1134" y="0"/>
                  </a:moveTo>
                  <a:cubicBezTo>
                    <a:pt x="1072" y="0"/>
                    <a:pt x="1009" y="30"/>
                    <a:pt x="965" y="103"/>
                  </a:cubicBezTo>
                  <a:cubicBezTo>
                    <a:pt x="898" y="188"/>
                    <a:pt x="799" y="231"/>
                    <a:pt x="700" y="231"/>
                  </a:cubicBezTo>
                  <a:cubicBezTo>
                    <a:pt x="601" y="231"/>
                    <a:pt x="501" y="188"/>
                    <a:pt x="432" y="103"/>
                  </a:cubicBezTo>
                  <a:cubicBezTo>
                    <a:pt x="387" y="43"/>
                    <a:pt x="329" y="17"/>
                    <a:pt x="272" y="17"/>
                  </a:cubicBezTo>
                  <a:cubicBezTo>
                    <a:pt x="132" y="17"/>
                    <a:pt x="0" y="171"/>
                    <a:pt x="95" y="328"/>
                  </a:cubicBezTo>
                  <a:cubicBezTo>
                    <a:pt x="231" y="520"/>
                    <a:pt x="451" y="636"/>
                    <a:pt x="689" y="636"/>
                  </a:cubicBezTo>
                  <a:cubicBezTo>
                    <a:pt x="693" y="636"/>
                    <a:pt x="697" y="636"/>
                    <a:pt x="700" y="636"/>
                  </a:cubicBezTo>
                  <a:cubicBezTo>
                    <a:pt x="704" y="636"/>
                    <a:pt x="708" y="636"/>
                    <a:pt x="711" y="636"/>
                  </a:cubicBezTo>
                  <a:cubicBezTo>
                    <a:pt x="946" y="636"/>
                    <a:pt x="1170" y="520"/>
                    <a:pt x="1305" y="328"/>
                  </a:cubicBezTo>
                  <a:cubicBezTo>
                    <a:pt x="1425" y="167"/>
                    <a:pt x="1282" y="0"/>
                    <a:pt x="1134"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6416;p52">
              <a:extLst>
                <a:ext uri="{FF2B5EF4-FFF2-40B4-BE49-F238E27FC236}">
                  <a16:creationId xmlns:a16="http://schemas.microsoft.com/office/drawing/2014/main" id="{661B6727-BB11-FD36-D12C-144A3B782A22}"/>
                </a:ext>
              </a:extLst>
            </p:cNvPr>
            <p:cNvSpPr/>
            <p:nvPr/>
          </p:nvSpPr>
          <p:spPr>
            <a:xfrm>
              <a:off x="5461551" y="3917547"/>
              <a:ext cx="10671" cy="16491"/>
            </a:xfrm>
            <a:custGeom>
              <a:avLst/>
              <a:gdLst/>
              <a:ahLst/>
              <a:cxnLst/>
              <a:rect l="l" t="t" r="r" b="b"/>
              <a:pathLst>
                <a:path w="407" h="629" extrusionOk="0">
                  <a:moveTo>
                    <a:pt x="204" y="1"/>
                  </a:moveTo>
                  <a:cubicBezTo>
                    <a:pt x="102" y="1"/>
                    <a:pt x="1" y="69"/>
                    <a:pt x="1" y="205"/>
                  </a:cubicBezTo>
                  <a:lnTo>
                    <a:pt x="1" y="422"/>
                  </a:lnTo>
                  <a:cubicBezTo>
                    <a:pt x="1" y="534"/>
                    <a:pt x="91" y="628"/>
                    <a:pt x="204" y="628"/>
                  </a:cubicBezTo>
                  <a:cubicBezTo>
                    <a:pt x="316" y="628"/>
                    <a:pt x="406" y="534"/>
                    <a:pt x="406" y="422"/>
                  </a:cubicBezTo>
                  <a:lnTo>
                    <a:pt x="406" y="205"/>
                  </a:lnTo>
                  <a:cubicBezTo>
                    <a:pt x="406" y="69"/>
                    <a:pt x="305" y="1"/>
                    <a:pt x="204"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6417;p52">
              <a:extLst>
                <a:ext uri="{FF2B5EF4-FFF2-40B4-BE49-F238E27FC236}">
                  <a16:creationId xmlns:a16="http://schemas.microsoft.com/office/drawing/2014/main" id="{6496FD83-90FC-5C7D-71D9-A6A64F310827}"/>
                </a:ext>
              </a:extLst>
            </p:cNvPr>
            <p:cNvSpPr/>
            <p:nvPr/>
          </p:nvSpPr>
          <p:spPr>
            <a:xfrm>
              <a:off x="5524421" y="3917547"/>
              <a:ext cx="10644" cy="16491"/>
            </a:xfrm>
            <a:custGeom>
              <a:avLst/>
              <a:gdLst/>
              <a:ahLst/>
              <a:cxnLst/>
              <a:rect l="l" t="t" r="r" b="b"/>
              <a:pathLst>
                <a:path w="406" h="629" extrusionOk="0">
                  <a:moveTo>
                    <a:pt x="203" y="1"/>
                  </a:moveTo>
                  <a:cubicBezTo>
                    <a:pt x="102" y="1"/>
                    <a:pt x="0" y="69"/>
                    <a:pt x="0" y="205"/>
                  </a:cubicBezTo>
                  <a:lnTo>
                    <a:pt x="0" y="422"/>
                  </a:lnTo>
                  <a:cubicBezTo>
                    <a:pt x="0" y="534"/>
                    <a:pt x="91" y="628"/>
                    <a:pt x="203" y="628"/>
                  </a:cubicBezTo>
                  <a:cubicBezTo>
                    <a:pt x="315" y="628"/>
                    <a:pt x="406" y="534"/>
                    <a:pt x="406" y="422"/>
                  </a:cubicBezTo>
                  <a:lnTo>
                    <a:pt x="406" y="205"/>
                  </a:lnTo>
                  <a:cubicBezTo>
                    <a:pt x="406" y="69"/>
                    <a:pt x="305" y="1"/>
                    <a:pt x="203" y="1"/>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6418;p52">
              <a:extLst>
                <a:ext uri="{FF2B5EF4-FFF2-40B4-BE49-F238E27FC236}">
                  <a16:creationId xmlns:a16="http://schemas.microsoft.com/office/drawing/2014/main" id="{B0B86D5D-A6AC-17F7-82FC-910C7E715664}"/>
                </a:ext>
              </a:extLst>
            </p:cNvPr>
            <p:cNvSpPr/>
            <p:nvPr/>
          </p:nvSpPr>
          <p:spPr>
            <a:xfrm>
              <a:off x="5355790" y="3797471"/>
              <a:ext cx="284958" cy="365052"/>
            </a:xfrm>
            <a:custGeom>
              <a:avLst/>
              <a:gdLst/>
              <a:ahLst/>
              <a:cxnLst/>
              <a:rect l="l" t="t" r="r" b="b"/>
              <a:pathLst>
                <a:path w="10869" h="13924" extrusionOk="0">
                  <a:moveTo>
                    <a:pt x="3484" y="1054"/>
                  </a:moveTo>
                  <a:lnTo>
                    <a:pt x="3484" y="2825"/>
                  </a:lnTo>
                  <a:cubicBezTo>
                    <a:pt x="3484" y="2832"/>
                    <a:pt x="3481" y="2840"/>
                    <a:pt x="3470" y="2840"/>
                  </a:cubicBezTo>
                  <a:lnTo>
                    <a:pt x="3035" y="2840"/>
                  </a:lnTo>
                  <a:cubicBezTo>
                    <a:pt x="3028" y="2840"/>
                    <a:pt x="3021" y="2832"/>
                    <a:pt x="3021" y="2825"/>
                  </a:cubicBezTo>
                  <a:lnTo>
                    <a:pt x="3021" y="1518"/>
                  </a:lnTo>
                  <a:lnTo>
                    <a:pt x="3024" y="1518"/>
                  </a:lnTo>
                  <a:cubicBezTo>
                    <a:pt x="3024" y="1445"/>
                    <a:pt x="3057" y="1377"/>
                    <a:pt x="3115" y="1333"/>
                  </a:cubicBezTo>
                  <a:lnTo>
                    <a:pt x="3484" y="1054"/>
                  </a:lnTo>
                  <a:close/>
                  <a:moveTo>
                    <a:pt x="4995" y="412"/>
                  </a:moveTo>
                  <a:cubicBezTo>
                    <a:pt x="4996" y="412"/>
                    <a:pt x="4997" y="413"/>
                    <a:pt x="4998" y="413"/>
                  </a:cubicBezTo>
                  <a:lnTo>
                    <a:pt x="5871" y="413"/>
                  </a:lnTo>
                  <a:cubicBezTo>
                    <a:pt x="5878" y="413"/>
                    <a:pt x="5885" y="420"/>
                    <a:pt x="5885" y="428"/>
                  </a:cubicBezTo>
                  <a:lnTo>
                    <a:pt x="5885" y="2825"/>
                  </a:lnTo>
                  <a:cubicBezTo>
                    <a:pt x="5885" y="2836"/>
                    <a:pt x="5878" y="2840"/>
                    <a:pt x="5871" y="2840"/>
                  </a:cubicBezTo>
                  <a:lnTo>
                    <a:pt x="4998" y="2840"/>
                  </a:lnTo>
                  <a:cubicBezTo>
                    <a:pt x="4991" y="2840"/>
                    <a:pt x="4984" y="2836"/>
                    <a:pt x="4984" y="2825"/>
                  </a:cubicBezTo>
                  <a:lnTo>
                    <a:pt x="4984" y="428"/>
                  </a:lnTo>
                  <a:cubicBezTo>
                    <a:pt x="4984" y="421"/>
                    <a:pt x="4989" y="412"/>
                    <a:pt x="4995" y="412"/>
                  </a:cubicBezTo>
                  <a:close/>
                  <a:moveTo>
                    <a:pt x="7381" y="1054"/>
                  </a:moveTo>
                  <a:lnTo>
                    <a:pt x="7754" y="1333"/>
                  </a:lnTo>
                  <a:cubicBezTo>
                    <a:pt x="7812" y="1377"/>
                    <a:pt x="7845" y="1445"/>
                    <a:pt x="7845" y="1518"/>
                  </a:cubicBezTo>
                  <a:lnTo>
                    <a:pt x="7845" y="2825"/>
                  </a:lnTo>
                  <a:cubicBezTo>
                    <a:pt x="7845" y="2832"/>
                    <a:pt x="7838" y="2840"/>
                    <a:pt x="7830" y="2840"/>
                  </a:cubicBezTo>
                  <a:lnTo>
                    <a:pt x="7396" y="2840"/>
                  </a:lnTo>
                  <a:cubicBezTo>
                    <a:pt x="7385" y="2840"/>
                    <a:pt x="7381" y="2832"/>
                    <a:pt x="7381" y="2825"/>
                  </a:cubicBezTo>
                  <a:lnTo>
                    <a:pt x="7381" y="1054"/>
                  </a:lnTo>
                  <a:close/>
                  <a:moveTo>
                    <a:pt x="6295" y="743"/>
                  </a:moveTo>
                  <a:cubicBezTo>
                    <a:pt x="6530" y="808"/>
                    <a:pt x="6758" y="898"/>
                    <a:pt x="6976" y="1014"/>
                  </a:cubicBezTo>
                  <a:lnTo>
                    <a:pt x="6976" y="2825"/>
                  </a:lnTo>
                  <a:cubicBezTo>
                    <a:pt x="6976" y="3057"/>
                    <a:pt x="7164" y="3245"/>
                    <a:pt x="7399" y="3245"/>
                  </a:cubicBezTo>
                  <a:lnTo>
                    <a:pt x="7834" y="3245"/>
                  </a:lnTo>
                  <a:cubicBezTo>
                    <a:pt x="8066" y="3245"/>
                    <a:pt x="8254" y="3057"/>
                    <a:pt x="8254" y="2825"/>
                  </a:cubicBezTo>
                  <a:lnTo>
                    <a:pt x="8254" y="2231"/>
                  </a:lnTo>
                  <a:cubicBezTo>
                    <a:pt x="8522" y="2680"/>
                    <a:pt x="8681" y="3187"/>
                    <a:pt x="8714" y="3713"/>
                  </a:cubicBezTo>
                  <a:lnTo>
                    <a:pt x="8051" y="3713"/>
                  </a:lnTo>
                  <a:cubicBezTo>
                    <a:pt x="7780" y="3713"/>
                    <a:pt x="7780" y="4118"/>
                    <a:pt x="8051" y="4118"/>
                  </a:cubicBezTo>
                  <a:lnTo>
                    <a:pt x="8500" y="4118"/>
                  </a:lnTo>
                  <a:lnTo>
                    <a:pt x="8500" y="4390"/>
                  </a:lnTo>
                  <a:cubicBezTo>
                    <a:pt x="8313" y="4487"/>
                    <a:pt x="8383" y="4774"/>
                    <a:pt x="8594" y="4774"/>
                  </a:cubicBezTo>
                  <a:cubicBezTo>
                    <a:pt x="8595" y="4774"/>
                    <a:pt x="8597" y="4774"/>
                    <a:pt x="8598" y="4774"/>
                  </a:cubicBezTo>
                  <a:cubicBezTo>
                    <a:pt x="8801" y="4774"/>
                    <a:pt x="8957" y="4951"/>
                    <a:pt x="8935" y="5150"/>
                  </a:cubicBezTo>
                  <a:cubicBezTo>
                    <a:pt x="8920" y="5321"/>
                    <a:pt x="8754" y="5455"/>
                    <a:pt x="8565" y="5455"/>
                  </a:cubicBezTo>
                  <a:lnTo>
                    <a:pt x="8475" y="5455"/>
                  </a:lnTo>
                  <a:lnTo>
                    <a:pt x="8475" y="5444"/>
                  </a:lnTo>
                  <a:cubicBezTo>
                    <a:pt x="8475" y="5331"/>
                    <a:pt x="8384" y="5241"/>
                    <a:pt x="8272" y="5241"/>
                  </a:cubicBezTo>
                  <a:cubicBezTo>
                    <a:pt x="8160" y="5241"/>
                    <a:pt x="8069" y="5331"/>
                    <a:pt x="8069" y="5444"/>
                  </a:cubicBezTo>
                  <a:cubicBezTo>
                    <a:pt x="8066" y="6320"/>
                    <a:pt x="7627" y="7139"/>
                    <a:pt x="6903" y="7628"/>
                  </a:cubicBezTo>
                  <a:cubicBezTo>
                    <a:pt x="6903" y="7613"/>
                    <a:pt x="6903" y="7599"/>
                    <a:pt x="6899" y="7581"/>
                  </a:cubicBezTo>
                  <a:lnTo>
                    <a:pt x="6794" y="6657"/>
                  </a:lnTo>
                  <a:cubicBezTo>
                    <a:pt x="6747" y="6222"/>
                    <a:pt x="6382" y="5893"/>
                    <a:pt x="5943" y="5893"/>
                  </a:cubicBezTo>
                  <a:lnTo>
                    <a:pt x="4933" y="5893"/>
                  </a:lnTo>
                  <a:cubicBezTo>
                    <a:pt x="4495" y="5893"/>
                    <a:pt x="4129" y="6222"/>
                    <a:pt x="4082" y="6657"/>
                  </a:cubicBezTo>
                  <a:lnTo>
                    <a:pt x="3977" y="7581"/>
                  </a:lnTo>
                  <a:cubicBezTo>
                    <a:pt x="3977" y="7595"/>
                    <a:pt x="3977" y="7613"/>
                    <a:pt x="3973" y="7628"/>
                  </a:cubicBezTo>
                  <a:cubicBezTo>
                    <a:pt x="3673" y="7425"/>
                    <a:pt x="3415" y="7164"/>
                    <a:pt x="3223" y="6860"/>
                  </a:cubicBezTo>
                  <a:lnTo>
                    <a:pt x="3220" y="6860"/>
                  </a:lnTo>
                  <a:cubicBezTo>
                    <a:pt x="2948" y="6436"/>
                    <a:pt x="2803" y="5944"/>
                    <a:pt x="2807" y="5440"/>
                  </a:cubicBezTo>
                  <a:cubicBezTo>
                    <a:pt x="2807" y="5304"/>
                    <a:pt x="2705" y="5236"/>
                    <a:pt x="2602" y="5236"/>
                  </a:cubicBezTo>
                  <a:cubicBezTo>
                    <a:pt x="2500" y="5236"/>
                    <a:pt x="2398" y="5304"/>
                    <a:pt x="2398" y="5440"/>
                  </a:cubicBezTo>
                  <a:lnTo>
                    <a:pt x="2398" y="5455"/>
                  </a:lnTo>
                  <a:lnTo>
                    <a:pt x="2275" y="5455"/>
                  </a:lnTo>
                  <a:cubicBezTo>
                    <a:pt x="2072" y="5455"/>
                    <a:pt x="1916" y="5277"/>
                    <a:pt x="1938" y="5078"/>
                  </a:cubicBezTo>
                  <a:cubicBezTo>
                    <a:pt x="1952" y="4908"/>
                    <a:pt x="2119" y="4774"/>
                    <a:pt x="2307" y="4774"/>
                  </a:cubicBezTo>
                  <a:cubicBezTo>
                    <a:pt x="2539" y="4774"/>
                    <a:pt x="2590" y="4448"/>
                    <a:pt x="2369" y="4375"/>
                  </a:cubicBezTo>
                  <a:lnTo>
                    <a:pt x="2369" y="4118"/>
                  </a:lnTo>
                  <a:lnTo>
                    <a:pt x="7178" y="4118"/>
                  </a:lnTo>
                  <a:cubicBezTo>
                    <a:pt x="7450" y="4118"/>
                    <a:pt x="7450" y="3713"/>
                    <a:pt x="7178" y="3713"/>
                  </a:cubicBezTo>
                  <a:lnTo>
                    <a:pt x="2159" y="3713"/>
                  </a:lnTo>
                  <a:cubicBezTo>
                    <a:pt x="2191" y="3187"/>
                    <a:pt x="2347" y="2680"/>
                    <a:pt x="2615" y="2231"/>
                  </a:cubicBezTo>
                  <a:lnTo>
                    <a:pt x="2615" y="2825"/>
                  </a:lnTo>
                  <a:cubicBezTo>
                    <a:pt x="2615" y="3057"/>
                    <a:pt x="2807" y="3245"/>
                    <a:pt x="3039" y="3245"/>
                  </a:cubicBezTo>
                  <a:lnTo>
                    <a:pt x="3473" y="3245"/>
                  </a:lnTo>
                  <a:cubicBezTo>
                    <a:pt x="3709" y="3245"/>
                    <a:pt x="3897" y="3057"/>
                    <a:pt x="3897" y="2825"/>
                  </a:cubicBezTo>
                  <a:lnTo>
                    <a:pt x="3897" y="1014"/>
                  </a:lnTo>
                  <a:cubicBezTo>
                    <a:pt x="4111" y="898"/>
                    <a:pt x="4343" y="808"/>
                    <a:pt x="4578" y="743"/>
                  </a:cubicBezTo>
                  <a:lnTo>
                    <a:pt x="4578" y="2822"/>
                  </a:lnTo>
                  <a:cubicBezTo>
                    <a:pt x="4578" y="3057"/>
                    <a:pt x="4766" y="3245"/>
                    <a:pt x="5002" y="3245"/>
                  </a:cubicBezTo>
                  <a:lnTo>
                    <a:pt x="5871" y="3245"/>
                  </a:lnTo>
                  <a:cubicBezTo>
                    <a:pt x="6106" y="3245"/>
                    <a:pt x="6295" y="3057"/>
                    <a:pt x="6295" y="2822"/>
                  </a:cubicBezTo>
                  <a:lnTo>
                    <a:pt x="6295" y="743"/>
                  </a:lnTo>
                  <a:close/>
                  <a:moveTo>
                    <a:pt x="5940" y="6298"/>
                  </a:moveTo>
                  <a:cubicBezTo>
                    <a:pt x="6168" y="6298"/>
                    <a:pt x="6363" y="6472"/>
                    <a:pt x="6389" y="6700"/>
                  </a:cubicBezTo>
                  <a:lnTo>
                    <a:pt x="6490" y="7624"/>
                  </a:lnTo>
                  <a:cubicBezTo>
                    <a:pt x="6508" y="7812"/>
                    <a:pt x="6411" y="7993"/>
                    <a:pt x="6244" y="8077"/>
                  </a:cubicBezTo>
                  <a:lnTo>
                    <a:pt x="5636" y="8381"/>
                  </a:lnTo>
                  <a:cubicBezTo>
                    <a:pt x="5572" y="8414"/>
                    <a:pt x="5503" y="8430"/>
                    <a:pt x="5434" y="8430"/>
                  </a:cubicBezTo>
                  <a:cubicBezTo>
                    <a:pt x="5366" y="8430"/>
                    <a:pt x="5297" y="8414"/>
                    <a:pt x="5233" y="8381"/>
                  </a:cubicBezTo>
                  <a:lnTo>
                    <a:pt x="4625" y="8077"/>
                  </a:lnTo>
                  <a:cubicBezTo>
                    <a:pt x="4458" y="7993"/>
                    <a:pt x="4361" y="7812"/>
                    <a:pt x="4382" y="7624"/>
                  </a:cubicBezTo>
                  <a:lnTo>
                    <a:pt x="4484" y="6700"/>
                  </a:lnTo>
                  <a:cubicBezTo>
                    <a:pt x="4509" y="6472"/>
                    <a:pt x="4701" y="6298"/>
                    <a:pt x="4929" y="6298"/>
                  </a:cubicBezTo>
                  <a:close/>
                  <a:moveTo>
                    <a:pt x="6758" y="8174"/>
                  </a:moveTo>
                  <a:lnTo>
                    <a:pt x="6758" y="8873"/>
                  </a:lnTo>
                  <a:cubicBezTo>
                    <a:pt x="6758" y="9174"/>
                    <a:pt x="6918" y="9453"/>
                    <a:pt x="7175" y="9609"/>
                  </a:cubicBezTo>
                  <a:cubicBezTo>
                    <a:pt x="6762" y="10152"/>
                    <a:pt x="6117" y="10467"/>
                    <a:pt x="5436" y="10467"/>
                  </a:cubicBezTo>
                  <a:cubicBezTo>
                    <a:pt x="5432" y="10467"/>
                    <a:pt x="5429" y="10467"/>
                    <a:pt x="5425" y="10467"/>
                  </a:cubicBezTo>
                  <a:cubicBezTo>
                    <a:pt x="4745" y="10467"/>
                    <a:pt x="4105" y="10149"/>
                    <a:pt x="3694" y="9609"/>
                  </a:cubicBezTo>
                  <a:cubicBezTo>
                    <a:pt x="3955" y="9453"/>
                    <a:pt x="4111" y="9174"/>
                    <a:pt x="4114" y="8873"/>
                  </a:cubicBezTo>
                  <a:lnTo>
                    <a:pt x="4114" y="8174"/>
                  </a:lnTo>
                  <a:lnTo>
                    <a:pt x="4125" y="8178"/>
                  </a:lnTo>
                  <a:lnTo>
                    <a:pt x="4140" y="8185"/>
                  </a:lnTo>
                  <a:cubicBezTo>
                    <a:pt x="4223" y="8294"/>
                    <a:pt x="4324" y="8381"/>
                    <a:pt x="4444" y="8439"/>
                  </a:cubicBezTo>
                  <a:lnTo>
                    <a:pt x="5052" y="8743"/>
                  </a:lnTo>
                  <a:cubicBezTo>
                    <a:pt x="5174" y="8805"/>
                    <a:pt x="5305" y="8835"/>
                    <a:pt x="5436" y="8835"/>
                  </a:cubicBezTo>
                  <a:cubicBezTo>
                    <a:pt x="5568" y="8835"/>
                    <a:pt x="5699" y="8805"/>
                    <a:pt x="5820" y="8743"/>
                  </a:cubicBezTo>
                  <a:lnTo>
                    <a:pt x="6425" y="8439"/>
                  </a:lnTo>
                  <a:cubicBezTo>
                    <a:pt x="6545" y="8381"/>
                    <a:pt x="6650" y="8294"/>
                    <a:pt x="6729" y="8189"/>
                  </a:cubicBezTo>
                  <a:lnTo>
                    <a:pt x="6758" y="8174"/>
                  </a:lnTo>
                  <a:close/>
                  <a:moveTo>
                    <a:pt x="2832" y="9891"/>
                  </a:moveTo>
                  <a:lnTo>
                    <a:pt x="2832" y="11557"/>
                  </a:lnTo>
                  <a:lnTo>
                    <a:pt x="2601" y="11557"/>
                  </a:lnTo>
                  <a:cubicBezTo>
                    <a:pt x="2441" y="11557"/>
                    <a:pt x="2285" y="11601"/>
                    <a:pt x="2151" y="11684"/>
                  </a:cubicBezTo>
                  <a:lnTo>
                    <a:pt x="2151" y="10090"/>
                  </a:lnTo>
                  <a:lnTo>
                    <a:pt x="2832" y="9891"/>
                  </a:lnTo>
                  <a:close/>
                  <a:moveTo>
                    <a:pt x="8037" y="9891"/>
                  </a:moveTo>
                  <a:lnTo>
                    <a:pt x="8718" y="10090"/>
                  </a:lnTo>
                  <a:lnTo>
                    <a:pt x="8718" y="11684"/>
                  </a:lnTo>
                  <a:cubicBezTo>
                    <a:pt x="8584" y="11601"/>
                    <a:pt x="8428" y="11557"/>
                    <a:pt x="8268" y="11557"/>
                  </a:cubicBezTo>
                  <a:lnTo>
                    <a:pt x="8037" y="11557"/>
                  </a:lnTo>
                  <a:lnTo>
                    <a:pt x="8037" y="9891"/>
                  </a:lnTo>
                  <a:close/>
                  <a:moveTo>
                    <a:pt x="4998" y="0"/>
                  </a:moveTo>
                  <a:cubicBezTo>
                    <a:pt x="4806" y="0"/>
                    <a:pt x="4640" y="131"/>
                    <a:pt x="4589" y="315"/>
                  </a:cubicBezTo>
                  <a:cubicBezTo>
                    <a:pt x="4295" y="384"/>
                    <a:pt x="4006" y="493"/>
                    <a:pt x="3738" y="634"/>
                  </a:cubicBezTo>
                  <a:cubicBezTo>
                    <a:pt x="3727" y="627"/>
                    <a:pt x="3716" y="620"/>
                    <a:pt x="3705" y="616"/>
                  </a:cubicBezTo>
                  <a:cubicBezTo>
                    <a:pt x="3655" y="590"/>
                    <a:pt x="3602" y="578"/>
                    <a:pt x="3550" y="578"/>
                  </a:cubicBezTo>
                  <a:cubicBezTo>
                    <a:pt x="3476" y="578"/>
                    <a:pt x="3404" y="602"/>
                    <a:pt x="3343" y="649"/>
                  </a:cubicBezTo>
                  <a:lnTo>
                    <a:pt x="2869" y="1003"/>
                  </a:lnTo>
                  <a:cubicBezTo>
                    <a:pt x="2709" y="1123"/>
                    <a:pt x="2615" y="1311"/>
                    <a:pt x="2615" y="1514"/>
                  </a:cubicBezTo>
                  <a:lnTo>
                    <a:pt x="2615" y="1529"/>
                  </a:lnTo>
                  <a:cubicBezTo>
                    <a:pt x="2093" y="2141"/>
                    <a:pt x="1793" y="2905"/>
                    <a:pt x="1746" y="3709"/>
                  </a:cubicBezTo>
                  <a:lnTo>
                    <a:pt x="1510" y="3709"/>
                  </a:lnTo>
                  <a:cubicBezTo>
                    <a:pt x="1239" y="3709"/>
                    <a:pt x="1239" y="4115"/>
                    <a:pt x="1510" y="4115"/>
                  </a:cubicBezTo>
                  <a:lnTo>
                    <a:pt x="1959" y="4115"/>
                  </a:lnTo>
                  <a:lnTo>
                    <a:pt x="1959" y="4440"/>
                  </a:lnTo>
                  <a:cubicBezTo>
                    <a:pt x="1641" y="4585"/>
                    <a:pt x="1467" y="4933"/>
                    <a:pt x="1543" y="5273"/>
                  </a:cubicBezTo>
                  <a:cubicBezTo>
                    <a:pt x="1619" y="5618"/>
                    <a:pt x="1923" y="5860"/>
                    <a:pt x="2271" y="5860"/>
                  </a:cubicBezTo>
                  <a:lnTo>
                    <a:pt x="2423" y="5860"/>
                  </a:lnTo>
                  <a:cubicBezTo>
                    <a:pt x="2543" y="6700"/>
                    <a:pt x="3006" y="7450"/>
                    <a:pt x="3702" y="7935"/>
                  </a:cubicBezTo>
                  <a:lnTo>
                    <a:pt x="3702" y="8870"/>
                  </a:lnTo>
                  <a:cubicBezTo>
                    <a:pt x="3702" y="9069"/>
                    <a:pt x="3571" y="9247"/>
                    <a:pt x="3379" y="9301"/>
                  </a:cubicBezTo>
                  <a:lnTo>
                    <a:pt x="1087" y="9978"/>
                  </a:lnTo>
                  <a:cubicBezTo>
                    <a:pt x="442" y="10170"/>
                    <a:pt x="4" y="10760"/>
                    <a:pt x="0" y="11427"/>
                  </a:cubicBezTo>
                  <a:lnTo>
                    <a:pt x="0" y="13719"/>
                  </a:lnTo>
                  <a:cubicBezTo>
                    <a:pt x="0" y="13855"/>
                    <a:pt x="102" y="13923"/>
                    <a:pt x="203" y="13923"/>
                  </a:cubicBezTo>
                  <a:cubicBezTo>
                    <a:pt x="304" y="13923"/>
                    <a:pt x="406" y="13855"/>
                    <a:pt x="406" y="13719"/>
                  </a:cubicBezTo>
                  <a:lnTo>
                    <a:pt x="406" y="11427"/>
                  </a:lnTo>
                  <a:cubicBezTo>
                    <a:pt x="409" y="10938"/>
                    <a:pt x="728" y="10510"/>
                    <a:pt x="1199" y="10369"/>
                  </a:cubicBezTo>
                  <a:lnTo>
                    <a:pt x="1742" y="10210"/>
                  </a:lnTo>
                  <a:lnTo>
                    <a:pt x="1742" y="13719"/>
                  </a:lnTo>
                  <a:cubicBezTo>
                    <a:pt x="1742" y="13855"/>
                    <a:pt x="1844" y="13923"/>
                    <a:pt x="1945" y="13923"/>
                  </a:cubicBezTo>
                  <a:cubicBezTo>
                    <a:pt x="2046" y="13923"/>
                    <a:pt x="2148" y="13855"/>
                    <a:pt x="2148" y="13719"/>
                  </a:cubicBezTo>
                  <a:lnTo>
                    <a:pt x="2148" y="12412"/>
                  </a:lnTo>
                  <a:cubicBezTo>
                    <a:pt x="2151" y="12162"/>
                    <a:pt x="2351" y="11963"/>
                    <a:pt x="2601" y="11963"/>
                  </a:cubicBezTo>
                  <a:lnTo>
                    <a:pt x="3470" y="11963"/>
                  </a:lnTo>
                  <a:cubicBezTo>
                    <a:pt x="3741" y="11963"/>
                    <a:pt x="3741" y="11554"/>
                    <a:pt x="3470" y="11554"/>
                  </a:cubicBezTo>
                  <a:lnTo>
                    <a:pt x="3238" y="11554"/>
                  </a:lnTo>
                  <a:lnTo>
                    <a:pt x="3238" y="9768"/>
                  </a:lnTo>
                  <a:lnTo>
                    <a:pt x="3296" y="9754"/>
                  </a:lnTo>
                  <a:cubicBezTo>
                    <a:pt x="3812" y="10500"/>
                    <a:pt x="4622" y="10873"/>
                    <a:pt x="5433" y="10873"/>
                  </a:cubicBezTo>
                  <a:cubicBezTo>
                    <a:pt x="6243" y="10873"/>
                    <a:pt x="7053" y="10500"/>
                    <a:pt x="7570" y="9754"/>
                  </a:cubicBezTo>
                  <a:lnTo>
                    <a:pt x="7627" y="9768"/>
                  </a:lnTo>
                  <a:lnTo>
                    <a:pt x="7627" y="11554"/>
                  </a:lnTo>
                  <a:lnTo>
                    <a:pt x="4346" y="11554"/>
                  </a:lnTo>
                  <a:cubicBezTo>
                    <a:pt x="4075" y="11554"/>
                    <a:pt x="4075" y="11963"/>
                    <a:pt x="4346" y="11963"/>
                  </a:cubicBezTo>
                  <a:lnTo>
                    <a:pt x="8268" y="11963"/>
                  </a:lnTo>
                  <a:cubicBezTo>
                    <a:pt x="8515" y="11963"/>
                    <a:pt x="8718" y="12162"/>
                    <a:pt x="8718" y="12412"/>
                  </a:cubicBezTo>
                  <a:lnTo>
                    <a:pt x="8718" y="13719"/>
                  </a:lnTo>
                  <a:cubicBezTo>
                    <a:pt x="8718" y="13855"/>
                    <a:pt x="8820" y="13923"/>
                    <a:pt x="8922" y="13923"/>
                  </a:cubicBezTo>
                  <a:cubicBezTo>
                    <a:pt x="9025" y="13923"/>
                    <a:pt x="9127" y="13855"/>
                    <a:pt x="9127" y="13719"/>
                  </a:cubicBezTo>
                  <a:lnTo>
                    <a:pt x="9127" y="10210"/>
                  </a:lnTo>
                  <a:lnTo>
                    <a:pt x="9670" y="10369"/>
                  </a:lnTo>
                  <a:cubicBezTo>
                    <a:pt x="10137" y="10510"/>
                    <a:pt x="10460" y="10938"/>
                    <a:pt x="10460" y="11427"/>
                  </a:cubicBezTo>
                  <a:lnTo>
                    <a:pt x="10460" y="13719"/>
                  </a:lnTo>
                  <a:cubicBezTo>
                    <a:pt x="10460" y="13855"/>
                    <a:pt x="10562" y="13923"/>
                    <a:pt x="10664" y="13923"/>
                  </a:cubicBezTo>
                  <a:cubicBezTo>
                    <a:pt x="10767" y="13923"/>
                    <a:pt x="10869" y="13855"/>
                    <a:pt x="10869" y="13719"/>
                  </a:cubicBezTo>
                  <a:lnTo>
                    <a:pt x="10869" y="11427"/>
                  </a:lnTo>
                  <a:cubicBezTo>
                    <a:pt x="10865" y="10760"/>
                    <a:pt x="10423" y="10170"/>
                    <a:pt x="9786" y="9978"/>
                  </a:cubicBezTo>
                  <a:lnTo>
                    <a:pt x="7490" y="9304"/>
                  </a:lnTo>
                  <a:cubicBezTo>
                    <a:pt x="7298" y="9247"/>
                    <a:pt x="7167" y="9073"/>
                    <a:pt x="7164" y="8873"/>
                  </a:cubicBezTo>
                  <a:lnTo>
                    <a:pt x="7164" y="7935"/>
                  </a:lnTo>
                  <a:cubicBezTo>
                    <a:pt x="7859" y="7450"/>
                    <a:pt x="8323" y="6700"/>
                    <a:pt x="8442" y="5860"/>
                  </a:cubicBezTo>
                  <a:lnTo>
                    <a:pt x="8565" y="5860"/>
                  </a:lnTo>
                  <a:cubicBezTo>
                    <a:pt x="8964" y="5860"/>
                    <a:pt x="9304" y="5563"/>
                    <a:pt x="9341" y="5187"/>
                  </a:cubicBezTo>
                  <a:cubicBezTo>
                    <a:pt x="9373" y="4868"/>
                    <a:pt x="9199" y="4564"/>
                    <a:pt x="8910" y="4430"/>
                  </a:cubicBezTo>
                  <a:lnTo>
                    <a:pt x="8910" y="4115"/>
                  </a:lnTo>
                  <a:lnTo>
                    <a:pt x="9359" y="4115"/>
                  </a:lnTo>
                  <a:cubicBezTo>
                    <a:pt x="9630" y="4115"/>
                    <a:pt x="9630" y="3705"/>
                    <a:pt x="9359" y="3705"/>
                  </a:cubicBezTo>
                  <a:lnTo>
                    <a:pt x="9120" y="3705"/>
                  </a:lnTo>
                  <a:cubicBezTo>
                    <a:pt x="9076" y="2905"/>
                    <a:pt x="8772" y="2141"/>
                    <a:pt x="8254" y="1529"/>
                  </a:cubicBezTo>
                  <a:lnTo>
                    <a:pt x="8254" y="1514"/>
                  </a:lnTo>
                  <a:cubicBezTo>
                    <a:pt x="8254" y="1311"/>
                    <a:pt x="8160" y="1123"/>
                    <a:pt x="8000" y="1003"/>
                  </a:cubicBezTo>
                  <a:lnTo>
                    <a:pt x="7526" y="649"/>
                  </a:lnTo>
                  <a:cubicBezTo>
                    <a:pt x="7465" y="602"/>
                    <a:pt x="7391" y="578"/>
                    <a:pt x="7318" y="578"/>
                  </a:cubicBezTo>
                  <a:cubicBezTo>
                    <a:pt x="7265" y="578"/>
                    <a:pt x="7212" y="590"/>
                    <a:pt x="7164" y="616"/>
                  </a:cubicBezTo>
                  <a:cubicBezTo>
                    <a:pt x="7153" y="620"/>
                    <a:pt x="7142" y="627"/>
                    <a:pt x="7131" y="634"/>
                  </a:cubicBezTo>
                  <a:cubicBezTo>
                    <a:pt x="6860" y="493"/>
                    <a:pt x="6574" y="384"/>
                    <a:pt x="6277" y="315"/>
                  </a:cubicBezTo>
                  <a:cubicBezTo>
                    <a:pt x="6229" y="131"/>
                    <a:pt x="6063" y="0"/>
                    <a:pt x="5871"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6419;p52">
              <a:extLst>
                <a:ext uri="{FF2B5EF4-FFF2-40B4-BE49-F238E27FC236}">
                  <a16:creationId xmlns:a16="http://schemas.microsoft.com/office/drawing/2014/main" id="{B6B10088-47BF-90E8-6FA0-596DE4707017}"/>
                </a:ext>
              </a:extLst>
            </p:cNvPr>
            <p:cNvSpPr/>
            <p:nvPr/>
          </p:nvSpPr>
          <p:spPr>
            <a:xfrm>
              <a:off x="5422723" y="4123250"/>
              <a:ext cx="12453" cy="10697"/>
            </a:xfrm>
            <a:custGeom>
              <a:avLst/>
              <a:gdLst/>
              <a:ahLst/>
              <a:cxnLst/>
              <a:rect l="l" t="t" r="r" b="b"/>
              <a:pathLst>
                <a:path w="475" h="408" extrusionOk="0">
                  <a:moveTo>
                    <a:pt x="275" y="0"/>
                  </a:moveTo>
                  <a:cubicBezTo>
                    <a:pt x="273" y="0"/>
                    <a:pt x="271" y="0"/>
                    <a:pt x="268" y="0"/>
                  </a:cubicBezTo>
                  <a:cubicBezTo>
                    <a:pt x="87" y="4"/>
                    <a:pt x="0" y="221"/>
                    <a:pt x="127" y="348"/>
                  </a:cubicBezTo>
                  <a:cubicBezTo>
                    <a:pt x="169" y="389"/>
                    <a:pt x="220" y="407"/>
                    <a:pt x="270" y="407"/>
                  </a:cubicBezTo>
                  <a:cubicBezTo>
                    <a:pt x="375" y="407"/>
                    <a:pt x="475" y="326"/>
                    <a:pt x="475" y="203"/>
                  </a:cubicBezTo>
                  <a:cubicBezTo>
                    <a:pt x="475" y="93"/>
                    <a:pt x="384" y="0"/>
                    <a:pt x="275"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6420;p52">
              <a:extLst>
                <a:ext uri="{FF2B5EF4-FFF2-40B4-BE49-F238E27FC236}">
                  <a16:creationId xmlns:a16="http://schemas.microsoft.com/office/drawing/2014/main" id="{928D355B-B391-B526-592B-3D058197B8D5}"/>
                </a:ext>
              </a:extLst>
            </p:cNvPr>
            <p:cNvSpPr/>
            <p:nvPr/>
          </p:nvSpPr>
          <p:spPr>
            <a:xfrm>
              <a:off x="5559736" y="4123250"/>
              <a:ext cx="12558" cy="10697"/>
            </a:xfrm>
            <a:custGeom>
              <a:avLst/>
              <a:gdLst/>
              <a:ahLst/>
              <a:cxnLst/>
              <a:rect l="l" t="t" r="r" b="b"/>
              <a:pathLst>
                <a:path w="479" h="408" extrusionOk="0">
                  <a:moveTo>
                    <a:pt x="275" y="0"/>
                  </a:moveTo>
                  <a:cubicBezTo>
                    <a:pt x="273" y="0"/>
                    <a:pt x="271" y="0"/>
                    <a:pt x="269" y="0"/>
                  </a:cubicBezTo>
                  <a:lnTo>
                    <a:pt x="272" y="0"/>
                  </a:lnTo>
                  <a:cubicBezTo>
                    <a:pt x="91" y="4"/>
                    <a:pt x="1" y="221"/>
                    <a:pt x="131" y="348"/>
                  </a:cubicBezTo>
                  <a:cubicBezTo>
                    <a:pt x="172" y="389"/>
                    <a:pt x="222" y="407"/>
                    <a:pt x="272" y="407"/>
                  </a:cubicBezTo>
                  <a:cubicBezTo>
                    <a:pt x="377" y="407"/>
                    <a:pt x="479" y="326"/>
                    <a:pt x="479" y="203"/>
                  </a:cubicBezTo>
                  <a:cubicBezTo>
                    <a:pt x="479" y="93"/>
                    <a:pt x="388" y="0"/>
                    <a:pt x="275" y="0"/>
                  </a:cubicBezTo>
                  <a:close/>
                </a:path>
              </a:pathLst>
            </a:custGeom>
            <a:solidFill>
              <a:srgbClr val="445D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 name="Google Shape;6132;p50">
            <a:extLst>
              <a:ext uri="{FF2B5EF4-FFF2-40B4-BE49-F238E27FC236}">
                <a16:creationId xmlns:a16="http://schemas.microsoft.com/office/drawing/2014/main" id="{E20122EB-6AD5-9B5D-42B0-CCCF25C6C0FC}"/>
              </a:ext>
            </a:extLst>
          </p:cNvPr>
          <p:cNvGrpSpPr/>
          <p:nvPr/>
        </p:nvGrpSpPr>
        <p:grpSpPr>
          <a:xfrm>
            <a:off x="7471829" y="3684409"/>
            <a:ext cx="1147515" cy="1172404"/>
            <a:chOff x="1756921" y="1509739"/>
            <a:chExt cx="345997" cy="345997"/>
          </a:xfrm>
          <a:solidFill>
            <a:srgbClr val="55BDCF"/>
          </a:solidFill>
        </p:grpSpPr>
        <p:sp>
          <p:nvSpPr>
            <p:cNvPr id="94" name="Google Shape;6133;p50">
              <a:extLst>
                <a:ext uri="{FF2B5EF4-FFF2-40B4-BE49-F238E27FC236}">
                  <a16:creationId xmlns:a16="http://schemas.microsoft.com/office/drawing/2014/main" id="{7FDE49E5-ABB4-6A26-4E0F-625BA42C35BE}"/>
                </a:ext>
              </a:extLst>
            </p:cNvPr>
            <p:cNvSpPr/>
            <p:nvPr/>
          </p:nvSpPr>
          <p:spPr>
            <a:xfrm>
              <a:off x="1756921" y="1509739"/>
              <a:ext cx="345997" cy="345997"/>
            </a:xfrm>
            <a:custGeom>
              <a:avLst/>
              <a:gdLst/>
              <a:ahLst/>
              <a:cxnLst/>
              <a:rect l="l" t="t" r="r" b="b"/>
              <a:pathLst>
                <a:path w="10871" h="10871" extrusionOk="0">
                  <a:moveTo>
                    <a:pt x="5442" y="0"/>
                  </a:moveTo>
                  <a:cubicBezTo>
                    <a:pt x="3977" y="0"/>
                    <a:pt x="2620" y="572"/>
                    <a:pt x="1596" y="1596"/>
                  </a:cubicBezTo>
                  <a:cubicBezTo>
                    <a:pt x="572" y="2620"/>
                    <a:pt x="1" y="3989"/>
                    <a:pt x="1" y="5441"/>
                  </a:cubicBezTo>
                  <a:cubicBezTo>
                    <a:pt x="1" y="6882"/>
                    <a:pt x="572" y="8251"/>
                    <a:pt x="1596" y="9275"/>
                  </a:cubicBezTo>
                  <a:cubicBezTo>
                    <a:pt x="2620" y="10299"/>
                    <a:pt x="3989" y="10871"/>
                    <a:pt x="5442" y="10871"/>
                  </a:cubicBezTo>
                  <a:cubicBezTo>
                    <a:pt x="6882" y="10871"/>
                    <a:pt x="8252" y="10299"/>
                    <a:pt x="9276" y="9275"/>
                  </a:cubicBezTo>
                  <a:cubicBezTo>
                    <a:pt x="10299" y="8251"/>
                    <a:pt x="10871" y="6882"/>
                    <a:pt x="10871" y="5441"/>
                  </a:cubicBezTo>
                  <a:cubicBezTo>
                    <a:pt x="10871" y="5346"/>
                    <a:pt x="10871" y="5263"/>
                    <a:pt x="10859" y="5156"/>
                  </a:cubicBezTo>
                  <a:cubicBezTo>
                    <a:pt x="10859" y="5060"/>
                    <a:pt x="10788" y="5001"/>
                    <a:pt x="10692" y="5001"/>
                  </a:cubicBezTo>
                  <a:cubicBezTo>
                    <a:pt x="10609" y="5001"/>
                    <a:pt x="10549" y="5084"/>
                    <a:pt x="10549" y="5168"/>
                  </a:cubicBezTo>
                  <a:lnTo>
                    <a:pt x="10549" y="5441"/>
                  </a:lnTo>
                  <a:cubicBezTo>
                    <a:pt x="10549" y="6811"/>
                    <a:pt x="10014" y="8085"/>
                    <a:pt x="9037" y="9049"/>
                  </a:cubicBezTo>
                  <a:cubicBezTo>
                    <a:pt x="8073" y="10025"/>
                    <a:pt x="6787" y="10561"/>
                    <a:pt x="5418" y="10561"/>
                  </a:cubicBezTo>
                  <a:cubicBezTo>
                    <a:pt x="4061" y="10561"/>
                    <a:pt x="2775" y="10025"/>
                    <a:pt x="1810" y="9049"/>
                  </a:cubicBezTo>
                  <a:cubicBezTo>
                    <a:pt x="834" y="8085"/>
                    <a:pt x="298" y="6811"/>
                    <a:pt x="298" y="5441"/>
                  </a:cubicBezTo>
                  <a:cubicBezTo>
                    <a:pt x="298" y="4072"/>
                    <a:pt x="834" y="2786"/>
                    <a:pt x="1810" y="1822"/>
                  </a:cubicBezTo>
                  <a:cubicBezTo>
                    <a:pt x="2775" y="858"/>
                    <a:pt x="4061" y="322"/>
                    <a:pt x="5418" y="322"/>
                  </a:cubicBezTo>
                  <a:cubicBezTo>
                    <a:pt x="6632" y="322"/>
                    <a:pt x="7799" y="750"/>
                    <a:pt x="8728" y="1524"/>
                  </a:cubicBezTo>
                  <a:cubicBezTo>
                    <a:pt x="9633" y="2298"/>
                    <a:pt x="10264" y="3358"/>
                    <a:pt x="10466" y="4513"/>
                  </a:cubicBezTo>
                  <a:cubicBezTo>
                    <a:pt x="10476" y="4594"/>
                    <a:pt x="10547" y="4649"/>
                    <a:pt x="10612" y="4649"/>
                  </a:cubicBezTo>
                  <a:cubicBezTo>
                    <a:pt x="10623" y="4649"/>
                    <a:pt x="10634" y="4647"/>
                    <a:pt x="10645" y="4644"/>
                  </a:cubicBezTo>
                  <a:cubicBezTo>
                    <a:pt x="10740" y="4632"/>
                    <a:pt x="10800" y="4548"/>
                    <a:pt x="10776" y="4465"/>
                  </a:cubicBezTo>
                  <a:cubicBezTo>
                    <a:pt x="10561" y="3239"/>
                    <a:pt x="9907" y="2108"/>
                    <a:pt x="8930" y="1286"/>
                  </a:cubicBezTo>
                  <a:cubicBezTo>
                    <a:pt x="7954" y="465"/>
                    <a:pt x="6716" y="0"/>
                    <a:pt x="544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6134;p50">
              <a:extLst>
                <a:ext uri="{FF2B5EF4-FFF2-40B4-BE49-F238E27FC236}">
                  <a16:creationId xmlns:a16="http://schemas.microsoft.com/office/drawing/2014/main" id="{E0AE7D91-942F-F9D7-354E-88413D580BAF}"/>
                </a:ext>
              </a:extLst>
            </p:cNvPr>
            <p:cNvSpPr/>
            <p:nvPr/>
          </p:nvSpPr>
          <p:spPr>
            <a:xfrm>
              <a:off x="1781937" y="1535488"/>
              <a:ext cx="295614" cy="295614"/>
            </a:xfrm>
            <a:custGeom>
              <a:avLst/>
              <a:gdLst/>
              <a:ahLst/>
              <a:cxnLst/>
              <a:rect l="l" t="t" r="r" b="b"/>
              <a:pathLst>
                <a:path w="9288" h="9288" extrusionOk="0">
                  <a:moveTo>
                    <a:pt x="4644" y="1"/>
                  </a:moveTo>
                  <a:cubicBezTo>
                    <a:pt x="3989" y="1"/>
                    <a:pt x="3346" y="132"/>
                    <a:pt x="2751" y="406"/>
                  </a:cubicBezTo>
                  <a:cubicBezTo>
                    <a:pt x="2167" y="656"/>
                    <a:pt x="1667" y="1025"/>
                    <a:pt x="1227" y="1489"/>
                  </a:cubicBezTo>
                  <a:cubicBezTo>
                    <a:pt x="1167" y="1549"/>
                    <a:pt x="1167" y="1656"/>
                    <a:pt x="1251" y="1715"/>
                  </a:cubicBezTo>
                  <a:cubicBezTo>
                    <a:pt x="1278" y="1743"/>
                    <a:pt x="1313" y="1757"/>
                    <a:pt x="1348" y="1757"/>
                  </a:cubicBezTo>
                  <a:cubicBezTo>
                    <a:pt x="1390" y="1757"/>
                    <a:pt x="1433" y="1737"/>
                    <a:pt x="1465" y="1692"/>
                  </a:cubicBezTo>
                  <a:cubicBezTo>
                    <a:pt x="1870" y="1263"/>
                    <a:pt x="2346" y="918"/>
                    <a:pt x="2882" y="680"/>
                  </a:cubicBezTo>
                  <a:cubicBezTo>
                    <a:pt x="3429" y="430"/>
                    <a:pt x="4025" y="310"/>
                    <a:pt x="4644" y="310"/>
                  </a:cubicBezTo>
                  <a:cubicBezTo>
                    <a:pt x="7025" y="310"/>
                    <a:pt x="8966" y="2239"/>
                    <a:pt x="8966" y="4644"/>
                  </a:cubicBezTo>
                  <a:cubicBezTo>
                    <a:pt x="8966" y="7037"/>
                    <a:pt x="7037" y="8978"/>
                    <a:pt x="4644" y="8978"/>
                  </a:cubicBezTo>
                  <a:cubicBezTo>
                    <a:pt x="2263" y="8978"/>
                    <a:pt x="310" y="7037"/>
                    <a:pt x="310" y="4644"/>
                  </a:cubicBezTo>
                  <a:cubicBezTo>
                    <a:pt x="310" y="3799"/>
                    <a:pt x="560" y="2966"/>
                    <a:pt x="1024" y="2263"/>
                  </a:cubicBezTo>
                  <a:cubicBezTo>
                    <a:pt x="1084" y="2192"/>
                    <a:pt x="1072" y="2084"/>
                    <a:pt x="989" y="2037"/>
                  </a:cubicBezTo>
                  <a:cubicBezTo>
                    <a:pt x="963" y="2020"/>
                    <a:pt x="933" y="2012"/>
                    <a:pt x="904" y="2012"/>
                  </a:cubicBezTo>
                  <a:cubicBezTo>
                    <a:pt x="850" y="2012"/>
                    <a:pt x="797" y="2038"/>
                    <a:pt x="774" y="2084"/>
                  </a:cubicBezTo>
                  <a:cubicBezTo>
                    <a:pt x="262" y="2846"/>
                    <a:pt x="0" y="3716"/>
                    <a:pt x="0" y="4644"/>
                  </a:cubicBezTo>
                  <a:cubicBezTo>
                    <a:pt x="0" y="5883"/>
                    <a:pt x="477" y="7049"/>
                    <a:pt x="1346" y="7930"/>
                  </a:cubicBezTo>
                  <a:cubicBezTo>
                    <a:pt x="2227" y="8811"/>
                    <a:pt x="3394" y="9288"/>
                    <a:pt x="4644" y="9288"/>
                  </a:cubicBezTo>
                  <a:cubicBezTo>
                    <a:pt x="5894" y="9288"/>
                    <a:pt x="7049" y="8811"/>
                    <a:pt x="7930" y="7930"/>
                  </a:cubicBezTo>
                  <a:cubicBezTo>
                    <a:pt x="8811" y="7049"/>
                    <a:pt x="9287" y="5894"/>
                    <a:pt x="9287" y="4644"/>
                  </a:cubicBezTo>
                  <a:cubicBezTo>
                    <a:pt x="9287" y="3394"/>
                    <a:pt x="8811" y="2227"/>
                    <a:pt x="7930" y="1346"/>
                  </a:cubicBezTo>
                  <a:cubicBezTo>
                    <a:pt x="7049" y="477"/>
                    <a:pt x="5894" y="1"/>
                    <a:pt x="464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6135;p50">
              <a:extLst>
                <a:ext uri="{FF2B5EF4-FFF2-40B4-BE49-F238E27FC236}">
                  <a16:creationId xmlns:a16="http://schemas.microsoft.com/office/drawing/2014/main" id="{84DAB538-BE94-3DB8-9D82-205589756847}"/>
                </a:ext>
              </a:extLst>
            </p:cNvPr>
            <p:cNvSpPr/>
            <p:nvPr/>
          </p:nvSpPr>
          <p:spPr>
            <a:xfrm>
              <a:off x="1806954" y="1677980"/>
              <a:ext cx="17441" cy="10630"/>
            </a:xfrm>
            <a:custGeom>
              <a:avLst/>
              <a:gdLst/>
              <a:ahLst/>
              <a:cxnLst/>
              <a:rect l="l" t="t" r="r" b="b"/>
              <a:pathLst>
                <a:path w="548" h="334" extrusionOk="0">
                  <a:moveTo>
                    <a:pt x="167" y="1"/>
                  </a:moveTo>
                  <a:cubicBezTo>
                    <a:pt x="72" y="1"/>
                    <a:pt x="0" y="72"/>
                    <a:pt x="0" y="167"/>
                  </a:cubicBezTo>
                  <a:cubicBezTo>
                    <a:pt x="0" y="251"/>
                    <a:pt x="72" y="334"/>
                    <a:pt x="167" y="334"/>
                  </a:cubicBezTo>
                  <a:lnTo>
                    <a:pt x="381" y="334"/>
                  </a:lnTo>
                  <a:cubicBezTo>
                    <a:pt x="476" y="334"/>
                    <a:pt x="548" y="251"/>
                    <a:pt x="548" y="167"/>
                  </a:cubicBezTo>
                  <a:cubicBezTo>
                    <a:pt x="548" y="72"/>
                    <a:pt x="476" y="1"/>
                    <a:pt x="381"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6136;p50">
              <a:extLst>
                <a:ext uri="{FF2B5EF4-FFF2-40B4-BE49-F238E27FC236}">
                  <a16:creationId xmlns:a16="http://schemas.microsoft.com/office/drawing/2014/main" id="{F5207831-4C4F-2468-884F-8B023A0BA11B}"/>
                </a:ext>
              </a:extLst>
            </p:cNvPr>
            <p:cNvSpPr/>
            <p:nvPr/>
          </p:nvSpPr>
          <p:spPr>
            <a:xfrm>
              <a:off x="1924429" y="1560122"/>
              <a:ext cx="128106" cy="128488"/>
            </a:xfrm>
            <a:custGeom>
              <a:avLst/>
              <a:gdLst/>
              <a:ahLst/>
              <a:cxnLst/>
              <a:rect l="l" t="t" r="r" b="b"/>
              <a:pathLst>
                <a:path w="4025" h="4037" extrusionOk="0">
                  <a:moveTo>
                    <a:pt x="155" y="1"/>
                  </a:moveTo>
                  <a:cubicBezTo>
                    <a:pt x="72" y="1"/>
                    <a:pt x="0" y="72"/>
                    <a:pt x="0" y="167"/>
                  </a:cubicBezTo>
                  <a:lnTo>
                    <a:pt x="0" y="3870"/>
                  </a:lnTo>
                  <a:cubicBezTo>
                    <a:pt x="0" y="3954"/>
                    <a:pt x="72" y="4037"/>
                    <a:pt x="155" y="4037"/>
                  </a:cubicBezTo>
                  <a:lnTo>
                    <a:pt x="3870" y="4037"/>
                  </a:lnTo>
                  <a:cubicBezTo>
                    <a:pt x="3953" y="4037"/>
                    <a:pt x="4024" y="3954"/>
                    <a:pt x="4024" y="3870"/>
                  </a:cubicBezTo>
                  <a:cubicBezTo>
                    <a:pt x="4024" y="3775"/>
                    <a:pt x="3953" y="3704"/>
                    <a:pt x="3870" y="3704"/>
                  </a:cubicBezTo>
                  <a:lnTo>
                    <a:pt x="322" y="3704"/>
                  </a:lnTo>
                  <a:lnTo>
                    <a:pt x="322" y="167"/>
                  </a:lnTo>
                  <a:cubicBezTo>
                    <a:pt x="322" y="72"/>
                    <a:pt x="250" y="1"/>
                    <a:pt x="15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6137;p50">
              <a:extLst>
                <a:ext uri="{FF2B5EF4-FFF2-40B4-BE49-F238E27FC236}">
                  <a16:creationId xmlns:a16="http://schemas.microsoft.com/office/drawing/2014/main" id="{7B920C07-10CD-7E7E-7372-094F8F1D2AB5}"/>
                </a:ext>
              </a:extLst>
            </p:cNvPr>
            <p:cNvSpPr/>
            <p:nvPr/>
          </p:nvSpPr>
          <p:spPr>
            <a:xfrm>
              <a:off x="1924811" y="1788644"/>
              <a:ext cx="10630" cy="17823"/>
            </a:xfrm>
            <a:custGeom>
              <a:avLst/>
              <a:gdLst/>
              <a:ahLst/>
              <a:cxnLst/>
              <a:rect l="l" t="t" r="r" b="b"/>
              <a:pathLst>
                <a:path w="334" h="560" extrusionOk="0">
                  <a:moveTo>
                    <a:pt x="167" y="0"/>
                  </a:moveTo>
                  <a:cubicBezTo>
                    <a:pt x="71" y="0"/>
                    <a:pt x="0" y="84"/>
                    <a:pt x="0" y="167"/>
                  </a:cubicBezTo>
                  <a:lnTo>
                    <a:pt x="0" y="393"/>
                  </a:lnTo>
                  <a:cubicBezTo>
                    <a:pt x="0" y="488"/>
                    <a:pt x="71" y="560"/>
                    <a:pt x="167" y="560"/>
                  </a:cubicBezTo>
                  <a:cubicBezTo>
                    <a:pt x="250" y="560"/>
                    <a:pt x="333" y="488"/>
                    <a:pt x="333" y="393"/>
                  </a:cubicBezTo>
                  <a:lnTo>
                    <a:pt x="333" y="167"/>
                  </a:lnTo>
                  <a:cubicBezTo>
                    <a:pt x="333" y="84"/>
                    <a:pt x="250"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6138;p50">
              <a:extLst>
                <a:ext uri="{FF2B5EF4-FFF2-40B4-BE49-F238E27FC236}">
                  <a16:creationId xmlns:a16="http://schemas.microsoft.com/office/drawing/2014/main" id="{ADA6F8DE-3AC1-C083-DAEE-8C227588F626}"/>
                </a:ext>
              </a:extLst>
            </p:cNvPr>
            <p:cNvSpPr/>
            <p:nvPr/>
          </p:nvSpPr>
          <p:spPr>
            <a:xfrm>
              <a:off x="1841423" y="1594719"/>
              <a:ext cx="16328" cy="15086"/>
            </a:xfrm>
            <a:custGeom>
              <a:avLst/>
              <a:gdLst/>
              <a:ahLst/>
              <a:cxnLst/>
              <a:rect l="l" t="t" r="r" b="b"/>
              <a:pathLst>
                <a:path w="513" h="474" extrusionOk="0">
                  <a:moveTo>
                    <a:pt x="173" y="0"/>
                  </a:moveTo>
                  <a:cubicBezTo>
                    <a:pt x="132" y="0"/>
                    <a:pt x="90" y="15"/>
                    <a:pt x="60" y="45"/>
                  </a:cubicBezTo>
                  <a:cubicBezTo>
                    <a:pt x="1" y="104"/>
                    <a:pt x="1" y="212"/>
                    <a:pt x="60" y="259"/>
                  </a:cubicBezTo>
                  <a:lnTo>
                    <a:pt x="215" y="426"/>
                  </a:lnTo>
                  <a:cubicBezTo>
                    <a:pt x="239" y="462"/>
                    <a:pt x="286" y="474"/>
                    <a:pt x="334" y="474"/>
                  </a:cubicBezTo>
                  <a:cubicBezTo>
                    <a:pt x="370" y="474"/>
                    <a:pt x="405" y="462"/>
                    <a:pt x="453" y="426"/>
                  </a:cubicBezTo>
                  <a:cubicBezTo>
                    <a:pt x="513" y="366"/>
                    <a:pt x="513" y="259"/>
                    <a:pt x="453" y="212"/>
                  </a:cubicBezTo>
                  <a:lnTo>
                    <a:pt x="286" y="45"/>
                  </a:lnTo>
                  <a:cubicBezTo>
                    <a:pt x="257" y="15"/>
                    <a:pt x="215" y="0"/>
                    <a:pt x="17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6139;p50">
              <a:extLst>
                <a:ext uri="{FF2B5EF4-FFF2-40B4-BE49-F238E27FC236}">
                  <a16:creationId xmlns:a16="http://schemas.microsoft.com/office/drawing/2014/main" id="{51B19955-D2CE-EFA4-CF66-5AE5A34380B5}"/>
                </a:ext>
              </a:extLst>
            </p:cNvPr>
            <p:cNvSpPr/>
            <p:nvPr/>
          </p:nvSpPr>
          <p:spPr>
            <a:xfrm>
              <a:off x="2002470" y="1756243"/>
              <a:ext cx="16709" cy="15755"/>
            </a:xfrm>
            <a:custGeom>
              <a:avLst/>
              <a:gdLst/>
              <a:ahLst/>
              <a:cxnLst/>
              <a:rect l="l" t="t" r="r" b="b"/>
              <a:pathLst>
                <a:path w="525" h="495" extrusionOk="0">
                  <a:moveTo>
                    <a:pt x="175" y="0"/>
                  </a:moveTo>
                  <a:cubicBezTo>
                    <a:pt x="132" y="0"/>
                    <a:pt x="90" y="18"/>
                    <a:pt x="60" y="54"/>
                  </a:cubicBezTo>
                  <a:cubicBezTo>
                    <a:pt x="1" y="113"/>
                    <a:pt x="1" y="221"/>
                    <a:pt x="60" y="280"/>
                  </a:cubicBezTo>
                  <a:lnTo>
                    <a:pt x="227" y="447"/>
                  </a:lnTo>
                  <a:cubicBezTo>
                    <a:pt x="251" y="471"/>
                    <a:pt x="298" y="494"/>
                    <a:pt x="346" y="494"/>
                  </a:cubicBezTo>
                  <a:cubicBezTo>
                    <a:pt x="394" y="494"/>
                    <a:pt x="418" y="471"/>
                    <a:pt x="465" y="447"/>
                  </a:cubicBezTo>
                  <a:cubicBezTo>
                    <a:pt x="525" y="387"/>
                    <a:pt x="525" y="280"/>
                    <a:pt x="465" y="221"/>
                  </a:cubicBezTo>
                  <a:lnTo>
                    <a:pt x="298" y="54"/>
                  </a:lnTo>
                  <a:cubicBezTo>
                    <a:pt x="263" y="18"/>
                    <a:pt x="218" y="0"/>
                    <a:pt x="175"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6140;p50">
              <a:extLst>
                <a:ext uri="{FF2B5EF4-FFF2-40B4-BE49-F238E27FC236}">
                  <a16:creationId xmlns:a16="http://schemas.microsoft.com/office/drawing/2014/main" id="{A5656B5A-7105-C119-6948-20A2CEAB60B8}"/>
                </a:ext>
              </a:extLst>
            </p:cNvPr>
            <p:cNvSpPr/>
            <p:nvPr/>
          </p:nvSpPr>
          <p:spPr>
            <a:xfrm>
              <a:off x="2002470" y="1594719"/>
              <a:ext cx="16328" cy="15086"/>
            </a:xfrm>
            <a:custGeom>
              <a:avLst/>
              <a:gdLst/>
              <a:ahLst/>
              <a:cxnLst/>
              <a:rect l="l" t="t" r="r" b="b"/>
              <a:pathLst>
                <a:path w="513" h="474" extrusionOk="0">
                  <a:moveTo>
                    <a:pt x="340" y="0"/>
                  </a:moveTo>
                  <a:cubicBezTo>
                    <a:pt x="298" y="0"/>
                    <a:pt x="257" y="15"/>
                    <a:pt x="227" y="45"/>
                  </a:cubicBezTo>
                  <a:lnTo>
                    <a:pt x="60" y="212"/>
                  </a:lnTo>
                  <a:cubicBezTo>
                    <a:pt x="1" y="259"/>
                    <a:pt x="1" y="366"/>
                    <a:pt x="60" y="426"/>
                  </a:cubicBezTo>
                  <a:cubicBezTo>
                    <a:pt x="96" y="462"/>
                    <a:pt x="132" y="474"/>
                    <a:pt x="179" y="474"/>
                  </a:cubicBezTo>
                  <a:cubicBezTo>
                    <a:pt x="227" y="474"/>
                    <a:pt x="251" y="462"/>
                    <a:pt x="287" y="426"/>
                  </a:cubicBezTo>
                  <a:lnTo>
                    <a:pt x="453" y="259"/>
                  </a:lnTo>
                  <a:cubicBezTo>
                    <a:pt x="513" y="212"/>
                    <a:pt x="513" y="104"/>
                    <a:pt x="453" y="45"/>
                  </a:cubicBezTo>
                  <a:cubicBezTo>
                    <a:pt x="423" y="15"/>
                    <a:pt x="382" y="0"/>
                    <a:pt x="34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6141;p50">
              <a:extLst>
                <a:ext uri="{FF2B5EF4-FFF2-40B4-BE49-F238E27FC236}">
                  <a16:creationId xmlns:a16="http://schemas.microsoft.com/office/drawing/2014/main" id="{57EE2AAE-F760-7F0F-A02F-5938E6C3547A}"/>
                </a:ext>
              </a:extLst>
            </p:cNvPr>
            <p:cNvSpPr/>
            <p:nvPr/>
          </p:nvSpPr>
          <p:spPr>
            <a:xfrm>
              <a:off x="1841041" y="1756530"/>
              <a:ext cx="16709" cy="15468"/>
            </a:xfrm>
            <a:custGeom>
              <a:avLst/>
              <a:gdLst/>
              <a:ahLst/>
              <a:cxnLst/>
              <a:rect l="l" t="t" r="r" b="b"/>
              <a:pathLst>
                <a:path w="525" h="486" extrusionOk="0">
                  <a:moveTo>
                    <a:pt x="352" y="0"/>
                  </a:moveTo>
                  <a:cubicBezTo>
                    <a:pt x="310" y="0"/>
                    <a:pt x="269" y="15"/>
                    <a:pt x="239" y="45"/>
                  </a:cubicBezTo>
                  <a:lnTo>
                    <a:pt x="72" y="212"/>
                  </a:lnTo>
                  <a:cubicBezTo>
                    <a:pt x="1" y="271"/>
                    <a:pt x="1" y="354"/>
                    <a:pt x="60" y="438"/>
                  </a:cubicBezTo>
                  <a:cubicBezTo>
                    <a:pt x="84" y="462"/>
                    <a:pt x="132" y="485"/>
                    <a:pt x="179" y="485"/>
                  </a:cubicBezTo>
                  <a:cubicBezTo>
                    <a:pt x="227" y="485"/>
                    <a:pt x="251" y="462"/>
                    <a:pt x="298" y="438"/>
                  </a:cubicBezTo>
                  <a:lnTo>
                    <a:pt x="465" y="271"/>
                  </a:lnTo>
                  <a:cubicBezTo>
                    <a:pt x="525" y="212"/>
                    <a:pt x="525" y="104"/>
                    <a:pt x="465" y="45"/>
                  </a:cubicBezTo>
                  <a:cubicBezTo>
                    <a:pt x="435" y="15"/>
                    <a:pt x="394" y="0"/>
                    <a:pt x="35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6142;p50">
              <a:extLst>
                <a:ext uri="{FF2B5EF4-FFF2-40B4-BE49-F238E27FC236}">
                  <a16:creationId xmlns:a16="http://schemas.microsoft.com/office/drawing/2014/main" id="{66974CC1-A141-AFF4-2944-C3632EED468A}"/>
                </a:ext>
              </a:extLst>
            </p:cNvPr>
            <p:cNvSpPr/>
            <p:nvPr/>
          </p:nvSpPr>
          <p:spPr>
            <a:xfrm>
              <a:off x="1816025" y="1632084"/>
              <a:ext cx="17855" cy="13336"/>
            </a:xfrm>
            <a:custGeom>
              <a:avLst/>
              <a:gdLst/>
              <a:ahLst/>
              <a:cxnLst/>
              <a:rect l="l" t="t" r="r" b="b"/>
              <a:pathLst>
                <a:path w="561" h="419" extrusionOk="0">
                  <a:moveTo>
                    <a:pt x="173" y="0"/>
                  </a:moveTo>
                  <a:cubicBezTo>
                    <a:pt x="110" y="0"/>
                    <a:pt x="51" y="36"/>
                    <a:pt x="25" y="97"/>
                  </a:cubicBezTo>
                  <a:cubicBezTo>
                    <a:pt x="1" y="181"/>
                    <a:pt x="25" y="276"/>
                    <a:pt x="120" y="312"/>
                  </a:cubicBezTo>
                  <a:lnTo>
                    <a:pt x="322" y="395"/>
                  </a:lnTo>
                  <a:cubicBezTo>
                    <a:pt x="334" y="419"/>
                    <a:pt x="370" y="419"/>
                    <a:pt x="382" y="419"/>
                  </a:cubicBezTo>
                  <a:cubicBezTo>
                    <a:pt x="441" y="419"/>
                    <a:pt x="501" y="383"/>
                    <a:pt x="537" y="312"/>
                  </a:cubicBezTo>
                  <a:cubicBezTo>
                    <a:pt x="561" y="228"/>
                    <a:pt x="513" y="133"/>
                    <a:pt x="441" y="97"/>
                  </a:cubicBezTo>
                  <a:lnTo>
                    <a:pt x="239" y="14"/>
                  </a:lnTo>
                  <a:cubicBezTo>
                    <a:pt x="217" y="5"/>
                    <a:pt x="195" y="0"/>
                    <a:pt x="17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6143;p50">
              <a:extLst>
                <a:ext uri="{FF2B5EF4-FFF2-40B4-BE49-F238E27FC236}">
                  <a16:creationId xmlns:a16="http://schemas.microsoft.com/office/drawing/2014/main" id="{D809FC58-0AC9-DB5A-BBE4-60ADE9009B48}"/>
                </a:ext>
              </a:extLst>
            </p:cNvPr>
            <p:cNvSpPr/>
            <p:nvPr/>
          </p:nvSpPr>
          <p:spPr>
            <a:xfrm>
              <a:off x="2026341" y="1721297"/>
              <a:ext cx="17855" cy="13177"/>
            </a:xfrm>
            <a:custGeom>
              <a:avLst/>
              <a:gdLst/>
              <a:ahLst/>
              <a:cxnLst/>
              <a:rect l="l" t="t" r="r" b="b"/>
              <a:pathLst>
                <a:path w="561" h="414" extrusionOk="0">
                  <a:moveTo>
                    <a:pt x="179" y="0"/>
                  </a:moveTo>
                  <a:cubicBezTo>
                    <a:pt x="114" y="0"/>
                    <a:pt x="52" y="31"/>
                    <a:pt x="25" y="104"/>
                  </a:cubicBezTo>
                  <a:cubicBezTo>
                    <a:pt x="1" y="176"/>
                    <a:pt x="25" y="283"/>
                    <a:pt x="120" y="307"/>
                  </a:cubicBezTo>
                  <a:lnTo>
                    <a:pt x="322" y="402"/>
                  </a:lnTo>
                  <a:cubicBezTo>
                    <a:pt x="334" y="414"/>
                    <a:pt x="370" y="414"/>
                    <a:pt x="382" y="414"/>
                  </a:cubicBezTo>
                  <a:cubicBezTo>
                    <a:pt x="441" y="414"/>
                    <a:pt x="501" y="378"/>
                    <a:pt x="537" y="307"/>
                  </a:cubicBezTo>
                  <a:cubicBezTo>
                    <a:pt x="560" y="235"/>
                    <a:pt x="537" y="128"/>
                    <a:pt x="441" y="104"/>
                  </a:cubicBezTo>
                  <a:lnTo>
                    <a:pt x="239" y="9"/>
                  </a:lnTo>
                  <a:cubicBezTo>
                    <a:pt x="219" y="3"/>
                    <a:pt x="199" y="0"/>
                    <a:pt x="17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6144;p50">
              <a:extLst>
                <a:ext uri="{FF2B5EF4-FFF2-40B4-BE49-F238E27FC236}">
                  <a16:creationId xmlns:a16="http://schemas.microsoft.com/office/drawing/2014/main" id="{D87F5726-4267-1055-F861-EEB9E5294040}"/>
                </a:ext>
              </a:extLst>
            </p:cNvPr>
            <p:cNvSpPr/>
            <p:nvPr/>
          </p:nvSpPr>
          <p:spPr>
            <a:xfrm>
              <a:off x="1967619" y="1569702"/>
              <a:ext cx="14036" cy="16996"/>
            </a:xfrm>
            <a:custGeom>
              <a:avLst/>
              <a:gdLst/>
              <a:ahLst/>
              <a:cxnLst/>
              <a:rect l="l" t="t" r="r" b="b"/>
              <a:pathLst>
                <a:path w="441" h="534" extrusionOk="0">
                  <a:moveTo>
                    <a:pt x="267" y="1"/>
                  </a:moveTo>
                  <a:cubicBezTo>
                    <a:pt x="204" y="1"/>
                    <a:pt x="138" y="32"/>
                    <a:pt x="119" y="105"/>
                  </a:cubicBezTo>
                  <a:lnTo>
                    <a:pt x="24" y="307"/>
                  </a:lnTo>
                  <a:cubicBezTo>
                    <a:pt x="0" y="378"/>
                    <a:pt x="24" y="486"/>
                    <a:pt x="119" y="521"/>
                  </a:cubicBezTo>
                  <a:cubicBezTo>
                    <a:pt x="131" y="521"/>
                    <a:pt x="155" y="533"/>
                    <a:pt x="179" y="533"/>
                  </a:cubicBezTo>
                  <a:cubicBezTo>
                    <a:pt x="239" y="533"/>
                    <a:pt x="298" y="498"/>
                    <a:pt x="322" y="426"/>
                  </a:cubicBezTo>
                  <a:lnTo>
                    <a:pt x="417" y="224"/>
                  </a:lnTo>
                  <a:cubicBezTo>
                    <a:pt x="441" y="140"/>
                    <a:pt x="417" y="45"/>
                    <a:pt x="322" y="9"/>
                  </a:cubicBezTo>
                  <a:cubicBezTo>
                    <a:pt x="305" y="4"/>
                    <a:pt x="286" y="1"/>
                    <a:pt x="2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6145;p50">
              <a:extLst>
                <a:ext uri="{FF2B5EF4-FFF2-40B4-BE49-F238E27FC236}">
                  <a16:creationId xmlns:a16="http://schemas.microsoft.com/office/drawing/2014/main" id="{B06AC82D-4E74-A78C-A6EB-B3D583E6063A}"/>
                </a:ext>
              </a:extLst>
            </p:cNvPr>
            <p:cNvSpPr/>
            <p:nvPr/>
          </p:nvSpPr>
          <p:spPr>
            <a:xfrm>
              <a:off x="1877802" y="1780019"/>
              <a:ext cx="14450" cy="16996"/>
            </a:xfrm>
            <a:custGeom>
              <a:avLst/>
              <a:gdLst/>
              <a:ahLst/>
              <a:cxnLst/>
              <a:rect l="l" t="t" r="r" b="b"/>
              <a:pathLst>
                <a:path w="454" h="534" extrusionOk="0">
                  <a:moveTo>
                    <a:pt x="279" y="1"/>
                  </a:moveTo>
                  <a:cubicBezTo>
                    <a:pt x="216" y="1"/>
                    <a:pt x="147" y="32"/>
                    <a:pt x="120" y="105"/>
                  </a:cubicBezTo>
                  <a:lnTo>
                    <a:pt x="36" y="307"/>
                  </a:lnTo>
                  <a:cubicBezTo>
                    <a:pt x="1" y="378"/>
                    <a:pt x="48" y="486"/>
                    <a:pt x="120" y="509"/>
                  </a:cubicBezTo>
                  <a:cubicBezTo>
                    <a:pt x="144" y="533"/>
                    <a:pt x="167" y="533"/>
                    <a:pt x="179" y="533"/>
                  </a:cubicBezTo>
                  <a:cubicBezTo>
                    <a:pt x="239" y="533"/>
                    <a:pt x="298" y="497"/>
                    <a:pt x="334" y="426"/>
                  </a:cubicBezTo>
                  <a:lnTo>
                    <a:pt x="417" y="224"/>
                  </a:lnTo>
                  <a:cubicBezTo>
                    <a:pt x="453" y="140"/>
                    <a:pt x="417" y="45"/>
                    <a:pt x="334" y="9"/>
                  </a:cubicBezTo>
                  <a:cubicBezTo>
                    <a:pt x="317" y="4"/>
                    <a:pt x="298" y="1"/>
                    <a:pt x="279"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6146;p50">
              <a:extLst>
                <a:ext uri="{FF2B5EF4-FFF2-40B4-BE49-F238E27FC236}">
                  <a16:creationId xmlns:a16="http://schemas.microsoft.com/office/drawing/2014/main" id="{B34CDC74-22E7-9EF7-6C81-88B9D642731E}"/>
                </a:ext>
              </a:extLst>
            </p:cNvPr>
            <p:cNvSpPr/>
            <p:nvPr/>
          </p:nvSpPr>
          <p:spPr>
            <a:xfrm>
              <a:off x="1879711" y="1568652"/>
              <a:ext cx="14418" cy="16900"/>
            </a:xfrm>
            <a:custGeom>
              <a:avLst/>
              <a:gdLst/>
              <a:ahLst/>
              <a:cxnLst/>
              <a:rect l="l" t="t" r="r" b="b"/>
              <a:pathLst>
                <a:path w="453" h="531" extrusionOk="0">
                  <a:moveTo>
                    <a:pt x="169" y="0"/>
                  </a:moveTo>
                  <a:cubicBezTo>
                    <a:pt x="153" y="0"/>
                    <a:pt x="136" y="2"/>
                    <a:pt x="119" y="7"/>
                  </a:cubicBezTo>
                  <a:cubicBezTo>
                    <a:pt x="48" y="42"/>
                    <a:pt x="0" y="138"/>
                    <a:pt x="36" y="221"/>
                  </a:cubicBezTo>
                  <a:lnTo>
                    <a:pt x="119" y="423"/>
                  </a:lnTo>
                  <a:cubicBezTo>
                    <a:pt x="155" y="495"/>
                    <a:pt x="214" y="531"/>
                    <a:pt x="274" y="531"/>
                  </a:cubicBezTo>
                  <a:cubicBezTo>
                    <a:pt x="286" y="531"/>
                    <a:pt x="322" y="531"/>
                    <a:pt x="334" y="519"/>
                  </a:cubicBezTo>
                  <a:cubicBezTo>
                    <a:pt x="405" y="483"/>
                    <a:pt x="453" y="400"/>
                    <a:pt x="417" y="304"/>
                  </a:cubicBezTo>
                  <a:lnTo>
                    <a:pt x="334" y="102"/>
                  </a:lnTo>
                  <a:cubicBezTo>
                    <a:pt x="304" y="43"/>
                    <a:pt x="243" y="0"/>
                    <a:pt x="16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6147;p50">
              <a:extLst>
                <a:ext uri="{FF2B5EF4-FFF2-40B4-BE49-F238E27FC236}">
                  <a16:creationId xmlns:a16="http://schemas.microsoft.com/office/drawing/2014/main" id="{C0C8BC72-E22A-FF4B-1104-0BF1F59CCBCF}"/>
                </a:ext>
              </a:extLst>
            </p:cNvPr>
            <p:cNvSpPr/>
            <p:nvPr/>
          </p:nvSpPr>
          <p:spPr>
            <a:xfrm>
              <a:off x="1965709" y="1780846"/>
              <a:ext cx="14068" cy="16900"/>
            </a:xfrm>
            <a:custGeom>
              <a:avLst/>
              <a:gdLst/>
              <a:ahLst/>
              <a:cxnLst/>
              <a:rect l="l" t="t" r="r" b="b"/>
              <a:pathLst>
                <a:path w="442" h="531" extrusionOk="0">
                  <a:moveTo>
                    <a:pt x="189" y="0"/>
                  </a:moveTo>
                  <a:cubicBezTo>
                    <a:pt x="166" y="0"/>
                    <a:pt x="143" y="6"/>
                    <a:pt x="120" y="19"/>
                  </a:cubicBezTo>
                  <a:cubicBezTo>
                    <a:pt x="37" y="43"/>
                    <a:pt x="1" y="138"/>
                    <a:pt x="25" y="221"/>
                  </a:cubicBezTo>
                  <a:lnTo>
                    <a:pt x="120" y="424"/>
                  </a:lnTo>
                  <a:cubicBezTo>
                    <a:pt x="144" y="483"/>
                    <a:pt x="203" y="531"/>
                    <a:pt x="263" y="531"/>
                  </a:cubicBezTo>
                  <a:cubicBezTo>
                    <a:pt x="275" y="531"/>
                    <a:pt x="310" y="531"/>
                    <a:pt x="322" y="519"/>
                  </a:cubicBezTo>
                  <a:cubicBezTo>
                    <a:pt x="394" y="483"/>
                    <a:pt x="441" y="400"/>
                    <a:pt x="418" y="305"/>
                  </a:cubicBezTo>
                  <a:lnTo>
                    <a:pt x="322" y="102"/>
                  </a:lnTo>
                  <a:cubicBezTo>
                    <a:pt x="305" y="42"/>
                    <a:pt x="250" y="0"/>
                    <a:pt x="18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6148;p50">
              <a:extLst>
                <a:ext uri="{FF2B5EF4-FFF2-40B4-BE49-F238E27FC236}">
                  <a16:creationId xmlns:a16="http://schemas.microsoft.com/office/drawing/2014/main" id="{C49D586E-33FF-A6F6-17FD-22B694752A5B}"/>
                </a:ext>
              </a:extLst>
            </p:cNvPr>
            <p:cNvSpPr/>
            <p:nvPr/>
          </p:nvSpPr>
          <p:spPr>
            <a:xfrm>
              <a:off x="2026723" y="1633644"/>
              <a:ext cx="17855" cy="13304"/>
            </a:xfrm>
            <a:custGeom>
              <a:avLst/>
              <a:gdLst/>
              <a:ahLst/>
              <a:cxnLst/>
              <a:rect l="l" t="t" r="r" b="b"/>
              <a:pathLst>
                <a:path w="561" h="418" extrusionOk="0">
                  <a:moveTo>
                    <a:pt x="387" y="0"/>
                  </a:moveTo>
                  <a:cubicBezTo>
                    <a:pt x="366" y="0"/>
                    <a:pt x="345" y="4"/>
                    <a:pt x="322" y="13"/>
                  </a:cubicBezTo>
                  <a:lnTo>
                    <a:pt x="120" y="96"/>
                  </a:lnTo>
                  <a:cubicBezTo>
                    <a:pt x="48" y="132"/>
                    <a:pt x="1" y="215"/>
                    <a:pt x="25" y="310"/>
                  </a:cubicBezTo>
                  <a:cubicBezTo>
                    <a:pt x="60" y="382"/>
                    <a:pt x="120" y="417"/>
                    <a:pt x="179" y="417"/>
                  </a:cubicBezTo>
                  <a:cubicBezTo>
                    <a:pt x="191" y="417"/>
                    <a:pt x="227" y="417"/>
                    <a:pt x="239" y="394"/>
                  </a:cubicBezTo>
                  <a:lnTo>
                    <a:pt x="441" y="310"/>
                  </a:lnTo>
                  <a:cubicBezTo>
                    <a:pt x="513" y="274"/>
                    <a:pt x="560" y="191"/>
                    <a:pt x="537" y="96"/>
                  </a:cubicBezTo>
                  <a:cubicBezTo>
                    <a:pt x="509" y="41"/>
                    <a:pt x="454" y="0"/>
                    <a:pt x="38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6149;p50">
              <a:extLst>
                <a:ext uri="{FF2B5EF4-FFF2-40B4-BE49-F238E27FC236}">
                  <a16:creationId xmlns:a16="http://schemas.microsoft.com/office/drawing/2014/main" id="{04430336-C445-878D-46C2-5A5D5782FCCE}"/>
                </a:ext>
              </a:extLst>
            </p:cNvPr>
            <p:cNvSpPr/>
            <p:nvPr/>
          </p:nvSpPr>
          <p:spPr>
            <a:xfrm>
              <a:off x="1814911" y="1719419"/>
              <a:ext cx="18205" cy="13177"/>
            </a:xfrm>
            <a:custGeom>
              <a:avLst/>
              <a:gdLst/>
              <a:ahLst/>
              <a:cxnLst/>
              <a:rect l="l" t="t" r="r" b="b"/>
              <a:pathLst>
                <a:path w="572" h="414" extrusionOk="0">
                  <a:moveTo>
                    <a:pt x="382" y="1"/>
                  </a:moveTo>
                  <a:cubicBezTo>
                    <a:pt x="365" y="1"/>
                    <a:pt x="348" y="3"/>
                    <a:pt x="334" y="8"/>
                  </a:cubicBezTo>
                  <a:lnTo>
                    <a:pt x="119" y="104"/>
                  </a:lnTo>
                  <a:cubicBezTo>
                    <a:pt x="48" y="127"/>
                    <a:pt x="0" y="223"/>
                    <a:pt x="36" y="306"/>
                  </a:cubicBezTo>
                  <a:cubicBezTo>
                    <a:pt x="60" y="366"/>
                    <a:pt x="119" y="413"/>
                    <a:pt x="179" y="413"/>
                  </a:cubicBezTo>
                  <a:cubicBezTo>
                    <a:pt x="191" y="413"/>
                    <a:pt x="226" y="413"/>
                    <a:pt x="238" y="389"/>
                  </a:cubicBezTo>
                  <a:lnTo>
                    <a:pt x="453" y="306"/>
                  </a:lnTo>
                  <a:cubicBezTo>
                    <a:pt x="524" y="270"/>
                    <a:pt x="572" y="187"/>
                    <a:pt x="536" y="92"/>
                  </a:cubicBezTo>
                  <a:cubicBezTo>
                    <a:pt x="517" y="35"/>
                    <a:pt x="446" y="1"/>
                    <a:pt x="38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 name="Google Shape;6155;p50">
            <a:extLst>
              <a:ext uri="{FF2B5EF4-FFF2-40B4-BE49-F238E27FC236}">
                <a16:creationId xmlns:a16="http://schemas.microsoft.com/office/drawing/2014/main" id="{330D8497-C007-25FA-B70E-EA25B2C06618}"/>
              </a:ext>
            </a:extLst>
          </p:cNvPr>
          <p:cNvGrpSpPr/>
          <p:nvPr/>
        </p:nvGrpSpPr>
        <p:grpSpPr>
          <a:xfrm>
            <a:off x="1489338" y="5317115"/>
            <a:ext cx="1163919" cy="1173626"/>
            <a:chOff x="7976174" y="2925108"/>
            <a:chExt cx="334666" cy="334634"/>
          </a:xfrm>
          <a:solidFill>
            <a:srgbClr val="148A9B"/>
          </a:solidFill>
        </p:grpSpPr>
        <p:sp>
          <p:nvSpPr>
            <p:cNvPr id="112" name="Google Shape;6156;p50">
              <a:extLst>
                <a:ext uri="{FF2B5EF4-FFF2-40B4-BE49-F238E27FC236}">
                  <a16:creationId xmlns:a16="http://schemas.microsoft.com/office/drawing/2014/main" id="{83D0A12B-7B4E-7C82-2D66-FA5B3CD6795E}"/>
                </a:ext>
              </a:extLst>
            </p:cNvPr>
            <p:cNvSpPr/>
            <p:nvPr/>
          </p:nvSpPr>
          <p:spPr>
            <a:xfrm>
              <a:off x="8003100" y="3064545"/>
              <a:ext cx="10630" cy="14068"/>
            </a:xfrm>
            <a:custGeom>
              <a:avLst/>
              <a:gdLst/>
              <a:ahLst/>
              <a:cxnLst/>
              <a:rect l="l" t="t" r="r" b="b"/>
              <a:pathLst>
                <a:path w="334" h="442" extrusionOk="0">
                  <a:moveTo>
                    <a:pt x="167" y="1"/>
                  </a:moveTo>
                  <a:cubicBezTo>
                    <a:pt x="72" y="1"/>
                    <a:pt x="0" y="72"/>
                    <a:pt x="0" y="167"/>
                  </a:cubicBezTo>
                  <a:lnTo>
                    <a:pt x="0" y="286"/>
                  </a:lnTo>
                  <a:cubicBezTo>
                    <a:pt x="0" y="370"/>
                    <a:pt x="72" y="441"/>
                    <a:pt x="167" y="441"/>
                  </a:cubicBezTo>
                  <a:cubicBezTo>
                    <a:pt x="250" y="441"/>
                    <a:pt x="322" y="370"/>
                    <a:pt x="322" y="286"/>
                  </a:cubicBezTo>
                  <a:lnTo>
                    <a:pt x="322" y="167"/>
                  </a:lnTo>
                  <a:cubicBezTo>
                    <a:pt x="334" y="72"/>
                    <a:pt x="250"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6157;p50">
              <a:extLst>
                <a:ext uri="{FF2B5EF4-FFF2-40B4-BE49-F238E27FC236}">
                  <a16:creationId xmlns:a16="http://schemas.microsoft.com/office/drawing/2014/main" id="{BAF47EF7-5E3F-804F-EA96-35B3C842081B}"/>
                </a:ext>
              </a:extLst>
            </p:cNvPr>
            <p:cNvSpPr/>
            <p:nvPr/>
          </p:nvSpPr>
          <p:spPr>
            <a:xfrm>
              <a:off x="8003100" y="3046371"/>
              <a:ext cx="10630" cy="14418"/>
            </a:xfrm>
            <a:custGeom>
              <a:avLst/>
              <a:gdLst/>
              <a:ahLst/>
              <a:cxnLst/>
              <a:rect l="l" t="t" r="r" b="b"/>
              <a:pathLst>
                <a:path w="334" h="453" extrusionOk="0">
                  <a:moveTo>
                    <a:pt x="167" y="0"/>
                  </a:moveTo>
                  <a:cubicBezTo>
                    <a:pt x="72" y="0"/>
                    <a:pt x="0" y="71"/>
                    <a:pt x="0" y="167"/>
                  </a:cubicBezTo>
                  <a:lnTo>
                    <a:pt x="0" y="286"/>
                  </a:lnTo>
                  <a:cubicBezTo>
                    <a:pt x="0" y="369"/>
                    <a:pt x="72" y="452"/>
                    <a:pt x="167" y="452"/>
                  </a:cubicBezTo>
                  <a:cubicBezTo>
                    <a:pt x="250" y="452"/>
                    <a:pt x="322" y="369"/>
                    <a:pt x="322" y="286"/>
                  </a:cubicBezTo>
                  <a:lnTo>
                    <a:pt x="322" y="167"/>
                  </a:lnTo>
                  <a:cubicBezTo>
                    <a:pt x="334" y="71"/>
                    <a:pt x="250"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6158;p50">
              <a:extLst>
                <a:ext uri="{FF2B5EF4-FFF2-40B4-BE49-F238E27FC236}">
                  <a16:creationId xmlns:a16="http://schemas.microsoft.com/office/drawing/2014/main" id="{79F1E55D-14B1-2609-636B-56FF99289A4C}"/>
                </a:ext>
              </a:extLst>
            </p:cNvPr>
            <p:cNvSpPr/>
            <p:nvPr/>
          </p:nvSpPr>
          <p:spPr>
            <a:xfrm>
              <a:off x="8272519" y="3105093"/>
              <a:ext cx="10630" cy="14418"/>
            </a:xfrm>
            <a:custGeom>
              <a:avLst/>
              <a:gdLst/>
              <a:ahLst/>
              <a:cxnLst/>
              <a:rect l="l" t="t" r="r" b="b"/>
              <a:pathLst>
                <a:path w="334" h="453" extrusionOk="0">
                  <a:moveTo>
                    <a:pt x="167" y="0"/>
                  </a:moveTo>
                  <a:cubicBezTo>
                    <a:pt x="84" y="0"/>
                    <a:pt x="1" y="72"/>
                    <a:pt x="1" y="167"/>
                  </a:cubicBezTo>
                  <a:lnTo>
                    <a:pt x="1" y="286"/>
                  </a:lnTo>
                  <a:cubicBezTo>
                    <a:pt x="1" y="370"/>
                    <a:pt x="84" y="453"/>
                    <a:pt x="167" y="453"/>
                  </a:cubicBezTo>
                  <a:cubicBezTo>
                    <a:pt x="263" y="453"/>
                    <a:pt x="334" y="370"/>
                    <a:pt x="334" y="286"/>
                  </a:cubicBezTo>
                  <a:lnTo>
                    <a:pt x="334" y="167"/>
                  </a:lnTo>
                  <a:cubicBezTo>
                    <a:pt x="334" y="72"/>
                    <a:pt x="263"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6159;p50">
              <a:extLst>
                <a:ext uri="{FF2B5EF4-FFF2-40B4-BE49-F238E27FC236}">
                  <a16:creationId xmlns:a16="http://schemas.microsoft.com/office/drawing/2014/main" id="{2F90AAE1-7EA2-9AF3-3FA4-A5EF224FD00E}"/>
                </a:ext>
              </a:extLst>
            </p:cNvPr>
            <p:cNvSpPr/>
            <p:nvPr/>
          </p:nvSpPr>
          <p:spPr>
            <a:xfrm>
              <a:off x="8272519" y="3123266"/>
              <a:ext cx="10630" cy="14068"/>
            </a:xfrm>
            <a:custGeom>
              <a:avLst/>
              <a:gdLst/>
              <a:ahLst/>
              <a:cxnLst/>
              <a:rect l="l" t="t" r="r" b="b"/>
              <a:pathLst>
                <a:path w="334" h="442" extrusionOk="0">
                  <a:moveTo>
                    <a:pt x="167" y="1"/>
                  </a:moveTo>
                  <a:cubicBezTo>
                    <a:pt x="84" y="1"/>
                    <a:pt x="1" y="72"/>
                    <a:pt x="1" y="168"/>
                  </a:cubicBezTo>
                  <a:lnTo>
                    <a:pt x="1" y="287"/>
                  </a:lnTo>
                  <a:cubicBezTo>
                    <a:pt x="1" y="370"/>
                    <a:pt x="84" y="442"/>
                    <a:pt x="167" y="442"/>
                  </a:cubicBezTo>
                  <a:cubicBezTo>
                    <a:pt x="263" y="442"/>
                    <a:pt x="334" y="370"/>
                    <a:pt x="334" y="287"/>
                  </a:cubicBezTo>
                  <a:lnTo>
                    <a:pt x="334" y="168"/>
                  </a:lnTo>
                  <a:cubicBezTo>
                    <a:pt x="334" y="72"/>
                    <a:pt x="263"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6160;p50">
              <a:extLst>
                <a:ext uri="{FF2B5EF4-FFF2-40B4-BE49-F238E27FC236}">
                  <a16:creationId xmlns:a16="http://schemas.microsoft.com/office/drawing/2014/main" id="{A852175C-31F8-03DE-C79C-4FF82B0E6FD9}"/>
                </a:ext>
              </a:extLst>
            </p:cNvPr>
            <p:cNvSpPr/>
            <p:nvPr/>
          </p:nvSpPr>
          <p:spPr>
            <a:xfrm>
              <a:off x="7976174" y="2925108"/>
              <a:ext cx="334666" cy="334634"/>
            </a:xfrm>
            <a:custGeom>
              <a:avLst/>
              <a:gdLst/>
              <a:ahLst/>
              <a:cxnLst/>
              <a:rect l="l" t="t" r="r" b="b"/>
              <a:pathLst>
                <a:path w="10515" h="10514" extrusionOk="0">
                  <a:moveTo>
                    <a:pt x="5109" y="655"/>
                  </a:moveTo>
                  <a:lnTo>
                    <a:pt x="5109" y="2762"/>
                  </a:lnTo>
                  <a:lnTo>
                    <a:pt x="4704" y="2762"/>
                  </a:lnTo>
                  <a:lnTo>
                    <a:pt x="4704" y="655"/>
                  </a:lnTo>
                  <a:close/>
                  <a:moveTo>
                    <a:pt x="7549" y="655"/>
                  </a:moveTo>
                  <a:lnTo>
                    <a:pt x="7549" y="738"/>
                  </a:lnTo>
                  <a:lnTo>
                    <a:pt x="7549" y="750"/>
                  </a:lnTo>
                  <a:lnTo>
                    <a:pt x="7549" y="1584"/>
                  </a:lnTo>
                  <a:lnTo>
                    <a:pt x="7549" y="1774"/>
                  </a:lnTo>
                  <a:cubicBezTo>
                    <a:pt x="7442" y="1667"/>
                    <a:pt x="7311" y="1572"/>
                    <a:pt x="7157" y="1536"/>
                  </a:cubicBezTo>
                  <a:cubicBezTo>
                    <a:pt x="7122" y="1527"/>
                    <a:pt x="7085" y="1523"/>
                    <a:pt x="7048" y="1523"/>
                  </a:cubicBezTo>
                  <a:cubicBezTo>
                    <a:pt x="6935" y="1523"/>
                    <a:pt x="6818" y="1565"/>
                    <a:pt x="6728" y="1655"/>
                  </a:cubicBezTo>
                  <a:cubicBezTo>
                    <a:pt x="6716" y="1667"/>
                    <a:pt x="6371" y="1965"/>
                    <a:pt x="6811" y="2584"/>
                  </a:cubicBezTo>
                  <a:cubicBezTo>
                    <a:pt x="6859" y="2643"/>
                    <a:pt x="6907" y="2691"/>
                    <a:pt x="6918" y="2762"/>
                  </a:cubicBezTo>
                  <a:lnTo>
                    <a:pt x="5430" y="2762"/>
                  </a:lnTo>
                  <a:lnTo>
                    <a:pt x="5430" y="655"/>
                  </a:lnTo>
                  <a:close/>
                  <a:moveTo>
                    <a:pt x="2359" y="523"/>
                  </a:moveTo>
                  <a:cubicBezTo>
                    <a:pt x="2823" y="523"/>
                    <a:pt x="3485" y="630"/>
                    <a:pt x="3620" y="833"/>
                  </a:cubicBezTo>
                  <a:cubicBezTo>
                    <a:pt x="3644" y="881"/>
                    <a:pt x="3704" y="917"/>
                    <a:pt x="3763" y="917"/>
                  </a:cubicBezTo>
                  <a:lnTo>
                    <a:pt x="4359" y="917"/>
                  </a:lnTo>
                  <a:lnTo>
                    <a:pt x="4359" y="2500"/>
                  </a:lnTo>
                  <a:lnTo>
                    <a:pt x="3954" y="2500"/>
                  </a:lnTo>
                  <a:cubicBezTo>
                    <a:pt x="3894" y="2500"/>
                    <a:pt x="3847" y="2536"/>
                    <a:pt x="3823" y="2560"/>
                  </a:cubicBezTo>
                  <a:cubicBezTo>
                    <a:pt x="3466" y="3024"/>
                    <a:pt x="3275" y="3072"/>
                    <a:pt x="3037" y="3119"/>
                  </a:cubicBezTo>
                  <a:cubicBezTo>
                    <a:pt x="2858" y="3143"/>
                    <a:pt x="2644" y="3191"/>
                    <a:pt x="2358" y="3381"/>
                  </a:cubicBezTo>
                  <a:cubicBezTo>
                    <a:pt x="2174" y="3515"/>
                    <a:pt x="2037" y="3549"/>
                    <a:pt x="1955" y="3549"/>
                  </a:cubicBezTo>
                  <a:cubicBezTo>
                    <a:pt x="1921" y="3549"/>
                    <a:pt x="1896" y="3543"/>
                    <a:pt x="1882" y="3536"/>
                  </a:cubicBezTo>
                  <a:cubicBezTo>
                    <a:pt x="1846" y="3477"/>
                    <a:pt x="1846" y="3417"/>
                    <a:pt x="1846" y="3381"/>
                  </a:cubicBezTo>
                  <a:cubicBezTo>
                    <a:pt x="1882" y="3203"/>
                    <a:pt x="2168" y="3000"/>
                    <a:pt x="2346" y="2905"/>
                  </a:cubicBezTo>
                  <a:cubicBezTo>
                    <a:pt x="2442" y="2858"/>
                    <a:pt x="2466" y="2762"/>
                    <a:pt x="2430" y="2679"/>
                  </a:cubicBezTo>
                  <a:cubicBezTo>
                    <a:pt x="2394" y="2619"/>
                    <a:pt x="2335" y="2596"/>
                    <a:pt x="2263" y="2596"/>
                  </a:cubicBezTo>
                  <a:lnTo>
                    <a:pt x="715" y="2596"/>
                  </a:lnTo>
                  <a:cubicBezTo>
                    <a:pt x="644" y="2596"/>
                    <a:pt x="584" y="2536"/>
                    <a:pt x="584" y="2465"/>
                  </a:cubicBezTo>
                  <a:lnTo>
                    <a:pt x="584" y="2441"/>
                  </a:lnTo>
                  <a:cubicBezTo>
                    <a:pt x="584" y="2369"/>
                    <a:pt x="644" y="2310"/>
                    <a:pt x="715" y="2310"/>
                  </a:cubicBezTo>
                  <a:lnTo>
                    <a:pt x="2132" y="2310"/>
                  </a:lnTo>
                  <a:cubicBezTo>
                    <a:pt x="2215" y="2310"/>
                    <a:pt x="2287" y="2238"/>
                    <a:pt x="2287" y="2143"/>
                  </a:cubicBezTo>
                  <a:cubicBezTo>
                    <a:pt x="2287" y="2060"/>
                    <a:pt x="2215" y="1988"/>
                    <a:pt x="2132" y="1988"/>
                  </a:cubicBezTo>
                  <a:lnTo>
                    <a:pt x="715" y="1988"/>
                  </a:lnTo>
                  <a:lnTo>
                    <a:pt x="441" y="2012"/>
                  </a:lnTo>
                  <a:cubicBezTo>
                    <a:pt x="370" y="2012"/>
                    <a:pt x="310" y="1953"/>
                    <a:pt x="310" y="1881"/>
                  </a:cubicBezTo>
                  <a:lnTo>
                    <a:pt x="310" y="1869"/>
                  </a:lnTo>
                  <a:cubicBezTo>
                    <a:pt x="310" y="1786"/>
                    <a:pt x="370" y="1726"/>
                    <a:pt x="441" y="1726"/>
                  </a:cubicBezTo>
                  <a:lnTo>
                    <a:pt x="2156" y="1726"/>
                  </a:lnTo>
                  <a:cubicBezTo>
                    <a:pt x="2251" y="1726"/>
                    <a:pt x="2323" y="1655"/>
                    <a:pt x="2323" y="1572"/>
                  </a:cubicBezTo>
                  <a:cubicBezTo>
                    <a:pt x="2323" y="1476"/>
                    <a:pt x="2251" y="1405"/>
                    <a:pt x="2156" y="1405"/>
                  </a:cubicBezTo>
                  <a:lnTo>
                    <a:pt x="691" y="1405"/>
                  </a:lnTo>
                  <a:cubicBezTo>
                    <a:pt x="632" y="1393"/>
                    <a:pt x="596" y="1345"/>
                    <a:pt x="596" y="1286"/>
                  </a:cubicBezTo>
                  <a:lnTo>
                    <a:pt x="596" y="1274"/>
                  </a:lnTo>
                  <a:cubicBezTo>
                    <a:pt x="596" y="1191"/>
                    <a:pt x="656" y="1131"/>
                    <a:pt x="727" y="1131"/>
                  </a:cubicBezTo>
                  <a:lnTo>
                    <a:pt x="2156" y="1131"/>
                  </a:lnTo>
                  <a:cubicBezTo>
                    <a:pt x="2239" y="1131"/>
                    <a:pt x="2323" y="1060"/>
                    <a:pt x="2323" y="976"/>
                  </a:cubicBezTo>
                  <a:cubicBezTo>
                    <a:pt x="2323" y="881"/>
                    <a:pt x="2239" y="810"/>
                    <a:pt x="2156" y="810"/>
                  </a:cubicBezTo>
                  <a:lnTo>
                    <a:pt x="1442" y="810"/>
                  </a:lnTo>
                  <a:cubicBezTo>
                    <a:pt x="1370" y="810"/>
                    <a:pt x="1311" y="750"/>
                    <a:pt x="1311" y="679"/>
                  </a:cubicBezTo>
                  <a:lnTo>
                    <a:pt x="1311" y="655"/>
                  </a:lnTo>
                  <a:cubicBezTo>
                    <a:pt x="1311" y="583"/>
                    <a:pt x="1370" y="524"/>
                    <a:pt x="1442" y="524"/>
                  </a:cubicBezTo>
                  <a:lnTo>
                    <a:pt x="2287" y="524"/>
                  </a:lnTo>
                  <a:cubicBezTo>
                    <a:pt x="2310" y="523"/>
                    <a:pt x="2334" y="523"/>
                    <a:pt x="2359" y="523"/>
                  </a:cubicBezTo>
                  <a:close/>
                  <a:moveTo>
                    <a:pt x="8633" y="310"/>
                  </a:moveTo>
                  <a:cubicBezTo>
                    <a:pt x="8704" y="310"/>
                    <a:pt x="8764" y="369"/>
                    <a:pt x="8764" y="452"/>
                  </a:cubicBezTo>
                  <a:lnTo>
                    <a:pt x="8764" y="691"/>
                  </a:lnTo>
                  <a:lnTo>
                    <a:pt x="8764" y="726"/>
                  </a:lnTo>
                  <a:lnTo>
                    <a:pt x="8764" y="1107"/>
                  </a:lnTo>
                  <a:lnTo>
                    <a:pt x="8764" y="1131"/>
                  </a:lnTo>
                  <a:lnTo>
                    <a:pt x="8764" y="2155"/>
                  </a:lnTo>
                  <a:cubicBezTo>
                    <a:pt x="8764" y="2250"/>
                    <a:pt x="8835" y="2322"/>
                    <a:pt x="8931" y="2322"/>
                  </a:cubicBezTo>
                  <a:cubicBezTo>
                    <a:pt x="9014" y="2322"/>
                    <a:pt x="9085" y="2250"/>
                    <a:pt x="9085" y="2155"/>
                  </a:cubicBezTo>
                  <a:lnTo>
                    <a:pt x="9085" y="1012"/>
                  </a:lnTo>
                  <a:lnTo>
                    <a:pt x="9085" y="988"/>
                  </a:lnTo>
                  <a:lnTo>
                    <a:pt x="9085" y="953"/>
                  </a:lnTo>
                  <a:lnTo>
                    <a:pt x="9085" y="702"/>
                  </a:lnTo>
                  <a:cubicBezTo>
                    <a:pt x="9109" y="643"/>
                    <a:pt x="9145" y="595"/>
                    <a:pt x="9204" y="595"/>
                  </a:cubicBezTo>
                  <a:lnTo>
                    <a:pt x="9228" y="595"/>
                  </a:lnTo>
                  <a:cubicBezTo>
                    <a:pt x="9300" y="595"/>
                    <a:pt x="9359" y="655"/>
                    <a:pt x="9359" y="726"/>
                  </a:cubicBezTo>
                  <a:lnTo>
                    <a:pt x="9359" y="1322"/>
                  </a:lnTo>
                  <a:lnTo>
                    <a:pt x="9359" y="1441"/>
                  </a:lnTo>
                  <a:lnTo>
                    <a:pt x="9359" y="2155"/>
                  </a:lnTo>
                  <a:cubicBezTo>
                    <a:pt x="9359" y="2250"/>
                    <a:pt x="9431" y="2322"/>
                    <a:pt x="9526" y="2322"/>
                  </a:cubicBezTo>
                  <a:cubicBezTo>
                    <a:pt x="9609" y="2322"/>
                    <a:pt x="9681" y="2250"/>
                    <a:pt x="9681" y="2155"/>
                  </a:cubicBezTo>
                  <a:lnTo>
                    <a:pt x="9681" y="1441"/>
                  </a:lnTo>
                  <a:cubicBezTo>
                    <a:pt x="9681" y="1369"/>
                    <a:pt x="9740" y="1310"/>
                    <a:pt x="9824" y="1310"/>
                  </a:cubicBezTo>
                  <a:lnTo>
                    <a:pt x="9835" y="1310"/>
                  </a:lnTo>
                  <a:cubicBezTo>
                    <a:pt x="9907" y="1310"/>
                    <a:pt x="9966" y="1369"/>
                    <a:pt x="9966" y="1441"/>
                  </a:cubicBezTo>
                  <a:lnTo>
                    <a:pt x="9966" y="2298"/>
                  </a:lnTo>
                  <a:cubicBezTo>
                    <a:pt x="9978" y="2750"/>
                    <a:pt x="9883" y="3489"/>
                    <a:pt x="9657" y="3620"/>
                  </a:cubicBezTo>
                  <a:cubicBezTo>
                    <a:pt x="9609" y="3643"/>
                    <a:pt x="9585" y="3703"/>
                    <a:pt x="9585" y="3762"/>
                  </a:cubicBezTo>
                  <a:lnTo>
                    <a:pt x="9585" y="4358"/>
                  </a:lnTo>
                  <a:lnTo>
                    <a:pt x="7990" y="4358"/>
                  </a:lnTo>
                  <a:lnTo>
                    <a:pt x="7990" y="3965"/>
                  </a:lnTo>
                  <a:cubicBezTo>
                    <a:pt x="7990" y="3905"/>
                    <a:pt x="7954" y="3858"/>
                    <a:pt x="7930" y="3822"/>
                  </a:cubicBezTo>
                  <a:cubicBezTo>
                    <a:pt x="7466" y="3465"/>
                    <a:pt x="7419" y="3274"/>
                    <a:pt x="7383" y="3036"/>
                  </a:cubicBezTo>
                  <a:cubicBezTo>
                    <a:pt x="7347" y="2858"/>
                    <a:pt x="7299" y="2655"/>
                    <a:pt x="7109" y="2369"/>
                  </a:cubicBezTo>
                  <a:cubicBezTo>
                    <a:pt x="6918" y="2096"/>
                    <a:pt x="6930" y="1941"/>
                    <a:pt x="6966" y="1893"/>
                  </a:cubicBezTo>
                  <a:cubicBezTo>
                    <a:pt x="7026" y="1845"/>
                    <a:pt x="7085" y="1845"/>
                    <a:pt x="7109" y="1845"/>
                  </a:cubicBezTo>
                  <a:cubicBezTo>
                    <a:pt x="7288" y="1893"/>
                    <a:pt x="7502" y="2179"/>
                    <a:pt x="7585" y="2357"/>
                  </a:cubicBezTo>
                  <a:cubicBezTo>
                    <a:pt x="7603" y="2418"/>
                    <a:pt x="7658" y="2460"/>
                    <a:pt x="7718" y="2460"/>
                  </a:cubicBezTo>
                  <a:cubicBezTo>
                    <a:pt x="7741" y="2460"/>
                    <a:pt x="7765" y="2454"/>
                    <a:pt x="7788" y="2441"/>
                  </a:cubicBezTo>
                  <a:cubicBezTo>
                    <a:pt x="7847" y="2417"/>
                    <a:pt x="7871" y="2357"/>
                    <a:pt x="7871" y="2286"/>
                  </a:cubicBezTo>
                  <a:lnTo>
                    <a:pt x="7871" y="2262"/>
                  </a:lnTo>
                  <a:lnTo>
                    <a:pt x="7871" y="1584"/>
                  </a:lnTo>
                  <a:lnTo>
                    <a:pt x="7871" y="750"/>
                  </a:lnTo>
                  <a:lnTo>
                    <a:pt x="7871" y="726"/>
                  </a:lnTo>
                  <a:cubicBezTo>
                    <a:pt x="7871" y="655"/>
                    <a:pt x="7930" y="595"/>
                    <a:pt x="8002" y="595"/>
                  </a:cubicBezTo>
                  <a:lnTo>
                    <a:pt x="8014" y="595"/>
                  </a:lnTo>
                  <a:cubicBezTo>
                    <a:pt x="8097" y="595"/>
                    <a:pt x="8157" y="655"/>
                    <a:pt x="8157" y="726"/>
                  </a:cubicBezTo>
                  <a:lnTo>
                    <a:pt x="8157" y="2143"/>
                  </a:lnTo>
                  <a:cubicBezTo>
                    <a:pt x="8157" y="2238"/>
                    <a:pt x="8228" y="2310"/>
                    <a:pt x="8311" y="2310"/>
                  </a:cubicBezTo>
                  <a:cubicBezTo>
                    <a:pt x="8407" y="2310"/>
                    <a:pt x="8478" y="2238"/>
                    <a:pt x="8478" y="2143"/>
                  </a:cubicBezTo>
                  <a:lnTo>
                    <a:pt x="8478" y="726"/>
                  </a:lnTo>
                  <a:lnTo>
                    <a:pt x="8478" y="452"/>
                  </a:lnTo>
                  <a:cubicBezTo>
                    <a:pt x="8478" y="369"/>
                    <a:pt x="8538" y="310"/>
                    <a:pt x="8609" y="310"/>
                  </a:cubicBezTo>
                  <a:close/>
                  <a:moveTo>
                    <a:pt x="1763" y="2941"/>
                  </a:moveTo>
                  <a:cubicBezTo>
                    <a:pt x="1668" y="3036"/>
                    <a:pt x="1561" y="3179"/>
                    <a:pt x="1537" y="3322"/>
                  </a:cubicBezTo>
                  <a:cubicBezTo>
                    <a:pt x="1501" y="3477"/>
                    <a:pt x="1537" y="3631"/>
                    <a:pt x="1656" y="3750"/>
                  </a:cubicBezTo>
                  <a:cubicBezTo>
                    <a:pt x="1668" y="3774"/>
                    <a:pt x="1763" y="3881"/>
                    <a:pt x="1989" y="3881"/>
                  </a:cubicBezTo>
                  <a:cubicBezTo>
                    <a:pt x="2144" y="3881"/>
                    <a:pt x="2335" y="3834"/>
                    <a:pt x="2573" y="3667"/>
                  </a:cubicBezTo>
                  <a:cubicBezTo>
                    <a:pt x="2632" y="3620"/>
                    <a:pt x="2692" y="3572"/>
                    <a:pt x="2751" y="3560"/>
                  </a:cubicBezTo>
                  <a:lnTo>
                    <a:pt x="2751" y="5048"/>
                  </a:lnTo>
                  <a:lnTo>
                    <a:pt x="656" y="5048"/>
                  </a:lnTo>
                  <a:lnTo>
                    <a:pt x="656" y="2941"/>
                  </a:lnTo>
                  <a:close/>
                  <a:moveTo>
                    <a:pt x="9824" y="4703"/>
                  </a:moveTo>
                  <a:lnTo>
                    <a:pt x="9824" y="5108"/>
                  </a:lnTo>
                  <a:lnTo>
                    <a:pt x="7728" y="5108"/>
                  </a:lnTo>
                  <a:lnTo>
                    <a:pt x="7728" y="4703"/>
                  </a:lnTo>
                  <a:close/>
                  <a:moveTo>
                    <a:pt x="2751" y="5370"/>
                  </a:moveTo>
                  <a:lnTo>
                    <a:pt x="2751" y="5775"/>
                  </a:lnTo>
                  <a:lnTo>
                    <a:pt x="656" y="5775"/>
                  </a:lnTo>
                  <a:lnTo>
                    <a:pt x="656" y="5370"/>
                  </a:lnTo>
                  <a:close/>
                  <a:moveTo>
                    <a:pt x="4359" y="2858"/>
                  </a:moveTo>
                  <a:lnTo>
                    <a:pt x="4359" y="2917"/>
                  </a:lnTo>
                  <a:cubicBezTo>
                    <a:pt x="4359" y="3012"/>
                    <a:pt x="4430" y="3084"/>
                    <a:pt x="4525" y="3084"/>
                  </a:cubicBezTo>
                  <a:lnTo>
                    <a:pt x="7014" y="3084"/>
                  </a:lnTo>
                  <a:lnTo>
                    <a:pt x="7014" y="3096"/>
                  </a:lnTo>
                  <a:cubicBezTo>
                    <a:pt x="7049" y="3369"/>
                    <a:pt x="7109" y="3655"/>
                    <a:pt x="7621" y="4048"/>
                  </a:cubicBezTo>
                  <a:lnTo>
                    <a:pt x="7621" y="4370"/>
                  </a:lnTo>
                  <a:lnTo>
                    <a:pt x="7561" y="4370"/>
                  </a:lnTo>
                  <a:cubicBezTo>
                    <a:pt x="7466" y="4370"/>
                    <a:pt x="7395" y="4441"/>
                    <a:pt x="7395" y="4524"/>
                  </a:cubicBezTo>
                  <a:lnTo>
                    <a:pt x="7395" y="7013"/>
                  </a:lnTo>
                  <a:lnTo>
                    <a:pt x="7383" y="7013"/>
                  </a:lnTo>
                  <a:cubicBezTo>
                    <a:pt x="7109" y="7060"/>
                    <a:pt x="6823" y="7120"/>
                    <a:pt x="6430" y="7620"/>
                  </a:cubicBezTo>
                  <a:lnTo>
                    <a:pt x="6121" y="7620"/>
                  </a:lnTo>
                  <a:lnTo>
                    <a:pt x="6121" y="7560"/>
                  </a:lnTo>
                  <a:cubicBezTo>
                    <a:pt x="6121" y="7477"/>
                    <a:pt x="6037" y="7406"/>
                    <a:pt x="5954" y="7406"/>
                  </a:cubicBezTo>
                  <a:lnTo>
                    <a:pt x="3466" y="7406"/>
                  </a:lnTo>
                  <a:lnTo>
                    <a:pt x="3466" y="7382"/>
                  </a:lnTo>
                  <a:cubicBezTo>
                    <a:pt x="3418" y="7120"/>
                    <a:pt x="3358" y="6834"/>
                    <a:pt x="2858" y="6429"/>
                  </a:cubicBezTo>
                  <a:lnTo>
                    <a:pt x="2858" y="6120"/>
                  </a:lnTo>
                  <a:lnTo>
                    <a:pt x="2918" y="6120"/>
                  </a:lnTo>
                  <a:cubicBezTo>
                    <a:pt x="3001" y="6120"/>
                    <a:pt x="3085" y="6048"/>
                    <a:pt x="3085" y="5953"/>
                  </a:cubicBezTo>
                  <a:lnTo>
                    <a:pt x="3085" y="3477"/>
                  </a:lnTo>
                  <a:lnTo>
                    <a:pt x="3097" y="3477"/>
                  </a:lnTo>
                  <a:cubicBezTo>
                    <a:pt x="3358" y="3429"/>
                    <a:pt x="3644" y="3369"/>
                    <a:pt x="4049" y="2858"/>
                  </a:cubicBezTo>
                  <a:close/>
                  <a:moveTo>
                    <a:pt x="5787" y="7727"/>
                  </a:moveTo>
                  <a:lnTo>
                    <a:pt x="5787" y="9823"/>
                  </a:lnTo>
                  <a:lnTo>
                    <a:pt x="5383" y="9823"/>
                  </a:lnTo>
                  <a:lnTo>
                    <a:pt x="5383" y="7727"/>
                  </a:lnTo>
                  <a:close/>
                  <a:moveTo>
                    <a:pt x="8490" y="6933"/>
                  </a:moveTo>
                  <a:cubicBezTo>
                    <a:pt x="8530" y="6933"/>
                    <a:pt x="8558" y="6942"/>
                    <a:pt x="8573" y="6953"/>
                  </a:cubicBezTo>
                  <a:cubicBezTo>
                    <a:pt x="8621" y="7013"/>
                    <a:pt x="8621" y="7072"/>
                    <a:pt x="8621" y="7108"/>
                  </a:cubicBezTo>
                  <a:cubicBezTo>
                    <a:pt x="8573" y="7287"/>
                    <a:pt x="8288" y="7489"/>
                    <a:pt x="8109" y="7584"/>
                  </a:cubicBezTo>
                  <a:cubicBezTo>
                    <a:pt x="8026" y="7620"/>
                    <a:pt x="7990" y="7727"/>
                    <a:pt x="8038" y="7799"/>
                  </a:cubicBezTo>
                  <a:cubicBezTo>
                    <a:pt x="8061" y="7858"/>
                    <a:pt x="8121" y="7894"/>
                    <a:pt x="8204" y="7894"/>
                  </a:cubicBezTo>
                  <a:lnTo>
                    <a:pt x="9740" y="7894"/>
                  </a:lnTo>
                  <a:cubicBezTo>
                    <a:pt x="9824" y="7894"/>
                    <a:pt x="9883" y="7953"/>
                    <a:pt x="9883" y="8025"/>
                  </a:cubicBezTo>
                  <a:lnTo>
                    <a:pt x="9883" y="8037"/>
                  </a:lnTo>
                  <a:cubicBezTo>
                    <a:pt x="9883" y="8120"/>
                    <a:pt x="9824" y="8180"/>
                    <a:pt x="9740" y="8180"/>
                  </a:cubicBezTo>
                  <a:lnTo>
                    <a:pt x="8335" y="8180"/>
                  </a:lnTo>
                  <a:cubicBezTo>
                    <a:pt x="8240" y="8180"/>
                    <a:pt x="8169" y="8251"/>
                    <a:pt x="8169" y="8334"/>
                  </a:cubicBezTo>
                  <a:cubicBezTo>
                    <a:pt x="8169" y="8430"/>
                    <a:pt x="8240" y="8501"/>
                    <a:pt x="8335" y="8501"/>
                  </a:cubicBezTo>
                  <a:lnTo>
                    <a:pt x="10026" y="8501"/>
                  </a:lnTo>
                  <a:cubicBezTo>
                    <a:pt x="10034" y="8500"/>
                    <a:pt x="10043" y="8499"/>
                    <a:pt x="10051" y="8499"/>
                  </a:cubicBezTo>
                  <a:cubicBezTo>
                    <a:pt x="10121" y="8499"/>
                    <a:pt x="10169" y="8545"/>
                    <a:pt x="10169" y="8620"/>
                  </a:cubicBezTo>
                  <a:cubicBezTo>
                    <a:pt x="10169" y="8692"/>
                    <a:pt x="10097" y="8751"/>
                    <a:pt x="10026" y="8751"/>
                  </a:cubicBezTo>
                  <a:lnTo>
                    <a:pt x="8311" y="8751"/>
                  </a:lnTo>
                  <a:cubicBezTo>
                    <a:pt x="8228" y="8751"/>
                    <a:pt x="8157" y="8834"/>
                    <a:pt x="8157" y="8918"/>
                  </a:cubicBezTo>
                  <a:cubicBezTo>
                    <a:pt x="8157" y="9013"/>
                    <a:pt x="8228" y="9084"/>
                    <a:pt x="8311" y="9084"/>
                  </a:cubicBezTo>
                  <a:lnTo>
                    <a:pt x="9776" y="9084"/>
                  </a:lnTo>
                  <a:cubicBezTo>
                    <a:pt x="9835" y="9096"/>
                    <a:pt x="9883" y="9144"/>
                    <a:pt x="9883" y="9204"/>
                  </a:cubicBezTo>
                  <a:lnTo>
                    <a:pt x="9883" y="9215"/>
                  </a:lnTo>
                  <a:cubicBezTo>
                    <a:pt x="9883" y="9287"/>
                    <a:pt x="9824" y="9346"/>
                    <a:pt x="9752" y="9346"/>
                  </a:cubicBezTo>
                  <a:lnTo>
                    <a:pt x="8323" y="9346"/>
                  </a:lnTo>
                  <a:cubicBezTo>
                    <a:pt x="8228" y="9346"/>
                    <a:pt x="8157" y="9430"/>
                    <a:pt x="8157" y="9513"/>
                  </a:cubicBezTo>
                  <a:cubicBezTo>
                    <a:pt x="8157" y="9608"/>
                    <a:pt x="8228" y="9680"/>
                    <a:pt x="8323" y="9680"/>
                  </a:cubicBezTo>
                  <a:lnTo>
                    <a:pt x="9038" y="9680"/>
                  </a:lnTo>
                  <a:cubicBezTo>
                    <a:pt x="9109" y="9680"/>
                    <a:pt x="9169" y="9739"/>
                    <a:pt x="9169" y="9811"/>
                  </a:cubicBezTo>
                  <a:lnTo>
                    <a:pt x="9169" y="9823"/>
                  </a:lnTo>
                  <a:cubicBezTo>
                    <a:pt x="9169" y="9906"/>
                    <a:pt x="9109" y="9966"/>
                    <a:pt x="9038" y="9966"/>
                  </a:cubicBezTo>
                  <a:lnTo>
                    <a:pt x="8181" y="9966"/>
                  </a:lnTo>
                  <a:cubicBezTo>
                    <a:pt x="8151" y="9967"/>
                    <a:pt x="8120" y="9967"/>
                    <a:pt x="8088" y="9967"/>
                  </a:cubicBezTo>
                  <a:cubicBezTo>
                    <a:pt x="7740" y="9967"/>
                    <a:pt x="7288" y="9907"/>
                    <a:pt x="7026" y="9787"/>
                  </a:cubicBezTo>
                  <a:lnTo>
                    <a:pt x="7014" y="9763"/>
                  </a:lnTo>
                  <a:cubicBezTo>
                    <a:pt x="6978" y="9727"/>
                    <a:pt x="6930" y="9704"/>
                    <a:pt x="6895" y="9704"/>
                  </a:cubicBezTo>
                  <a:cubicBezTo>
                    <a:pt x="6871" y="9692"/>
                    <a:pt x="6859" y="9680"/>
                    <a:pt x="6847" y="9644"/>
                  </a:cubicBezTo>
                  <a:cubicBezTo>
                    <a:pt x="6811" y="9608"/>
                    <a:pt x="6752" y="9573"/>
                    <a:pt x="6692" y="9573"/>
                  </a:cubicBezTo>
                  <a:lnTo>
                    <a:pt x="6097" y="9573"/>
                  </a:lnTo>
                  <a:lnTo>
                    <a:pt x="6097" y="7977"/>
                  </a:lnTo>
                  <a:lnTo>
                    <a:pt x="6502" y="7977"/>
                  </a:lnTo>
                  <a:cubicBezTo>
                    <a:pt x="6561" y="7977"/>
                    <a:pt x="6609" y="7953"/>
                    <a:pt x="6633" y="7918"/>
                  </a:cubicBezTo>
                  <a:cubicBezTo>
                    <a:pt x="6990" y="7453"/>
                    <a:pt x="7192" y="7418"/>
                    <a:pt x="7430" y="7370"/>
                  </a:cubicBezTo>
                  <a:cubicBezTo>
                    <a:pt x="7609" y="7334"/>
                    <a:pt x="7811" y="7299"/>
                    <a:pt x="8097" y="7108"/>
                  </a:cubicBezTo>
                  <a:cubicBezTo>
                    <a:pt x="8274" y="6972"/>
                    <a:pt x="8407" y="6933"/>
                    <a:pt x="8490" y="6933"/>
                  </a:cubicBezTo>
                  <a:close/>
                  <a:moveTo>
                    <a:pt x="2501" y="6132"/>
                  </a:moveTo>
                  <a:lnTo>
                    <a:pt x="2501" y="6537"/>
                  </a:lnTo>
                  <a:cubicBezTo>
                    <a:pt x="2501" y="6596"/>
                    <a:pt x="2525" y="6644"/>
                    <a:pt x="2561" y="6668"/>
                  </a:cubicBezTo>
                  <a:cubicBezTo>
                    <a:pt x="3025" y="7025"/>
                    <a:pt x="3061" y="7227"/>
                    <a:pt x="3108" y="7465"/>
                  </a:cubicBezTo>
                  <a:cubicBezTo>
                    <a:pt x="3120" y="7501"/>
                    <a:pt x="3120" y="7560"/>
                    <a:pt x="3144" y="7608"/>
                  </a:cubicBezTo>
                  <a:cubicBezTo>
                    <a:pt x="3168" y="7763"/>
                    <a:pt x="3228" y="7918"/>
                    <a:pt x="3382" y="8120"/>
                  </a:cubicBezTo>
                  <a:cubicBezTo>
                    <a:pt x="3597" y="8382"/>
                    <a:pt x="3585" y="8537"/>
                    <a:pt x="3561" y="8596"/>
                  </a:cubicBezTo>
                  <a:cubicBezTo>
                    <a:pt x="3501" y="8632"/>
                    <a:pt x="3442" y="8632"/>
                    <a:pt x="3406" y="8632"/>
                  </a:cubicBezTo>
                  <a:cubicBezTo>
                    <a:pt x="3228" y="8596"/>
                    <a:pt x="3025" y="8311"/>
                    <a:pt x="2930" y="8132"/>
                  </a:cubicBezTo>
                  <a:cubicBezTo>
                    <a:pt x="2896" y="8064"/>
                    <a:pt x="2838" y="8033"/>
                    <a:pt x="2778" y="8033"/>
                  </a:cubicBezTo>
                  <a:cubicBezTo>
                    <a:pt x="2753" y="8033"/>
                    <a:pt x="2728" y="8038"/>
                    <a:pt x="2704" y="8049"/>
                  </a:cubicBezTo>
                  <a:cubicBezTo>
                    <a:pt x="2644" y="8084"/>
                    <a:pt x="2620" y="8144"/>
                    <a:pt x="2620" y="8215"/>
                  </a:cubicBezTo>
                  <a:lnTo>
                    <a:pt x="2620" y="8239"/>
                  </a:lnTo>
                  <a:lnTo>
                    <a:pt x="2620" y="8918"/>
                  </a:lnTo>
                  <a:lnTo>
                    <a:pt x="2620" y="9751"/>
                  </a:lnTo>
                  <a:lnTo>
                    <a:pt x="2620" y="9763"/>
                  </a:lnTo>
                  <a:cubicBezTo>
                    <a:pt x="2620" y="9846"/>
                    <a:pt x="2561" y="9906"/>
                    <a:pt x="2489" y="9906"/>
                  </a:cubicBezTo>
                  <a:lnTo>
                    <a:pt x="2466" y="9906"/>
                  </a:lnTo>
                  <a:cubicBezTo>
                    <a:pt x="2394" y="9906"/>
                    <a:pt x="2335" y="9846"/>
                    <a:pt x="2335" y="9763"/>
                  </a:cubicBezTo>
                  <a:lnTo>
                    <a:pt x="2335" y="8358"/>
                  </a:lnTo>
                  <a:cubicBezTo>
                    <a:pt x="2335" y="8263"/>
                    <a:pt x="2263" y="8191"/>
                    <a:pt x="2168" y="8191"/>
                  </a:cubicBezTo>
                  <a:cubicBezTo>
                    <a:pt x="2085" y="8191"/>
                    <a:pt x="2013" y="8263"/>
                    <a:pt x="2013" y="8358"/>
                  </a:cubicBezTo>
                  <a:lnTo>
                    <a:pt x="2013" y="9763"/>
                  </a:lnTo>
                  <a:lnTo>
                    <a:pt x="2013" y="10049"/>
                  </a:lnTo>
                  <a:cubicBezTo>
                    <a:pt x="2013" y="10120"/>
                    <a:pt x="1954" y="10180"/>
                    <a:pt x="1870" y="10180"/>
                  </a:cubicBezTo>
                  <a:lnTo>
                    <a:pt x="1858" y="10180"/>
                  </a:lnTo>
                  <a:cubicBezTo>
                    <a:pt x="1787" y="10180"/>
                    <a:pt x="1727" y="10120"/>
                    <a:pt x="1727" y="10049"/>
                  </a:cubicBezTo>
                  <a:lnTo>
                    <a:pt x="1727" y="9811"/>
                  </a:lnTo>
                  <a:lnTo>
                    <a:pt x="1727" y="9763"/>
                  </a:lnTo>
                  <a:lnTo>
                    <a:pt x="1727" y="9394"/>
                  </a:lnTo>
                  <a:lnTo>
                    <a:pt x="1727" y="9370"/>
                  </a:lnTo>
                  <a:lnTo>
                    <a:pt x="1727" y="8334"/>
                  </a:lnTo>
                  <a:cubicBezTo>
                    <a:pt x="1727" y="8251"/>
                    <a:pt x="1656" y="8180"/>
                    <a:pt x="1561" y="8180"/>
                  </a:cubicBezTo>
                  <a:cubicBezTo>
                    <a:pt x="1477" y="8180"/>
                    <a:pt x="1394" y="8251"/>
                    <a:pt x="1394" y="8334"/>
                  </a:cubicBezTo>
                  <a:lnTo>
                    <a:pt x="1394" y="9489"/>
                  </a:lnTo>
                  <a:lnTo>
                    <a:pt x="1394" y="9513"/>
                  </a:lnTo>
                  <a:lnTo>
                    <a:pt x="1394" y="9549"/>
                  </a:lnTo>
                  <a:lnTo>
                    <a:pt x="1394" y="9799"/>
                  </a:lnTo>
                  <a:cubicBezTo>
                    <a:pt x="1382" y="9858"/>
                    <a:pt x="1334" y="9906"/>
                    <a:pt x="1275" y="9906"/>
                  </a:cubicBezTo>
                  <a:lnTo>
                    <a:pt x="1263" y="9906"/>
                  </a:lnTo>
                  <a:cubicBezTo>
                    <a:pt x="1192" y="9906"/>
                    <a:pt x="1132" y="9846"/>
                    <a:pt x="1132" y="9763"/>
                  </a:cubicBezTo>
                  <a:lnTo>
                    <a:pt x="1132" y="9168"/>
                  </a:lnTo>
                  <a:lnTo>
                    <a:pt x="1132" y="9049"/>
                  </a:lnTo>
                  <a:lnTo>
                    <a:pt x="1132" y="8334"/>
                  </a:lnTo>
                  <a:cubicBezTo>
                    <a:pt x="1132" y="8251"/>
                    <a:pt x="1061" y="8180"/>
                    <a:pt x="965" y="8180"/>
                  </a:cubicBezTo>
                  <a:cubicBezTo>
                    <a:pt x="882" y="8180"/>
                    <a:pt x="799" y="8251"/>
                    <a:pt x="799" y="8334"/>
                  </a:cubicBezTo>
                  <a:lnTo>
                    <a:pt x="799" y="9049"/>
                  </a:lnTo>
                  <a:cubicBezTo>
                    <a:pt x="799" y="9132"/>
                    <a:pt x="739" y="9192"/>
                    <a:pt x="668" y="9192"/>
                  </a:cubicBezTo>
                  <a:lnTo>
                    <a:pt x="656" y="9192"/>
                  </a:lnTo>
                  <a:cubicBezTo>
                    <a:pt x="584" y="9192"/>
                    <a:pt x="525" y="9132"/>
                    <a:pt x="525" y="9049"/>
                  </a:cubicBezTo>
                  <a:lnTo>
                    <a:pt x="525" y="8203"/>
                  </a:lnTo>
                  <a:cubicBezTo>
                    <a:pt x="501" y="7739"/>
                    <a:pt x="608" y="7013"/>
                    <a:pt x="834" y="6882"/>
                  </a:cubicBezTo>
                  <a:cubicBezTo>
                    <a:pt x="882" y="6846"/>
                    <a:pt x="906" y="6787"/>
                    <a:pt x="906" y="6727"/>
                  </a:cubicBezTo>
                  <a:lnTo>
                    <a:pt x="906" y="6132"/>
                  </a:lnTo>
                  <a:close/>
                  <a:moveTo>
                    <a:pt x="8621" y="0"/>
                  </a:moveTo>
                  <a:cubicBezTo>
                    <a:pt x="8407" y="0"/>
                    <a:pt x="8240" y="143"/>
                    <a:pt x="8181" y="321"/>
                  </a:cubicBezTo>
                  <a:cubicBezTo>
                    <a:pt x="8145" y="298"/>
                    <a:pt x="8085" y="286"/>
                    <a:pt x="8038" y="286"/>
                  </a:cubicBezTo>
                  <a:lnTo>
                    <a:pt x="8026" y="286"/>
                  </a:lnTo>
                  <a:cubicBezTo>
                    <a:pt x="7942" y="286"/>
                    <a:pt x="7859" y="298"/>
                    <a:pt x="7800" y="345"/>
                  </a:cubicBezTo>
                  <a:lnTo>
                    <a:pt x="4549" y="345"/>
                  </a:lnTo>
                  <a:cubicBezTo>
                    <a:pt x="4466" y="345"/>
                    <a:pt x="4394" y="417"/>
                    <a:pt x="4394" y="512"/>
                  </a:cubicBezTo>
                  <a:lnTo>
                    <a:pt x="4394" y="619"/>
                  </a:lnTo>
                  <a:lnTo>
                    <a:pt x="3870" y="619"/>
                  </a:lnTo>
                  <a:cubicBezTo>
                    <a:pt x="3704" y="441"/>
                    <a:pt x="3418" y="321"/>
                    <a:pt x="2977" y="262"/>
                  </a:cubicBezTo>
                  <a:cubicBezTo>
                    <a:pt x="2632" y="214"/>
                    <a:pt x="2335" y="214"/>
                    <a:pt x="2311" y="214"/>
                  </a:cubicBezTo>
                  <a:lnTo>
                    <a:pt x="1453" y="214"/>
                  </a:lnTo>
                  <a:cubicBezTo>
                    <a:pt x="1203" y="214"/>
                    <a:pt x="1001" y="417"/>
                    <a:pt x="1001" y="679"/>
                  </a:cubicBezTo>
                  <a:lnTo>
                    <a:pt x="1001" y="691"/>
                  </a:lnTo>
                  <a:cubicBezTo>
                    <a:pt x="1001" y="738"/>
                    <a:pt x="1001" y="774"/>
                    <a:pt x="1013" y="822"/>
                  </a:cubicBezTo>
                  <a:lnTo>
                    <a:pt x="739" y="822"/>
                  </a:lnTo>
                  <a:cubicBezTo>
                    <a:pt x="489" y="822"/>
                    <a:pt x="287" y="1036"/>
                    <a:pt x="287" y="1286"/>
                  </a:cubicBezTo>
                  <a:lnTo>
                    <a:pt x="287" y="1298"/>
                  </a:lnTo>
                  <a:cubicBezTo>
                    <a:pt x="287" y="1357"/>
                    <a:pt x="299" y="1405"/>
                    <a:pt x="310" y="1453"/>
                  </a:cubicBezTo>
                  <a:cubicBezTo>
                    <a:pt x="132" y="1512"/>
                    <a:pt x="1" y="1691"/>
                    <a:pt x="1" y="1881"/>
                  </a:cubicBezTo>
                  <a:lnTo>
                    <a:pt x="1" y="1893"/>
                  </a:lnTo>
                  <a:cubicBezTo>
                    <a:pt x="1" y="2107"/>
                    <a:pt x="132" y="2262"/>
                    <a:pt x="310" y="2322"/>
                  </a:cubicBezTo>
                  <a:cubicBezTo>
                    <a:pt x="299" y="2369"/>
                    <a:pt x="287" y="2429"/>
                    <a:pt x="287" y="2477"/>
                  </a:cubicBezTo>
                  <a:lnTo>
                    <a:pt x="287" y="2488"/>
                  </a:lnTo>
                  <a:cubicBezTo>
                    <a:pt x="287" y="2560"/>
                    <a:pt x="299" y="2655"/>
                    <a:pt x="346" y="2715"/>
                  </a:cubicBezTo>
                  <a:lnTo>
                    <a:pt x="346" y="5953"/>
                  </a:lnTo>
                  <a:cubicBezTo>
                    <a:pt x="346" y="6048"/>
                    <a:pt x="418" y="6120"/>
                    <a:pt x="501" y="6120"/>
                  </a:cubicBezTo>
                  <a:lnTo>
                    <a:pt x="608" y="6120"/>
                  </a:lnTo>
                  <a:lnTo>
                    <a:pt x="608" y="6644"/>
                  </a:lnTo>
                  <a:cubicBezTo>
                    <a:pt x="430" y="6810"/>
                    <a:pt x="310" y="7084"/>
                    <a:pt x="251" y="7537"/>
                  </a:cubicBezTo>
                  <a:cubicBezTo>
                    <a:pt x="203" y="7882"/>
                    <a:pt x="203" y="8180"/>
                    <a:pt x="203" y="8203"/>
                  </a:cubicBezTo>
                  <a:lnTo>
                    <a:pt x="203" y="9049"/>
                  </a:lnTo>
                  <a:cubicBezTo>
                    <a:pt x="203" y="9311"/>
                    <a:pt x="418" y="9513"/>
                    <a:pt x="668" y="9513"/>
                  </a:cubicBezTo>
                  <a:lnTo>
                    <a:pt x="680" y="9513"/>
                  </a:lnTo>
                  <a:cubicBezTo>
                    <a:pt x="727" y="9513"/>
                    <a:pt x="775" y="9513"/>
                    <a:pt x="822" y="9501"/>
                  </a:cubicBezTo>
                  <a:lnTo>
                    <a:pt x="822" y="9763"/>
                  </a:lnTo>
                  <a:cubicBezTo>
                    <a:pt x="822" y="10025"/>
                    <a:pt x="1025" y="10227"/>
                    <a:pt x="1275" y="10227"/>
                  </a:cubicBezTo>
                  <a:lnTo>
                    <a:pt x="1299" y="10227"/>
                  </a:lnTo>
                  <a:cubicBezTo>
                    <a:pt x="1358" y="10227"/>
                    <a:pt x="1394" y="10216"/>
                    <a:pt x="1442" y="10204"/>
                  </a:cubicBezTo>
                  <a:cubicBezTo>
                    <a:pt x="1501" y="10382"/>
                    <a:pt x="1680" y="10513"/>
                    <a:pt x="1870" y="10513"/>
                  </a:cubicBezTo>
                  <a:lnTo>
                    <a:pt x="1894" y="10513"/>
                  </a:lnTo>
                  <a:cubicBezTo>
                    <a:pt x="2096" y="10513"/>
                    <a:pt x="2263" y="10382"/>
                    <a:pt x="2323" y="10204"/>
                  </a:cubicBezTo>
                  <a:cubicBezTo>
                    <a:pt x="2370" y="10216"/>
                    <a:pt x="2430" y="10227"/>
                    <a:pt x="2466" y="10227"/>
                  </a:cubicBezTo>
                  <a:lnTo>
                    <a:pt x="2489" y="10227"/>
                  </a:lnTo>
                  <a:cubicBezTo>
                    <a:pt x="2561" y="10227"/>
                    <a:pt x="2644" y="10216"/>
                    <a:pt x="2704" y="10168"/>
                  </a:cubicBezTo>
                  <a:lnTo>
                    <a:pt x="3323" y="10168"/>
                  </a:lnTo>
                  <a:cubicBezTo>
                    <a:pt x="3406" y="10168"/>
                    <a:pt x="3478" y="10096"/>
                    <a:pt x="3478" y="10001"/>
                  </a:cubicBezTo>
                  <a:cubicBezTo>
                    <a:pt x="3478" y="9918"/>
                    <a:pt x="3406" y="9846"/>
                    <a:pt x="3323" y="9846"/>
                  </a:cubicBezTo>
                  <a:lnTo>
                    <a:pt x="2942" y="9846"/>
                  </a:lnTo>
                  <a:lnTo>
                    <a:pt x="2942" y="9763"/>
                  </a:lnTo>
                  <a:lnTo>
                    <a:pt x="2942" y="9751"/>
                  </a:lnTo>
                  <a:lnTo>
                    <a:pt x="2942" y="8918"/>
                  </a:lnTo>
                  <a:lnTo>
                    <a:pt x="2942" y="8727"/>
                  </a:lnTo>
                  <a:cubicBezTo>
                    <a:pt x="3049" y="8834"/>
                    <a:pt x="3180" y="8930"/>
                    <a:pt x="3335" y="8965"/>
                  </a:cubicBezTo>
                  <a:cubicBezTo>
                    <a:pt x="3358" y="8977"/>
                    <a:pt x="3406" y="8977"/>
                    <a:pt x="3442" y="8977"/>
                  </a:cubicBezTo>
                  <a:cubicBezTo>
                    <a:pt x="3561" y="8977"/>
                    <a:pt x="3656" y="8930"/>
                    <a:pt x="3763" y="8858"/>
                  </a:cubicBezTo>
                  <a:cubicBezTo>
                    <a:pt x="3775" y="8846"/>
                    <a:pt x="4120" y="8549"/>
                    <a:pt x="3680" y="7941"/>
                  </a:cubicBezTo>
                  <a:cubicBezTo>
                    <a:pt x="3632" y="7882"/>
                    <a:pt x="3585" y="7822"/>
                    <a:pt x="3573" y="7763"/>
                  </a:cubicBezTo>
                  <a:lnTo>
                    <a:pt x="5061" y="7763"/>
                  </a:lnTo>
                  <a:lnTo>
                    <a:pt x="5061" y="9858"/>
                  </a:lnTo>
                  <a:lnTo>
                    <a:pt x="3835" y="9858"/>
                  </a:lnTo>
                  <a:cubicBezTo>
                    <a:pt x="3751" y="9858"/>
                    <a:pt x="3680" y="9930"/>
                    <a:pt x="3680" y="10025"/>
                  </a:cubicBezTo>
                  <a:cubicBezTo>
                    <a:pt x="3680" y="10108"/>
                    <a:pt x="3751" y="10180"/>
                    <a:pt x="3835" y="10180"/>
                  </a:cubicBezTo>
                  <a:lnTo>
                    <a:pt x="5966" y="10180"/>
                  </a:lnTo>
                  <a:cubicBezTo>
                    <a:pt x="6061" y="10180"/>
                    <a:pt x="6133" y="10108"/>
                    <a:pt x="6133" y="10025"/>
                  </a:cubicBezTo>
                  <a:lnTo>
                    <a:pt x="6133" y="9918"/>
                  </a:lnTo>
                  <a:lnTo>
                    <a:pt x="6657" y="9918"/>
                  </a:lnTo>
                  <a:cubicBezTo>
                    <a:pt x="6811" y="10096"/>
                    <a:pt x="7097" y="10216"/>
                    <a:pt x="7549" y="10275"/>
                  </a:cubicBezTo>
                  <a:cubicBezTo>
                    <a:pt x="7811" y="10323"/>
                    <a:pt x="8061" y="10323"/>
                    <a:pt x="8169" y="10323"/>
                  </a:cubicBezTo>
                  <a:lnTo>
                    <a:pt x="9062" y="10323"/>
                  </a:lnTo>
                  <a:cubicBezTo>
                    <a:pt x="9312" y="10323"/>
                    <a:pt x="9526" y="10108"/>
                    <a:pt x="9526" y="9858"/>
                  </a:cubicBezTo>
                  <a:lnTo>
                    <a:pt x="9526" y="9846"/>
                  </a:lnTo>
                  <a:cubicBezTo>
                    <a:pt x="9526" y="9799"/>
                    <a:pt x="9526" y="9751"/>
                    <a:pt x="9514" y="9704"/>
                  </a:cubicBezTo>
                  <a:lnTo>
                    <a:pt x="9776" y="9704"/>
                  </a:lnTo>
                  <a:cubicBezTo>
                    <a:pt x="10026" y="9704"/>
                    <a:pt x="10240" y="9501"/>
                    <a:pt x="10240" y="9251"/>
                  </a:cubicBezTo>
                  <a:lnTo>
                    <a:pt x="10240" y="9227"/>
                  </a:lnTo>
                  <a:cubicBezTo>
                    <a:pt x="10240" y="9168"/>
                    <a:pt x="10228" y="9132"/>
                    <a:pt x="10205" y="9084"/>
                  </a:cubicBezTo>
                  <a:cubicBezTo>
                    <a:pt x="10383" y="9025"/>
                    <a:pt x="10514" y="8846"/>
                    <a:pt x="10514" y="8656"/>
                  </a:cubicBezTo>
                  <a:lnTo>
                    <a:pt x="10514" y="8632"/>
                  </a:lnTo>
                  <a:cubicBezTo>
                    <a:pt x="10502" y="8418"/>
                    <a:pt x="10371" y="8239"/>
                    <a:pt x="10193" y="8180"/>
                  </a:cubicBezTo>
                  <a:cubicBezTo>
                    <a:pt x="10205" y="8132"/>
                    <a:pt x="10228" y="8072"/>
                    <a:pt x="10228" y="8025"/>
                  </a:cubicBezTo>
                  <a:lnTo>
                    <a:pt x="10228" y="8013"/>
                  </a:lnTo>
                  <a:cubicBezTo>
                    <a:pt x="10228" y="7941"/>
                    <a:pt x="10205" y="7846"/>
                    <a:pt x="10169" y="7787"/>
                  </a:cubicBezTo>
                  <a:lnTo>
                    <a:pt x="10169" y="6263"/>
                  </a:lnTo>
                  <a:cubicBezTo>
                    <a:pt x="10169" y="6179"/>
                    <a:pt x="10086" y="6108"/>
                    <a:pt x="10002" y="6108"/>
                  </a:cubicBezTo>
                  <a:cubicBezTo>
                    <a:pt x="9907" y="6108"/>
                    <a:pt x="9835" y="6179"/>
                    <a:pt x="9835" y="6263"/>
                  </a:cubicBezTo>
                  <a:lnTo>
                    <a:pt x="9835" y="7560"/>
                  </a:lnTo>
                  <a:lnTo>
                    <a:pt x="8716" y="7560"/>
                  </a:lnTo>
                  <a:cubicBezTo>
                    <a:pt x="8823" y="7453"/>
                    <a:pt x="8931" y="7322"/>
                    <a:pt x="8954" y="7179"/>
                  </a:cubicBezTo>
                  <a:cubicBezTo>
                    <a:pt x="8990" y="7025"/>
                    <a:pt x="8954" y="6858"/>
                    <a:pt x="8835" y="6751"/>
                  </a:cubicBezTo>
                  <a:cubicBezTo>
                    <a:pt x="8828" y="6736"/>
                    <a:pt x="8715" y="6608"/>
                    <a:pt x="8492" y="6608"/>
                  </a:cubicBezTo>
                  <a:cubicBezTo>
                    <a:pt x="8347" y="6608"/>
                    <a:pt x="8157" y="6661"/>
                    <a:pt x="7919" y="6834"/>
                  </a:cubicBezTo>
                  <a:cubicBezTo>
                    <a:pt x="7859" y="6882"/>
                    <a:pt x="7800" y="6929"/>
                    <a:pt x="7740" y="6941"/>
                  </a:cubicBezTo>
                  <a:lnTo>
                    <a:pt x="7740" y="5453"/>
                  </a:lnTo>
                  <a:lnTo>
                    <a:pt x="9835" y="5453"/>
                  </a:lnTo>
                  <a:lnTo>
                    <a:pt x="9835" y="5703"/>
                  </a:lnTo>
                  <a:cubicBezTo>
                    <a:pt x="9835" y="5798"/>
                    <a:pt x="9907" y="5870"/>
                    <a:pt x="10002" y="5870"/>
                  </a:cubicBezTo>
                  <a:cubicBezTo>
                    <a:pt x="10086" y="5870"/>
                    <a:pt x="10169" y="5798"/>
                    <a:pt x="10169" y="5703"/>
                  </a:cubicBezTo>
                  <a:lnTo>
                    <a:pt x="10169" y="4560"/>
                  </a:lnTo>
                  <a:cubicBezTo>
                    <a:pt x="10169" y="4465"/>
                    <a:pt x="10086" y="4393"/>
                    <a:pt x="10002" y="4393"/>
                  </a:cubicBezTo>
                  <a:lnTo>
                    <a:pt x="9895" y="4393"/>
                  </a:lnTo>
                  <a:lnTo>
                    <a:pt x="9895" y="3870"/>
                  </a:lnTo>
                  <a:cubicBezTo>
                    <a:pt x="10074" y="3715"/>
                    <a:pt x="10193" y="3429"/>
                    <a:pt x="10252" y="2977"/>
                  </a:cubicBezTo>
                  <a:cubicBezTo>
                    <a:pt x="10300" y="2643"/>
                    <a:pt x="10300" y="2346"/>
                    <a:pt x="10300" y="2310"/>
                  </a:cubicBezTo>
                  <a:lnTo>
                    <a:pt x="10300" y="1464"/>
                  </a:lnTo>
                  <a:cubicBezTo>
                    <a:pt x="10300" y="1203"/>
                    <a:pt x="10086" y="1000"/>
                    <a:pt x="9835" y="1000"/>
                  </a:cubicBezTo>
                  <a:lnTo>
                    <a:pt x="9824" y="1000"/>
                  </a:lnTo>
                  <a:cubicBezTo>
                    <a:pt x="9776" y="1000"/>
                    <a:pt x="9728" y="1000"/>
                    <a:pt x="9693" y="1012"/>
                  </a:cubicBezTo>
                  <a:lnTo>
                    <a:pt x="9693" y="750"/>
                  </a:lnTo>
                  <a:cubicBezTo>
                    <a:pt x="9693" y="500"/>
                    <a:pt x="9478" y="286"/>
                    <a:pt x="9228" y="286"/>
                  </a:cubicBezTo>
                  <a:lnTo>
                    <a:pt x="9216" y="286"/>
                  </a:lnTo>
                  <a:cubicBezTo>
                    <a:pt x="9157" y="286"/>
                    <a:pt x="9109" y="298"/>
                    <a:pt x="9062" y="321"/>
                  </a:cubicBezTo>
                  <a:cubicBezTo>
                    <a:pt x="9002" y="143"/>
                    <a:pt x="8823" y="0"/>
                    <a:pt x="863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6161;p50">
              <a:extLst>
                <a:ext uri="{FF2B5EF4-FFF2-40B4-BE49-F238E27FC236}">
                  <a16:creationId xmlns:a16="http://schemas.microsoft.com/office/drawing/2014/main" id="{273B225B-15DD-3303-98F7-48449F40B2AA}"/>
                </a:ext>
              </a:extLst>
            </p:cNvPr>
            <p:cNvSpPr/>
            <p:nvPr/>
          </p:nvSpPr>
          <p:spPr>
            <a:xfrm>
              <a:off x="8116024" y="3221804"/>
              <a:ext cx="14036" cy="10280"/>
            </a:xfrm>
            <a:custGeom>
              <a:avLst/>
              <a:gdLst/>
              <a:ahLst/>
              <a:cxnLst/>
              <a:rect l="l" t="t" r="r" b="b"/>
              <a:pathLst>
                <a:path w="441" h="323" extrusionOk="0">
                  <a:moveTo>
                    <a:pt x="155" y="1"/>
                  </a:moveTo>
                  <a:cubicBezTo>
                    <a:pt x="72" y="1"/>
                    <a:pt x="0" y="72"/>
                    <a:pt x="0" y="167"/>
                  </a:cubicBezTo>
                  <a:cubicBezTo>
                    <a:pt x="0" y="251"/>
                    <a:pt x="72" y="322"/>
                    <a:pt x="155" y="322"/>
                  </a:cubicBezTo>
                  <a:lnTo>
                    <a:pt x="274" y="322"/>
                  </a:lnTo>
                  <a:cubicBezTo>
                    <a:pt x="369" y="322"/>
                    <a:pt x="441" y="251"/>
                    <a:pt x="441" y="167"/>
                  </a:cubicBezTo>
                  <a:cubicBezTo>
                    <a:pt x="441" y="72"/>
                    <a:pt x="369" y="1"/>
                    <a:pt x="27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6162;p50">
              <a:extLst>
                <a:ext uri="{FF2B5EF4-FFF2-40B4-BE49-F238E27FC236}">
                  <a16:creationId xmlns:a16="http://schemas.microsoft.com/office/drawing/2014/main" id="{3DB56821-CBC5-C591-5CCF-09FD2120C09E}"/>
                </a:ext>
              </a:extLst>
            </p:cNvPr>
            <p:cNvSpPr/>
            <p:nvPr/>
          </p:nvSpPr>
          <p:spPr>
            <a:xfrm>
              <a:off x="8097818" y="3221804"/>
              <a:ext cx="14068" cy="10280"/>
            </a:xfrm>
            <a:custGeom>
              <a:avLst/>
              <a:gdLst/>
              <a:ahLst/>
              <a:cxnLst/>
              <a:rect l="l" t="t" r="r" b="b"/>
              <a:pathLst>
                <a:path w="442" h="323" extrusionOk="0">
                  <a:moveTo>
                    <a:pt x="168" y="1"/>
                  </a:moveTo>
                  <a:cubicBezTo>
                    <a:pt x="72" y="1"/>
                    <a:pt x="1" y="72"/>
                    <a:pt x="1" y="167"/>
                  </a:cubicBezTo>
                  <a:cubicBezTo>
                    <a:pt x="1" y="251"/>
                    <a:pt x="72" y="322"/>
                    <a:pt x="168" y="322"/>
                  </a:cubicBezTo>
                  <a:lnTo>
                    <a:pt x="287" y="322"/>
                  </a:lnTo>
                  <a:cubicBezTo>
                    <a:pt x="370" y="322"/>
                    <a:pt x="441" y="251"/>
                    <a:pt x="441" y="167"/>
                  </a:cubicBezTo>
                  <a:cubicBezTo>
                    <a:pt x="441" y="72"/>
                    <a:pt x="370" y="1"/>
                    <a:pt x="28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6163;p50">
              <a:extLst>
                <a:ext uri="{FF2B5EF4-FFF2-40B4-BE49-F238E27FC236}">
                  <a16:creationId xmlns:a16="http://schemas.microsoft.com/office/drawing/2014/main" id="{D389F36F-8BE9-15B1-DB59-6D8C3D342384}"/>
                </a:ext>
              </a:extLst>
            </p:cNvPr>
            <p:cNvSpPr/>
            <p:nvPr/>
          </p:nvSpPr>
          <p:spPr>
            <a:xfrm>
              <a:off x="8156190" y="2951621"/>
              <a:ext cx="14036" cy="10630"/>
            </a:xfrm>
            <a:custGeom>
              <a:avLst/>
              <a:gdLst/>
              <a:ahLst/>
              <a:cxnLst/>
              <a:rect l="l" t="t" r="r" b="b"/>
              <a:pathLst>
                <a:path w="441" h="334" extrusionOk="0">
                  <a:moveTo>
                    <a:pt x="167" y="0"/>
                  </a:moveTo>
                  <a:cubicBezTo>
                    <a:pt x="72" y="0"/>
                    <a:pt x="0" y="72"/>
                    <a:pt x="0" y="167"/>
                  </a:cubicBezTo>
                  <a:cubicBezTo>
                    <a:pt x="0" y="262"/>
                    <a:pt x="72" y="334"/>
                    <a:pt x="167" y="334"/>
                  </a:cubicBezTo>
                  <a:lnTo>
                    <a:pt x="286" y="334"/>
                  </a:lnTo>
                  <a:cubicBezTo>
                    <a:pt x="369" y="334"/>
                    <a:pt x="441" y="262"/>
                    <a:pt x="441" y="167"/>
                  </a:cubicBezTo>
                  <a:cubicBezTo>
                    <a:pt x="441" y="72"/>
                    <a:pt x="369" y="0"/>
                    <a:pt x="28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6164;p50">
              <a:extLst>
                <a:ext uri="{FF2B5EF4-FFF2-40B4-BE49-F238E27FC236}">
                  <a16:creationId xmlns:a16="http://schemas.microsoft.com/office/drawing/2014/main" id="{6B556526-F7B4-2E40-6D22-3C846FAEA9D7}"/>
                </a:ext>
              </a:extLst>
            </p:cNvPr>
            <p:cNvSpPr/>
            <p:nvPr/>
          </p:nvSpPr>
          <p:spPr>
            <a:xfrm>
              <a:off x="8173982" y="2952385"/>
              <a:ext cx="14450" cy="10248"/>
            </a:xfrm>
            <a:custGeom>
              <a:avLst/>
              <a:gdLst/>
              <a:ahLst/>
              <a:cxnLst/>
              <a:rect l="l" t="t" r="r" b="b"/>
              <a:pathLst>
                <a:path w="454" h="322" extrusionOk="0">
                  <a:moveTo>
                    <a:pt x="168" y="0"/>
                  </a:moveTo>
                  <a:cubicBezTo>
                    <a:pt x="84" y="0"/>
                    <a:pt x="1" y="72"/>
                    <a:pt x="1" y="155"/>
                  </a:cubicBezTo>
                  <a:cubicBezTo>
                    <a:pt x="1" y="250"/>
                    <a:pt x="84" y="322"/>
                    <a:pt x="168" y="322"/>
                  </a:cubicBezTo>
                  <a:lnTo>
                    <a:pt x="287" y="322"/>
                  </a:lnTo>
                  <a:cubicBezTo>
                    <a:pt x="382" y="322"/>
                    <a:pt x="453" y="250"/>
                    <a:pt x="453" y="155"/>
                  </a:cubicBezTo>
                  <a:cubicBezTo>
                    <a:pt x="453" y="72"/>
                    <a:pt x="382" y="0"/>
                    <a:pt x="28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 name="Google Shape;6176;p50">
            <a:extLst>
              <a:ext uri="{FF2B5EF4-FFF2-40B4-BE49-F238E27FC236}">
                <a16:creationId xmlns:a16="http://schemas.microsoft.com/office/drawing/2014/main" id="{232EFFCB-8DB9-2E6B-DA43-6F715CDB2640}"/>
              </a:ext>
            </a:extLst>
          </p:cNvPr>
          <p:cNvGrpSpPr/>
          <p:nvPr/>
        </p:nvGrpSpPr>
        <p:grpSpPr>
          <a:xfrm>
            <a:off x="2978547" y="5489644"/>
            <a:ext cx="1338620" cy="956127"/>
            <a:chOff x="2611458" y="3816374"/>
            <a:chExt cx="426329" cy="332375"/>
          </a:xfrm>
          <a:solidFill>
            <a:srgbClr val="55BDCF"/>
          </a:solidFill>
        </p:grpSpPr>
        <p:sp>
          <p:nvSpPr>
            <p:cNvPr id="122" name="Google Shape;6177;p50">
              <a:extLst>
                <a:ext uri="{FF2B5EF4-FFF2-40B4-BE49-F238E27FC236}">
                  <a16:creationId xmlns:a16="http://schemas.microsoft.com/office/drawing/2014/main" id="{B1451F20-9613-53EA-9092-A90EC7456B23}"/>
                </a:ext>
              </a:extLst>
            </p:cNvPr>
            <p:cNvSpPr/>
            <p:nvPr/>
          </p:nvSpPr>
          <p:spPr>
            <a:xfrm>
              <a:off x="2611458" y="3816374"/>
              <a:ext cx="426329" cy="332375"/>
            </a:xfrm>
            <a:custGeom>
              <a:avLst/>
              <a:gdLst/>
              <a:ahLst/>
              <a:cxnLst/>
              <a:rect l="l" t="t" r="r" b="b"/>
              <a:pathLst>
                <a:path w="13395" h="10443" extrusionOk="0">
                  <a:moveTo>
                    <a:pt x="13002" y="429"/>
                  </a:moveTo>
                  <a:lnTo>
                    <a:pt x="12966" y="846"/>
                  </a:lnTo>
                  <a:lnTo>
                    <a:pt x="11418" y="846"/>
                  </a:lnTo>
                  <a:cubicBezTo>
                    <a:pt x="11299" y="846"/>
                    <a:pt x="11216" y="929"/>
                    <a:pt x="11216" y="1048"/>
                  </a:cubicBezTo>
                  <a:cubicBezTo>
                    <a:pt x="11216" y="1167"/>
                    <a:pt x="11299" y="1263"/>
                    <a:pt x="11418" y="1263"/>
                  </a:cubicBezTo>
                  <a:lnTo>
                    <a:pt x="12633" y="1263"/>
                  </a:lnTo>
                  <a:lnTo>
                    <a:pt x="12633" y="7501"/>
                  </a:lnTo>
                  <a:lnTo>
                    <a:pt x="5429" y="7501"/>
                  </a:lnTo>
                  <a:lnTo>
                    <a:pt x="5429" y="7287"/>
                  </a:lnTo>
                  <a:cubicBezTo>
                    <a:pt x="5429" y="7168"/>
                    <a:pt x="5334" y="7085"/>
                    <a:pt x="5215" y="7085"/>
                  </a:cubicBezTo>
                  <a:lnTo>
                    <a:pt x="4870" y="7085"/>
                  </a:lnTo>
                  <a:cubicBezTo>
                    <a:pt x="4834" y="6942"/>
                    <a:pt x="4786" y="6811"/>
                    <a:pt x="4715" y="6692"/>
                  </a:cubicBezTo>
                  <a:lnTo>
                    <a:pt x="4953" y="6454"/>
                  </a:lnTo>
                  <a:cubicBezTo>
                    <a:pt x="5036" y="6358"/>
                    <a:pt x="5036" y="6227"/>
                    <a:pt x="4953" y="6156"/>
                  </a:cubicBezTo>
                  <a:lnTo>
                    <a:pt x="4310" y="5513"/>
                  </a:lnTo>
                  <a:cubicBezTo>
                    <a:pt x="4263" y="5477"/>
                    <a:pt x="4215" y="5454"/>
                    <a:pt x="4155" y="5454"/>
                  </a:cubicBezTo>
                  <a:cubicBezTo>
                    <a:pt x="4096" y="5454"/>
                    <a:pt x="4060" y="5477"/>
                    <a:pt x="4013" y="5513"/>
                  </a:cubicBezTo>
                  <a:lnTo>
                    <a:pt x="3774" y="5751"/>
                  </a:lnTo>
                  <a:cubicBezTo>
                    <a:pt x="3655" y="5692"/>
                    <a:pt x="3524" y="5632"/>
                    <a:pt x="3382" y="5596"/>
                  </a:cubicBezTo>
                  <a:lnTo>
                    <a:pt x="3382" y="5251"/>
                  </a:lnTo>
                  <a:cubicBezTo>
                    <a:pt x="3382" y="5132"/>
                    <a:pt x="3298" y="5037"/>
                    <a:pt x="3179" y="5037"/>
                  </a:cubicBezTo>
                  <a:lnTo>
                    <a:pt x="2655" y="5037"/>
                  </a:lnTo>
                  <a:lnTo>
                    <a:pt x="2655" y="1274"/>
                  </a:lnTo>
                  <a:lnTo>
                    <a:pt x="10704" y="1274"/>
                  </a:lnTo>
                  <a:cubicBezTo>
                    <a:pt x="10823" y="1274"/>
                    <a:pt x="10918" y="1191"/>
                    <a:pt x="10918" y="1072"/>
                  </a:cubicBezTo>
                  <a:cubicBezTo>
                    <a:pt x="10918" y="953"/>
                    <a:pt x="10823" y="858"/>
                    <a:pt x="10704" y="858"/>
                  </a:cubicBezTo>
                  <a:lnTo>
                    <a:pt x="2310" y="858"/>
                  </a:lnTo>
                  <a:lnTo>
                    <a:pt x="2310" y="429"/>
                  </a:lnTo>
                  <a:close/>
                  <a:moveTo>
                    <a:pt x="12966" y="7918"/>
                  </a:moveTo>
                  <a:lnTo>
                    <a:pt x="12966" y="8347"/>
                  </a:lnTo>
                  <a:lnTo>
                    <a:pt x="5358" y="8347"/>
                  </a:lnTo>
                  <a:cubicBezTo>
                    <a:pt x="5394" y="8299"/>
                    <a:pt x="5417" y="8251"/>
                    <a:pt x="5417" y="8192"/>
                  </a:cubicBezTo>
                  <a:lnTo>
                    <a:pt x="5417" y="7954"/>
                  </a:lnTo>
                  <a:lnTo>
                    <a:pt x="12835" y="7954"/>
                  </a:lnTo>
                  <a:cubicBezTo>
                    <a:pt x="12883" y="7954"/>
                    <a:pt x="12930" y="7942"/>
                    <a:pt x="12954" y="7918"/>
                  </a:cubicBezTo>
                  <a:close/>
                  <a:moveTo>
                    <a:pt x="2953" y="5442"/>
                  </a:moveTo>
                  <a:lnTo>
                    <a:pt x="2953" y="5739"/>
                  </a:lnTo>
                  <a:cubicBezTo>
                    <a:pt x="2953" y="5846"/>
                    <a:pt x="3024" y="5918"/>
                    <a:pt x="3120" y="5954"/>
                  </a:cubicBezTo>
                  <a:cubicBezTo>
                    <a:pt x="3310" y="5989"/>
                    <a:pt x="3501" y="6073"/>
                    <a:pt x="3679" y="6192"/>
                  </a:cubicBezTo>
                  <a:cubicBezTo>
                    <a:pt x="3716" y="6215"/>
                    <a:pt x="3755" y="6225"/>
                    <a:pt x="3793" y="6225"/>
                  </a:cubicBezTo>
                  <a:cubicBezTo>
                    <a:pt x="3853" y="6225"/>
                    <a:pt x="3909" y="6200"/>
                    <a:pt x="3953" y="6156"/>
                  </a:cubicBezTo>
                  <a:lnTo>
                    <a:pt x="4155" y="5954"/>
                  </a:lnTo>
                  <a:lnTo>
                    <a:pt x="4501" y="6287"/>
                  </a:lnTo>
                  <a:lnTo>
                    <a:pt x="4298" y="6501"/>
                  </a:lnTo>
                  <a:cubicBezTo>
                    <a:pt x="4215" y="6573"/>
                    <a:pt x="4203" y="6680"/>
                    <a:pt x="4263" y="6763"/>
                  </a:cubicBezTo>
                  <a:cubicBezTo>
                    <a:pt x="4370" y="6942"/>
                    <a:pt x="4453" y="7144"/>
                    <a:pt x="4501" y="7335"/>
                  </a:cubicBezTo>
                  <a:cubicBezTo>
                    <a:pt x="4513" y="7418"/>
                    <a:pt x="4608" y="7501"/>
                    <a:pt x="4715" y="7501"/>
                  </a:cubicBezTo>
                  <a:lnTo>
                    <a:pt x="5013" y="7501"/>
                  </a:lnTo>
                  <a:lnTo>
                    <a:pt x="5013" y="7990"/>
                  </a:lnTo>
                  <a:lnTo>
                    <a:pt x="4715" y="7990"/>
                  </a:lnTo>
                  <a:cubicBezTo>
                    <a:pt x="4608" y="7990"/>
                    <a:pt x="4525" y="8061"/>
                    <a:pt x="4501" y="8156"/>
                  </a:cubicBezTo>
                  <a:cubicBezTo>
                    <a:pt x="4453" y="8347"/>
                    <a:pt x="4382" y="8537"/>
                    <a:pt x="4263" y="8716"/>
                  </a:cubicBezTo>
                  <a:cubicBezTo>
                    <a:pt x="4203" y="8811"/>
                    <a:pt x="4215" y="8906"/>
                    <a:pt x="4298" y="8990"/>
                  </a:cubicBezTo>
                  <a:lnTo>
                    <a:pt x="4501" y="9192"/>
                  </a:lnTo>
                  <a:lnTo>
                    <a:pt x="4155" y="9537"/>
                  </a:lnTo>
                  <a:lnTo>
                    <a:pt x="3953" y="9323"/>
                  </a:lnTo>
                  <a:cubicBezTo>
                    <a:pt x="3912" y="9282"/>
                    <a:pt x="3860" y="9261"/>
                    <a:pt x="3805" y="9261"/>
                  </a:cubicBezTo>
                  <a:cubicBezTo>
                    <a:pt x="3764" y="9261"/>
                    <a:pt x="3720" y="9273"/>
                    <a:pt x="3679" y="9299"/>
                  </a:cubicBezTo>
                  <a:cubicBezTo>
                    <a:pt x="3501" y="9394"/>
                    <a:pt x="3310" y="9490"/>
                    <a:pt x="3120" y="9537"/>
                  </a:cubicBezTo>
                  <a:cubicBezTo>
                    <a:pt x="3024" y="9549"/>
                    <a:pt x="2953" y="9633"/>
                    <a:pt x="2953" y="9740"/>
                  </a:cubicBezTo>
                  <a:lnTo>
                    <a:pt x="2953" y="10037"/>
                  </a:lnTo>
                  <a:lnTo>
                    <a:pt x="2465" y="10037"/>
                  </a:lnTo>
                  <a:lnTo>
                    <a:pt x="2465" y="9740"/>
                  </a:lnTo>
                  <a:cubicBezTo>
                    <a:pt x="2465" y="9633"/>
                    <a:pt x="2393" y="9561"/>
                    <a:pt x="2298" y="9537"/>
                  </a:cubicBezTo>
                  <a:cubicBezTo>
                    <a:pt x="2108" y="9490"/>
                    <a:pt x="1917" y="9418"/>
                    <a:pt x="1738" y="9299"/>
                  </a:cubicBezTo>
                  <a:cubicBezTo>
                    <a:pt x="1697" y="9273"/>
                    <a:pt x="1654" y="9261"/>
                    <a:pt x="1612" y="9261"/>
                  </a:cubicBezTo>
                  <a:cubicBezTo>
                    <a:pt x="1557" y="9261"/>
                    <a:pt x="1505" y="9282"/>
                    <a:pt x="1465" y="9323"/>
                  </a:cubicBezTo>
                  <a:lnTo>
                    <a:pt x="1262" y="9537"/>
                  </a:lnTo>
                  <a:lnTo>
                    <a:pt x="917" y="9192"/>
                  </a:lnTo>
                  <a:lnTo>
                    <a:pt x="1119" y="8990"/>
                  </a:lnTo>
                  <a:cubicBezTo>
                    <a:pt x="1203" y="8906"/>
                    <a:pt x="1215" y="8799"/>
                    <a:pt x="1155" y="8716"/>
                  </a:cubicBezTo>
                  <a:cubicBezTo>
                    <a:pt x="1048" y="8537"/>
                    <a:pt x="965" y="8347"/>
                    <a:pt x="917" y="8156"/>
                  </a:cubicBezTo>
                  <a:cubicBezTo>
                    <a:pt x="905" y="8061"/>
                    <a:pt x="810" y="7990"/>
                    <a:pt x="703" y="7990"/>
                  </a:cubicBezTo>
                  <a:lnTo>
                    <a:pt x="405" y="7990"/>
                  </a:lnTo>
                  <a:lnTo>
                    <a:pt x="405" y="7501"/>
                  </a:lnTo>
                  <a:lnTo>
                    <a:pt x="703" y="7501"/>
                  </a:lnTo>
                  <a:cubicBezTo>
                    <a:pt x="810" y="7501"/>
                    <a:pt x="881" y="7418"/>
                    <a:pt x="917" y="7335"/>
                  </a:cubicBezTo>
                  <a:cubicBezTo>
                    <a:pt x="965" y="7144"/>
                    <a:pt x="1036" y="6942"/>
                    <a:pt x="1155" y="6763"/>
                  </a:cubicBezTo>
                  <a:cubicBezTo>
                    <a:pt x="1215" y="6680"/>
                    <a:pt x="1203" y="6573"/>
                    <a:pt x="1119" y="6501"/>
                  </a:cubicBezTo>
                  <a:lnTo>
                    <a:pt x="917" y="6287"/>
                  </a:lnTo>
                  <a:lnTo>
                    <a:pt x="1262" y="5954"/>
                  </a:lnTo>
                  <a:lnTo>
                    <a:pt x="1465" y="6156"/>
                  </a:lnTo>
                  <a:cubicBezTo>
                    <a:pt x="1508" y="6200"/>
                    <a:pt x="1565" y="6225"/>
                    <a:pt x="1624" y="6225"/>
                  </a:cubicBezTo>
                  <a:cubicBezTo>
                    <a:pt x="1662" y="6225"/>
                    <a:pt x="1701" y="6215"/>
                    <a:pt x="1738" y="6192"/>
                  </a:cubicBezTo>
                  <a:cubicBezTo>
                    <a:pt x="1917" y="6085"/>
                    <a:pt x="2108" y="5989"/>
                    <a:pt x="2298" y="5954"/>
                  </a:cubicBezTo>
                  <a:cubicBezTo>
                    <a:pt x="2393" y="5930"/>
                    <a:pt x="2465" y="5846"/>
                    <a:pt x="2465" y="5739"/>
                  </a:cubicBezTo>
                  <a:lnTo>
                    <a:pt x="2465" y="5442"/>
                  </a:lnTo>
                  <a:close/>
                  <a:moveTo>
                    <a:pt x="2084" y="0"/>
                  </a:moveTo>
                  <a:cubicBezTo>
                    <a:pt x="1977" y="0"/>
                    <a:pt x="1881" y="84"/>
                    <a:pt x="1881" y="203"/>
                  </a:cubicBezTo>
                  <a:lnTo>
                    <a:pt x="1881" y="1048"/>
                  </a:lnTo>
                  <a:cubicBezTo>
                    <a:pt x="1881" y="1167"/>
                    <a:pt x="1977" y="1263"/>
                    <a:pt x="2084" y="1263"/>
                  </a:cubicBezTo>
                  <a:lnTo>
                    <a:pt x="2227" y="1263"/>
                  </a:lnTo>
                  <a:lnTo>
                    <a:pt x="2227" y="5037"/>
                  </a:lnTo>
                  <a:cubicBezTo>
                    <a:pt x="2119" y="5061"/>
                    <a:pt x="2048" y="5144"/>
                    <a:pt x="2048" y="5251"/>
                  </a:cubicBezTo>
                  <a:lnTo>
                    <a:pt x="2048" y="5584"/>
                  </a:lnTo>
                  <a:cubicBezTo>
                    <a:pt x="1905" y="5632"/>
                    <a:pt x="1774" y="5680"/>
                    <a:pt x="1655" y="5751"/>
                  </a:cubicBezTo>
                  <a:lnTo>
                    <a:pt x="1417" y="5513"/>
                  </a:lnTo>
                  <a:cubicBezTo>
                    <a:pt x="1369" y="5465"/>
                    <a:pt x="1334" y="5454"/>
                    <a:pt x="1274" y="5454"/>
                  </a:cubicBezTo>
                  <a:cubicBezTo>
                    <a:pt x="1215" y="5454"/>
                    <a:pt x="1167" y="5465"/>
                    <a:pt x="1119" y="5513"/>
                  </a:cubicBezTo>
                  <a:lnTo>
                    <a:pt x="476" y="6156"/>
                  </a:lnTo>
                  <a:cubicBezTo>
                    <a:pt x="393" y="6239"/>
                    <a:pt x="393" y="6382"/>
                    <a:pt x="476" y="6454"/>
                  </a:cubicBezTo>
                  <a:lnTo>
                    <a:pt x="715" y="6692"/>
                  </a:lnTo>
                  <a:cubicBezTo>
                    <a:pt x="655" y="6811"/>
                    <a:pt x="595" y="6942"/>
                    <a:pt x="560" y="7073"/>
                  </a:cubicBezTo>
                  <a:lnTo>
                    <a:pt x="214" y="7073"/>
                  </a:lnTo>
                  <a:cubicBezTo>
                    <a:pt x="95" y="7073"/>
                    <a:pt x="0" y="7168"/>
                    <a:pt x="0" y="7287"/>
                  </a:cubicBezTo>
                  <a:lnTo>
                    <a:pt x="0" y="8192"/>
                  </a:lnTo>
                  <a:cubicBezTo>
                    <a:pt x="0" y="8311"/>
                    <a:pt x="95" y="8406"/>
                    <a:pt x="214" y="8406"/>
                  </a:cubicBezTo>
                  <a:lnTo>
                    <a:pt x="560" y="8406"/>
                  </a:lnTo>
                  <a:cubicBezTo>
                    <a:pt x="595" y="8537"/>
                    <a:pt x="643" y="8668"/>
                    <a:pt x="715" y="8787"/>
                  </a:cubicBezTo>
                  <a:lnTo>
                    <a:pt x="476" y="9025"/>
                  </a:lnTo>
                  <a:cubicBezTo>
                    <a:pt x="393" y="9121"/>
                    <a:pt x="393" y="9252"/>
                    <a:pt x="476" y="9323"/>
                  </a:cubicBezTo>
                  <a:lnTo>
                    <a:pt x="1119" y="9966"/>
                  </a:lnTo>
                  <a:cubicBezTo>
                    <a:pt x="1167" y="10008"/>
                    <a:pt x="1223" y="10028"/>
                    <a:pt x="1277" y="10028"/>
                  </a:cubicBezTo>
                  <a:cubicBezTo>
                    <a:pt x="1331" y="10028"/>
                    <a:pt x="1381" y="10008"/>
                    <a:pt x="1417" y="9966"/>
                  </a:cubicBezTo>
                  <a:lnTo>
                    <a:pt x="1655" y="9728"/>
                  </a:lnTo>
                  <a:cubicBezTo>
                    <a:pt x="1774" y="9787"/>
                    <a:pt x="1905" y="9847"/>
                    <a:pt x="2048" y="9895"/>
                  </a:cubicBezTo>
                  <a:lnTo>
                    <a:pt x="2048" y="10228"/>
                  </a:lnTo>
                  <a:cubicBezTo>
                    <a:pt x="2048" y="10347"/>
                    <a:pt x="2131" y="10442"/>
                    <a:pt x="2250" y="10442"/>
                  </a:cubicBezTo>
                  <a:lnTo>
                    <a:pt x="3155" y="10442"/>
                  </a:lnTo>
                  <a:cubicBezTo>
                    <a:pt x="3274" y="10442"/>
                    <a:pt x="3370" y="10347"/>
                    <a:pt x="3370" y="10228"/>
                  </a:cubicBezTo>
                  <a:lnTo>
                    <a:pt x="3370" y="9895"/>
                  </a:lnTo>
                  <a:cubicBezTo>
                    <a:pt x="3501" y="9847"/>
                    <a:pt x="3632" y="9799"/>
                    <a:pt x="3751" y="9728"/>
                  </a:cubicBezTo>
                  <a:lnTo>
                    <a:pt x="3989" y="9966"/>
                  </a:lnTo>
                  <a:cubicBezTo>
                    <a:pt x="4036" y="10008"/>
                    <a:pt x="4093" y="10028"/>
                    <a:pt x="4146" y="10028"/>
                  </a:cubicBezTo>
                  <a:cubicBezTo>
                    <a:pt x="4200" y="10028"/>
                    <a:pt x="4251" y="10008"/>
                    <a:pt x="4286" y="9966"/>
                  </a:cubicBezTo>
                  <a:lnTo>
                    <a:pt x="4929" y="9323"/>
                  </a:lnTo>
                  <a:cubicBezTo>
                    <a:pt x="5025" y="9240"/>
                    <a:pt x="5025" y="9097"/>
                    <a:pt x="4929" y="9025"/>
                  </a:cubicBezTo>
                  <a:lnTo>
                    <a:pt x="4691" y="8787"/>
                  </a:lnTo>
                  <a:cubicBezTo>
                    <a:pt x="4691" y="8775"/>
                    <a:pt x="4703" y="8775"/>
                    <a:pt x="4703" y="8763"/>
                  </a:cubicBezTo>
                  <a:lnTo>
                    <a:pt x="13180" y="8763"/>
                  </a:lnTo>
                  <a:cubicBezTo>
                    <a:pt x="13299" y="8763"/>
                    <a:pt x="13383" y="8668"/>
                    <a:pt x="13383" y="8549"/>
                  </a:cubicBezTo>
                  <a:lnTo>
                    <a:pt x="13383" y="7704"/>
                  </a:lnTo>
                  <a:cubicBezTo>
                    <a:pt x="13383" y="7585"/>
                    <a:pt x="13299" y="7489"/>
                    <a:pt x="13180" y="7489"/>
                  </a:cubicBezTo>
                  <a:lnTo>
                    <a:pt x="13037" y="7489"/>
                  </a:lnTo>
                  <a:lnTo>
                    <a:pt x="13037" y="1263"/>
                  </a:lnTo>
                  <a:lnTo>
                    <a:pt x="13192" y="1263"/>
                  </a:lnTo>
                  <a:cubicBezTo>
                    <a:pt x="13311" y="1263"/>
                    <a:pt x="13395" y="1167"/>
                    <a:pt x="13395" y="1048"/>
                  </a:cubicBezTo>
                  <a:lnTo>
                    <a:pt x="13395" y="203"/>
                  </a:lnTo>
                  <a:cubicBezTo>
                    <a:pt x="13395" y="84"/>
                    <a:pt x="13311" y="0"/>
                    <a:pt x="1319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6178;p50">
              <a:extLst>
                <a:ext uri="{FF2B5EF4-FFF2-40B4-BE49-F238E27FC236}">
                  <a16:creationId xmlns:a16="http://schemas.microsoft.com/office/drawing/2014/main" id="{7545EF12-7E6E-6171-F3E0-2D2F40DD8AEC}"/>
                </a:ext>
              </a:extLst>
            </p:cNvPr>
            <p:cNvSpPr/>
            <p:nvPr/>
          </p:nvSpPr>
          <p:spPr>
            <a:xfrm>
              <a:off x="2803568" y="3950909"/>
              <a:ext cx="40198" cy="85648"/>
            </a:xfrm>
            <a:custGeom>
              <a:avLst/>
              <a:gdLst/>
              <a:ahLst/>
              <a:cxnLst/>
              <a:rect l="l" t="t" r="r" b="b"/>
              <a:pathLst>
                <a:path w="1263" h="2691" extrusionOk="0">
                  <a:moveTo>
                    <a:pt x="846" y="417"/>
                  </a:moveTo>
                  <a:lnTo>
                    <a:pt x="846" y="2262"/>
                  </a:lnTo>
                  <a:lnTo>
                    <a:pt x="417" y="2262"/>
                  </a:lnTo>
                  <a:lnTo>
                    <a:pt x="417" y="417"/>
                  </a:lnTo>
                  <a:close/>
                  <a:moveTo>
                    <a:pt x="203" y="0"/>
                  </a:moveTo>
                  <a:cubicBezTo>
                    <a:pt x="84" y="0"/>
                    <a:pt x="1" y="84"/>
                    <a:pt x="1" y="203"/>
                  </a:cubicBezTo>
                  <a:lnTo>
                    <a:pt x="1" y="2477"/>
                  </a:lnTo>
                  <a:cubicBezTo>
                    <a:pt x="1" y="2596"/>
                    <a:pt x="84" y="2691"/>
                    <a:pt x="203" y="2691"/>
                  </a:cubicBezTo>
                  <a:lnTo>
                    <a:pt x="1060" y="2691"/>
                  </a:lnTo>
                  <a:cubicBezTo>
                    <a:pt x="1167" y="2691"/>
                    <a:pt x="1263" y="2596"/>
                    <a:pt x="1263" y="2477"/>
                  </a:cubicBezTo>
                  <a:lnTo>
                    <a:pt x="1263" y="203"/>
                  </a:lnTo>
                  <a:cubicBezTo>
                    <a:pt x="1263" y="84"/>
                    <a:pt x="1179" y="0"/>
                    <a:pt x="106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6179;p50">
              <a:extLst>
                <a:ext uri="{FF2B5EF4-FFF2-40B4-BE49-F238E27FC236}">
                  <a16:creationId xmlns:a16="http://schemas.microsoft.com/office/drawing/2014/main" id="{B24A13D2-D911-1253-47F8-97A0E0AA7F31}"/>
                </a:ext>
              </a:extLst>
            </p:cNvPr>
            <p:cNvSpPr/>
            <p:nvPr/>
          </p:nvSpPr>
          <p:spPr>
            <a:xfrm>
              <a:off x="2851691" y="3917935"/>
              <a:ext cx="40580" cy="118621"/>
            </a:xfrm>
            <a:custGeom>
              <a:avLst/>
              <a:gdLst/>
              <a:ahLst/>
              <a:cxnLst/>
              <a:rect l="l" t="t" r="r" b="b"/>
              <a:pathLst>
                <a:path w="1275" h="3727" extrusionOk="0">
                  <a:moveTo>
                    <a:pt x="858" y="417"/>
                  </a:moveTo>
                  <a:lnTo>
                    <a:pt x="858" y="3298"/>
                  </a:lnTo>
                  <a:lnTo>
                    <a:pt x="417" y="3298"/>
                  </a:lnTo>
                  <a:lnTo>
                    <a:pt x="417" y="417"/>
                  </a:lnTo>
                  <a:close/>
                  <a:moveTo>
                    <a:pt x="215" y="0"/>
                  </a:moveTo>
                  <a:cubicBezTo>
                    <a:pt x="96" y="0"/>
                    <a:pt x="1" y="96"/>
                    <a:pt x="1" y="215"/>
                  </a:cubicBezTo>
                  <a:lnTo>
                    <a:pt x="1" y="3513"/>
                  </a:lnTo>
                  <a:cubicBezTo>
                    <a:pt x="1" y="3632"/>
                    <a:pt x="96" y="3727"/>
                    <a:pt x="215" y="3727"/>
                  </a:cubicBezTo>
                  <a:lnTo>
                    <a:pt x="1060" y="3727"/>
                  </a:lnTo>
                  <a:cubicBezTo>
                    <a:pt x="1179" y="3727"/>
                    <a:pt x="1275" y="3632"/>
                    <a:pt x="1275" y="3513"/>
                  </a:cubicBezTo>
                  <a:lnTo>
                    <a:pt x="1275" y="215"/>
                  </a:lnTo>
                  <a:cubicBezTo>
                    <a:pt x="1275" y="96"/>
                    <a:pt x="1179" y="0"/>
                    <a:pt x="106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6180;p50">
              <a:extLst>
                <a:ext uri="{FF2B5EF4-FFF2-40B4-BE49-F238E27FC236}">
                  <a16:creationId xmlns:a16="http://schemas.microsoft.com/office/drawing/2014/main" id="{A03485C6-020C-9633-A628-1289D8CDF51F}"/>
                </a:ext>
              </a:extLst>
            </p:cNvPr>
            <p:cNvSpPr/>
            <p:nvPr/>
          </p:nvSpPr>
          <p:spPr>
            <a:xfrm>
              <a:off x="2900197" y="3934995"/>
              <a:ext cx="40198" cy="101562"/>
            </a:xfrm>
            <a:custGeom>
              <a:avLst/>
              <a:gdLst/>
              <a:ahLst/>
              <a:cxnLst/>
              <a:rect l="l" t="t" r="r" b="b"/>
              <a:pathLst>
                <a:path w="1263" h="3191" extrusionOk="0">
                  <a:moveTo>
                    <a:pt x="846" y="417"/>
                  </a:moveTo>
                  <a:lnTo>
                    <a:pt x="846" y="2762"/>
                  </a:lnTo>
                  <a:lnTo>
                    <a:pt x="417" y="2762"/>
                  </a:lnTo>
                  <a:lnTo>
                    <a:pt x="417" y="417"/>
                  </a:lnTo>
                  <a:close/>
                  <a:moveTo>
                    <a:pt x="203" y="0"/>
                  </a:moveTo>
                  <a:cubicBezTo>
                    <a:pt x="84" y="0"/>
                    <a:pt x="1" y="95"/>
                    <a:pt x="1" y="214"/>
                  </a:cubicBezTo>
                  <a:lnTo>
                    <a:pt x="1" y="2977"/>
                  </a:lnTo>
                  <a:cubicBezTo>
                    <a:pt x="1" y="3096"/>
                    <a:pt x="84" y="3191"/>
                    <a:pt x="203" y="3191"/>
                  </a:cubicBezTo>
                  <a:lnTo>
                    <a:pt x="1048" y="3191"/>
                  </a:lnTo>
                  <a:cubicBezTo>
                    <a:pt x="1168" y="3191"/>
                    <a:pt x="1263" y="3096"/>
                    <a:pt x="1263" y="2977"/>
                  </a:cubicBezTo>
                  <a:lnTo>
                    <a:pt x="1263" y="214"/>
                  </a:lnTo>
                  <a:cubicBezTo>
                    <a:pt x="1263" y="95"/>
                    <a:pt x="1179" y="0"/>
                    <a:pt x="104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6181;p50">
              <a:extLst>
                <a:ext uri="{FF2B5EF4-FFF2-40B4-BE49-F238E27FC236}">
                  <a16:creationId xmlns:a16="http://schemas.microsoft.com/office/drawing/2014/main" id="{E342C233-7776-EE26-43B5-35608B9F9429}"/>
                </a:ext>
              </a:extLst>
            </p:cNvPr>
            <p:cNvSpPr/>
            <p:nvPr/>
          </p:nvSpPr>
          <p:spPr>
            <a:xfrm>
              <a:off x="2948320" y="3879265"/>
              <a:ext cx="40580" cy="156941"/>
            </a:xfrm>
            <a:custGeom>
              <a:avLst/>
              <a:gdLst/>
              <a:ahLst/>
              <a:cxnLst/>
              <a:rect l="l" t="t" r="r" b="b"/>
              <a:pathLst>
                <a:path w="1275" h="4931" extrusionOk="0">
                  <a:moveTo>
                    <a:pt x="858" y="430"/>
                  </a:moveTo>
                  <a:lnTo>
                    <a:pt x="858" y="4525"/>
                  </a:lnTo>
                  <a:lnTo>
                    <a:pt x="418" y="4525"/>
                  </a:lnTo>
                  <a:lnTo>
                    <a:pt x="418" y="430"/>
                  </a:lnTo>
                  <a:close/>
                  <a:moveTo>
                    <a:pt x="215" y="1"/>
                  </a:moveTo>
                  <a:cubicBezTo>
                    <a:pt x="96" y="1"/>
                    <a:pt x="1" y="108"/>
                    <a:pt x="1" y="203"/>
                  </a:cubicBezTo>
                  <a:lnTo>
                    <a:pt x="1" y="4716"/>
                  </a:lnTo>
                  <a:cubicBezTo>
                    <a:pt x="1" y="4835"/>
                    <a:pt x="96" y="4930"/>
                    <a:pt x="215" y="4930"/>
                  </a:cubicBezTo>
                  <a:lnTo>
                    <a:pt x="1060" y="4930"/>
                  </a:lnTo>
                  <a:cubicBezTo>
                    <a:pt x="1180" y="4930"/>
                    <a:pt x="1275" y="4835"/>
                    <a:pt x="1275" y="4716"/>
                  </a:cubicBezTo>
                  <a:lnTo>
                    <a:pt x="1275" y="203"/>
                  </a:lnTo>
                  <a:cubicBezTo>
                    <a:pt x="1275" y="84"/>
                    <a:pt x="1180" y="1"/>
                    <a:pt x="106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6182;p50">
              <a:extLst>
                <a:ext uri="{FF2B5EF4-FFF2-40B4-BE49-F238E27FC236}">
                  <a16:creationId xmlns:a16="http://schemas.microsoft.com/office/drawing/2014/main" id="{154A300E-9BC3-386B-71F5-FA78455E4C43}"/>
                </a:ext>
              </a:extLst>
            </p:cNvPr>
            <p:cNvSpPr/>
            <p:nvPr/>
          </p:nvSpPr>
          <p:spPr>
            <a:xfrm>
              <a:off x="2716807" y="3896325"/>
              <a:ext cx="49269" cy="13304"/>
            </a:xfrm>
            <a:custGeom>
              <a:avLst/>
              <a:gdLst/>
              <a:ahLst/>
              <a:cxnLst/>
              <a:rect l="l" t="t" r="r" b="b"/>
              <a:pathLst>
                <a:path w="1548" h="418" extrusionOk="0">
                  <a:moveTo>
                    <a:pt x="214" y="1"/>
                  </a:moveTo>
                  <a:cubicBezTo>
                    <a:pt x="95" y="1"/>
                    <a:pt x="0" y="84"/>
                    <a:pt x="0" y="203"/>
                  </a:cubicBezTo>
                  <a:cubicBezTo>
                    <a:pt x="0" y="322"/>
                    <a:pt x="107" y="417"/>
                    <a:pt x="214" y="417"/>
                  </a:cubicBezTo>
                  <a:lnTo>
                    <a:pt x="1345" y="417"/>
                  </a:lnTo>
                  <a:cubicBezTo>
                    <a:pt x="1453" y="417"/>
                    <a:pt x="1548" y="322"/>
                    <a:pt x="1548" y="203"/>
                  </a:cubicBezTo>
                  <a:cubicBezTo>
                    <a:pt x="1548" y="84"/>
                    <a:pt x="1453" y="1"/>
                    <a:pt x="134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6183;p50">
              <a:extLst>
                <a:ext uri="{FF2B5EF4-FFF2-40B4-BE49-F238E27FC236}">
                  <a16:creationId xmlns:a16="http://schemas.microsoft.com/office/drawing/2014/main" id="{773B218B-A479-B31E-666D-2F1BC88E8178}"/>
                </a:ext>
              </a:extLst>
            </p:cNvPr>
            <p:cNvSpPr/>
            <p:nvPr/>
          </p:nvSpPr>
          <p:spPr>
            <a:xfrm>
              <a:off x="2717157" y="3917553"/>
              <a:ext cx="69002" cy="13304"/>
            </a:xfrm>
            <a:custGeom>
              <a:avLst/>
              <a:gdLst/>
              <a:ahLst/>
              <a:cxnLst/>
              <a:rect l="l" t="t" r="r" b="b"/>
              <a:pathLst>
                <a:path w="2168" h="418" extrusionOk="0">
                  <a:moveTo>
                    <a:pt x="215" y="0"/>
                  </a:moveTo>
                  <a:cubicBezTo>
                    <a:pt x="96" y="0"/>
                    <a:pt x="1" y="96"/>
                    <a:pt x="1" y="215"/>
                  </a:cubicBezTo>
                  <a:cubicBezTo>
                    <a:pt x="1" y="334"/>
                    <a:pt x="96" y="417"/>
                    <a:pt x="215" y="417"/>
                  </a:cubicBezTo>
                  <a:lnTo>
                    <a:pt x="1954" y="417"/>
                  </a:lnTo>
                  <a:cubicBezTo>
                    <a:pt x="2073" y="417"/>
                    <a:pt x="2168" y="334"/>
                    <a:pt x="2168" y="215"/>
                  </a:cubicBezTo>
                  <a:cubicBezTo>
                    <a:pt x="2168" y="96"/>
                    <a:pt x="2061" y="0"/>
                    <a:pt x="195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6184;p50">
              <a:extLst>
                <a:ext uri="{FF2B5EF4-FFF2-40B4-BE49-F238E27FC236}">
                  <a16:creationId xmlns:a16="http://schemas.microsoft.com/office/drawing/2014/main" id="{4A523EFF-8EB8-F30C-40D7-B8DCEF403FE6}"/>
                </a:ext>
              </a:extLst>
            </p:cNvPr>
            <p:cNvSpPr/>
            <p:nvPr/>
          </p:nvSpPr>
          <p:spPr>
            <a:xfrm>
              <a:off x="2717157" y="3938782"/>
              <a:ext cx="69002" cy="13272"/>
            </a:xfrm>
            <a:custGeom>
              <a:avLst/>
              <a:gdLst/>
              <a:ahLst/>
              <a:cxnLst/>
              <a:rect l="l" t="t" r="r" b="b"/>
              <a:pathLst>
                <a:path w="2168" h="417" extrusionOk="0">
                  <a:moveTo>
                    <a:pt x="215" y="0"/>
                  </a:moveTo>
                  <a:cubicBezTo>
                    <a:pt x="96" y="0"/>
                    <a:pt x="1" y="95"/>
                    <a:pt x="1" y="214"/>
                  </a:cubicBezTo>
                  <a:cubicBezTo>
                    <a:pt x="1" y="334"/>
                    <a:pt x="96" y="417"/>
                    <a:pt x="215" y="417"/>
                  </a:cubicBezTo>
                  <a:lnTo>
                    <a:pt x="1954" y="417"/>
                  </a:lnTo>
                  <a:cubicBezTo>
                    <a:pt x="2073" y="417"/>
                    <a:pt x="2168" y="334"/>
                    <a:pt x="2168" y="214"/>
                  </a:cubicBezTo>
                  <a:cubicBezTo>
                    <a:pt x="2168" y="95"/>
                    <a:pt x="2061" y="0"/>
                    <a:pt x="195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6185;p50">
              <a:extLst>
                <a:ext uri="{FF2B5EF4-FFF2-40B4-BE49-F238E27FC236}">
                  <a16:creationId xmlns:a16="http://schemas.microsoft.com/office/drawing/2014/main" id="{B42C491C-CF4E-A604-1D25-C49243A9ED34}"/>
                </a:ext>
              </a:extLst>
            </p:cNvPr>
            <p:cNvSpPr/>
            <p:nvPr/>
          </p:nvSpPr>
          <p:spPr>
            <a:xfrm>
              <a:off x="2717157" y="3960361"/>
              <a:ext cx="69002" cy="13304"/>
            </a:xfrm>
            <a:custGeom>
              <a:avLst/>
              <a:gdLst/>
              <a:ahLst/>
              <a:cxnLst/>
              <a:rect l="l" t="t" r="r" b="b"/>
              <a:pathLst>
                <a:path w="2168" h="418" extrusionOk="0">
                  <a:moveTo>
                    <a:pt x="215" y="1"/>
                  </a:moveTo>
                  <a:cubicBezTo>
                    <a:pt x="96" y="1"/>
                    <a:pt x="1" y="84"/>
                    <a:pt x="1" y="203"/>
                  </a:cubicBezTo>
                  <a:cubicBezTo>
                    <a:pt x="1" y="322"/>
                    <a:pt x="96" y="418"/>
                    <a:pt x="215" y="418"/>
                  </a:cubicBezTo>
                  <a:lnTo>
                    <a:pt x="1954" y="418"/>
                  </a:lnTo>
                  <a:cubicBezTo>
                    <a:pt x="2073" y="418"/>
                    <a:pt x="2168" y="322"/>
                    <a:pt x="2168" y="203"/>
                  </a:cubicBezTo>
                  <a:cubicBezTo>
                    <a:pt x="2168" y="84"/>
                    <a:pt x="2061" y="1"/>
                    <a:pt x="195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6186;p50">
              <a:extLst>
                <a:ext uri="{FF2B5EF4-FFF2-40B4-BE49-F238E27FC236}">
                  <a16:creationId xmlns:a16="http://schemas.microsoft.com/office/drawing/2014/main" id="{0CF92C64-4111-BDD3-B7F3-46E0BB0B07C4}"/>
                </a:ext>
              </a:extLst>
            </p:cNvPr>
            <p:cNvSpPr/>
            <p:nvPr/>
          </p:nvSpPr>
          <p:spPr>
            <a:xfrm>
              <a:off x="2655793" y="4020993"/>
              <a:ext cx="84152" cy="82656"/>
            </a:xfrm>
            <a:custGeom>
              <a:avLst/>
              <a:gdLst/>
              <a:ahLst/>
              <a:cxnLst/>
              <a:rect l="l" t="t" r="r" b="b"/>
              <a:pathLst>
                <a:path w="2644" h="2597" extrusionOk="0">
                  <a:moveTo>
                    <a:pt x="1322" y="1"/>
                  </a:moveTo>
                  <a:cubicBezTo>
                    <a:pt x="595" y="1"/>
                    <a:pt x="0" y="596"/>
                    <a:pt x="0" y="1322"/>
                  </a:cubicBezTo>
                  <a:cubicBezTo>
                    <a:pt x="0" y="1620"/>
                    <a:pt x="84" y="1882"/>
                    <a:pt x="262" y="2120"/>
                  </a:cubicBezTo>
                  <a:cubicBezTo>
                    <a:pt x="312" y="2177"/>
                    <a:pt x="379" y="2204"/>
                    <a:pt x="442" y="2204"/>
                  </a:cubicBezTo>
                  <a:cubicBezTo>
                    <a:pt x="485" y="2204"/>
                    <a:pt x="526" y="2192"/>
                    <a:pt x="560" y="2168"/>
                  </a:cubicBezTo>
                  <a:cubicBezTo>
                    <a:pt x="655" y="2096"/>
                    <a:pt x="667" y="1965"/>
                    <a:pt x="607" y="1870"/>
                  </a:cubicBezTo>
                  <a:cubicBezTo>
                    <a:pt x="488" y="1703"/>
                    <a:pt x="429" y="1525"/>
                    <a:pt x="429" y="1322"/>
                  </a:cubicBezTo>
                  <a:cubicBezTo>
                    <a:pt x="429" y="822"/>
                    <a:pt x="834" y="406"/>
                    <a:pt x="1334" y="406"/>
                  </a:cubicBezTo>
                  <a:cubicBezTo>
                    <a:pt x="1846" y="406"/>
                    <a:pt x="2239" y="810"/>
                    <a:pt x="2239" y="1322"/>
                  </a:cubicBezTo>
                  <a:cubicBezTo>
                    <a:pt x="2239" y="1620"/>
                    <a:pt x="2096" y="1894"/>
                    <a:pt x="1846" y="2061"/>
                  </a:cubicBezTo>
                  <a:cubicBezTo>
                    <a:pt x="1822" y="2061"/>
                    <a:pt x="1822" y="2073"/>
                    <a:pt x="1810" y="2073"/>
                  </a:cubicBezTo>
                  <a:lnTo>
                    <a:pt x="1798" y="2073"/>
                  </a:lnTo>
                  <a:cubicBezTo>
                    <a:pt x="1786" y="2073"/>
                    <a:pt x="1786" y="2096"/>
                    <a:pt x="1762" y="2096"/>
                  </a:cubicBezTo>
                  <a:lnTo>
                    <a:pt x="1750" y="2096"/>
                  </a:lnTo>
                  <a:cubicBezTo>
                    <a:pt x="1738" y="2096"/>
                    <a:pt x="1738" y="2108"/>
                    <a:pt x="1727" y="2108"/>
                  </a:cubicBezTo>
                  <a:cubicBezTo>
                    <a:pt x="1703" y="2108"/>
                    <a:pt x="1691" y="2120"/>
                    <a:pt x="1691" y="2120"/>
                  </a:cubicBezTo>
                  <a:lnTo>
                    <a:pt x="1679" y="2120"/>
                  </a:lnTo>
                  <a:cubicBezTo>
                    <a:pt x="1667" y="2120"/>
                    <a:pt x="1667" y="2120"/>
                    <a:pt x="1643" y="2144"/>
                  </a:cubicBezTo>
                  <a:lnTo>
                    <a:pt x="1631" y="2144"/>
                  </a:lnTo>
                  <a:cubicBezTo>
                    <a:pt x="1619" y="2144"/>
                    <a:pt x="1608" y="2156"/>
                    <a:pt x="1608" y="2156"/>
                  </a:cubicBezTo>
                  <a:cubicBezTo>
                    <a:pt x="1584" y="2156"/>
                    <a:pt x="1572" y="2156"/>
                    <a:pt x="1560" y="2168"/>
                  </a:cubicBezTo>
                  <a:lnTo>
                    <a:pt x="1072" y="2168"/>
                  </a:lnTo>
                  <a:cubicBezTo>
                    <a:pt x="1048" y="2168"/>
                    <a:pt x="1036" y="2168"/>
                    <a:pt x="1024" y="2156"/>
                  </a:cubicBezTo>
                  <a:cubicBezTo>
                    <a:pt x="1012" y="2156"/>
                    <a:pt x="988" y="2144"/>
                    <a:pt x="988" y="2144"/>
                  </a:cubicBezTo>
                  <a:lnTo>
                    <a:pt x="976" y="2144"/>
                  </a:lnTo>
                  <a:cubicBezTo>
                    <a:pt x="951" y="2133"/>
                    <a:pt x="925" y="2127"/>
                    <a:pt x="899" y="2127"/>
                  </a:cubicBezTo>
                  <a:cubicBezTo>
                    <a:pt x="817" y="2127"/>
                    <a:pt x="742" y="2181"/>
                    <a:pt x="715" y="2263"/>
                  </a:cubicBezTo>
                  <a:cubicBezTo>
                    <a:pt x="667" y="2358"/>
                    <a:pt x="726" y="2501"/>
                    <a:pt x="834" y="2525"/>
                  </a:cubicBezTo>
                  <a:lnTo>
                    <a:pt x="846" y="2525"/>
                  </a:lnTo>
                  <a:cubicBezTo>
                    <a:pt x="857" y="2525"/>
                    <a:pt x="869" y="2537"/>
                    <a:pt x="905" y="2537"/>
                  </a:cubicBezTo>
                  <a:cubicBezTo>
                    <a:pt x="917" y="2537"/>
                    <a:pt x="929" y="2561"/>
                    <a:pt x="965" y="2561"/>
                  </a:cubicBezTo>
                  <a:lnTo>
                    <a:pt x="976" y="2561"/>
                  </a:lnTo>
                  <a:cubicBezTo>
                    <a:pt x="988" y="2561"/>
                    <a:pt x="1012" y="2561"/>
                    <a:pt x="1024" y="2573"/>
                  </a:cubicBezTo>
                  <a:lnTo>
                    <a:pt x="1036" y="2573"/>
                  </a:lnTo>
                  <a:cubicBezTo>
                    <a:pt x="1048" y="2573"/>
                    <a:pt x="1072" y="2573"/>
                    <a:pt x="1096" y="2584"/>
                  </a:cubicBezTo>
                  <a:cubicBezTo>
                    <a:pt x="1107" y="2584"/>
                    <a:pt x="1143" y="2584"/>
                    <a:pt x="1155" y="2596"/>
                  </a:cubicBezTo>
                  <a:lnTo>
                    <a:pt x="1429" y="2596"/>
                  </a:lnTo>
                  <a:cubicBezTo>
                    <a:pt x="1441" y="2596"/>
                    <a:pt x="1465" y="2596"/>
                    <a:pt x="1488" y="2584"/>
                  </a:cubicBezTo>
                  <a:cubicBezTo>
                    <a:pt x="1500" y="2584"/>
                    <a:pt x="1524" y="2584"/>
                    <a:pt x="1548" y="2573"/>
                  </a:cubicBezTo>
                  <a:lnTo>
                    <a:pt x="1560" y="2573"/>
                  </a:lnTo>
                  <a:cubicBezTo>
                    <a:pt x="1572" y="2573"/>
                    <a:pt x="1584" y="2573"/>
                    <a:pt x="1608" y="2561"/>
                  </a:cubicBezTo>
                  <a:lnTo>
                    <a:pt x="1619" y="2561"/>
                  </a:lnTo>
                  <a:cubicBezTo>
                    <a:pt x="1631" y="2561"/>
                    <a:pt x="1643" y="2537"/>
                    <a:pt x="1679" y="2537"/>
                  </a:cubicBezTo>
                  <a:cubicBezTo>
                    <a:pt x="1691" y="2537"/>
                    <a:pt x="1703" y="2525"/>
                    <a:pt x="1738" y="2525"/>
                  </a:cubicBezTo>
                  <a:lnTo>
                    <a:pt x="1750" y="2525"/>
                  </a:lnTo>
                  <a:cubicBezTo>
                    <a:pt x="1762" y="2525"/>
                    <a:pt x="1786" y="2513"/>
                    <a:pt x="1798" y="2513"/>
                  </a:cubicBezTo>
                  <a:lnTo>
                    <a:pt x="1810" y="2513"/>
                  </a:lnTo>
                  <a:cubicBezTo>
                    <a:pt x="1822" y="2513"/>
                    <a:pt x="1846" y="2489"/>
                    <a:pt x="1858" y="2477"/>
                  </a:cubicBezTo>
                  <a:cubicBezTo>
                    <a:pt x="1869" y="2465"/>
                    <a:pt x="1881" y="2465"/>
                    <a:pt x="1905" y="2454"/>
                  </a:cubicBezTo>
                  <a:lnTo>
                    <a:pt x="1917" y="2430"/>
                  </a:lnTo>
                  <a:cubicBezTo>
                    <a:pt x="1929" y="2430"/>
                    <a:pt x="1941" y="2418"/>
                    <a:pt x="1941" y="2418"/>
                  </a:cubicBezTo>
                  <a:lnTo>
                    <a:pt x="1965" y="2406"/>
                  </a:lnTo>
                  <a:cubicBezTo>
                    <a:pt x="1977" y="2394"/>
                    <a:pt x="1989" y="2394"/>
                    <a:pt x="2000" y="2370"/>
                  </a:cubicBezTo>
                  <a:cubicBezTo>
                    <a:pt x="2381" y="2120"/>
                    <a:pt x="2584" y="1715"/>
                    <a:pt x="2584" y="1275"/>
                  </a:cubicBezTo>
                  <a:cubicBezTo>
                    <a:pt x="2643" y="596"/>
                    <a:pt x="2048" y="1"/>
                    <a:pt x="132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 name="Google Shape;5303;p45">
            <a:extLst>
              <a:ext uri="{FF2B5EF4-FFF2-40B4-BE49-F238E27FC236}">
                <a16:creationId xmlns:a16="http://schemas.microsoft.com/office/drawing/2014/main" id="{57A18196-055A-B2E5-00E8-9024A7928751}"/>
              </a:ext>
            </a:extLst>
          </p:cNvPr>
          <p:cNvGrpSpPr/>
          <p:nvPr/>
        </p:nvGrpSpPr>
        <p:grpSpPr>
          <a:xfrm>
            <a:off x="4724141" y="5315919"/>
            <a:ext cx="948240" cy="1007389"/>
            <a:chOff x="3300325" y="249875"/>
            <a:chExt cx="433725" cy="480900"/>
          </a:xfrm>
          <a:solidFill>
            <a:srgbClr val="148A9B"/>
          </a:solidFill>
        </p:grpSpPr>
        <p:sp>
          <p:nvSpPr>
            <p:cNvPr id="133" name="Google Shape;5304;p45">
              <a:extLst>
                <a:ext uri="{FF2B5EF4-FFF2-40B4-BE49-F238E27FC236}">
                  <a16:creationId xmlns:a16="http://schemas.microsoft.com/office/drawing/2014/main" id="{477F0EBC-4723-B13E-1434-5A5D4314026F}"/>
                </a:ext>
              </a:extLst>
            </p:cNvPr>
            <p:cNvSpPr/>
            <p:nvPr/>
          </p:nvSpPr>
          <p:spPr>
            <a:xfrm>
              <a:off x="3610875" y="334550"/>
              <a:ext cx="56475" cy="28250"/>
            </a:xfrm>
            <a:custGeom>
              <a:avLst/>
              <a:gdLst/>
              <a:ahLst/>
              <a:cxnLst/>
              <a:rect l="l" t="t" r="r" b="b"/>
              <a:pathLst>
                <a:path w="2259" h="1130" extrusionOk="0">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4" name="Google Shape;5305;p45">
              <a:extLst>
                <a:ext uri="{FF2B5EF4-FFF2-40B4-BE49-F238E27FC236}">
                  <a16:creationId xmlns:a16="http://schemas.microsoft.com/office/drawing/2014/main" id="{6E112C1E-D970-59E6-BF58-CF0EDE0DEFD1}"/>
                </a:ext>
              </a:extLst>
            </p:cNvPr>
            <p:cNvSpPr/>
            <p:nvPr/>
          </p:nvSpPr>
          <p:spPr>
            <a:xfrm>
              <a:off x="3467675" y="249875"/>
              <a:ext cx="46400" cy="56475"/>
            </a:xfrm>
            <a:custGeom>
              <a:avLst/>
              <a:gdLst/>
              <a:ahLst/>
              <a:cxnLst/>
              <a:rect l="l" t="t" r="r" b="b"/>
              <a:pathLst>
                <a:path w="1856" h="2259" extrusionOk="0">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5" name="Google Shape;5306;p45">
              <a:extLst>
                <a:ext uri="{FF2B5EF4-FFF2-40B4-BE49-F238E27FC236}">
                  <a16:creationId xmlns:a16="http://schemas.microsoft.com/office/drawing/2014/main" id="{315A7073-3769-FD6C-F32A-31B472F2B01E}"/>
                </a:ext>
              </a:extLst>
            </p:cNvPr>
            <p:cNvSpPr/>
            <p:nvPr/>
          </p:nvSpPr>
          <p:spPr>
            <a:xfrm>
              <a:off x="3566525" y="249875"/>
              <a:ext cx="46400" cy="56475"/>
            </a:xfrm>
            <a:custGeom>
              <a:avLst/>
              <a:gdLst/>
              <a:ahLst/>
              <a:cxnLst/>
              <a:rect l="l" t="t" r="r" b="b"/>
              <a:pathLst>
                <a:path w="1856" h="2259" extrusionOk="0">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6" name="Google Shape;5307;p45">
              <a:extLst>
                <a:ext uri="{FF2B5EF4-FFF2-40B4-BE49-F238E27FC236}">
                  <a16:creationId xmlns:a16="http://schemas.microsoft.com/office/drawing/2014/main" id="{5FC9EABE-A863-564F-3C9A-9B09B746076E}"/>
                </a:ext>
              </a:extLst>
            </p:cNvPr>
            <p:cNvSpPr/>
            <p:nvPr/>
          </p:nvSpPr>
          <p:spPr>
            <a:xfrm>
              <a:off x="3413250" y="334550"/>
              <a:ext cx="56500" cy="28250"/>
            </a:xfrm>
            <a:custGeom>
              <a:avLst/>
              <a:gdLst/>
              <a:ahLst/>
              <a:cxnLst/>
              <a:rect l="l" t="t" r="r" b="b"/>
              <a:pathLst>
                <a:path w="2260" h="1130" extrusionOk="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7" name="Google Shape;5308;p45">
              <a:extLst>
                <a:ext uri="{FF2B5EF4-FFF2-40B4-BE49-F238E27FC236}">
                  <a16:creationId xmlns:a16="http://schemas.microsoft.com/office/drawing/2014/main" id="{B3E23AD7-9099-1ECD-E774-6DD108F5F2EE}"/>
                </a:ext>
              </a:extLst>
            </p:cNvPr>
            <p:cNvSpPr/>
            <p:nvPr/>
          </p:nvSpPr>
          <p:spPr>
            <a:xfrm>
              <a:off x="3300325" y="476675"/>
              <a:ext cx="84725" cy="254100"/>
            </a:xfrm>
            <a:custGeom>
              <a:avLst/>
              <a:gdLst/>
              <a:ahLst/>
              <a:cxnLst/>
              <a:rect l="l" t="t" r="r" b="b"/>
              <a:pathLst>
                <a:path w="3389" h="10164" extrusionOk="0">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38" name="Google Shape;5309;p45">
              <a:extLst>
                <a:ext uri="{FF2B5EF4-FFF2-40B4-BE49-F238E27FC236}">
                  <a16:creationId xmlns:a16="http://schemas.microsoft.com/office/drawing/2014/main" id="{C3D5D317-DFE9-ED5A-4C29-C78DD1707ED7}"/>
                </a:ext>
              </a:extLst>
            </p:cNvPr>
            <p:cNvSpPr/>
            <p:nvPr/>
          </p:nvSpPr>
          <p:spPr>
            <a:xfrm>
              <a:off x="3413250" y="335525"/>
              <a:ext cx="320800" cy="395250"/>
            </a:xfrm>
            <a:custGeom>
              <a:avLst/>
              <a:gdLst/>
              <a:ahLst/>
              <a:cxnLst/>
              <a:rect l="l" t="t" r="r" b="b"/>
              <a:pathLst>
                <a:path w="12832" h="15810" extrusionOk="0">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grpSp>
        <p:nvGrpSpPr>
          <p:cNvPr id="139" name="Google Shape;2171;p33">
            <a:extLst>
              <a:ext uri="{FF2B5EF4-FFF2-40B4-BE49-F238E27FC236}">
                <a16:creationId xmlns:a16="http://schemas.microsoft.com/office/drawing/2014/main" id="{C6729961-F094-410F-4D14-D27110930533}"/>
              </a:ext>
            </a:extLst>
          </p:cNvPr>
          <p:cNvGrpSpPr/>
          <p:nvPr/>
        </p:nvGrpSpPr>
        <p:grpSpPr>
          <a:xfrm flipH="1">
            <a:off x="6096000" y="5482487"/>
            <a:ext cx="1276952" cy="800213"/>
            <a:chOff x="5014900" y="1023650"/>
            <a:chExt cx="758400" cy="426725"/>
          </a:xfrm>
        </p:grpSpPr>
        <p:sp>
          <p:nvSpPr>
            <p:cNvPr id="140" name="Google Shape;2172;p33">
              <a:extLst>
                <a:ext uri="{FF2B5EF4-FFF2-40B4-BE49-F238E27FC236}">
                  <a16:creationId xmlns:a16="http://schemas.microsoft.com/office/drawing/2014/main" id="{FD9F96F3-31F0-F34D-762E-42E188720D95}"/>
                </a:ext>
              </a:extLst>
            </p:cNvPr>
            <p:cNvSpPr/>
            <p:nvPr/>
          </p:nvSpPr>
          <p:spPr>
            <a:xfrm>
              <a:off x="5253450" y="1023650"/>
              <a:ext cx="519850" cy="331700"/>
            </a:xfrm>
            <a:custGeom>
              <a:avLst/>
              <a:gdLst/>
              <a:ahLst/>
              <a:cxnLst/>
              <a:rect l="l" t="t" r="r" b="b"/>
              <a:pathLst>
                <a:path w="20794" h="13268" extrusionOk="0">
                  <a:moveTo>
                    <a:pt x="1" y="1"/>
                  </a:moveTo>
                  <a:lnTo>
                    <a:pt x="79" y="13267"/>
                  </a:lnTo>
                  <a:lnTo>
                    <a:pt x="20638" y="13190"/>
                  </a:lnTo>
                  <a:lnTo>
                    <a:pt x="20793"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2173;p33">
              <a:extLst>
                <a:ext uri="{FF2B5EF4-FFF2-40B4-BE49-F238E27FC236}">
                  <a16:creationId xmlns:a16="http://schemas.microsoft.com/office/drawing/2014/main" id="{FC66061D-FD07-9D8F-DF75-1630275E3CC7}"/>
                </a:ext>
              </a:extLst>
            </p:cNvPr>
            <p:cNvSpPr/>
            <p:nvPr/>
          </p:nvSpPr>
          <p:spPr>
            <a:xfrm>
              <a:off x="5014900" y="1099300"/>
              <a:ext cx="244400" cy="254100"/>
            </a:xfrm>
            <a:custGeom>
              <a:avLst/>
              <a:gdLst/>
              <a:ahLst/>
              <a:cxnLst/>
              <a:rect l="l" t="t" r="r" b="b"/>
              <a:pathLst>
                <a:path w="9776" h="10164" extrusionOk="0">
                  <a:moveTo>
                    <a:pt x="9000" y="776"/>
                  </a:moveTo>
                  <a:lnTo>
                    <a:pt x="9000" y="5043"/>
                  </a:lnTo>
                  <a:lnTo>
                    <a:pt x="1242" y="5043"/>
                  </a:lnTo>
                  <a:lnTo>
                    <a:pt x="2793" y="776"/>
                  </a:lnTo>
                  <a:close/>
                  <a:moveTo>
                    <a:pt x="2405" y="0"/>
                  </a:moveTo>
                  <a:lnTo>
                    <a:pt x="0" y="5897"/>
                  </a:lnTo>
                  <a:lnTo>
                    <a:pt x="0" y="10164"/>
                  </a:lnTo>
                  <a:lnTo>
                    <a:pt x="9776" y="10164"/>
                  </a:lnTo>
                  <a:lnTo>
                    <a:pt x="9776"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2174;p33">
              <a:extLst>
                <a:ext uri="{FF2B5EF4-FFF2-40B4-BE49-F238E27FC236}">
                  <a16:creationId xmlns:a16="http://schemas.microsoft.com/office/drawing/2014/main" id="{1D33B7A0-446D-FDCF-3B5A-968786241F2C}"/>
                </a:ext>
              </a:extLst>
            </p:cNvPr>
            <p:cNvSpPr/>
            <p:nvPr/>
          </p:nvSpPr>
          <p:spPr>
            <a:xfrm>
              <a:off x="5080741" y="1306951"/>
              <a:ext cx="141600" cy="139675"/>
            </a:xfrm>
            <a:custGeom>
              <a:avLst/>
              <a:gdLst/>
              <a:ahLst/>
              <a:cxnLst/>
              <a:rect l="l" t="t" r="r" b="b"/>
              <a:pathLst>
                <a:path w="5664" h="5587" extrusionOk="0">
                  <a:moveTo>
                    <a:pt x="2793" y="1552"/>
                  </a:moveTo>
                  <a:lnTo>
                    <a:pt x="3104" y="1630"/>
                  </a:lnTo>
                  <a:lnTo>
                    <a:pt x="3336" y="1707"/>
                  </a:lnTo>
                  <a:lnTo>
                    <a:pt x="3724" y="1940"/>
                  </a:lnTo>
                  <a:lnTo>
                    <a:pt x="3957" y="2328"/>
                  </a:lnTo>
                  <a:lnTo>
                    <a:pt x="4035" y="2561"/>
                  </a:lnTo>
                  <a:lnTo>
                    <a:pt x="4035" y="2793"/>
                  </a:lnTo>
                  <a:lnTo>
                    <a:pt x="4035" y="3026"/>
                  </a:lnTo>
                  <a:lnTo>
                    <a:pt x="3957" y="3259"/>
                  </a:lnTo>
                  <a:lnTo>
                    <a:pt x="3724" y="3647"/>
                  </a:lnTo>
                  <a:lnTo>
                    <a:pt x="3336" y="3957"/>
                  </a:lnTo>
                  <a:lnTo>
                    <a:pt x="3104" y="4035"/>
                  </a:lnTo>
                  <a:lnTo>
                    <a:pt x="2561" y="4035"/>
                  </a:lnTo>
                  <a:lnTo>
                    <a:pt x="2328" y="3957"/>
                  </a:lnTo>
                  <a:lnTo>
                    <a:pt x="1940" y="3647"/>
                  </a:lnTo>
                  <a:lnTo>
                    <a:pt x="1707" y="3259"/>
                  </a:lnTo>
                  <a:lnTo>
                    <a:pt x="1630" y="3026"/>
                  </a:lnTo>
                  <a:lnTo>
                    <a:pt x="1630" y="2793"/>
                  </a:lnTo>
                  <a:lnTo>
                    <a:pt x="1630" y="2561"/>
                  </a:lnTo>
                  <a:lnTo>
                    <a:pt x="1707" y="2328"/>
                  </a:lnTo>
                  <a:lnTo>
                    <a:pt x="1940" y="1940"/>
                  </a:lnTo>
                  <a:lnTo>
                    <a:pt x="2328" y="1707"/>
                  </a:lnTo>
                  <a:lnTo>
                    <a:pt x="2561" y="1630"/>
                  </a:lnTo>
                  <a:lnTo>
                    <a:pt x="2793" y="1552"/>
                  </a:lnTo>
                  <a:close/>
                  <a:moveTo>
                    <a:pt x="2793" y="0"/>
                  </a:moveTo>
                  <a:lnTo>
                    <a:pt x="2250" y="78"/>
                  </a:lnTo>
                  <a:lnTo>
                    <a:pt x="1707" y="233"/>
                  </a:lnTo>
                  <a:lnTo>
                    <a:pt x="1242" y="466"/>
                  </a:lnTo>
                  <a:lnTo>
                    <a:pt x="854" y="854"/>
                  </a:lnTo>
                  <a:lnTo>
                    <a:pt x="466" y="1242"/>
                  </a:lnTo>
                  <a:lnTo>
                    <a:pt x="233" y="1707"/>
                  </a:lnTo>
                  <a:lnTo>
                    <a:pt x="78" y="2250"/>
                  </a:lnTo>
                  <a:lnTo>
                    <a:pt x="0" y="2793"/>
                  </a:lnTo>
                  <a:lnTo>
                    <a:pt x="78" y="3414"/>
                  </a:lnTo>
                  <a:lnTo>
                    <a:pt x="233" y="3880"/>
                  </a:lnTo>
                  <a:lnTo>
                    <a:pt x="466" y="4345"/>
                  </a:lnTo>
                  <a:lnTo>
                    <a:pt x="854" y="4811"/>
                  </a:lnTo>
                  <a:lnTo>
                    <a:pt x="1242" y="5121"/>
                  </a:lnTo>
                  <a:lnTo>
                    <a:pt x="1707" y="5431"/>
                  </a:lnTo>
                  <a:lnTo>
                    <a:pt x="2250" y="5586"/>
                  </a:lnTo>
                  <a:lnTo>
                    <a:pt x="3414" y="5586"/>
                  </a:lnTo>
                  <a:lnTo>
                    <a:pt x="3880" y="5431"/>
                  </a:lnTo>
                  <a:lnTo>
                    <a:pt x="4423" y="5121"/>
                  </a:lnTo>
                  <a:lnTo>
                    <a:pt x="4811" y="4811"/>
                  </a:lnTo>
                  <a:lnTo>
                    <a:pt x="5121" y="4345"/>
                  </a:lnTo>
                  <a:lnTo>
                    <a:pt x="5431" y="3880"/>
                  </a:lnTo>
                  <a:lnTo>
                    <a:pt x="5586" y="3414"/>
                  </a:lnTo>
                  <a:lnTo>
                    <a:pt x="5664" y="2793"/>
                  </a:lnTo>
                  <a:lnTo>
                    <a:pt x="5586" y="2250"/>
                  </a:lnTo>
                  <a:lnTo>
                    <a:pt x="5431" y="1707"/>
                  </a:lnTo>
                  <a:lnTo>
                    <a:pt x="5121" y="1242"/>
                  </a:lnTo>
                  <a:lnTo>
                    <a:pt x="4811" y="854"/>
                  </a:lnTo>
                  <a:lnTo>
                    <a:pt x="4423" y="466"/>
                  </a:lnTo>
                  <a:lnTo>
                    <a:pt x="3880" y="233"/>
                  </a:lnTo>
                  <a:lnTo>
                    <a:pt x="3414" y="78"/>
                  </a:lnTo>
                  <a:lnTo>
                    <a:pt x="2793"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2175;p33">
              <a:extLst>
                <a:ext uri="{FF2B5EF4-FFF2-40B4-BE49-F238E27FC236}">
                  <a16:creationId xmlns:a16="http://schemas.microsoft.com/office/drawing/2014/main" id="{9BCB1028-81B9-77BB-0A26-11B80C576366}"/>
                </a:ext>
              </a:extLst>
            </p:cNvPr>
            <p:cNvSpPr/>
            <p:nvPr/>
          </p:nvSpPr>
          <p:spPr>
            <a:xfrm>
              <a:off x="5534700" y="1310700"/>
              <a:ext cx="139675" cy="139675"/>
            </a:xfrm>
            <a:custGeom>
              <a:avLst/>
              <a:gdLst/>
              <a:ahLst/>
              <a:cxnLst/>
              <a:rect l="l" t="t" r="r" b="b"/>
              <a:pathLst>
                <a:path w="5587" h="5587" extrusionOk="0">
                  <a:moveTo>
                    <a:pt x="2793" y="1553"/>
                  </a:moveTo>
                  <a:lnTo>
                    <a:pt x="3026" y="1630"/>
                  </a:lnTo>
                  <a:lnTo>
                    <a:pt x="3259" y="1708"/>
                  </a:lnTo>
                  <a:lnTo>
                    <a:pt x="3647" y="1941"/>
                  </a:lnTo>
                  <a:lnTo>
                    <a:pt x="3880" y="2328"/>
                  </a:lnTo>
                  <a:lnTo>
                    <a:pt x="3957" y="2561"/>
                  </a:lnTo>
                  <a:lnTo>
                    <a:pt x="3957" y="2794"/>
                  </a:lnTo>
                  <a:lnTo>
                    <a:pt x="3957" y="3027"/>
                  </a:lnTo>
                  <a:lnTo>
                    <a:pt x="3880" y="3259"/>
                  </a:lnTo>
                  <a:lnTo>
                    <a:pt x="3647" y="3647"/>
                  </a:lnTo>
                  <a:lnTo>
                    <a:pt x="3259" y="3958"/>
                  </a:lnTo>
                  <a:lnTo>
                    <a:pt x="3026" y="4035"/>
                  </a:lnTo>
                  <a:lnTo>
                    <a:pt x="2483" y="4035"/>
                  </a:lnTo>
                  <a:lnTo>
                    <a:pt x="2250" y="3958"/>
                  </a:lnTo>
                  <a:lnTo>
                    <a:pt x="1862" y="3647"/>
                  </a:lnTo>
                  <a:lnTo>
                    <a:pt x="1630" y="3259"/>
                  </a:lnTo>
                  <a:lnTo>
                    <a:pt x="1552" y="3027"/>
                  </a:lnTo>
                  <a:lnTo>
                    <a:pt x="1552" y="2794"/>
                  </a:lnTo>
                  <a:lnTo>
                    <a:pt x="1552" y="2561"/>
                  </a:lnTo>
                  <a:lnTo>
                    <a:pt x="1630" y="2328"/>
                  </a:lnTo>
                  <a:lnTo>
                    <a:pt x="1862" y="1941"/>
                  </a:lnTo>
                  <a:lnTo>
                    <a:pt x="2250" y="1708"/>
                  </a:lnTo>
                  <a:lnTo>
                    <a:pt x="2483" y="1630"/>
                  </a:lnTo>
                  <a:lnTo>
                    <a:pt x="2793" y="1553"/>
                  </a:lnTo>
                  <a:close/>
                  <a:moveTo>
                    <a:pt x="2793" y="1"/>
                  </a:moveTo>
                  <a:lnTo>
                    <a:pt x="2173" y="79"/>
                  </a:lnTo>
                  <a:lnTo>
                    <a:pt x="1707" y="234"/>
                  </a:lnTo>
                  <a:lnTo>
                    <a:pt x="1164" y="466"/>
                  </a:lnTo>
                  <a:lnTo>
                    <a:pt x="776" y="854"/>
                  </a:lnTo>
                  <a:lnTo>
                    <a:pt x="466" y="1242"/>
                  </a:lnTo>
                  <a:lnTo>
                    <a:pt x="156" y="1708"/>
                  </a:lnTo>
                  <a:lnTo>
                    <a:pt x="0" y="2251"/>
                  </a:lnTo>
                  <a:lnTo>
                    <a:pt x="0" y="2794"/>
                  </a:lnTo>
                  <a:lnTo>
                    <a:pt x="0" y="3415"/>
                  </a:lnTo>
                  <a:lnTo>
                    <a:pt x="156" y="3880"/>
                  </a:lnTo>
                  <a:lnTo>
                    <a:pt x="466" y="4423"/>
                  </a:lnTo>
                  <a:lnTo>
                    <a:pt x="776" y="4811"/>
                  </a:lnTo>
                  <a:lnTo>
                    <a:pt x="1164" y="5121"/>
                  </a:lnTo>
                  <a:lnTo>
                    <a:pt x="1707" y="5432"/>
                  </a:lnTo>
                  <a:lnTo>
                    <a:pt x="2173" y="5587"/>
                  </a:lnTo>
                  <a:lnTo>
                    <a:pt x="3336" y="5587"/>
                  </a:lnTo>
                  <a:lnTo>
                    <a:pt x="3880" y="5432"/>
                  </a:lnTo>
                  <a:lnTo>
                    <a:pt x="4345" y="5121"/>
                  </a:lnTo>
                  <a:lnTo>
                    <a:pt x="4733" y="4811"/>
                  </a:lnTo>
                  <a:lnTo>
                    <a:pt x="5121" y="4423"/>
                  </a:lnTo>
                  <a:lnTo>
                    <a:pt x="5354" y="3880"/>
                  </a:lnTo>
                  <a:lnTo>
                    <a:pt x="5509" y="3415"/>
                  </a:lnTo>
                  <a:lnTo>
                    <a:pt x="5586" y="2794"/>
                  </a:lnTo>
                  <a:lnTo>
                    <a:pt x="5509" y="2251"/>
                  </a:lnTo>
                  <a:lnTo>
                    <a:pt x="5354" y="1708"/>
                  </a:lnTo>
                  <a:lnTo>
                    <a:pt x="5121" y="1242"/>
                  </a:lnTo>
                  <a:lnTo>
                    <a:pt x="4733" y="854"/>
                  </a:lnTo>
                  <a:lnTo>
                    <a:pt x="4345" y="466"/>
                  </a:lnTo>
                  <a:lnTo>
                    <a:pt x="3880" y="234"/>
                  </a:lnTo>
                  <a:lnTo>
                    <a:pt x="3336" y="79"/>
                  </a:lnTo>
                  <a:lnTo>
                    <a:pt x="2793" y="1"/>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 name="Google Shape;2035;p31">
            <a:extLst>
              <a:ext uri="{FF2B5EF4-FFF2-40B4-BE49-F238E27FC236}">
                <a16:creationId xmlns:a16="http://schemas.microsoft.com/office/drawing/2014/main" id="{003C2596-1429-201E-E239-642502930410}"/>
              </a:ext>
            </a:extLst>
          </p:cNvPr>
          <p:cNvGrpSpPr/>
          <p:nvPr/>
        </p:nvGrpSpPr>
        <p:grpSpPr>
          <a:xfrm>
            <a:off x="7664377" y="5419023"/>
            <a:ext cx="815480" cy="757283"/>
            <a:chOff x="5651375" y="3806450"/>
            <a:chExt cx="481825" cy="481825"/>
          </a:xfrm>
          <a:solidFill>
            <a:srgbClr val="55BDCF"/>
          </a:solidFill>
        </p:grpSpPr>
        <p:sp>
          <p:nvSpPr>
            <p:cNvPr id="145" name="Google Shape;2036;p31">
              <a:extLst>
                <a:ext uri="{FF2B5EF4-FFF2-40B4-BE49-F238E27FC236}">
                  <a16:creationId xmlns:a16="http://schemas.microsoft.com/office/drawing/2014/main" id="{A4134987-EE5A-2FD2-A8AE-F0944C291B2D}"/>
                </a:ext>
              </a:extLst>
            </p:cNvPr>
            <p:cNvSpPr/>
            <p:nvPr/>
          </p:nvSpPr>
          <p:spPr>
            <a:xfrm>
              <a:off x="5793425" y="3976800"/>
              <a:ext cx="28250" cy="28275"/>
            </a:xfrm>
            <a:custGeom>
              <a:avLst/>
              <a:gdLst/>
              <a:ahLst/>
              <a:cxnLst/>
              <a:rect l="l" t="t" r="r" b="b"/>
              <a:pathLst>
                <a:path w="1130" h="1131" extrusionOk="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6" name="Google Shape;2037;p31">
              <a:extLst>
                <a:ext uri="{FF2B5EF4-FFF2-40B4-BE49-F238E27FC236}">
                  <a16:creationId xmlns:a16="http://schemas.microsoft.com/office/drawing/2014/main" id="{2D8E7828-124C-215A-978A-ABB922D90155}"/>
                </a:ext>
              </a:extLst>
            </p:cNvPr>
            <p:cNvSpPr/>
            <p:nvPr/>
          </p:nvSpPr>
          <p:spPr>
            <a:xfrm>
              <a:off x="5794475" y="4089725"/>
              <a:ext cx="195600" cy="84725"/>
            </a:xfrm>
            <a:custGeom>
              <a:avLst/>
              <a:gdLst/>
              <a:ahLst/>
              <a:cxnLst/>
              <a:rect l="l" t="t" r="r" b="b"/>
              <a:pathLst>
                <a:path w="7824" h="3389" extrusionOk="0">
                  <a:moveTo>
                    <a:pt x="1" y="1"/>
                  </a:moveTo>
                  <a:cubicBezTo>
                    <a:pt x="284" y="1943"/>
                    <a:pt x="1949" y="3385"/>
                    <a:pt x="3912" y="3388"/>
                  </a:cubicBezTo>
                  <a:cubicBezTo>
                    <a:pt x="5875" y="3385"/>
                    <a:pt x="7541" y="1943"/>
                    <a:pt x="7824"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7" name="Google Shape;2038;p31">
              <a:extLst>
                <a:ext uri="{FF2B5EF4-FFF2-40B4-BE49-F238E27FC236}">
                  <a16:creationId xmlns:a16="http://schemas.microsoft.com/office/drawing/2014/main" id="{7DACE224-EF47-DCA4-C5F9-F30746F0F899}"/>
                </a:ext>
              </a:extLst>
            </p:cNvPr>
            <p:cNvSpPr/>
            <p:nvPr/>
          </p:nvSpPr>
          <p:spPr>
            <a:xfrm>
              <a:off x="5651375" y="3806450"/>
              <a:ext cx="481825" cy="481825"/>
            </a:xfrm>
            <a:custGeom>
              <a:avLst/>
              <a:gdLst/>
              <a:ahLst/>
              <a:cxnLst/>
              <a:rect l="l" t="t" r="r" b="b"/>
              <a:pathLst>
                <a:path w="19273" h="19273" extrusionOk="0">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148" name="Google Shape;2039;p31">
              <a:extLst>
                <a:ext uri="{FF2B5EF4-FFF2-40B4-BE49-F238E27FC236}">
                  <a16:creationId xmlns:a16="http://schemas.microsoft.com/office/drawing/2014/main" id="{30AE8E7D-E9F4-B6BC-3953-ABAE57E57901}"/>
                </a:ext>
              </a:extLst>
            </p:cNvPr>
            <p:cNvSpPr/>
            <p:nvPr/>
          </p:nvSpPr>
          <p:spPr>
            <a:xfrm>
              <a:off x="5962800" y="3976800"/>
              <a:ext cx="28250" cy="28275"/>
            </a:xfrm>
            <a:custGeom>
              <a:avLst/>
              <a:gdLst/>
              <a:ahLst/>
              <a:cxnLst/>
              <a:rect l="l" t="t" r="r" b="b"/>
              <a:pathLst>
                <a:path w="1130" h="1131" extrusionOk="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160" name="Pladsholder til slidenummer 159">
            <a:extLst>
              <a:ext uri="{FF2B5EF4-FFF2-40B4-BE49-F238E27FC236}">
                <a16:creationId xmlns:a16="http://schemas.microsoft.com/office/drawing/2014/main" id="{905DC349-DECE-6FCA-2687-65E2BF0BB023}"/>
              </a:ext>
            </a:extLst>
          </p:cNvPr>
          <p:cNvSpPr>
            <a:spLocks noGrp="1"/>
          </p:cNvSpPr>
          <p:nvPr>
            <p:ph type="sldNum" sz="quarter" idx="12"/>
          </p:nvPr>
        </p:nvSpPr>
        <p:spPr/>
        <p:txBody>
          <a:bodyPr/>
          <a:lstStyle/>
          <a:p>
            <a:fld id="{311372BF-1BD1-EE46-89BF-9D315F3C4C6D}" type="slidenum">
              <a:rPr lang="da-DK" smtClean="0"/>
              <a:t>12</a:t>
            </a:fld>
            <a:endParaRPr lang="da-DK"/>
          </a:p>
        </p:txBody>
      </p:sp>
      <p:sp>
        <p:nvSpPr>
          <p:cNvPr id="161" name="Titel 1">
            <a:extLst>
              <a:ext uri="{FF2B5EF4-FFF2-40B4-BE49-F238E27FC236}">
                <a16:creationId xmlns:a16="http://schemas.microsoft.com/office/drawing/2014/main" id="{72818106-52A2-7524-CED3-FABC3682935B}"/>
              </a:ext>
            </a:extLst>
          </p:cNvPr>
          <p:cNvSpPr txBox="1">
            <a:spLocks/>
          </p:cNvSpPr>
          <p:nvPr/>
        </p:nvSpPr>
        <p:spPr>
          <a:xfrm>
            <a:off x="838200" y="586854"/>
            <a:ext cx="10515600" cy="875234"/>
          </a:xfrm>
          <a:prstGeom prst="rect">
            <a:avLst/>
          </a:prstGeom>
        </p:spPr>
        <p:txBody>
          <a:bodyPr/>
          <a:lstStyle>
            <a:lvl1pPr algn="l" defTabSz="914400" rtl="0" eaLnBrk="1" latinLnBrk="0" hangingPunct="1">
              <a:lnSpc>
                <a:spcPct val="90000"/>
              </a:lnSpc>
              <a:spcBef>
                <a:spcPct val="0"/>
              </a:spcBef>
              <a:buNone/>
              <a:defRPr sz="4000" b="1" kern="1200">
                <a:solidFill>
                  <a:schemeClr val="tx1"/>
                </a:solidFill>
                <a:latin typeface="+mj-lt"/>
                <a:ea typeface="+mj-ea"/>
                <a:cs typeface="+mj-cs"/>
              </a:defRPr>
            </a:lvl1pPr>
          </a:lstStyle>
          <a:p>
            <a:r>
              <a:rPr lang="da-DK"/>
              <a:t>Ikoner og grafik til brug i slides:  </a:t>
            </a:r>
          </a:p>
        </p:txBody>
      </p:sp>
    </p:spTree>
    <p:extLst>
      <p:ext uri="{BB962C8B-B14F-4D97-AF65-F5344CB8AC3E}">
        <p14:creationId xmlns:p14="http://schemas.microsoft.com/office/powerpoint/2010/main" val="6781094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103;p27">
            <a:extLst>
              <a:ext uri="{FF2B5EF4-FFF2-40B4-BE49-F238E27FC236}">
                <a16:creationId xmlns:a16="http://schemas.microsoft.com/office/drawing/2014/main" id="{E7878E93-2195-C929-60C3-87395575EB1E}"/>
              </a:ext>
            </a:extLst>
          </p:cNvPr>
          <p:cNvGrpSpPr/>
          <p:nvPr/>
        </p:nvGrpSpPr>
        <p:grpSpPr>
          <a:xfrm>
            <a:off x="1019331" y="384855"/>
            <a:ext cx="2904062" cy="2879253"/>
            <a:chOff x="625325" y="892975"/>
            <a:chExt cx="3629762" cy="4040098"/>
          </a:xfrm>
        </p:grpSpPr>
        <p:sp>
          <p:nvSpPr>
            <p:cNvPr id="3" name="Google Shape;104;p27">
              <a:extLst>
                <a:ext uri="{FF2B5EF4-FFF2-40B4-BE49-F238E27FC236}">
                  <a16:creationId xmlns:a16="http://schemas.microsoft.com/office/drawing/2014/main" id="{1309BAE2-511C-35B1-9B7A-7E7D96A1CB2B}"/>
                </a:ext>
              </a:extLst>
            </p:cNvPr>
            <p:cNvSpPr/>
            <p:nvPr/>
          </p:nvSpPr>
          <p:spPr>
            <a:xfrm>
              <a:off x="625325" y="2266827"/>
              <a:ext cx="3629762" cy="2666246"/>
            </a:xfrm>
            <a:custGeom>
              <a:avLst/>
              <a:gdLst/>
              <a:ahLst/>
              <a:cxnLst/>
              <a:rect l="l" t="t" r="r" b="b"/>
              <a:pathLst>
                <a:path w="89392" h="65663" extrusionOk="0">
                  <a:moveTo>
                    <a:pt x="33522" y="1"/>
                  </a:moveTo>
                  <a:lnTo>
                    <a:pt x="33145" y="64"/>
                  </a:lnTo>
                  <a:lnTo>
                    <a:pt x="32768" y="189"/>
                  </a:lnTo>
                  <a:lnTo>
                    <a:pt x="32392" y="378"/>
                  </a:lnTo>
                  <a:lnTo>
                    <a:pt x="1632" y="18394"/>
                  </a:lnTo>
                  <a:lnTo>
                    <a:pt x="1255" y="18645"/>
                  </a:lnTo>
                  <a:lnTo>
                    <a:pt x="1004" y="18959"/>
                  </a:lnTo>
                  <a:lnTo>
                    <a:pt x="753" y="19210"/>
                  </a:lnTo>
                  <a:lnTo>
                    <a:pt x="502" y="19587"/>
                  </a:lnTo>
                  <a:lnTo>
                    <a:pt x="377" y="19900"/>
                  </a:lnTo>
                  <a:lnTo>
                    <a:pt x="251" y="20277"/>
                  </a:lnTo>
                  <a:lnTo>
                    <a:pt x="188" y="20654"/>
                  </a:lnTo>
                  <a:lnTo>
                    <a:pt x="126" y="21030"/>
                  </a:lnTo>
                  <a:lnTo>
                    <a:pt x="188" y="21407"/>
                  </a:lnTo>
                  <a:lnTo>
                    <a:pt x="251" y="21784"/>
                  </a:lnTo>
                  <a:lnTo>
                    <a:pt x="377" y="22098"/>
                  </a:lnTo>
                  <a:lnTo>
                    <a:pt x="502" y="22474"/>
                  </a:lnTo>
                  <a:lnTo>
                    <a:pt x="753" y="22788"/>
                  </a:lnTo>
                  <a:lnTo>
                    <a:pt x="1004" y="23102"/>
                  </a:lnTo>
                  <a:lnTo>
                    <a:pt x="1255" y="23353"/>
                  </a:lnTo>
                  <a:lnTo>
                    <a:pt x="1632" y="23604"/>
                  </a:lnTo>
                  <a:lnTo>
                    <a:pt x="11048" y="29128"/>
                  </a:lnTo>
                  <a:lnTo>
                    <a:pt x="11425" y="29379"/>
                  </a:lnTo>
                  <a:lnTo>
                    <a:pt x="11676" y="29630"/>
                  </a:lnTo>
                  <a:lnTo>
                    <a:pt x="11990" y="29944"/>
                  </a:lnTo>
                  <a:lnTo>
                    <a:pt x="12178" y="30321"/>
                  </a:lnTo>
                  <a:lnTo>
                    <a:pt x="12304" y="30635"/>
                  </a:lnTo>
                  <a:lnTo>
                    <a:pt x="12429" y="31012"/>
                  </a:lnTo>
                  <a:lnTo>
                    <a:pt x="12492" y="31388"/>
                  </a:lnTo>
                  <a:lnTo>
                    <a:pt x="12555" y="31765"/>
                  </a:lnTo>
                  <a:lnTo>
                    <a:pt x="12492" y="32141"/>
                  </a:lnTo>
                  <a:lnTo>
                    <a:pt x="12429" y="32518"/>
                  </a:lnTo>
                  <a:lnTo>
                    <a:pt x="12304" y="32832"/>
                  </a:lnTo>
                  <a:lnTo>
                    <a:pt x="12178" y="33209"/>
                  </a:lnTo>
                  <a:lnTo>
                    <a:pt x="11927" y="33522"/>
                  </a:lnTo>
                  <a:lnTo>
                    <a:pt x="11676" y="33836"/>
                  </a:lnTo>
                  <a:lnTo>
                    <a:pt x="11425" y="34087"/>
                  </a:lnTo>
                  <a:lnTo>
                    <a:pt x="11048" y="34339"/>
                  </a:lnTo>
                  <a:lnTo>
                    <a:pt x="1507" y="39925"/>
                  </a:lnTo>
                  <a:lnTo>
                    <a:pt x="1130" y="40177"/>
                  </a:lnTo>
                  <a:lnTo>
                    <a:pt x="879" y="40428"/>
                  </a:lnTo>
                  <a:lnTo>
                    <a:pt x="628" y="40742"/>
                  </a:lnTo>
                  <a:lnTo>
                    <a:pt x="377" y="41055"/>
                  </a:lnTo>
                  <a:lnTo>
                    <a:pt x="251" y="41432"/>
                  </a:lnTo>
                  <a:lnTo>
                    <a:pt x="126" y="41746"/>
                  </a:lnTo>
                  <a:lnTo>
                    <a:pt x="63" y="42123"/>
                  </a:lnTo>
                  <a:lnTo>
                    <a:pt x="0" y="42499"/>
                  </a:lnTo>
                  <a:lnTo>
                    <a:pt x="63" y="42876"/>
                  </a:lnTo>
                  <a:lnTo>
                    <a:pt x="126" y="43253"/>
                  </a:lnTo>
                  <a:lnTo>
                    <a:pt x="251" y="43629"/>
                  </a:lnTo>
                  <a:lnTo>
                    <a:pt x="377" y="44006"/>
                  </a:lnTo>
                  <a:lnTo>
                    <a:pt x="628" y="44320"/>
                  </a:lnTo>
                  <a:lnTo>
                    <a:pt x="879" y="44634"/>
                  </a:lnTo>
                  <a:lnTo>
                    <a:pt x="1130" y="44885"/>
                  </a:lnTo>
                  <a:lnTo>
                    <a:pt x="1507" y="45136"/>
                  </a:lnTo>
                  <a:lnTo>
                    <a:pt x="35907" y="65224"/>
                  </a:lnTo>
                  <a:lnTo>
                    <a:pt x="36221" y="65412"/>
                  </a:lnTo>
                  <a:lnTo>
                    <a:pt x="36598" y="65537"/>
                  </a:lnTo>
                  <a:lnTo>
                    <a:pt x="37037" y="65663"/>
                  </a:lnTo>
                  <a:lnTo>
                    <a:pt x="37790" y="65663"/>
                  </a:lnTo>
                  <a:lnTo>
                    <a:pt x="38167" y="65537"/>
                  </a:lnTo>
                  <a:lnTo>
                    <a:pt x="38544" y="65412"/>
                  </a:lnTo>
                  <a:lnTo>
                    <a:pt x="38920" y="65224"/>
                  </a:lnTo>
                  <a:lnTo>
                    <a:pt x="87884" y="36536"/>
                  </a:lnTo>
                  <a:lnTo>
                    <a:pt x="88198" y="36285"/>
                  </a:lnTo>
                  <a:lnTo>
                    <a:pt x="88512" y="36033"/>
                  </a:lnTo>
                  <a:lnTo>
                    <a:pt x="88763" y="35720"/>
                  </a:lnTo>
                  <a:lnTo>
                    <a:pt x="89014" y="35406"/>
                  </a:lnTo>
                  <a:lnTo>
                    <a:pt x="89140" y="35029"/>
                  </a:lnTo>
                  <a:lnTo>
                    <a:pt x="89265" y="34652"/>
                  </a:lnTo>
                  <a:lnTo>
                    <a:pt x="89328" y="34276"/>
                  </a:lnTo>
                  <a:lnTo>
                    <a:pt x="89391" y="33899"/>
                  </a:lnTo>
                  <a:lnTo>
                    <a:pt x="89328" y="33522"/>
                  </a:lnTo>
                  <a:lnTo>
                    <a:pt x="89265" y="33209"/>
                  </a:lnTo>
                  <a:lnTo>
                    <a:pt x="89140" y="32832"/>
                  </a:lnTo>
                  <a:lnTo>
                    <a:pt x="89014" y="32455"/>
                  </a:lnTo>
                  <a:lnTo>
                    <a:pt x="88763" y="32141"/>
                  </a:lnTo>
                  <a:lnTo>
                    <a:pt x="88512" y="31828"/>
                  </a:lnTo>
                  <a:lnTo>
                    <a:pt x="88261" y="31576"/>
                  </a:lnTo>
                  <a:lnTo>
                    <a:pt x="87884" y="31325"/>
                  </a:lnTo>
                  <a:lnTo>
                    <a:pt x="35468" y="378"/>
                  </a:lnTo>
                  <a:lnTo>
                    <a:pt x="35091" y="189"/>
                  </a:lnTo>
                  <a:lnTo>
                    <a:pt x="34714" y="64"/>
                  </a:lnTo>
                  <a:lnTo>
                    <a:pt x="34338" y="1"/>
                  </a:ln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05;p27">
              <a:extLst>
                <a:ext uri="{FF2B5EF4-FFF2-40B4-BE49-F238E27FC236}">
                  <a16:creationId xmlns:a16="http://schemas.microsoft.com/office/drawing/2014/main" id="{AD903087-E8B2-245A-1E2D-6C812276026D}"/>
                </a:ext>
              </a:extLst>
            </p:cNvPr>
            <p:cNvSpPr/>
            <p:nvPr/>
          </p:nvSpPr>
          <p:spPr>
            <a:xfrm>
              <a:off x="1010178" y="2348402"/>
              <a:ext cx="1335701" cy="1575312"/>
            </a:xfrm>
            <a:custGeom>
              <a:avLst/>
              <a:gdLst/>
              <a:ahLst/>
              <a:cxnLst/>
              <a:rect l="l" t="t" r="r" b="b"/>
              <a:pathLst>
                <a:path w="32895" h="38796" extrusionOk="0">
                  <a:moveTo>
                    <a:pt x="1" y="1"/>
                  </a:moveTo>
                  <a:lnTo>
                    <a:pt x="1" y="19398"/>
                  </a:lnTo>
                  <a:lnTo>
                    <a:pt x="32769" y="38795"/>
                  </a:lnTo>
                  <a:lnTo>
                    <a:pt x="32895" y="18896"/>
                  </a:lnTo>
                  <a:lnTo>
                    <a:pt x="1"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06;p27">
              <a:extLst>
                <a:ext uri="{FF2B5EF4-FFF2-40B4-BE49-F238E27FC236}">
                  <a16:creationId xmlns:a16="http://schemas.microsoft.com/office/drawing/2014/main" id="{DCBB6B6A-BC47-095E-0DF2-2742FCF5A70A}"/>
                </a:ext>
              </a:extLst>
            </p:cNvPr>
            <p:cNvSpPr/>
            <p:nvPr/>
          </p:nvSpPr>
          <p:spPr>
            <a:xfrm>
              <a:off x="1010178" y="2348402"/>
              <a:ext cx="1335701" cy="1575312"/>
            </a:xfrm>
            <a:custGeom>
              <a:avLst/>
              <a:gdLst/>
              <a:ahLst/>
              <a:cxnLst/>
              <a:rect l="l" t="t" r="r" b="b"/>
              <a:pathLst>
                <a:path w="32895" h="38796" fill="none" extrusionOk="0">
                  <a:moveTo>
                    <a:pt x="1" y="1"/>
                  </a:moveTo>
                  <a:lnTo>
                    <a:pt x="1" y="19398"/>
                  </a:lnTo>
                  <a:lnTo>
                    <a:pt x="32769" y="38795"/>
                  </a:lnTo>
                  <a:lnTo>
                    <a:pt x="32895" y="18896"/>
                  </a:lnTo>
                  <a:lnTo>
                    <a:pt x="1" y="1"/>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07;p27">
              <a:extLst>
                <a:ext uri="{FF2B5EF4-FFF2-40B4-BE49-F238E27FC236}">
                  <a16:creationId xmlns:a16="http://schemas.microsoft.com/office/drawing/2014/main" id="{7F5175D5-0CBC-A988-EA51-9A0DD6399D41}"/>
                </a:ext>
              </a:extLst>
            </p:cNvPr>
            <p:cNvSpPr/>
            <p:nvPr/>
          </p:nvSpPr>
          <p:spPr>
            <a:xfrm>
              <a:off x="2343316" y="2529376"/>
              <a:ext cx="994132" cy="1394335"/>
            </a:xfrm>
            <a:custGeom>
              <a:avLst/>
              <a:gdLst/>
              <a:ahLst/>
              <a:cxnLst/>
              <a:rect l="l" t="t" r="r" b="b"/>
              <a:pathLst>
                <a:path w="24483" h="34339" extrusionOk="0">
                  <a:moveTo>
                    <a:pt x="24482" y="1"/>
                  </a:moveTo>
                  <a:lnTo>
                    <a:pt x="63" y="14439"/>
                  </a:lnTo>
                  <a:lnTo>
                    <a:pt x="0" y="34338"/>
                  </a:lnTo>
                  <a:lnTo>
                    <a:pt x="24482" y="19900"/>
                  </a:lnTo>
                  <a:lnTo>
                    <a:pt x="24482" y="1"/>
                  </a:lnTo>
                  <a:close/>
                </a:path>
              </a:pathLst>
            </a:custGeom>
            <a:solidFill>
              <a:srgbClr val="620F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08;p27">
              <a:extLst>
                <a:ext uri="{FF2B5EF4-FFF2-40B4-BE49-F238E27FC236}">
                  <a16:creationId xmlns:a16="http://schemas.microsoft.com/office/drawing/2014/main" id="{5CA48B3F-3F39-262B-9126-A2594FD672F4}"/>
                </a:ext>
              </a:extLst>
            </p:cNvPr>
            <p:cNvSpPr/>
            <p:nvPr/>
          </p:nvSpPr>
          <p:spPr>
            <a:xfrm>
              <a:off x="2343316" y="2529376"/>
              <a:ext cx="994132" cy="1394335"/>
            </a:xfrm>
            <a:custGeom>
              <a:avLst/>
              <a:gdLst/>
              <a:ahLst/>
              <a:cxnLst/>
              <a:rect l="l" t="t" r="r" b="b"/>
              <a:pathLst>
                <a:path w="24483" h="34339" fill="none" extrusionOk="0">
                  <a:moveTo>
                    <a:pt x="63" y="14439"/>
                  </a:moveTo>
                  <a:lnTo>
                    <a:pt x="24482" y="1"/>
                  </a:lnTo>
                  <a:lnTo>
                    <a:pt x="24482" y="19900"/>
                  </a:lnTo>
                  <a:lnTo>
                    <a:pt x="0" y="34338"/>
                  </a:lnTo>
                  <a:lnTo>
                    <a:pt x="63" y="14439"/>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09;p27">
              <a:extLst>
                <a:ext uri="{FF2B5EF4-FFF2-40B4-BE49-F238E27FC236}">
                  <a16:creationId xmlns:a16="http://schemas.microsoft.com/office/drawing/2014/main" id="{F3121CA1-13E6-237A-CEA1-1913AFE717BA}"/>
                </a:ext>
              </a:extLst>
            </p:cNvPr>
            <p:cNvSpPr/>
            <p:nvPr/>
          </p:nvSpPr>
          <p:spPr>
            <a:xfrm>
              <a:off x="1012736" y="1764712"/>
              <a:ext cx="2324717" cy="1350969"/>
            </a:xfrm>
            <a:custGeom>
              <a:avLst/>
              <a:gdLst/>
              <a:ahLst/>
              <a:cxnLst/>
              <a:rect l="l" t="t" r="r" b="b"/>
              <a:pathLst>
                <a:path w="57252" h="33271" extrusionOk="0">
                  <a:moveTo>
                    <a:pt x="24232" y="0"/>
                  </a:moveTo>
                  <a:lnTo>
                    <a:pt x="1" y="14376"/>
                  </a:lnTo>
                  <a:lnTo>
                    <a:pt x="32832" y="33271"/>
                  </a:lnTo>
                  <a:lnTo>
                    <a:pt x="57251" y="18895"/>
                  </a:lnTo>
                  <a:lnTo>
                    <a:pt x="2423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10;p27">
              <a:extLst>
                <a:ext uri="{FF2B5EF4-FFF2-40B4-BE49-F238E27FC236}">
                  <a16:creationId xmlns:a16="http://schemas.microsoft.com/office/drawing/2014/main" id="{C5063ADE-1CC3-B78E-9338-266FDA346121}"/>
                </a:ext>
              </a:extLst>
            </p:cNvPr>
            <p:cNvSpPr/>
            <p:nvPr/>
          </p:nvSpPr>
          <p:spPr>
            <a:xfrm>
              <a:off x="1012736" y="1764712"/>
              <a:ext cx="2324717" cy="1350969"/>
            </a:xfrm>
            <a:custGeom>
              <a:avLst/>
              <a:gdLst/>
              <a:ahLst/>
              <a:cxnLst/>
              <a:rect l="l" t="t" r="r" b="b"/>
              <a:pathLst>
                <a:path w="57252" h="33271" fill="none" extrusionOk="0">
                  <a:moveTo>
                    <a:pt x="57251" y="18895"/>
                  </a:moveTo>
                  <a:lnTo>
                    <a:pt x="24232" y="0"/>
                  </a:lnTo>
                  <a:lnTo>
                    <a:pt x="1" y="14376"/>
                  </a:lnTo>
                  <a:lnTo>
                    <a:pt x="32832" y="33271"/>
                  </a:lnTo>
                  <a:lnTo>
                    <a:pt x="57251" y="18895"/>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11;p27">
              <a:extLst>
                <a:ext uri="{FF2B5EF4-FFF2-40B4-BE49-F238E27FC236}">
                  <a16:creationId xmlns:a16="http://schemas.microsoft.com/office/drawing/2014/main" id="{44D6AD1C-369F-FCEF-C6F2-437C1EC08BFF}"/>
                </a:ext>
              </a:extLst>
            </p:cNvPr>
            <p:cNvSpPr/>
            <p:nvPr/>
          </p:nvSpPr>
          <p:spPr>
            <a:xfrm>
              <a:off x="1420571" y="2847999"/>
              <a:ext cx="349244" cy="619429"/>
            </a:xfrm>
            <a:custGeom>
              <a:avLst/>
              <a:gdLst/>
              <a:ahLst/>
              <a:cxnLst/>
              <a:rect l="l" t="t" r="r" b="b"/>
              <a:pathLst>
                <a:path w="8601" h="15255" extrusionOk="0">
                  <a:moveTo>
                    <a:pt x="126" y="1"/>
                  </a:moveTo>
                  <a:lnTo>
                    <a:pt x="1" y="10233"/>
                  </a:lnTo>
                  <a:lnTo>
                    <a:pt x="8601" y="15255"/>
                  </a:lnTo>
                  <a:lnTo>
                    <a:pt x="8601" y="5085"/>
                  </a:lnTo>
                  <a:lnTo>
                    <a:pt x="126"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2;p27">
              <a:extLst>
                <a:ext uri="{FF2B5EF4-FFF2-40B4-BE49-F238E27FC236}">
                  <a16:creationId xmlns:a16="http://schemas.microsoft.com/office/drawing/2014/main" id="{DE6FBF4E-7C95-EFE9-48D6-F1586B6E1CA7}"/>
                </a:ext>
              </a:extLst>
            </p:cNvPr>
            <p:cNvSpPr/>
            <p:nvPr/>
          </p:nvSpPr>
          <p:spPr>
            <a:xfrm>
              <a:off x="1420571" y="2847999"/>
              <a:ext cx="349244" cy="619429"/>
            </a:xfrm>
            <a:custGeom>
              <a:avLst/>
              <a:gdLst/>
              <a:ahLst/>
              <a:cxnLst/>
              <a:rect l="l" t="t" r="r" b="b"/>
              <a:pathLst>
                <a:path w="8601" h="15255" fill="none" extrusionOk="0">
                  <a:moveTo>
                    <a:pt x="126" y="1"/>
                  </a:moveTo>
                  <a:lnTo>
                    <a:pt x="1" y="10233"/>
                  </a:lnTo>
                  <a:lnTo>
                    <a:pt x="8601" y="15255"/>
                  </a:lnTo>
                  <a:lnTo>
                    <a:pt x="8601" y="5085"/>
                  </a:lnTo>
                  <a:lnTo>
                    <a:pt x="126" y="1"/>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13;p27">
              <a:extLst>
                <a:ext uri="{FF2B5EF4-FFF2-40B4-BE49-F238E27FC236}">
                  <a16:creationId xmlns:a16="http://schemas.microsoft.com/office/drawing/2014/main" id="{6E330BE0-BC55-C621-4C0E-D75979A08EAB}"/>
                </a:ext>
              </a:extLst>
            </p:cNvPr>
            <p:cNvSpPr/>
            <p:nvPr/>
          </p:nvSpPr>
          <p:spPr>
            <a:xfrm>
              <a:off x="1425687" y="2781733"/>
              <a:ext cx="461395" cy="272784"/>
            </a:xfrm>
            <a:custGeom>
              <a:avLst/>
              <a:gdLst/>
              <a:ahLst/>
              <a:cxnLst/>
              <a:rect l="l" t="t" r="r" b="b"/>
              <a:pathLst>
                <a:path w="11363" h="6718" extrusionOk="0">
                  <a:moveTo>
                    <a:pt x="2700" y="0"/>
                  </a:moveTo>
                  <a:lnTo>
                    <a:pt x="0" y="1633"/>
                  </a:lnTo>
                  <a:lnTo>
                    <a:pt x="8475" y="6717"/>
                  </a:lnTo>
                  <a:lnTo>
                    <a:pt x="11362" y="5022"/>
                  </a:lnTo>
                  <a:lnTo>
                    <a:pt x="270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14;p27">
              <a:extLst>
                <a:ext uri="{FF2B5EF4-FFF2-40B4-BE49-F238E27FC236}">
                  <a16:creationId xmlns:a16="http://schemas.microsoft.com/office/drawing/2014/main" id="{CB2CA6E5-F21D-B45A-3B0E-F948251B056E}"/>
                </a:ext>
              </a:extLst>
            </p:cNvPr>
            <p:cNvSpPr/>
            <p:nvPr/>
          </p:nvSpPr>
          <p:spPr>
            <a:xfrm>
              <a:off x="1425687" y="2781733"/>
              <a:ext cx="461395" cy="272784"/>
            </a:xfrm>
            <a:custGeom>
              <a:avLst/>
              <a:gdLst/>
              <a:ahLst/>
              <a:cxnLst/>
              <a:rect l="l" t="t" r="r" b="b"/>
              <a:pathLst>
                <a:path w="11363" h="6718" fill="none" extrusionOk="0">
                  <a:moveTo>
                    <a:pt x="8475" y="6717"/>
                  </a:moveTo>
                  <a:lnTo>
                    <a:pt x="11362" y="5022"/>
                  </a:lnTo>
                  <a:lnTo>
                    <a:pt x="2700" y="0"/>
                  </a:lnTo>
                  <a:lnTo>
                    <a:pt x="0" y="1633"/>
                  </a:lnTo>
                  <a:lnTo>
                    <a:pt x="8475" y="6717"/>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15;p27">
              <a:extLst>
                <a:ext uri="{FF2B5EF4-FFF2-40B4-BE49-F238E27FC236}">
                  <a16:creationId xmlns:a16="http://schemas.microsoft.com/office/drawing/2014/main" id="{A7D1A7AE-C2AC-8769-5A87-E7723E31F0CF}"/>
                </a:ext>
              </a:extLst>
            </p:cNvPr>
            <p:cNvSpPr/>
            <p:nvPr/>
          </p:nvSpPr>
          <p:spPr>
            <a:xfrm>
              <a:off x="1769772" y="2985648"/>
              <a:ext cx="117308" cy="481778"/>
            </a:xfrm>
            <a:custGeom>
              <a:avLst/>
              <a:gdLst/>
              <a:ahLst/>
              <a:cxnLst/>
              <a:rect l="l" t="t" r="r" b="b"/>
              <a:pathLst>
                <a:path w="2889" h="11865" extrusionOk="0">
                  <a:moveTo>
                    <a:pt x="2888" y="0"/>
                  </a:moveTo>
                  <a:lnTo>
                    <a:pt x="1" y="1695"/>
                  </a:lnTo>
                  <a:lnTo>
                    <a:pt x="1" y="11865"/>
                  </a:lnTo>
                  <a:lnTo>
                    <a:pt x="2888" y="10107"/>
                  </a:lnTo>
                  <a:lnTo>
                    <a:pt x="2888"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16;p27">
              <a:extLst>
                <a:ext uri="{FF2B5EF4-FFF2-40B4-BE49-F238E27FC236}">
                  <a16:creationId xmlns:a16="http://schemas.microsoft.com/office/drawing/2014/main" id="{D79098D3-9CF7-B2FC-27D5-CDA3F4CC1319}"/>
                </a:ext>
              </a:extLst>
            </p:cNvPr>
            <p:cNvSpPr/>
            <p:nvPr/>
          </p:nvSpPr>
          <p:spPr>
            <a:xfrm>
              <a:off x="1769772" y="2985648"/>
              <a:ext cx="117308" cy="481778"/>
            </a:xfrm>
            <a:custGeom>
              <a:avLst/>
              <a:gdLst/>
              <a:ahLst/>
              <a:cxnLst/>
              <a:rect l="l" t="t" r="r" b="b"/>
              <a:pathLst>
                <a:path w="2889" h="11865" fill="none" extrusionOk="0">
                  <a:moveTo>
                    <a:pt x="2888" y="0"/>
                  </a:moveTo>
                  <a:lnTo>
                    <a:pt x="2888" y="10107"/>
                  </a:lnTo>
                  <a:lnTo>
                    <a:pt x="1" y="11865"/>
                  </a:lnTo>
                  <a:lnTo>
                    <a:pt x="1" y="1695"/>
                  </a:lnTo>
                  <a:lnTo>
                    <a:pt x="2888" y="0"/>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17;p27">
              <a:extLst>
                <a:ext uri="{FF2B5EF4-FFF2-40B4-BE49-F238E27FC236}">
                  <a16:creationId xmlns:a16="http://schemas.microsoft.com/office/drawing/2014/main" id="{565EBBFC-C836-B15B-D87A-655D4E599369}"/>
                </a:ext>
              </a:extLst>
            </p:cNvPr>
            <p:cNvSpPr/>
            <p:nvPr/>
          </p:nvSpPr>
          <p:spPr>
            <a:xfrm>
              <a:off x="1191153" y="2501359"/>
              <a:ext cx="117308" cy="349244"/>
            </a:xfrm>
            <a:custGeom>
              <a:avLst/>
              <a:gdLst/>
              <a:ahLst/>
              <a:cxnLst/>
              <a:rect l="l" t="t" r="r" b="b"/>
              <a:pathLst>
                <a:path w="2889" h="8601" extrusionOk="0">
                  <a:moveTo>
                    <a:pt x="1" y="0"/>
                  </a:moveTo>
                  <a:lnTo>
                    <a:pt x="1" y="6843"/>
                  </a:lnTo>
                  <a:lnTo>
                    <a:pt x="2889" y="8600"/>
                  </a:lnTo>
                  <a:lnTo>
                    <a:pt x="2889" y="1695"/>
                  </a:lnTo>
                  <a:lnTo>
                    <a:pt x="1" y="0"/>
                  </a:lnTo>
                  <a:close/>
                </a:path>
              </a:pathLst>
            </a:custGeom>
            <a:solidFill>
              <a:srgbClr val="140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18;p27">
              <a:extLst>
                <a:ext uri="{FF2B5EF4-FFF2-40B4-BE49-F238E27FC236}">
                  <a16:creationId xmlns:a16="http://schemas.microsoft.com/office/drawing/2014/main" id="{364599EA-DF80-5AC0-097A-245373CFDEF2}"/>
                </a:ext>
              </a:extLst>
            </p:cNvPr>
            <p:cNvSpPr/>
            <p:nvPr/>
          </p:nvSpPr>
          <p:spPr>
            <a:xfrm>
              <a:off x="1191153" y="2886249"/>
              <a:ext cx="117308" cy="349244"/>
            </a:xfrm>
            <a:custGeom>
              <a:avLst/>
              <a:gdLst/>
              <a:ahLst/>
              <a:cxnLst/>
              <a:rect l="l" t="t" r="r" b="b"/>
              <a:pathLst>
                <a:path w="2889" h="8601" extrusionOk="0">
                  <a:moveTo>
                    <a:pt x="1" y="0"/>
                  </a:moveTo>
                  <a:lnTo>
                    <a:pt x="1" y="6843"/>
                  </a:lnTo>
                  <a:lnTo>
                    <a:pt x="2889" y="8600"/>
                  </a:lnTo>
                  <a:lnTo>
                    <a:pt x="2889" y="1695"/>
                  </a:lnTo>
                  <a:lnTo>
                    <a:pt x="1" y="0"/>
                  </a:lnTo>
                  <a:close/>
                </a:path>
              </a:pathLst>
            </a:custGeom>
            <a:solidFill>
              <a:srgbClr val="140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19;p27">
              <a:extLst>
                <a:ext uri="{FF2B5EF4-FFF2-40B4-BE49-F238E27FC236}">
                  <a16:creationId xmlns:a16="http://schemas.microsoft.com/office/drawing/2014/main" id="{A056A2BA-0ECE-CE17-8F2F-7B2FFE83D108}"/>
                </a:ext>
              </a:extLst>
            </p:cNvPr>
            <p:cNvSpPr/>
            <p:nvPr/>
          </p:nvSpPr>
          <p:spPr>
            <a:xfrm>
              <a:off x="1983882" y="2083336"/>
              <a:ext cx="441011" cy="260034"/>
            </a:xfrm>
            <a:custGeom>
              <a:avLst/>
              <a:gdLst/>
              <a:ahLst/>
              <a:cxnLst/>
              <a:rect l="l" t="t" r="r" b="b"/>
              <a:pathLst>
                <a:path w="10861" h="6404" extrusionOk="0">
                  <a:moveTo>
                    <a:pt x="5462" y="0"/>
                  </a:moveTo>
                  <a:lnTo>
                    <a:pt x="1" y="3264"/>
                  </a:lnTo>
                  <a:lnTo>
                    <a:pt x="5462" y="6403"/>
                  </a:lnTo>
                  <a:lnTo>
                    <a:pt x="10861" y="3202"/>
                  </a:lnTo>
                  <a:lnTo>
                    <a:pt x="546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20;p27">
              <a:extLst>
                <a:ext uri="{FF2B5EF4-FFF2-40B4-BE49-F238E27FC236}">
                  <a16:creationId xmlns:a16="http://schemas.microsoft.com/office/drawing/2014/main" id="{D0F7D4D2-6944-3EFD-8B45-AC45EE891099}"/>
                </a:ext>
              </a:extLst>
            </p:cNvPr>
            <p:cNvSpPr/>
            <p:nvPr/>
          </p:nvSpPr>
          <p:spPr>
            <a:xfrm>
              <a:off x="1983882" y="2083336"/>
              <a:ext cx="441011" cy="260034"/>
            </a:xfrm>
            <a:custGeom>
              <a:avLst/>
              <a:gdLst/>
              <a:ahLst/>
              <a:cxnLst/>
              <a:rect l="l" t="t" r="r" b="b"/>
              <a:pathLst>
                <a:path w="10861" h="6404" fill="none" extrusionOk="0">
                  <a:moveTo>
                    <a:pt x="1" y="3264"/>
                  </a:moveTo>
                  <a:lnTo>
                    <a:pt x="5462" y="6403"/>
                  </a:lnTo>
                  <a:lnTo>
                    <a:pt x="10861" y="3202"/>
                  </a:lnTo>
                  <a:lnTo>
                    <a:pt x="5462" y="0"/>
                  </a:lnTo>
                  <a:lnTo>
                    <a:pt x="1" y="3264"/>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21;p27">
              <a:extLst>
                <a:ext uri="{FF2B5EF4-FFF2-40B4-BE49-F238E27FC236}">
                  <a16:creationId xmlns:a16="http://schemas.microsoft.com/office/drawing/2014/main" id="{1A0307E5-F05E-5C5D-6EAA-C9BDB09BCF76}"/>
                </a:ext>
              </a:extLst>
            </p:cNvPr>
            <p:cNvSpPr/>
            <p:nvPr/>
          </p:nvSpPr>
          <p:spPr>
            <a:xfrm>
              <a:off x="2203107" y="2213311"/>
              <a:ext cx="272784" cy="260034"/>
            </a:xfrm>
            <a:custGeom>
              <a:avLst/>
              <a:gdLst/>
              <a:ahLst/>
              <a:cxnLst/>
              <a:rect l="l" t="t" r="r" b="b"/>
              <a:pathLst>
                <a:path w="6718" h="6404" extrusionOk="0">
                  <a:moveTo>
                    <a:pt x="5462" y="1"/>
                  </a:moveTo>
                  <a:lnTo>
                    <a:pt x="63" y="3202"/>
                  </a:lnTo>
                  <a:lnTo>
                    <a:pt x="0" y="6404"/>
                  </a:lnTo>
                  <a:lnTo>
                    <a:pt x="6717" y="2386"/>
                  </a:lnTo>
                  <a:lnTo>
                    <a:pt x="5462"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22;p27">
              <a:extLst>
                <a:ext uri="{FF2B5EF4-FFF2-40B4-BE49-F238E27FC236}">
                  <a16:creationId xmlns:a16="http://schemas.microsoft.com/office/drawing/2014/main" id="{D0B5EE98-90DF-9978-FB28-CA7012E2AB29}"/>
                </a:ext>
              </a:extLst>
            </p:cNvPr>
            <p:cNvSpPr/>
            <p:nvPr/>
          </p:nvSpPr>
          <p:spPr>
            <a:xfrm>
              <a:off x="2203107" y="2213311"/>
              <a:ext cx="272784" cy="260034"/>
            </a:xfrm>
            <a:custGeom>
              <a:avLst/>
              <a:gdLst/>
              <a:ahLst/>
              <a:cxnLst/>
              <a:rect l="l" t="t" r="r" b="b"/>
              <a:pathLst>
                <a:path w="6718" h="6404" fill="none" extrusionOk="0">
                  <a:moveTo>
                    <a:pt x="5462" y="1"/>
                  </a:moveTo>
                  <a:lnTo>
                    <a:pt x="6717" y="2386"/>
                  </a:lnTo>
                  <a:lnTo>
                    <a:pt x="0" y="6404"/>
                  </a:lnTo>
                  <a:lnTo>
                    <a:pt x="63" y="3202"/>
                  </a:lnTo>
                  <a:lnTo>
                    <a:pt x="5462" y="1"/>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23;p27">
              <a:extLst>
                <a:ext uri="{FF2B5EF4-FFF2-40B4-BE49-F238E27FC236}">
                  <a16:creationId xmlns:a16="http://schemas.microsoft.com/office/drawing/2014/main" id="{5C1FD0AE-DB50-5592-1F68-2C7E98C1F346}"/>
                </a:ext>
              </a:extLst>
            </p:cNvPr>
            <p:cNvSpPr/>
            <p:nvPr/>
          </p:nvSpPr>
          <p:spPr>
            <a:xfrm>
              <a:off x="1927806" y="2215869"/>
              <a:ext cx="277901" cy="257476"/>
            </a:xfrm>
            <a:custGeom>
              <a:avLst/>
              <a:gdLst/>
              <a:ahLst/>
              <a:cxnLst/>
              <a:rect l="l" t="t" r="r" b="b"/>
              <a:pathLst>
                <a:path w="6844" h="6341" extrusionOk="0">
                  <a:moveTo>
                    <a:pt x="1382" y="0"/>
                  </a:moveTo>
                  <a:lnTo>
                    <a:pt x="1" y="2386"/>
                  </a:lnTo>
                  <a:lnTo>
                    <a:pt x="6780" y="6341"/>
                  </a:lnTo>
                  <a:lnTo>
                    <a:pt x="6843" y="3139"/>
                  </a:lnTo>
                  <a:lnTo>
                    <a:pt x="1382" y="0"/>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24;p27">
              <a:extLst>
                <a:ext uri="{FF2B5EF4-FFF2-40B4-BE49-F238E27FC236}">
                  <a16:creationId xmlns:a16="http://schemas.microsoft.com/office/drawing/2014/main" id="{ECAECC65-1D0A-154B-C1C6-41E2E0A18A20}"/>
                </a:ext>
              </a:extLst>
            </p:cNvPr>
            <p:cNvSpPr/>
            <p:nvPr/>
          </p:nvSpPr>
          <p:spPr>
            <a:xfrm>
              <a:off x="1927806" y="2215869"/>
              <a:ext cx="277901" cy="257476"/>
            </a:xfrm>
            <a:custGeom>
              <a:avLst/>
              <a:gdLst/>
              <a:ahLst/>
              <a:cxnLst/>
              <a:rect l="l" t="t" r="r" b="b"/>
              <a:pathLst>
                <a:path w="6844" h="6341" fill="none" extrusionOk="0">
                  <a:moveTo>
                    <a:pt x="6780" y="6341"/>
                  </a:moveTo>
                  <a:lnTo>
                    <a:pt x="6843" y="3139"/>
                  </a:lnTo>
                  <a:lnTo>
                    <a:pt x="1382" y="0"/>
                  </a:lnTo>
                  <a:lnTo>
                    <a:pt x="1" y="2386"/>
                  </a:lnTo>
                  <a:lnTo>
                    <a:pt x="6780" y="6341"/>
                  </a:lnTo>
                  <a:close/>
                </a:path>
              </a:pathLst>
            </a:custGeom>
            <a:solidFill>
              <a:srgbClr val="B7B7B7"/>
            </a:solid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25;p27">
              <a:extLst>
                <a:ext uri="{FF2B5EF4-FFF2-40B4-BE49-F238E27FC236}">
                  <a16:creationId xmlns:a16="http://schemas.microsoft.com/office/drawing/2014/main" id="{F0D1988E-BB07-C642-A3D0-782DFD3D04E0}"/>
                </a:ext>
              </a:extLst>
            </p:cNvPr>
            <p:cNvSpPr/>
            <p:nvPr/>
          </p:nvSpPr>
          <p:spPr>
            <a:xfrm>
              <a:off x="2073091" y="1695888"/>
              <a:ext cx="252401" cy="583737"/>
            </a:xfrm>
            <a:custGeom>
              <a:avLst/>
              <a:gdLst/>
              <a:ahLst/>
              <a:cxnLst/>
              <a:rect l="l" t="t" r="r" b="b"/>
              <a:pathLst>
                <a:path w="6216" h="14376" extrusionOk="0">
                  <a:moveTo>
                    <a:pt x="64" y="0"/>
                  </a:moveTo>
                  <a:lnTo>
                    <a:pt x="1" y="12555"/>
                  </a:lnTo>
                  <a:lnTo>
                    <a:pt x="64" y="12869"/>
                  </a:lnTo>
                  <a:lnTo>
                    <a:pt x="252" y="13246"/>
                  </a:lnTo>
                  <a:lnTo>
                    <a:pt x="566" y="13560"/>
                  </a:lnTo>
                  <a:lnTo>
                    <a:pt x="943" y="13811"/>
                  </a:lnTo>
                  <a:lnTo>
                    <a:pt x="1382" y="14062"/>
                  </a:lnTo>
                  <a:lnTo>
                    <a:pt x="1947" y="14187"/>
                  </a:lnTo>
                  <a:lnTo>
                    <a:pt x="2512" y="14313"/>
                  </a:lnTo>
                  <a:lnTo>
                    <a:pt x="3140" y="14376"/>
                  </a:lnTo>
                  <a:lnTo>
                    <a:pt x="3767" y="14313"/>
                  </a:lnTo>
                  <a:lnTo>
                    <a:pt x="4332" y="14187"/>
                  </a:lnTo>
                  <a:lnTo>
                    <a:pt x="4835" y="14062"/>
                  </a:lnTo>
                  <a:lnTo>
                    <a:pt x="5274" y="13811"/>
                  </a:lnTo>
                  <a:lnTo>
                    <a:pt x="5651" y="13560"/>
                  </a:lnTo>
                  <a:lnTo>
                    <a:pt x="5965" y="13246"/>
                  </a:lnTo>
                  <a:lnTo>
                    <a:pt x="6153" y="12869"/>
                  </a:lnTo>
                  <a:lnTo>
                    <a:pt x="6216" y="12555"/>
                  </a:lnTo>
                  <a:lnTo>
                    <a:pt x="6216" y="1946"/>
                  </a:lnTo>
                  <a:lnTo>
                    <a:pt x="6216"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26;p27">
              <a:extLst>
                <a:ext uri="{FF2B5EF4-FFF2-40B4-BE49-F238E27FC236}">
                  <a16:creationId xmlns:a16="http://schemas.microsoft.com/office/drawing/2014/main" id="{30ACCB4D-9AA2-51CF-DBF5-4A41C75DA21A}"/>
                </a:ext>
              </a:extLst>
            </p:cNvPr>
            <p:cNvSpPr/>
            <p:nvPr/>
          </p:nvSpPr>
          <p:spPr>
            <a:xfrm>
              <a:off x="2073091" y="1695888"/>
              <a:ext cx="252401" cy="583737"/>
            </a:xfrm>
            <a:custGeom>
              <a:avLst/>
              <a:gdLst/>
              <a:ahLst/>
              <a:cxnLst/>
              <a:rect l="l" t="t" r="r" b="b"/>
              <a:pathLst>
                <a:path w="6216" h="14376" fill="none" extrusionOk="0">
                  <a:moveTo>
                    <a:pt x="64" y="0"/>
                  </a:moveTo>
                  <a:lnTo>
                    <a:pt x="1" y="12555"/>
                  </a:lnTo>
                  <a:lnTo>
                    <a:pt x="1" y="12555"/>
                  </a:lnTo>
                  <a:lnTo>
                    <a:pt x="64" y="12869"/>
                  </a:lnTo>
                  <a:lnTo>
                    <a:pt x="252" y="13246"/>
                  </a:lnTo>
                  <a:lnTo>
                    <a:pt x="566" y="13560"/>
                  </a:lnTo>
                  <a:lnTo>
                    <a:pt x="943" y="13811"/>
                  </a:lnTo>
                  <a:lnTo>
                    <a:pt x="1382" y="14062"/>
                  </a:lnTo>
                  <a:lnTo>
                    <a:pt x="1947" y="14187"/>
                  </a:lnTo>
                  <a:lnTo>
                    <a:pt x="2512" y="14313"/>
                  </a:lnTo>
                  <a:lnTo>
                    <a:pt x="3140" y="14376"/>
                  </a:lnTo>
                  <a:lnTo>
                    <a:pt x="3140" y="14376"/>
                  </a:lnTo>
                  <a:lnTo>
                    <a:pt x="3767" y="14313"/>
                  </a:lnTo>
                  <a:lnTo>
                    <a:pt x="4332" y="14187"/>
                  </a:lnTo>
                  <a:lnTo>
                    <a:pt x="4835" y="14062"/>
                  </a:lnTo>
                  <a:lnTo>
                    <a:pt x="5274" y="13811"/>
                  </a:lnTo>
                  <a:lnTo>
                    <a:pt x="5651" y="13560"/>
                  </a:lnTo>
                  <a:lnTo>
                    <a:pt x="5965" y="13246"/>
                  </a:lnTo>
                  <a:lnTo>
                    <a:pt x="6153" y="12869"/>
                  </a:lnTo>
                  <a:lnTo>
                    <a:pt x="6216" y="12555"/>
                  </a:lnTo>
                  <a:lnTo>
                    <a:pt x="6216" y="1946"/>
                  </a:lnTo>
                  <a:lnTo>
                    <a:pt x="621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27;p27">
              <a:extLst>
                <a:ext uri="{FF2B5EF4-FFF2-40B4-BE49-F238E27FC236}">
                  <a16:creationId xmlns:a16="http://schemas.microsoft.com/office/drawing/2014/main" id="{DB13DAC1-BAEF-B63F-81D8-BC6423D411CD}"/>
                </a:ext>
              </a:extLst>
            </p:cNvPr>
            <p:cNvSpPr/>
            <p:nvPr/>
          </p:nvSpPr>
          <p:spPr>
            <a:xfrm>
              <a:off x="2073091" y="1695888"/>
              <a:ext cx="252401" cy="583737"/>
            </a:xfrm>
            <a:custGeom>
              <a:avLst/>
              <a:gdLst/>
              <a:ahLst/>
              <a:cxnLst/>
              <a:rect l="l" t="t" r="r" b="b"/>
              <a:pathLst>
                <a:path w="6216" h="14376" fill="none" extrusionOk="0">
                  <a:moveTo>
                    <a:pt x="64" y="0"/>
                  </a:moveTo>
                  <a:lnTo>
                    <a:pt x="1" y="12555"/>
                  </a:lnTo>
                  <a:lnTo>
                    <a:pt x="1" y="12555"/>
                  </a:lnTo>
                  <a:lnTo>
                    <a:pt x="64" y="12869"/>
                  </a:lnTo>
                  <a:lnTo>
                    <a:pt x="252" y="13246"/>
                  </a:lnTo>
                  <a:lnTo>
                    <a:pt x="566" y="13560"/>
                  </a:lnTo>
                  <a:lnTo>
                    <a:pt x="943" y="13811"/>
                  </a:lnTo>
                  <a:lnTo>
                    <a:pt x="1382" y="14062"/>
                  </a:lnTo>
                  <a:lnTo>
                    <a:pt x="1947" y="14187"/>
                  </a:lnTo>
                  <a:lnTo>
                    <a:pt x="2512" y="14313"/>
                  </a:lnTo>
                  <a:lnTo>
                    <a:pt x="3140" y="14376"/>
                  </a:lnTo>
                  <a:lnTo>
                    <a:pt x="3140" y="14376"/>
                  </a:lnTo>
                  <a:lnTo>
                    <a:pt x="3767" y="14313"/>
                  </a:lnTo>
                  <a:lnTo>
                    <a:pt x="4332" y="14187"/>
                  </a:lnTo>
                  <a:lnTo>
                    <a:pt x="4835" y="14062"/>
                  </a:lnTo>
                  <a:lnTo>
                    <a:pt x="5274" y="13811"/>
                  </a:lnTo>
                  <a:lnTo>
                    <a:pt x="5651" y="13560"/>
                  </a:lnTo>
                  <a:lnTo>
                    <a:pt x="5965" y="13246"/>
                  </a:lnTo>
                  <a:lnTo>
                    <a:pt x="6153" y="12869"/>
                  </a:lnTo>
                  <a:lnTo>
                    <a:pt x="6216" y="12555"/>
                  </a:lnTo>
                  <a:lnTo>
                    <a:pt x="6216" y="1946"/>
                  </a:lnTo>
                  <a:lnTo>
                    <a:pt x="6216" y="0"/>
                  </a:lnTo>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28;p27">
              <a:extLst>
                <a:ext uri="{FF2B5EF4-FFF2-40B4-BE49-F238E27FC236}">
                  <a16:creationId xmlns:a16="http://schemas.microsoft.com/office/drawing/2014/main" id="{AB272E8A-FAC3-C5B2-DAD4-35C5C0F05F30}"/>
                </a:ext>
              </a:extLst>
            </p:cNvPr>
            <p:cNvSpPr/>
            <p:nvPr/>
          </p:nvSpPr>
          <p:spPr>
            <a:xfrm>
              <a:off x="2073091" y="1616872"/>
              <a:ext cx="252401" cy="147883"/>
            </a:xfrm>
            <a:custGeom>
              <a:avLst/>
              <a:gdLst/>
              <a:ahLst/>
              <a:cxnLst/>
              <a:rect l="l" t="t" r="r" b="b"/>
              <a:pathLst>
                <a:path w="6216" h="3642" fill="none" extrusionOk="0">
                  <a:moveTo>
                    <a:pt x="1" y="1821"/>
                  </a:moveTo>
                  <a:lnTo>
                    <a:pt x="1" y="1821"/>
                  </a:lnTo>
                  <a:lnTo>
                    <a:pt x="64" y="2198"/>
                  </a:lnTo>
                  <a:lnTo>
                    <a:pt x="252" y="2511"/>
                  </a:lnTo>
                  <a:lnTo>
                    <a:pt x="566" y="2825"/>
                  </a:lnTo>
                  <a:lnTo>
                    <a:pt x="943" y="3139"/>
                  </a:lnTo>
                  <a:lnTo>
                    <a:pt x="1382" y="3328"/>
                  </a:lnTo>
                  <a:lnTo>
                    <a:pt x="1947" y="3516"/>
                  </a:lnTo>
                  <a:lnTo>
                    <a:pt x="2512" y="3641"/>
                  </a:lnTo>
                  <a:lnTo>
                    <a:pt x="3140" y="3641"/>
                  </a:lnTo>
                  <a:lnTo>
                    <a:pt x="3140" y="3641"/>
                  </a:lnTo>
                  <a:lnTo>
                    <a:pt x="3767" y="3641"/>
                  </a:lnTo>
                  <a:lnTo>
                    <a:pt x="4332" y="3516"/>
                  </a:lnTo>
                  <a:lnTo>
                    <a:pt x="4897" y="3328"/>
                  </a:lnTo>
                  <a:lnTo>
                    <a:pt x="5337" y="3139"/>
                  </a:lnTo>
                  <a:lnTo>
                    <a:pt x="5713" y="2825"/>
                  </a:lnTo>
                  <a:lnTo>
                    <a:pt x="5965" y="2511"/>
                  </a:lnTo>
                  <a:lnTo>
                    <a:pt x="6153" y="2198"/>
                  </a:lnTo>
                  <a:lnTo>
                    <a:pt x="6216" y="1821"/>
                  </a:lnTo>
                  <a:lnTo>
                    <a:pt x="6216" y="1821"/>
                  </a:lnTo>
                  <a:lnTo>
                    <a:pt x="6153" y="1444"/>
                  </a:lnTo>
                  <a:lnTo>
                    <a:pt x="5965" y="1130"/>
                  </a:lnTo>
                  <a:lnTo>
                    <a:pt x="5713" y="817"/>
                  </a:lnTo>
                  <a:lnTo>
                    <a:pt x="5337" y="503"/>
                  </a:lnTo>
                  <a:lnTo>
                    <a:pt x="4897" y="314"/>
                  </a:lnTo>
                  <a:lnTo>
                    <a:pt x="4332" y="126"/>
                  </a:lnTo>
                  <a:lnTo>
                    <a:pt x="3767" y="0"/>
                  </a:lnTo>
                  <a:lnTo>
                    <a:pt x="3140" y="0"/>
                  </a:lnTo>
                  <a:lnTo>
                    <a:pt x="3140" y="0"/>
                  </a:lnTo>
                  <a:lnTo>
                    <a:pt x="2512" y="0"/>
                  </a:lnTo>
                  <a:lnTo>
                    <a:pt x="1947" y="126"/>
                  </a:lnTo>
                  <a:lnTo>
                    <a:pt x="1382" y="314"/>
                  </a:lnTo>
                  <a:lnTo>
                    <a:pt x="943" y="503"/>
                  </a:lnTo>
                  <a:lnTo>
                    <a:pt x="566" y="817"/>
                  </a:lnTo>
                  <a:lnTo>
                    <a:pt x="252" y="1130"/>
                  </a:lnTo>
                  <a:lnTo>
                    <a:pt x="64" y="1444"/>
                  </a:lnTo>
                  <a:lnTo>
                    <a:pt x="1" y="1821"/>
                  </a:lnTo>
                  <a:lnTo>
                    <a:pt x="1" y="1821"/>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29;p27">
              <a:extLst>
                <a:ext uri="{FF2B5EF4-FFF2-40B4-BE49-F238E27FC236}">
                  <a16:creationId xmlns:a16="http://schemas.microsoft.com/office/drawing/2014/main" id="{5A3B9133-710F-75F1-245C-7CE7E672DDD7}"/>
                </a:ext>
              </a:extLst>
            </p:cNvPr>
            <p:cNvSpPr/>
            <p:nvPr/>
          </p:nvSpPr>
          <p:spPr>
            <a:xfrm>
              <a:off x="2032323" y="1591372"/>
              <a:ext cx="336494" cy="198883"/>
            </a:xfrm>
            <a:custGeom>
              <a:avLst/>
              <a:gdLst/>
              <a:ahLst/>
              <a:cxnLst/>
              <a:rect l="l" t="t" r="r" b="b"/>
              <a:pathLst>
                <a:path w="8287" h="4898" extrusionOk="0">
                  <a:moveTo>
                    <a:pt x="4144" y="1"/>
                  </a:moveTo>
                  <a:lnTo>
                    <a:pt x="3328" y="64"/>
                  </a:lnTo>
                  <a:lnTo>
                    <a:pt x="2512" y="189"/>
                  </a:lnTo>
                  <a:lnTo>
                    <a:pt x="1821" y="440"/>
                  </a:lnTo>
                  <a:lnTo>
                    <a:pt x="1193" y="691"/>
                  </a:lnTo>
                  <a:lnTo>
                    <a:pt x="691" y="1068"/>
                  </a:lnTo>
                  <a:lnTo>
                    <a:pt x="314" y="1507"/>
                  </a:lnTo>
                  <a:lnTo>
                    <a:pt x="189" y="1696"/>
                  </a:lnTo>
                  <a:lnTo>
                    <a:pt x="63" y="1947"/>
                  </a:lnTo>
                  <a:lnTo>
                    <a:pt x="1" y="2198"/>
                  </a:lnTo>
                  <a:lnTo>
                    <a:pt x="1" y="2449"/>
                  </a:lnTo>
                  <a:lnTo>
                    <a:pt x="1" y="2700"/>
                  </a:lnTo>
                  <a:lnTo>
                    <a:pt x="63" y="2951"/>
                  </a:lnTo>
                  <a:lnTo>
                    <a:pt x="189" y="3202"/>
                  </a:lnTo>
                  <a:lnTo>
                    <a:pt x="314" y="3391"/>
                  </a:lnTo>
                  <a:lnTo>
                    <a:pt x="691" y="3830"/>
                  </a:lnTo>
                  <a:lnTo>
                    <a:pt x="1193" y="4207"/>
                  </a:lnTo>
                  <a:lnTo>
                    <a:pt x="1821" y="4458"/>
                  </a:lnTo>
                  <a:lnTo>
                    <a:pt x="2512" y="4709"/>
                  </a:lnTo>
                  <a:lnTo>
                    <a:pt x="3328" y="4834"/>
                  </a:lnTo>
                  <a:lnTo>
                    <a:pt x="4144" y="4897"/>
                  </a:lnTo>
                  <a:lnTo>
                    <a:pt x="4960" y="4834"/>
                  </a:lnTo>
                  <a:lnTo>
                    <a:pt x="5776" y="4709"/>
                  </a:lnTo>
                  <a:lnTo>
                    <a:pt x="6466" y="4458"/>
                  </a:lnTo>
                  <a:lnTo>
                    <a:pt x="7094" y="4207"/>
                  </a:lnTo>
                  <a:lnTo>
                    <a:pt x="7596" y="3830"/>
                  </a:lnTo>
                  <a:lnTo>
                    <a:pt x="7973" y="3391"/>
                  </a:lnTo>
                  <a:lnTo>
                    <a:pt x="8099" y="3202"/>
                  </a:lnTo>
                  <a:lnTo>
                    <a:pt x="8224" y="2951"/>
                  </a:lnTo>
                  <a:lnTo>
                    <a:pt x="8287" y="2700"/>
                  </a:lnTo>
                  <a:lnTo>
                    <a:pt x="8287" y="2449"/>
                  </a:lnTo>
                  <a:lnTo>
                    <a:pt x="8287" y="2198"/>
                  </a:lnTo>
                  <a:lnTo>
                    <a:pt x="8224" y="1947"/>
                  </a:lnTo>
                  <a:lnTo>
                    <a:pt x="8099" y="1696"/>
                  </a:lnTo>
                  <a:lnTo>
                    <a:pt x="7973" y="1507"/>
                  </a:lnTo>
                  <a:lnTo>
                    <a:pt x="7596" y="1068"/>
                  </a:lnTo>
                  <a:lnTo>
                    <a:pt x="7094" y="691"/>
                  </a:lnTo>
                  <a:lnTo>
                    <a:pt x="6466" y="440"/>
                  </a:lnTo>
                  <a:lnTo>
                    <a:pt x="5776" y="189"/>
                  </a:lnTo>
                  <a:lnTo>
                    <a:pt x="4960" y="64"/>
                  </a:lnTo>
                  <a:lnTo>
                    <a:pt x="4144" y="1"/>
                  </a:lnTo>
                  <a:close/>
                </a:path>
              </a:pathLst>
            </a:custGeom>
            <a:solidFill>
              <a:srgbClr val="140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30;p27">
              <a:extLst>
                <a:ext uri="{FF2B5EF4-FFF2-40B4-BE49-F238E27FC236}">
                  <a16:creationId xmlns:a16="http://schemas.microsoft.com/office/drawing/2014/main" id="{70E09FA6-F7EC-29BC-A128-B5B23D7BEFF3}"/>
                </a:ext>
              </a:extLst>
            </p:cNvPr>
            <p:cNvSpPr/>
            <p:nvPr/>
          </p:nvSpPr>
          <p:spPr>
            <a:xfrm>
              <a:off x="2073091" y="1331382"/>
              <a:ext cx="252401" cy="420627"/>
            </a:xfrm>
            <a:custGeom>
              <a:avLst/>
              <a:gdLst/>
              <a:ahLst/>
              <a:cxnLst/>
              <a:rect l="l" t="t" r="r" b="b"/>
              <a:pathLst>
                <a:path w="6216" h="10359" extrusionOk="0">
                  <a:moveTo>
                    <a:pt x="64" y="1"/>
                  </a:moveTo>
                  <a:lnTo>
                    <a:pt x="1" y="8538"/>
                  </a:lnTo>
                  <a:lnTo>
                    <a:pt x="64" y="8915"/>
                  </a:lnTo>
                  <a:lnTo>
                    <a:pt x="252" y="9229"/>
                  </a:lnTo>
                  <a:lnTo>
                    <a:pt x="566" y="9542"/>
                  </a:lnTo>
                  <a:lnTo>
                    <a:pt x="943" y="9856"/>
                  </a:lnTo>
                  <a:lnTo>
                    <a:pt x="1382" y="10045"/>
                  </a:lnTo>
                  <a:lnTo>
                    <a:pt x="1947" y="10233"/>
                  </a:lnTo>
                  <a:lnTo>
                    <a:pt x="2512" y="10359"/>
                  </a:lnTo>
                  <a:lnTo>
                    <a:pt x="3767" y="10359"/>
                  </a:lnTo>
                  <a:lnTo>
                    <a:pt x="4332" y="10233"/>
                  </a:lnTo>
                  <a:lnTo>
                    <a:pt x="4835" y="10045"/>
                  </a:lnTo>
                  <a:lnTo>
                    <a:pt x="5274" y="9856"/>
                  </a:lnTo>
                  <a:lnTo>
                    <a:pt x="5651" y="9542"/>
                  </a:lnTo>
                  <a:lnTo>
                    <a:pt x="5965" y="9229"/>
                  </a:lnTo>
                  <a:lnTo>
                    <a:pt x="6153" y="8915"/>
                  </a:lnTo>
                  <a:lnTo>
                    <a:pt x="6216" y="8538"/>
                  </a:lnTo>
                  <a:lnTo>
                    <a:pt x="6216" y="1947"/>
                  </a:lnTo>
                  <a:lnTo>
                    <a:pt x="6216"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31;p27">
              <a:extLst>
                <a:ext uri="{FF2B5EF4-FFF2-40B4-BE49-F238E27FC236}">
                  <a16:creationId xmlns:a16="http://schemas.microsoft.com/office/drawing/2014/main" id="{71A3C759-2B01-A813-8EEF-6F0F6BCEFBB3}"/>
                </a:ext>
              </a:extLst>
            </p:cNvPr>
            <p:cNvSpPr/>
            <p:nvPr/>
          </p:nvSpPr>
          <p:spPr>
            <a:xfrm>
              <a:off x="2073091" y="1331382"/>
              <a:ext cx="252401" cy="420627"/>
            </a:xfrm>
            <a:custGeom>
              <a:avLst/>
              <a:gdLst/>
              <a:ahLst/>
              <a:cxnLst/>
              <a:rect l="l" t="t" r="r" b="b"/>
              <a:pathLst>
                <a:path w="6216" h="10359" fill="none" extrusionOk="0">
                  <a:moveTo>
                    <a:pt x="64" y="1"/>
                  </a:moveTo>
                  <a:lnTo>
                    <a:pt x="1" y="8538"/>
                  </a:lnTo>
                  <a:lnTo>
                    <a:pt x="1" y="8538"/>
                  </a:lnTo>
                  <a:lnTo>
                    <a:pt x="64" y="8915"/>
                  </a:lnTo>
                  <a:lnTo>
                    <a:pt x="252" y="9229"/>
                  </a:lnTo>
                  <a:lnTo>
                    <a:pt x="566" y="9542"/>
                  </a:lnTo>
                  <a:lnTo>
                    <a:pt x="943" y="9856"/>
                  </a:lnTo>
                  <a:lnTo>
                    <a:pt x="1382" y="10045"/>
                  </a:lnTo>
                  <a:lnTo>
                    <a:pt x="1947" y="10233"/>
                  </a:lnTo>
                  <a:lnTo>
                    <a:pt x="2512" y="10359"/>
                  </a:lnTo>
                  <a:lnTo>
                    <a:pt x="3140" y="10359"/>
                  </a:lnTo>
                  <a:lnTo>
                    <a:pt x="3140" y="10359"/>
                  </a:lnTo>
                  <a:lnTo>
                    <a:pt x="3767" y="10359"/>
                  </a:lnTo>
                  <a:lnTo>
                    <a:pt x="4332" y="10233"/>
                  </a:lnTo>
                  <a:lnTo>
                    <a:pt x="4835" y="10045"/>
                  </a:lnTo>
                  <a:lnTo>
                    <a:pt x="5274" y="9856"/>
                  </a:lnTo>
                  <a:lnTo>
                    <a:pt x="5651" y="9542"/>
                  </a:lnTo>
                  <a:lnTo>
                    <a:pt x="5965" y="9229"/>
                  </a:lnTo>
                  <a:lnTo>
                    <a:pt x="6153" y="8915"/>
                  </a:lnTo>
                  <a:lnTo>
                    <a:pt x="6216" y="8538"/>
                  </a:lnTo>
                  <a:lnTo>
                    <a:pt x="6216" y="1947"/>
                  </a:lnTo>
                  <a:lnTo>
                    <a:pt x="621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32;p27">
              <a:extLst>
                <a:ext uri="{FF2B5EF4-FFF2-40B4-BE49-F238E27FC236}">
                  <a16:creationId xmlns:a16="http://schemas.microsoft.com/office/drawing/2014/main" id="{99B9ABD7-CE2E-6ABF-8FD4-E20259BE2BF2}"/>
                </a:ext>
              </a:extLst>
            </p:cNvPr>
            <p:cNvSpPr/>
            <p:nvPr/>
          </p:nvSpPr>
          <p:spPr>
            <a:xfrm>
              <a:off x="2073091" y="1331382"/>
              <a:ext cx="252401" cy="420627"/>
            </a:xfrm>
            <a:custGeom>
              <a:avLst/>
              <a:gdLst/>
              <a:ahLst/>
              <a:cxnLst/>
              <a:rect l="l" t="t" r="r" b="b"/>
              <a:pathLst>
                <a:path w="6216" h="10359" fill="none" extrusionOk="0">
                  <a:moveTo>
                    <a:pt x="64" y="1"/>
                  </a:moveTo>
                  <a:lnTo>
                    <a:pt x="1" y="8538"/>
                  </a:lnTo>
                  <a:lnTo>
                    <a:pt x="1" y="8538"/>
                  </a:lnTo>
                  <a:lnTo>
                    <a:pt x="64" y="8915"/>
                  </a:lnTo>
                  <a:lnTo>
                    <a:pt x="252" y="9229"/>
                  </a:lnTo>
                  <a:lnTo>
                    <a:pt x="566" y="9542"/>
                  </a:lnTo>
                  <a:lnTo>
                    <a:pt x="943" y="9856"/>
                  </a:lnTo>
                  <a:lnTo>
                    <a:pt x="1382" y="10045"/>
                  </a:lnTo>
                  <a:lnTo>
                    <a:pt x="1947" y="10233"/>
                  </a:lnTo>
                  <a:lnTo>
                    <a:pt x="2512" y="10359"/>
                  </a:lnTo>
                  <a:lnTo>
                    <a:pt x="3140" y="10359"/>
                  </a:lnTo>
                  <a:lnTo>
                    <a:pt x="3140" y="10359"/>
                  </a:lnTo>
                  <a:lnTo>
                    <a:pt x="3767" y="10359"/>
                  </a:lnTo>
                  <a:lnTo>
                    <a:pt x="4332" y="10233"/>
                  </a:lnTo>
                  <a:lnTo>
                    <a:pt x="4835" y="10045"/>
                  </a:lnTo>
                  <a:lnTo>
                    <a:pt x="5274" y="9856"/>
                  </a:lnTo>
                  <a:lnTo>
                    <a:pt x="5651" y="9542"/>
                  </a:lnTo>
                  <a:lnTo>
                    <a:pt x="5965" y="9229"/>
                  </a:lnTo>
                  <a:lnTo>
                    <a:pt x="6153" y="8915"/>
                  </a:lnTo>
                  <a:lnTo>
                    <a:pt x="6216" y="8538"/>
                  </a:lnTo>
                  <a:lnTo>
                    <a:pt x="6216" y="1947"/>
                  </a:lnTo>
                  <a:lnTo>
                    <a:pt x="6216" y="1"/>
                  </a:lnTo>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33;p27">
              <a:extLst>
                <a:ext uri="{FF2B5EF4-FFF2-40B4-BE49-F238E27FC236}">
                  <a16:creationId xmlns:a16="http://schemas.microsoft.com/office/drawing/2014/main" id="{7EC17F61-6DF5-C7D9-2821-CFD402DB2700}"/>
                </a:ext>
              </a:extLst>
            </p:cNvPr>
            <p:cNvSpPr/>
            <p:nvPr/>
          </p:nvSpPr>
          <p:spPr>
            <a:xfrm>
              <a:off x="2073091" y="1252365"/>
              <a:ext cx="252401" cy="147883"/>
            </a:xfrm>
            <a:custGeom>
              <a:avLst/>
              <a:gdLst/>
              <a:ahLst/>
              <a:cxnLst/>
              <a:rect l="l" t="t" r="r" b="b"/>
              <a:pathLst>
                <a:path w="6216" h="3642" fill="none" extrusionOk="0">
                  <a:moveTo>
                    <a:pt x="1" y="1821"/>
                  </a:moveTo>
                  <a:lnTo>
                    <a:pt x="1" y="1821"/>
                  </a:lnTo>
                  <a:lnTo>
                    <a:pt x="64" y="2198"/>
                  </a:lnTo>
                  <a:lnTo>
                    <a:pt x="252" y="2512"/>
                  </a:lnTo>
                  <a:lnTo>
                    <a:pt x="566" y="2826"/>
                  </a:lnTo>
                  <a:lnTo>
                    <a:pt x="943" y="3139"/>
                  </a:lnTo>
                  <a:lnTo>
                    <a:pt x="1382" y="3328"/>
                  </a:lnTo>
                  <a:lnTo>
                    <a:pt x="1947" y="3516"/>
                  </a:lnTo>
                  <a:lnTo>
                    <a:pt x="2512" y="3642"/>
                  </a:lnTo>
                  <a:lnTo>
                    <a:pt x="3140" y="3642"/>
                  </a:lnTo>
                  <a:lnTo>
                    <a:pt x="3140" y="3642"/>
                  </a:lnTo>
                  <a:lnTo>
                    <a:pt x="3767" y="3642"/>
                  </a:lnTo>
                  <a:lnTo>
                    <a:pt x="4332" y="3516"/>
                  </a:lnTo>
                  <a:lnTo>
                    <a:pt x="4897" y="3328"/>
                  </a:lnTo>
                  <a:lnTo>
                    <a:pt x="5337" y="3139"/>
                  </a:lnTo>
                  <a:lnTo>
                    <a:pt x="5713" y="2826"/>
                  </a:lnTo>
                  <a:lnTo>
                    <a:pt x="5965" y="2512"/>
                  </a:lnTo>
                  <a:lnTo>
                    <a:pt x="6153" y="2198"/>
                  </a:lnTo>
                  <a:lnTo>
                    <a:pt x="6216" y="1821"/>
                  </a:lnTo>
                  <a:lnTo>
                    <a:pt x="6216" y="1821"/>
                  </a:lnTo>
                  <a:lnTo>
                    <a:pt x="6153" y="1445"/>
                  </a:lnTo>
                  <a:lnTo>
                    <a:pt x="5965" y="1131"/>
                  </a:lnTo>
                  <a:lnTo>
                    <a:pt x="5713" y="817"/>
                  </a:lnTo>
                  <a:lnTo>
                    <a:pt x="5337" y="503"/>
                  </a:lnTo>
                  <a:lnTo>
                    <a:pt x="4897" y="315"/>
                  </a:lnTo>
                  <a:lnTo>
                    <a:pt x="4332" y="126"/>
                  </a:lnTo>
                  <a:lnTo>
                    <a:pt x="3767" y="1"/>
                  </a:lnTo>
                  <a:lnTo>
                    <a:pt x="3140" y="1"/>
                  </a:lnTo>
                  <a:lnTo>
                    <a:pt x="3140" y="1"/>
                  </a:lnTo>
                  <a:lnTo>
                    <a:pt x="2512" y="1"/>
                  </a:lnTo>
                  <a:lnTo>
                    <a:pt x="1947" y="126"/>
                  </a:lnTo>
                  <a:lnTo>
                    <a:pt x="1382" y="315"/>
                  </a:lnTo>
                  <a:lnTo>
                    <a:pt x="943" y="503"/>
                  </a:lnTo>
                  <a:lnTo>
                    <a:pt x="566" y="817"/>
                  </a:lnTo>
                  <a:lnTo>
                    <a:pt x="252" y="1131"/>
                  </a:lnTo>
                  <a:lnTo>
                    <a:pt x="64" y="1445"/>
                  </a:lnTo>
                  <a:lnTo>
                    <a:pt x="1" y="1821"/>
                  </a:lnTo>
                  <a:lnTo>
                    <a:pt x="1" y="1821"/>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34;p27">
              <a:extLst>
                <a:ext uri="{FF2B5EF4-FFF2-40B4-BE49-F238E27FC236}">
                  <a16:creationId xmlns:a16="http://schemas.microsoft.com/office/drawing/2014/main" id="{D1480897-7703-2226-CF58-64007E3F4B81}"/>
                </a:ext>
              </a:extLst>
            </p:cNvPr>
            <p:cNvSpPr/>
            <p:nvPr/>
          </p:nvSpPr>
          <p:spPr>
            <a:xfrm>
              <a:off x="2032323" y="1226866"/>
              <a:ext cx="336494" cy="198883"/>
            </a:xfrm>
            <a:custGeom>
              <a:avLst/>
              <a:gdLst/>
              <a:ahLst/>
              <a:cxnLst/>
              <a:rect l="l" t="t" r="r" b="b"/>
              <a:pathLst>
                <a:path w="8287" h="4898" extrusionOk="0">
                  <a:moveTo>
                    <a:pt x="4144" y="1"/>
                  </a:moveTo>
                  <a:lnTo>
                    <a:pt x="3328" y="64"/>
                  </a:lnTo>
                  <a:lnTo>
                    <a:pt x="2512" y="189"/>
                  </a:lnTo>
                  <a:lnTo>
                    <a:pt x="1821" y="440"/>
                  </a:lnTo>
                  <a:lnTo>
                    <a:pt x="1193" y="692"/>
                  </a:lnTo>
                  <a:lnTo>
                    <a:pt x="691" y="1068"/>
                  </a:lnTo>
                  <a:lnTo>
                    <a:pt x="314" y="1508"/>
                  </a:lnTo>
                  <a:lnTo>
                    <a:pt x="189" y="1696"/>
                  </a:lnTo>
                  <a:lnTo>
                    <a:pt x="63" y="1947"/>
                  </a:lnTo>
                  <a:lnTo>
                    <a:pt x="1" y="2198"/>
                  </a:lnTo>
                  <a:lnTo>
                    <a:pt x="1" y="2449"/>
                  </a:lnTo>
                  <a:lnTo>
                    <a:pt x="1" y="2700"/>
                  </a:lnTo>
                  <a:lnTo>
                    <a:pt x="63" y="2951"/>
                  </a:lnTo>
                  <a:lnTo>
                    <a:pt x="189" y="3202"/>
                  </a:lnTo>
                  <a:lnTo>
                    <a:pt x="314" y="3391"/>
                  </a:lnTo>
                  <a:lnTo>
                    <a:pt x="691" y="3830"/>
                  </a:lnTo>
                  <a:lnTo>
                    <a:pt x="1193" y="4207"/>
                  </a:lnTo>
                  <a:lnTo>
                    <a:pt x="1821" y="4458"/>
                  </a:lnTo>
                  <a:lnTo>
                    <a:pt x="2512" y="4709"/>
                  </a:lnTo>
                  <a:lnTo>
                    <a:pt x="3328" y="4835"/>
                  </a:lnTo>
                  <a:lnTo>
                    <a:pt x="4144" y="4897"/>
                  </a:lnTo>
                  <a:lnTo>
                    <a:pt x="4960" y="4835"/>
                  </a:lnTo>
                  <a:lnTo>
                    <a:pt x="5776" y="4709"/>
                  </a:lnTo>
                  <a:lnTo>
                    <a:pt x="6466" y="4458"/>
                  </a:lnTo>
                  <a:lnTo>
                    <a:pt x="7094" y="4207"/>
                  </a:lnTo>
                  <a:lnTo>
                    <a:pt x="7596" y="3830"/>
                  </a:lnTo>
                  <a:lnTo>
                    <a:pt x="7973" y="3391"/>
                  </a:lnTo>
                  <a:lnTo>
                    <a:pt x="8099" y="3202"/>
                  </a:lnTo>
                  <a:lnTo>
                    <a:pt x="8224" y="2951"/>
                  </a:lnTo>
                  <a:lnTo>
                    <a:pt x="8287" y="2700"/>
                  </a:lnTo>
                  <a:lnTo>
                    <a:pt x="8287" y="2449"/>
                  </a:lnTo>
                  <a:lnTo>
                    <a:pt x="8287" y="2198"/>
                  </a:lnTo>
                  <a:lnTo>
                    <a:pt x="8224" y="1947"/>
                  </a:lnTo>
                  <a:lnTo>
                    <a:pt x="8099" y="1696"/>
                  </a:lnTo>
                  <a:lnTo>
                    <a:pt x="7973" y="1508"/>
                  </a:lnTo>
                  <a:lnTo>
                    <a:pt x="7596" y="1068"/>
                  </a:lnTo>
                  <a:lnTo>
                    <a:pt x="7094" y="692"/>
                  </a:lnTo>
                  <a:lnTo>
                    <a:pt x="6466" y="440"/>
                  </a:lnTo>
                  <a:lnTo>
                    <a:pt x="5776" y="189"/>
                  </a:lnTo>
                  <a:lnTo>
                    <a:pt x="4960" y="64"/>
                  </a:lnTo>
                  <a:lnTo>
                    <a:pt x="4144" y="1"/>
                  </a:lnTo>
                  <a:close/>
                </a:path>
              </a:pathLst>
            </a:custGeom>
            <a:solidFill>
              <a:srgbClr val="140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35;p27">
              <a:extLst>
                <a:ext uri="{FF2B5EF4-FFF2-40B4-BE49-F238E27FC236}">
                  <a16:creationId xmlns:a16="http://schemas.microsoft.com/office/drawing/2014/main" id="{C9B6E63D-5246-2F04-9822-63D5CFC74F18}"/>
                </a:ext>
              </a:extLst>
            </p:cNvPr>
            <p:cNvSpPr/>
            <p:nvPr/>
          </p:nvSpPr>
          <p:spPr>
            <a:xfrm>
              <a:off x="2073091" y="971991"/>
              <a:ext cx="252401" cy="420627"/>
            </a:xfrm>
            <a:custGeom>
              <a:avLst/>
              <a:gdLst/>
              <a:ahLst/>
              <a:cxnLst/>
              <a:rect l="l" t="t" r="r" b="b"/>
              <a:pathLst>
                <a:path w="6216" h="10359" extrusionOk="0">
                  <a:moveTo>
                    <a:pt x="64" y="1"/>
                  </a:moveTo>
                  <a:lnTo>
                    <a:pt x="1" y="8538"/>
                  </a:lnTo>
                  <a:lnTo>
                    <a:pt x="64" y="8915"/>
                  </a:lnTo>
                  <a:lnTo>
                    <a:pt x="252" y="9228"/>
                  </a:lnTo>
                  <a:lnTo>
                    <a:pt x="566" y="9542"/>
                  </a:lnTo>
                  <a:lnTo>
                    <a:pt x="943" y="9793"/>
                  </a:lnTo>
                  <a:lnTo>
                    <a:pt x="1382" y="10044"/>
                  </a:lnTo>
                  <a:lnTo>
                    <a:pt x="1947" y="10233"/>
                  </a:lnTo>
                  <a:lnTo>
                    <a:pt x="2512" y="10296"/>
                  </a:lnTo>
                  <a:lnTo>
                    <a:pt x="3140" y="10358"/>
                  </a:lnTo>
                  <a:lnTo>
                    <a:pt x="3767" y="10296"/>
                  </a:lnTo>
                  <a:lnTo>
                    <a:pt x="4332" y="10233"/>
                  </a:lnTo>
                  <a:lnTo>
                    <a:pt x="4835" y="10044"/>
                  </a:lnTo>
                  <a:lnTo>
                    <a:pt x="5274" y="9793"/>
                  </a:lnTo>
                  <a:lnTo>
                    <a:pt x="5651" y="9542"/>
                  </a:lnTo>
                  <a:lnTo>
                    <a:pt x="5965" y="9228"/>
                  </a:lnTo>
                  <a:lnTo>
                    <a:pt x="6153" y="8915"/>
                  </a:lnTo>
                  <a:lnTo>
                    <a:pt x="6216" y="8538"/>
                  </a:lnTo>
                  <a:lnTo>
                    <a:pt x="6216" y="1947"/>
                  </a:lnTo>
                  <a:lnTo>
                    <a:pt x="6216"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36;p27">
              <a:extLst>
                <a:ext uri="{FF2B5EF4-FFF2-40B4-BE49-F238E27FC236}">
                  <a16:creationId xmlns:a16="http://schemas.microsoft.com/office/drawing/2014/main" id="{43C26446-3F75-209C-08F9-931FF492625E}"/>
                </a:ext>
              </a:extLst>
            </p:cNvPr>
            <p:cNvSpPr/>
            <p:nvPr/>
          </p:nvSpPr>
          <p:spPr>
            <a:xfrm>
              <a:off x="2073091" y="971991"/>
              <a:ext cx="252401" cy="420627"/>
            </a:xfrm>
            <a:custGeom>
              <a:avLst/>
              <a:gdLst/>
              <a:ahLst/>
              <a:cxnLst/>
              <a:rect l="l" t="t" r="r" b="b"/>
              <a:pathLst>
                <a:path w="6216" h="10359" fill="none" extrusionOk="0">
                  <a:moveTo>
                    <a:pt x="64" y="1"/>
                  </a:moveTo>
                  <a:lnTo>
                    <a:pt x="1" y="8538"/>
                  </a:lnTo>
                  <a:lnTo>
                    <a:pt x="1" y="8538"/>
                  </a:lnTo>
                  <a:lnTo>
                    <a:pt x="64" y="8915"/>
                  </a:lnTo>
                  <a:lnTo>
                    <a:pt x="252" y="9228"/>
                  </a:lnTo>
                  <a:lnTo>
                    <a:pt x="566" y="9542"/>
                  </a:lnTo>
                  <a:lnTo>
                    <a:pt x="943" y="9793"/>
                  </a:lnTo>
                  <a:lnTo>
                    <a:pt x="1382" y="10044"/>
                  </a:lnTo>
                  <a:lnTo>
                    <a:pt x="1947" y="10233"/>
                  </a:lnTo>
                  <a:lnTo>
                    <a:pt x="2512" y="10296"/>
                  </a:lnTo>
                  <a:lnTo>
                    <a:pt x="3140" y="10358"/>
                  </a:lnTo>
                  <a:lnTo>
                    <a:pt x="3140" y="10358"/>
                  </a:lnTo>
                  <a:lnTo>
                    <a:pt x="3767" y="10296"/>
                  </a:lnTo>
                  <a:lnTo>
                    <a:pt x="4332" y="10233"/>
                  </a:lnTo>
                  <a:lnTo>
                    <a:pt x="4835" y="10044"/>
                  </a:lnTo>
                  <a:lnTo>
                    <a:pt x="5274" y="9793"/>
                  </a:lnTo>
                  <a:lnTo>
                    <a:pt x="5651" y="9542"/>
                  </a:lnTo>
                  <a:lnTo>
                    <a:pt x="5965" y="9228"/>
                  </a:lnTo>
                  <a:lnTo>
                    <a:pt x="6153" y="8915"/>
                  </a:lnTo>
                  <a:lnTo>
                    <a:pt x="6216" y="8538"/>
                  </a:lnTo>
                  <a:lnTo>
                    <a:pt x="6216" y="1947"/>
                  </a:lnTo>
                  <a:lnTo>
                    <a:pt x="621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37;p27">
              <a:extLst>
                <a:ext uri="{FF2B5EF4-FFF2-40B4-BE49-F238E27FC236}">
                  <a16:creationId xmlns:a16="http://schemas.microsoft.com/office/drawing/2014/main" id="{2DAFAA29-247F-C582-560D-F65C9736F18C}"/>
                </a:ext>
              </a:extLst>
            </p:cNvPr>
            <p:cNvSpPr/>
            <p:nvPr/>
          </p:nvSpPr>
          <p:spPr>
            <a:xfrm>
              <a:off x="2073091" y="971991"/>
              <a:ext cx="252401" cy="420627"/>
            </a:xfrm>
            <a:custGeom>
              <a:avLst/>
              <a:gdLst/>
              <a:ahLst/>
              <a:cxnLst/>
              <a:rect l="l" t="t" r="r" b="b"/>
              <a:pathLst>
                <a:path w="6216" h="10359" fill="none" extrusionOk="0">
                  <a:moveTo>
                    <a:pt x="64" y="1"/>
                  </a:moveTo>
                  <a:lnTo>
                    <a:pt x="1" y="8538"/>
                  </a:lnTo>
                  <a:lnTo>
                    <a:pt x="1" y="8538"/>
                  </a:lnTo>
                  <a:lnTo>
                    <a:pt x="64" y="8915"/>
                  </a:lnTo>
                  <a:lnTo>
                    <a:pt x="252" y="9228"/>
                  </a:lnTo>
                  <a:lnTo>
                    <a:pt x="566" y="9542"/>
                  </a:lnTo>
                  <a:lnTo>
                    <a:pt x="943" y="9793"/>
                  </a:lnTo>
                  <a:lnTo>
                    <a:pt x="1382" y="10044"/>
                  </a:lnTo>
                  <a:lnTo>
                    <a:pt x="1947" y="10233"/>
                  </a:lnTo>
                  <a:lnTo>
                    <a:pt x="2512" y="10296"/>
                  </a:lnTo>
                  <a:lnTo>
                    <a:pt x="3140" y="10358"/>
                  </a:lnTo>
                  <a:lnTo>
                    <a:pt x="3140" y="10358"/>
                  </a:lnTo>
                  <a:lnTo>
                    <a:pt x="3767" y="10296"/>
                  </a:lnTo>
                  <a:lnTo>
                    <a:pt x="4332" y="10233"/>
                  </a:lnTo>
                  <a:lnTo>
                    <a:pt x="4835" y="10044"/>
                  </a:lnTo>
                  <a:lnTo>
                    <a:pt x="5274" y="9793"/>
                  </a:lnTo>
                  <a:lnTo>
                    <a:pt x="5651" y="9542"/>
                  </a:lnTo>
                  <a:lnTo>
                    <a:pt x="5965" y="9228"/>
                  </a:lnTo>
                  <a:lnTo>
                    <a:pt x="6153" y="8915"/>
                  </a:lnTo>
                  <a:lnTo>
                    <a:pt x="6216" y="8538"/>
                  </a:lnTo>
                  <a:lnTo>
                    <a:pt x="6216" y="1947"/>
                  </a:lnTo>
                  <a:lnTo>
                    <a:pt x="6216" y="1"/>
                  </a:lnTo>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38;p27">
              <a:extLst>
                <a:ext uri="{FF2B5EF4-FFF2-40B4-BE49-F238E27FC236}">
                  <a16:creationId xmlns:a16="http://schemas.microsoft.com/office/drawing/2014/main" id="{21E1C2A9-7759-1CC2-3F1F-12A52ABEA720}"/>
                </a:ext>
              </a:extLst>
            </p:cNvPr>
            <p:cNvSpPr/>
            <p:nvPr/>
          </p:nvSpPr>
          <p:spPr>
            <a:xfrm>
              <a:off x="2073091" y="892975"/>
              <a:ext cx="252401" cy="147883"/>
            </a:xfrm>
            <a:custGeom>
              <a:avLst/>
              <a:gdLst/>
              <a:ahLst/>
              <a:cxnLst/>
              <a:rect l="l" t="t" r="r" b="b"/>
              <a:pathLst>
                <a:path w="6216" h="3642" fill="none" extrusionOk="0">
                  <a:moveTo>
                    <a:pt x="1" y="1821"/>
                  </a:moveTo>
                  <a:lnTo>
                    <a:pt x="1" y="1821"/>
                  </a:lnTo>
                  <a:lnTo>
                    <a:pt x="64" y="2198"/>
                  </a:lnTo>
                  <a:lnTo>
                    <a:pt x="252" y="2512"/>
                  </a:lnTo>
                  <a:lnTo>
                    <a:pt x="566" y="2825"/>
                  </a:lnTo>
                  <a:lnTo>
                    <a:pt x="943" y="3076"/>
                  </a:lnTo>
                  <a:lnTo>
                    <a:pt x="1382" y="3328"/>
                  </a:lnTo>
                  <a:lnTo>
                    <a:pt x="1947" y="3516"/>
                  </a:lnTo>
                  <a:lnTo>
                    <a:pt x="2512" y="3579"/>
                  </a:lnTo>
                  <a:lnTo>
                    <a:pt x="3140" y="3641"/>
                  </a:lnTo>
                  <a:lnTo>
                    <a:pt x="3140" y="3641"/>
                  </a:lnTo>
                  <a:lnTo>
                    <a:pt x="3767" y="3579"/>
                  </a:lnTo>
                  <a:lnTo>
                    <a:pt x="4332" y="3516"/>
                  </a:lnTo>
                  <a:lnTo>
                    <a:pt x="4897" y="3328"/>
                  </a:lnTo>
                  <a:lnTo>
                    <a:pt x="5337" y="3076"/>
                  </a:lnTo>
                  <a:lnTo>
                    <a:pt x="5713" y="2825"/>
                  </a:lnTo>
                  <a:lnTo>
                    <a:pt x="5965" y="2512"/>
                  </a:lnTo>
                  <a:lnTo>
                    <a:pt x="6153" y="2198"/>
                  </a:lnTo>
                  <a:lnTo>
                    <a:pt x="6216" y="1821"/>
                  </a:lnTo>
                  <a:lnTo>
                    <a:pt x="6216" y="1821"/>
                  </a:lnTo>
                  <a:lnTo>
                    <a:pt x="6153" y="1444"/>
                  </a:lnTo>
                  <a:lnTo>
                    <a:pt x="5965" y="1068"/>
                  </a:lnTo>
                  <a:lnTo>
                    <a:pt x="5713" y="754"/>
                  </a:lnTo>
                  <a:lnTo>
                    <a:pt x="5337" y="503"/>
                  </a:lnTo>
                  <a:lnTo>
                    <a:pt x="4897" y="314"/>
                  </a:lnTo>
                  <a:lnTo>
                    <a:pt x="4332" y="126"/>
                  </a:lnTo>
                  <a:lnTo>
                    <a:pt x="3767" y="1"/>
                  </a:lnTo>
                  <a:lnTo>
                    <a:pt x="3140" y="1"/>
                  </a:lnTo>
                  <a:lnTo>
                    <a:pt x="3140" y="1"/>
                  </a:lnTo>
                  <a:lnTo>
                    <a:pt x="2512" y="1"/>
                  </a:lnTo>
                  <a:lnTo>
                    <a:pt x="1947" y="126"/>
                  </a:lnTo>
                  <a:lnTo>
                    <a:pt x="1382" y="314"/>
                  </a:lnTo>
                  <a:lnTo>
                    <a:pt x="943" y="503"/>
                  </a:lnTo>
                  <a:lnTo>
                    <a:pt x="566" y="754"/>
                  </a:lnTo>
                  <a:lnTo>
                    <a:pt x="252" y="1068"/>
                  </a:lnTo>
                  <a:lnTo>
                    <a:pt x="64" y="1444"/>
                  </a:lnTo>
                  <a:lnTo>
                    <a:pt x="1" y="1821"/>
                  </a:lnTo>
                  <a:lnTo>
                    <a:pt x="1" y="1821"/>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39;p27">
              <a:extLst>
                <a:ext uri="{FF2B5EF4-FFF2-40B4-BE49-F238E27FC236}">
                  <a16:creationId xmlns:a16="http://schemas.microsoft.com/office/drawing/2014/main" id="{5343E5C3-55C4-7CEA-25EE-B28BFBC2A69B}"/>
                </a:ext>
              </a:extLst>
            </p:cNvPr>
            <p:cNvSpPr/>
            <p:nvPr/>
          </p:nvSpPr>
          <p:spPr>
            <a:xfrm>
              <a:off x="2073091" y="892975"/>
              <a:ext cx="252401" cy="147883"/>
            </a:xfrm>
            <a:custGeom>
              <a:avLst/>
              <a:gdLst/>
              <a:ahLst/>
              <a:cxnLst/>
              <a:rect l="l" t="t" r="r" b="b"/>
              <a:pathLst>
                <a:path w="6216" h="3642" extrusionOk="0">
                  <a:moveTo>
                    <a:pt x="2512" y="1"/>
                  </a:moveTo>
                  <a:lnTo>
                    <a:pt x="1947" y="126"/>
                  </a:lnTo>
                  <a:lnTo>
                    <a:pt x="1382" y="314"/>
                  </a:lnTo>
                  <a:lnTo>
                    <a:pt x="943" y="503"/>
                  </a:lnTo>
                  <a:lnTo>
                    <a:pt x="566" y="754"/>
                  </a:lnTo>
                  <a:lnTo>
                    <a:pt x="252" y="1068"/>
                  </a:lnTo>
                  <a:lnTo>
                    <a:pt x="64" y="1444"/>
                  </a:lnTo>
                  <a:lnTo>
                    <a:pt x="1" y="1821"/>
                  </a:lnTo>
                  <a:lnTo>
                    <a:pt x="64" y="2198"/>
                  </a:lnTo>
                  <a:lnTo>
                    <a:pt x="252" y="2512"/>
                  </a:lnTo>
                  <a:lnTo>
                    <a:pt x="566" y="2825"/>
                  </a:lnTo>
                  <a:lnTo>
                    <a:pt x="943" y="3076"/>
                  </a:lnTo>
                  <a:lnTo>
                    <a:pt x="1382" y="3328"/>
                  </a:lnTo>
                  <a:lnTo>
                    <a:pt x="1947" y="3516"/>
                  </a:lnTo>
                  <a:lnTo>
                    <a:pt x="2512" y="3579"/>
                  </a:lnTo>
                  <a:lnTo>
                    <a:pt x="3140" y="3641"/>
                  </a:lnTo>
                  <a:lnTo>
                    <a:pt x="3767" y="3579"/>
                  </a:lnTo>
                  <a:lnTo>
                    <a:pt x="4332" y="3516"/>
                  </a:lnTo>
                  <a:lnTo>
                    <a:pt x="4897" y="3328"/>
                  </a:lnTo>
                  <a:lnTo>
                    <a:pt x="5337" y="3076"/>
                  </a:lnTo>
                  <a:lnTo>
                    <a:pt x="5713" y="2825"/>
                  </a:lnTo>
                  <a:lnTo>
                    <a:pt x="5965" y="2512"/>
                  </a:lnTo>
                  <a:lnTo>
                    <a:pt x="6153" y="2198"/>
                  </a:lnTo>
                  <a:lnTo>
                    <a:pt x="6216" y="1821"/>
                  </a:lnTo>
                  <a:lnTo>
                    <a:pt x="6153" y="1444"/>
                  </a:lnTo>
                  <a:lnTo>
                    <a:pt x="5965" y="1068"/>
                  </a:lnTo>
                  <a:lnTo>
                    <a:pt x="5713" y="754"/>
                  </a:lnTo>
                  <a:lnTo>
                    <a:pt x="5337" y="503"/>
                  </a:lnTo>
                  <a:lnTo>
                    <a:pt x="4897" y="314"/>
                  </a:lnTo>
                  <a:lnTo>
                    <a:pt x="4332" y="126"/>
                  </a:lnTo>
                  <a:lnTo>
                    <a:pt x="3767" y="1"/>
                  </a:lnTo>
                  <a:close/>
                </a:path>
              </a:pathLst>
            </a:custGeom>
            <a:solidFill>
              <a:srgbClr val="140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40;p27">
              <a:extLst>
                <a:ext uri="{FF2B5EF4-FFF2-40B4-BE49-F238E27FC236}">
                  <a16:creationId xmlns:a16="http://schemas.microsoft.com/office/drawing/2014/main" id="{117F1A81-2912-80FD-3F16-FE97F430957D}"/>
                </a:ext>
              </a:extLst>
            </p:cNvPr>
            <p:cNvSpPr/>
            <p:nvPr/>
          </p:nvSpPr>
          <p:spPr>
            <a:xfrm>
              <a:off x="2118974" y="918475"/>
              <a:ext cx="163191" cy="86692"/>
            </a:xfrm>
            <a:custGeom>
              <a:avLst/>
              <a:gdLst/>
              <a:ahLst/>
              <a:cxnLst/>
              <a:rect l="l" t="t" r="r" b="b"/>
              <a:pathLst>
                <a:path w="4019" h="2135" extrusionOk="0">
                  <a:moveTo>
                    <a:pt x="1570" y="0"/>
                  </a:moveTo>
                  <a:lnTo>
                    <a:pt x="1194" y="63"/>
                  </a:lnTo>
                  <a:lnTo>
                    <a:pt x="880" y="126"/>
                  </a:lnTo>
                  <a:lnTo>
                    <a:pt x="566" y="314"/>
                  </a:lnTo>
                  <a:lnTo>
                    <a:pt x="315" y="440"/>
                  </a:lnTo>
                  <a:lnTo>
                    <a:pt x="126" y="628"/>
                  </a:lnTo>
                  <a:lnTo>
                    <a:pt x="1" y="816"/>
                  </a:lnTo>
                  <a:lnTo>
                    <a:pt x="1" y="1067"/>
                  </a:lnTo>
                  <a:lnTo>
                    <a:pt x="1" y="1256"/>
                  </a:lnTo>
                  <a:lnTo>
                    <a:pt x="126" y="1444"/>
                  </a:lnTo>
                  <a:lnTo>
                    <a:pt x="315" y="1632"/>
                  </a:lnTo>
                  <a:lnTo>
                    <a:pt x="566" y="1821"/>
                  </a:lnTo>
                  <a:lnTo>
                    <a:pt x="880" y="1946"/>
                  </a:lnTo>
                  <a:lnTo>
                    <a:pt x="1194" y="2009"/>
                  </a:lnTo>
                  <a:lnTo>
                    <a:pt x="1570" y="2072"/>
                  </a:lnTo>
                  <a:lnTo>
                    <a:pt x="2010" y="2135"/>
                  </a:lnTo>
                  <a:lnTo>
                    <a:pt x="2386" y="2072"/>
                  </a:lnTo>
                  <a:lnTo>
                    <a:pt x="2763" y="2009"/>
                  </a:lnTo>
                  <a:lnTo>
                    <a:pt x="3140" y="1946"/>
                  </a:lnTo>
                  <a:lnTo>
                    <a:pt x="3454" y="1821"/>
                  </a:lnTo>
                  <a:lnTo>
                    <a:pt x="3705" y="1632"/>
                  </a:lnTo>
                  <a:lnTo>
                    <a:pt x="3893" y="1444"/>
                  </a:lnTo>
                  <a:lnTo>
                    <a:pt x="3956" y="1256"/>
                  </a:lnTo>
                  <a:lnTo>
                    <a:pt x="4018" y="1067"/>
                  </a:lnTo>
                  <a:lnTo>
                    <a:pt x="3956" y="816"/>
                  </a:lnTo>
                  <a:lnTo>
                    <a:pt x="3893" y="628"/>
                  </a:lnTo>
                  <a:lnTo>
                    <a:pt x="3705" y="440"/>
                  </a:lnTo>
                  <a:lnTo>
                    <a:pt x="3454" y="314"/>
                  </a:lnTo>
                  <a:lnTo>
                    <a:pt x="3140" y="126"/>
                  </a:lnTo>
                  <a:lnTo>
                    <a:pt x="2763" y="63"/>
                  </a:lnTo>
                  <a:lnTo>
                    <a:pt x="238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41;p27">
              <a:extLst>
                <a:ext uri="{FF2B5EF4-FFF2-40B4-BE49-F238E27FC236}">
                  <a16:creationId xmlns:a16="http://schemas.microsoft.com/office/drawing/2014/main" id="{0A36ED34-E890-2873-5B5F-84D67FE1F580}"/>
                </a:ext>
              </a:extLst>
            </p:cNvPr>
            <p:cNvSpPr/>
            <p:nvPr/>
          </p:nvSpPr>
          <p:spPr>
            <a:xfrm>
              <a:off x="1660180" y="2279577"/>
              <a:ext cx="441011" cy="260034"/>
            </a:xfrm>
            <a:custGeom>
              <a:avLst/>
              <a:gdLst/>
              <a:ahLst/>
              <a:cxnLst/>
              <a:rect l="l" t="t" r="r" b="b"/>
              <a:pathLst>
                <a:path w="10861" h="6404" extrusionOk="0">
                  <a:moveTo>
                    <a:pt x="5462" y="1"/>
                  </a:moveTo>
                  <a:lnTo>
                    <a:pt x="0" y="3265"/>
                  </a:lnTo>
                  <a:lnTo>
                    <a:pt x="5462" y="6404"/>
                  </a:lnTo>
                  <a:lnTo>
                    <a:pt x="10860" y="3202"/>
                  </a:lnTo>
                  <a:lnTo>
                    <a:pt x="546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42;p27">
              <a:extLst>
                <a:ext uri="{FF2B5EF4-FFF2-40B4-BE49-F238E27FC236}">
                  <a16:creationId xmlns:a16="http://schemas.microsoft.com/office/drawing/2014/main" id="{1C3A0AEC-A083-3818-6281-EE90837BA198}"/>
                </a:ext>
              </a:extLst>
            </p:cNvPr>
            <p:cNvSpPr/>
            <p:nvPr/>
          </p:nvSpPr>
          <p:spPr>
            <a:xfrm>
              <a:off x="1660180" y="2279577"/>
              <a:ext cx="441011" cy="260034"/>
            </a:xfrm>
            <a:custGeom>
              <a:avLst/>
              <a:gdLst/>
              <a:ahLst/>
              <a:cxnLst/>
              <a:rect l="l" t="t" r="r" b="b"/>
              <a:pathLst>
                <a:path w="10861" h="6404" fill="none" extrusionOk="0">
                  <a:moveTo>
                    <a:pt x="0" y="3265"/>
                  </a:moveTo>
                  <a:lnTo>
                    <a:pt x="5462" y="6404"/>
                  </a:lnTo>
                  <a:lnTo>
                    <a:pt x="10860" y="3202"/>
                  </a:lnTo>
                  <a:lnTo>
                    <a:pt x="5462" y="1"/>
                  </a:lnTo>
                  <a:lnTo>
                    <a:pt x="0" y="3265"/>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43;p27">
              <a:extLst>
                <a:ext uri="{FF2B5EF4-FFF2-40B4-BE49-F238E27FC236}">
                  <a16:creationId xmlns:a16="http://schemas.microsoft.com/office/drawing/2014/main" id="{4C431996-74AA-0138-31A4-E9B2A2F175B2}"/>
                </a:ext>
              </a:extLst>
            </p:cNvPr>
            <p:cNvSpPr/>
            <p:nvPr/>
          </p:nvSpPr>
          <p:spPr>
            <a:xfrm>
              <a:off x="1879405" y="2409593"/>
              <a:ext cx="272744" cy="260034"/>
            </a:xfrm>
            <a:custGeom>
              <a:avLst/>
              <a:gdLst/>
              <a:ahLst/>
              <a:cxnLst/>
              <a:rect l="l" t="t" r="r" b="b"/>
              <a:pathLst>
                <a:path w="6717" h="6404" extrusionOk="0">
                  <a:moveTo>
                    <a:pt x="5461" y="0"/>
                  </a:moveTo>
                  <a:lnTo>
                    <a:pt x="63" y="3202"/>
                  </a:lnTo>
                  <a:lnTo>
                    <a:pt x="0" y="6403"/>
                  </a:lnTo>
                  <a:lnTo>
                    <a:pt x="6717" y="2449"/>
                  </a:lnTo>
                  <a:lnTo>
                    <a:pt x="5461"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44;p27">
              <a:extLst>
                <a:ext uri="{FF2B5EF4-FFF2-40B4-BE49-F238E27FC236}">
                  <a16:creationId xmlns:a16="http://schemas.microsoft.com/office/drawing/2014/main" id="{D8D6F77B-C9BB-89A8-E44A-78E3E8451D0B}"/>
                </a:ext>
              </a:extLst>
            </p:cNvPr>
            <p:cNvSpPr/>
            <p:nvPr/>
          </p:nvSpPr>
          <p:spPr>
            <a:xfrm>
              <a:off x="1879405" y="2409593"/>
              <a:ext cx="272744" cy="260034"/>
            </a:xfrm>
            <a:custGeom>
              <a:avLst/>
              <a:gdLst/>
              <a:ahLst/>
              <a:cxnLst/>
              <a:rect l="l" t="t" r="r" b="b"/>
              <a:pathLst>
                <a:path w="6717" h="6404" fill="none" extrusionOk="0">
                  <a:moveTo>
                    <a:pt x="5461" y="0"/>
                  </a:moveTo>
                  <a:lnTo>
                    <a:pt x="6717" y="2449"/>
                  </a:lnTo>
                  <a:lnTo>
                    <a:pt x="0" y="6403"/>
                  </a:lnTo>
                  <a:lnTo>
                    <a:pt x="63" y="3202"/>
                  </a:lnTo>
                  <a:lnTo>
                    <a:pt x="5461" y="0"/>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45;p27">
              <a:extLst>
                <a:ext uri="{FF2B5EF4-FFF2-40B4-BE49-F238E27FC236}">
                  <a16:creationId xmlns:a16="http://schemas.microsoft.com/office/drawing/2014/main" id="{2C3EC237-9B2E-0D44-9CDF-5DB3FF5DD087}"/>
                </a:ext>
              </a:extLst>
            </p:cNvPr>
            <p:cNvSpPr/>
            <p:nvPr/>
          </p:nvSpPr>
          <p:spPr>
            <a:xfrm>
              <a:off x="1604105" y="2412151"/>
              <a:ext cx="277860" cy="257476"/>
            </a:xfrm>
            <a:custGeom>
              <a:avLst/>
              <a:gdLst/>
              <a:ahLst/>
              <a:cxnLst/>
              <a:rect l="l" t="t" r="r" b="b"/>
              <a:pathLst>
                <a:path w="6843" h="6341" extrusionOk="0">
                  <a:moveTo>
                    <a:pt x="1381" y="0"/>
                  </a:moveTo>
                  <a:lnTo>
                    <a:pt x="0" y="2386"/>
                  </a:lnTo>
                  <a:lnTo>
                    <a:pt x="6780" y="6340"/>
                  </a:lnTo>
                  <a:lnTo>
                    <a:pt x="6843" y="3139"/>
                  </a:lnTo>
                  <a:lnTo>
                    <a:pt x="1381" y="0"/>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46;p27">
              <a:extLst>
                <a:ext uri="{FF2B5EF4-FFF2-40B4-BE49-F238E27FC236}">
                  <a16:creationId xmlns:a16="http://schemas.microsoft.com/office/drawing/2014/main" id="{B7A85FEA-39AC-CDFC-598F-2399D73C4C9D}"/>
                </a:ext>
              </a:extLst>
            </p:cNvPr>
            <p:cNvSpPr/>
            <p:nvPr/>
          </p:nvSpPr>
          <p:spPr>
            <a:xfrm>
              <a:off x="1604105" y="2412151"/>
              <a:ext cx="277860" cy="257476"/>
            </a:xfrm>
            <a:custGeom>
              <a:avLst/>
              <a:gdLst/>
              <a:ahLst/>
              <a:cxnLst/>
              <a:rect l="l" t="t" r="r" b="b"/>
              <a:pathLst>
                <a:path w="6843" h="6341" fill="none" extrusionOk="0">
                  <a:moveTo>
                    <a:pt x="6780" y="6340"/>
                  </a:moveTo>
                  <a:lnTo>
                    <a:pt x="6843" y="3139"/>
                  </a:lnTo>
                  <a:lnTo>
                    <a:pt x="1381" y="0"/>
                  </a:lnTo>
                  <a:lnTo>
                    <a:pt x="0" y="2386"/>
                  </a:lnTo>
                  <a:lnTo>
                    <a:pt x="6780" y="6340"/>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47;p27">
              <a:extLst>
                <a:ext uri="{FF2B5EF4-FFF2-40B4-BE49-F238E27FC236}">
                  <a16:creationId xmlns:a16="http://schemas.microsoft.com/office/drawing/2014/main" id="{42106797-F3E6-4AF9-6097-4E5BC3C40A6C}"/>
                </a:ext>
              </a:extLst>
            </p:cNvPr>
            <p:cNvSpPr/>
            <p:nvPr/>
          </p:nvSpPr>
          <p:spPr>
            <a:xfrm>
              <a:off x="1749389" y="1892170"/>
              <a:ext cx="252401" cy="583737"/>
            </a:xfrm>
            <a:custGeom>
              <a:avLst/>
              <a:gdLst/>
              <a:ahLst/>
              <a:cxnLst/>
              <a:rect l="l" t="t" r="r" b="b"/>
              <a:pathLst>
                <a:path w="6216" h="14376" extrusionOk="0">
                  <a:moveTo>
                    <a:pt x="6215" y="0"/>
                  </a:moveTo>
                  <a:lnTo>
                    <a:pt x="1" y="63"/>
                  </a:lnTo>
                  <a:lnTo>
                    <a:pt x="1" y="12555"/>
                  </a:lnTo>
                  <a:lnTo>
                    <a:pt x="63" y="12932"/>
                  </a:lnTo>
                  <a:lnTo>
                    <a:pt x="252" y="13246"/>
                  </a:lnTo>
                  <a:lnTo>
                    <a:pt x="566" y="13559"/>
                  </a:lnTo>
                  <a:lnTo>
                    <a:pt x="942" y="13810"/>
                  </a:lnTo>
                  <a:lnTo>
                    <a:pt x="1382" y="14062"/>
                  </a:lnTo>
                  <a:lnTo>
                    <a:pt x="1884" y="14250"/>
                  </a:lnTo>
                  <a:lnTo>
                    <a:pt x="2512" y="14313"/>
                  </a:lnTo>
                  <a:lnTo>
                    <a:pt x="3139" y="14375"/>
                  </a:lnTo>
                  <a:lnTo>
                    <a:pt x="3767" y="14313"/>
                  </a:lnTo>
                  <a:lnTo>
                    <a:pt x="4332" y="14250"/>
                  </a:lnTo>
                  <a:lnTo>
                    <a:pt x="4834" y="14062"/>
                  </a:lnTo>
                  <a:lnTo>
                    <a:pt x="5274" y="13810"/>
                  </a:lnTo>
                  <a:lnTo>
                    <a:pt x="5650" y="13559"/>
                  </a:lnTo>
                  <a:lnTo>
                    <a:pt x="5964" y="13246"/>
                  </a:lnTo>
                  <a:lnTo>
                    <a:pt x="6090" y="12932"/>
                  </a:lnTo>
                  <a:lnTo>
                    <a:pt x="6153" y="12555"/>
                  </a:lnTo>
                  <a:lnTo>
                    <a:pt x="6215" y="1946"/>
                  </a:lnTo>
                  <a:lnTo>
                    <a:pt x="6215"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48;p27">
              <a:extLst>
                <a:ext uri="{FF2B5EF4-FFF2-40B4-BE49-F238E27FC236}">
                  <a16:creationId xmlns:a16="http://schemas.microsoft.com/office/drawing/2014/main" id="{B59C5191-0F0D-4393-3BB7-7791079C065A}"/>
                </a:ext>
              </a:extLst>
            </p:cNvPr>
            <p:cNvSpPr/>
            <p:nvPr/>
          </p:nvSpPr>
          <p:spPr>
            <a:xfrm>
              <a:off x="1749389" y="1892170"/>
              <a:ext cx="252401" cy="583737"/>
            </a:xfrm>
            <a:custGeom>
              <a:avLst/>
              <a:gdLst/>
              <a:ahLst/>
              <a:cxnLst/>
              <a:rect l="l" t="t" r="r" b="b"/>
              <a:pathLst>
                <a:path w="6216" h="14376" fill="none" extrusionOk="0">
                  <a:moveTo>
                    <a:pt x="1" y="63"/>
                  </a:moveTo>
                  <a:lnTo>
                    <a:pt x="1" y="12555"/>
                  </a:lnTo>
                  <a:lnTo>
                    <a:pt x="1" y="12555"/>
                  </a:lnTo>
                  <a:lnTo>
                    <a:pt x="63" y="12932"/>
                  </a:lnTo>
                  <a:lnTo>
                    <a:pt x="252" y="13246"/>
                  </a:lnTo>
                  <a:lnTo>
                    <a:pt x="566" y="13559"/>
                  </a:lnTo>
                  <a:lnTo>
                    <a:pt x="942" y="13810"/>
                  </a:lnTo>
                  <a:lnTo>
                    <a:pt x="1382" y="14062"/>
                  </a:lnTo>
                  <a:lnTo>
                    <a:pt x="1884" y="14250"/>
                  </a:lnTo>
                  <a:lnTo>
                    <a:pt x="2512" y="14313"/>
                  </a:lnTo>
                  <a:lnTo>
                    <a:pt x="3139" y="14375"/>
                  </a:lnTo>
                  <a:lnTo>
                    <a:pt x="3139" y="14375"/>
                  </a:lnTo>
                  <a:lnTo>
                    <a:pt x="3767" y="14313"/>
                  </a:lnTo>
                  <a:lnTo>
                    <a:pt x="4332" y="14250"/>
                  </a:lnTo>
                  <a:lnTo>
                    <a:pt x="4834" y="14062"/>
                  </a:lnTo>
                  <a:lnTo>
                    <a:pt x="5274" y="13810"/>
                  </a:lnTo>
                  <a:lnTo>
                    <a:pt x="5650" y="13559"/>
                  </a:lnTo>
                  <a:lnTo>
                    <a:pt x="5964" y="13246"/>
                  </a:lnTo>
                  <a:lnTo>
                    <a:pt x="6090" y="12932"/>
                  </a:lnTo>
                  <a:lnTo>
                    <a:pt x="6153" y="12555"/>
                  </a:lnTo>
                  <a:lnTo>
                    <a:pt x="6215" y="1946"/>
                  </a:lnTo>
                  <a:lnTo>
                    <a:pt x="621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49;p27">
              <a:extLst>
                <a:ext uri="{FF2B5EF4-FFF2-40B4-BE49-F238E27FC236}">
                  <a16:creationId xmlns:a16="http://schemas.microsoft.com/office/drawing/2014/main" id="{0DA5C3C7-A503-F9AD-43D1-01214D82F296}"/>
                </a:ext>
              </a:extLst>
            </p:cNvPr>
            <p:cNvSpPr/>
            <p:nvPr/>
          </p:nvSpPr>
          <p:spPr>
            <a:xfrm>
              <a:off x="1749389" y="1892170"/>
              <a:ext cx="252401" cy="583737"/>
            </a:xfrm>
            <a:custGeom>
              <a:avLst/>
              <a:gdLst/>
              <a:ahLst/>
              <a:cxnLst/>
              <a:rect l="l" t="t" r="r" b="b"/>
              <a:pathLst>
                <a:path w="6216" h="14376" fill="none" extrusionOk="0">
                  <a:moveTo>
                    <a:pt x="1" y="63"/>
                  </a:moveTo>
                  <a:lnTo>
                    <a:pt x="1" y="12555"/>
                  </a:lnTo>
                  <a:lnTo>
                    <a:pt x="1" y="12555"/>
                  </a:lnTo>
                  <a:lnTo>
                    <a:pt x="63" y="12932"/>
                  </a:lnTo>
                  <a:lnTo>
                    <a:pt x="252" y="13246"/>
                  </a:lnTo>
                  <a:lnTo>
                    <a:pt x="566" y="13559"/>
                  </a:lnTo>
                  <a:lnTo>
                    <a:pt x="942" y="13810"/>
                  </a:lnTo>
                  <a:lnTo>
                    <a:pt x="1382" y="14062"/>
                  </a:lnTo>
                  <a:lnTo>
                    <a:pt x="1884" y="14250"/>
                  </a:lnTo>
                  <a:lnTo>
                    <a:pt x="2512" y="14313"/>
                  </a:lnTo>
                  <a:lnTo>
                    <a:pt x="3139" y="14375"/>
                  </a:lnTo>
                  <a:lnTo>
                    <a:pt x="3139" y="14375"/>
                  </a:lnTo>
                  <a:lnTo>
                    <a:pt x="3767" y="14313"/>
                  </a:lnTo>
                  <a:lnTo>
                    <a:pt x="4332" y="14250"/>
                  </a:lnTo>
                  <a:lnTo>
                    <a:pt x="4834" y="14062"/>
                  </a:lnTo>
                  <a:lnTo>
                    <a:pt x="5274" y="13810"/>
                  </a:lnTo>
                  <a:lnTo>
                    <a:pt x="5650" y="13559"/>
                  </a:lnTo>
                  <a:lnTo>
                    <a:pt x="5964" y="13246"/>
                  </a:lnTo>
                  <a:lnTo>
                    <a:pt x="6090" y="12932"/>
                  </a:lnTo>
                  <a:lnTo>
                    <a:pt x="6153" y="12555"/>
                  </a:lnTo>
                  <a:lnTo>
                    <a:pt x="6215" y="1946"/>
                  </a:lnTo>
                  <a:lnTo>
                    <a:pt x="6215" y="0"/>
                  </a:lnTo>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50;p27">
              <a:extLst>
                <a:ext uri="{FF2B5EF4-FFF2-40B4-BE49-F238E27FC236}">
                  <a16:creationId xmlns:a16="http://schemas.microsoft.com/office/drawing/2014/main" id="{7D65E756-E9F3-C361-1CEC-FD3C300CDF05}"/>
                </a:ext>
              </a:extLst>
            </p:cNvPr>
            <p:cNvSpPr/>
            <p:nvPr/>
          </p:nvSpPr>
          <p:spPr>
            <a:xfrm>
              <a:off x="1749389" y="1813154"/>
              <a:ext cx="252401" cy="147883"/>
            </a:xfrm>
            <a:custGeom>
              <a:avLst/>
              <a:gdLst/>
              <a:ahLst/>
              <a:cxnLst/>
              <a:rect l="l" t="t" r="r" b="b"/>
              <a:pathLst>
                <a:path w="6216" h="3642" fill="none" extrusionOk="0">
                  <a:moveTo>
                    <a:pt x="1" y="1821"/>
                  </a:moveTo>
                  <a:lnTo>
                    <a:pt x="1" y="1821"/>
                  </a:lnTo>
                  <a:lnTo>
                    <a:pt x="63" y="2197"/>
                  </a:lnTo>
                  <a:lnTo>
                    <a:pt x="252" y="2574"/>
                  </a:lnTo>
                  <a:lnTo>
                    <a:pt x="566" y="2888"/>
                  </a:lnTo>
                  <a:lnTo>
                    <a:pt x="942" y="3139"/>
                  </a:lnTo>
                  <a:lnTo>
                    <a:pt x="1382" y="3327"/>
                  </a:lnTo>
                  <a:lnTo>
                    <a:pt x="1884" y="3515"/>
                  </a:lnTo>
                  <a:lnTo>
                    <a:pt x="2512" y="3641"/>
                  </a:lnTo>
                  <a:lnTo>
                    <a:pt x="3139" y="3641"/>
                  </a:lnTo>
                  <a:lnTo>
                    <a:pt x="3139" y="3641"/>
                  </a:lnTo>
                  <a:lnTo>
                    <a:pt x="3767" y="3641"/>
                  </a:lnTo>
                  <a:lnTo>
                    <a:pt x="4332" y="3515"/>
                  </a:lnTo>
                  <a:lnTo>
                    <a:pt x="4834" y="3327"/>
                  </a:lnTo>
                  <a:lnTo>
                    <a:pt x="5336" y="3139"/>
                  </a:lnTo>
                  <a:lnTo>
                    <a:pt x="5713" y="2888"/>
                  </a:lnTo>
                  <a:lnTo>
                    <a:pt x="5964" y="2574"/>
                  </a:lnTo>
                  <a:lnTo>
                    <a:pt x="6153" y="2197"/>
                  </a:lnTo>
                  <a:lnTo>
                    <a:pt x="6215" y="1821"/>
                  </a:lnTo>
                  <a:lnTo>
                    <a:pt x="6215" y="1821"/>
                  </a:lnTo>
                  <a:lnTo>
                    <a:pt x="6153" y="1444"/>
                  </a:lnTo>
                  <a:lnTo>
                    <a:pt x="5964" y="1130"/>
                  </a:lnTo>
                  <a:lnTo>
                    <a:pt x="5713" y="816"/>
                  </a:lnTo>
                  <a:lnTo>
                    <a:pt x="5336" y="565"/>
                  </a:lnTo>
                  <a:lnTo>
                    <a:pt x="4834" y="314"/>
                  </a:lnTo>
                  <a:lnTo>
                    <a:pt x="4332" y="126"/>
                  </a:lnTo>
                  <a:lnTo>
                    <a:pt x="3767" y="63"/>
                  </a:lnTo>
                  <a:lnTo>
                    <a:pt x="3139" y="0"/>
                  </a:lnTo>
                  <a:lnTo>
                    <a:pt x="3139" y="0"/>
                  </a:lnTo>
                  <a:lnTo>
                    <a:pt x="2512" y="63"/>
                  </a:lnTo>
                  <a:lnTo>
                    <a:pt x="1884" y="126"/>
                  </a:lnTo>
                  <a:lnTo>
                    <a:pt x="1382" y="314"/>
                  </a:lnTo>
                  <a:lnTo>
                    <a:pt x="942" y="565"/>
                  </a:lnTo>
                  <a:lnTo>
                    <a:pt x="566" y="816"/>
                  </a:lnTo>
                  <a:lnTo>
                    <a:pt x="252" y="1130"/>
                  </a:lnTo>
                  <a:lnTo>
                    <a:pt x="63" y="1444"/>
                  </a:lnTo>
                  <a:lnTo>
                    <a:pt x="1" y="1821"/>
                  </a:lnTo>
                  <a:lnTo>
                    <a:pt x="1" y="1821"/>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51;p27">
              <a:extLst>
                <a:ext uri="{FF2B5EF4-FFF2-40B4-BE49-F238E27FC236}">
                  <a16:creationId xmlns:a16="http://schemas.microsoft.com/office/drawing/2014/main" id="{02E408D8-AA4E-FA4A-49B1-0780FFF88F56}"/>
                </a:ext>
              </a:extLst>
            </p:cNvPr>
            <p:cNvSpPr/>
            <p:nvPr/>
          </p:nvSpPr>
          <p:spPr>
            <a:xfrm>
              <a:off x="1706063" y="1787654"/>
              <a:ext cx="339052" cy="198843"/>
            </a:xfrm>
            <a:custGeom>
              <a:avLst/>
              <a:gdLst/>
              <a:ahLst/>
              <a:cxnLst/>
              <a:rect l="l" t="t" r="r" b="b"/>
              <a:pathLst>
                <a:path w="8350" h="4897" extrusionOk="0">
                  <a:moveTo>
                    <a:pt x="4206" y="0"/>
                  </a:moveTo>
                  <a:lnTo>
                    <a:pt x="3327" y="63"/>
                  </a:lnTo>
                  <a:lnTo>
                    <a:pt x="2574" y="189"/>
                  </a:lnTo>
                  <a:lnTo>
                    <a:pt x="1884" y="440"/>
                  </a:lnTo>
                  <a:lnTo>
                    <a:pt x="1256" y="754"/>
                  </a:lnTo>
                  <a:lnTo>
                    <a:pt x="754" y="1068"/>
                  </a:lnTo>
                  <a:lnTo>
                    <a:pt x="377" y="1507"/>
                  </a:lnTo>
                  <a:lnTo>
                    <a:pt x="189" y="1758"/>
                  </a:lnTo>
                  <a:lnTo>
                    <a:pt x="126" y="1946"/>
                  </a:lnTo>
                  <a:lnTo>
                    <a:pt x="63" y="2197"/>
                  </a:lnTo>
                  <a:lnTo>
                    <a:pt x="0" y="2449"/>
                  </a:lnTo>
                  <a:lnTo>
                    <a:pt x="63" y="2700"/>
                  </a:lnTo>
                  <a:lnTo>
                    <a:pt x="126" y="2951"/>
                  </a:lnTo>
                  <a:lnTo>
                    <a:pt x="189" y="3202"/>
                  </a:lnTo>
                  <a:lnTo>
                    <a:pt x="377" y="3390"/>
                  </a:lnTo>
                  <a:lnTo>
                    <a:pt x="754" y="3830"/>
                  </a:lnTo>
                  <a:lnTo>
                    <a:pt x="1256" y="4206"/>
                  </a:lnTo>
                  <a:lnTo>
                    <a:pt x="1884" y="4520"/>
                  </a:lnTo>
                  <a:lnTo>
                    <a:pt x="2574" y="4708"/>
                  </a:lnTo>
                  <a:lnTo>
                    <a:pt x="3327" y="4834"/>
                  </a:lnTo>
                  <a:lnTo>
                    <a:pt x="4206" y="4897"/>
                  </a:lnTo>
                  <a:lnTo>
                    <a:pt x="5022" y="4834"/>
                  </a:lnTo>
                  <a:lnTo>
                    <a:pt x="5776" y="4708"/>
                  </a:lnTo>
                  <a:lnTo>
                    <a:pt x="6529" y="4520"/>
                  </a:lnTo>
                  <a:lnTo>
                    <a:pt x="7094" y="4206"/>
                  </a:lnTo>
                  <a:lnTo>
                    <a:pt x="7596" y="3830"/>
                  </a:lnTo>
                  <a:lnTo>
                    <a:pt x="8036" y="3390"/>
                  </a:lnTo>
                  <a:lnTo>
                    <a:pt x="8161" y="3202"/>
                  </a:lnTo>
                  <a:lnTo>
                    <a:pt x="8224" y="2951"/>
                  </a:lnTo>
                  <a:lnTo>
                    <a:pt x="8287" y="2700"/>
                  </a:lnTo>
                  <a:lnTo>
                    <a:pt x="8349" y="2449"/>
                  </a:lnTo>
                  <a:lnTo>
                    <a:pt x="8287" y="2197"/>
                  </a:lnTo>
                  <a:lnTo>
                    <a:pt x="8224" y="1946"/>
                  </a:lnTo>
                  <a:lnTo>
                    <a:pt x="8161" y="1758"/>
                  </a:lnTo>
                  <a:lnTo>
                    <a:pt x="8036" y="1507"/>
                  </a:lnTo>
                  <a:lnTo>
                    <a:pt x="7596" y="1068"/>
                  </a:lnTo>
                  <a:lnTo>
                    <a:pt x="7094" y="754"/>
                  </a:lnTo>
                  <a:lnTo>
                    <a:pt x="6529" y="440"/>
                  </a:lnTo>
                  <a:lnTo>
                    <a:pt x="5776" y="189"/>
                  </a:lnTo>
                  <a:lnTo>
                    <a:pt x="5022" y="63"/>
                  </a:lnTo>
                  <a:lnTo>
                    <a:pt x="4206" y="0"/>
                  </a:lnTo>
                  <a:close/>
                </a:path>
              </a:pathLst>
            </a:custGeom>
            <a:solidFill>
              <a:srgbClr val="140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52;p27">
              <a:extLst>
                <a:ext uri="{FF2B5EF4-FFF2-40B4-BE49-F238E27FC236}">
                  <a16:creationId xmlns:a16="http://schemas.microsoft.com/office/drawing/2014/main" id="{44E4586C-180E-5D2A-D4E1-72DB3079618E}"/>
                </a:ext>
              </a:extLst>
            </p:cNvPr>
            <p:cNvSpPr/>
            <p:nvPr/>
          </p:nvSpPr>
          <p:spPr>
            <a:xfrm>
              <a:off x="1749389" y="1527664"/>
              <a:ext cx="252401" cy="420627"/>
            </a:xfrm>
            <a:custGeom>
              <a:avLst/>
              <a:gdLst/>
              <a:ahLst/>
              <a:cxnLst/>
              <a:rect l="l" t="t" r="r" b="b"/>
              <a:pathLst>
                <a:path w="6216" h="10359" extrusionOk="0">
                  <a:moveTo>
                    <a:pt x="6215" y="0"/>
                  </a:moveTo>
                  <a:lnTo>
                    <a:pt x="1" y="63"/>
                  </a:lnTo>
                  <a:lnTo>
                    <a:pt x="1" y="8538"/>
                  </a:lnTo>
                  <a:lnTo>
                    <a:pt x="63" y="8914"/>
                  </a:lnTo>
                  <a:lnTo>
                    <a:pt x="252" y="9291"/>
                  </a:lnTo>
                  <a:lnTo>
                    <a:pt x="566" y="9605"/>
                  </a:lnTo>
                  <a:lnTo>
                    <a:pt x="942" y="9856"/>
                  </a:lnTo>
                  <a:lnTo>
                    <a:pt x="1382" y="10044"/>
                  </a:lnTo>
                  <a:lnTo>
                    <a:pt x="1884" y="10233"/>
                  </a:lnTo>
                  <a:lnTo>
                    <a:pt x="2512" y="10358"/>
                  </a:lnTo>
                  <a:lnTo>
                    <a:pt x="3767" y="10358"/>
                  </a:lnTo>
                  <a:lnTo>
                    <a:pt x="4332" y="10233"/>
                  </a:lnTo>
                  <a:lnTo>
                    <a:pt x="4834" y="10044"/>
                  </a:lnTo>
                  <a:lnTo>
                    <a:pt x="5274" y="9856"/>
                  </a:lnTo>
                  <a:lnTo>
                    <a:pt x="5650" y="9605"/>
                  </a:lnTo>
                  <a:lnTo>
                    <a:pt x="5964" y="9291"/>
                  </a:lnTo>
                  <a:lnTo>
                    <a:pt x="6090" y="8914"/>
                  </a:lnTo>
                  <a:lnTo>
                    <a:pt x="6153" y="8538"/>
                  </a:lnTo>
                  <a:lnTo>
                    <a:pt x="6215" y="1946"/>
                  </a:lnTo>
                  <a:lnTo>
                    <a:pt x="6215"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53;p27">
              <a:extLst>
                <a:ext uri="{FF2B5EF4-FFF2-40B4-BE49-F238E27FC236}">
                  <a16:creationId xmlns:a16="http://schemas.microsoft.com/office/drawing/2014/main" id="{73B75D9B-E4BF-95A7-7F8B-45B0D25F0E0A}"/>
                </a:ext>
              </a:extLst>
            </p:cNvPr>
            <p:cNvSpPr/>
            <p:nvPr/>
          </p:nvSpPr>
          <p:spPr>
            <a:xfrm>
              <a:off x="1749389" y="1527664"/>
              <a:ext cx="252401" cy="420627"/>
            </a:xfrm>
            <a:custGeom>
              <a:avLst/>
              <a:gdLst/>
              <a:ahLst/>
              <a:cxnLst/>
              <a:rect l="l" t="t" r="r" b="b"/>
              <a:pathLst>
                <a:path w="6216" h="10359" fill="none" extrusionOk="0">
                  <a:moveTo>
                    <a:pt x="1" y="63"/>
                  </a:moveTo>
                  <a:lnTo>
                    <a:pt x="1" y="8538"/>
                  </a:lnTo>
                  <a:lnTo>
                    <a:pt x="1" y="8538"/>
                  </a:lnTo>
                  <a:lnTo>
                    <a:pt x="63" y="8914"/>
                  </a:lnTo>
                  <a:lnTo>
                    <a:pt x="252" y="9291"/>
                  </a:lnTo>
                  <a:lnTo>
                    <a:pt x="566" y="9605"/>
                  </a:lnTo>
                  <a:lnTo>
                    <a:pt x="942" y="9856"/>
                  </a:lnTo>
                  <a:lnTo>
                    <a:pt x="1382" y="10044"/>
                  </a:lnTo>
                  <a:lnTo>
                    <a:pt x="1884" y="10233"/>
                  </a:lnTo>
                  <a:lnTo>
                    <a:pt x="2512" y="10358"/>
                  </a:lnTo>
                  <a:lnTo>
                    <a:pt x="3139" y="10358"/>
                  </a:lnTo>
                  <a:lnTo>
                    <a:pt x="3139" y="10358"/>
                  </a:lnTo>
                  <a:lnTo>
                    <a:pt x="3767" y="10358"/>
                  </a:lnTo>
                  <a:lnTo>
                    <a:pt x="4332" y="10233"/>
                  </a:lnTo>
                  <a:lnTo>
                    <a:pt x="4834" y="10044"/>
                  </a:lnTo>
                  <a:lnTo>
                    <a:pt x="5274" y="9856"/>
                  </a:lnTo>
                  <a:lnTo>
                    <a:pt x="5650" y="9605"/>
                  </a:lnTo>
                  <a:lnTo>
                    <a:pt x="5964" y="9291"/>
                  </a:lnTo>
                  <a:lnTo>
                    <a:pt x="6090" y="8914"/>
                  </a:lnTo>
                  <a:lnTo>
                    <a:pt x="6153" y="8538"/>
                  </a:lnTo>
                  <a:lnTo>
                    <a:pt x="6215" y="1946"/>
                  </a:lnTo>
                  <a:lnTo>
                    <a:pt x="621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54;p27">
              <a:extLst>
                <a:ext uri="{FF2B5EF4-FFF2-40B4-BE49-F238E27FC236}">
                  <a16:creationId xmlns:a16="http://schemas.microsoft.com/office/drawing/2014/main" id="{D2E175E2-A250-8D9C-7818-190C9DE603F3}"/>
                </a:ext>
              </a:extLst>
            </p:cNvPr>
            <p:cNvSpPr/>
            <p:nvPr/>
          </p:nvSpPr>
          <p:spPr>
            <a:xfrm>
              <a:off x="1749389" y="1527664"/>
              <a:ext cx="252401" cy="420627"/>
            </a:xfrm>
            <a:custGeom>
              <a:avLst/>
              <a:gdLst/>
              <a:ahLst/>
              <a:cxnLst/>
              <a:rect l="l" t="t" r="r" b="b"/>
              <a:pathLst>
                <a:path w="6216" h="10359" fill="none" extrusionOk="0">
                  <a:moveTo>
                    <a:pt x="1" y="63"/>
                  </a:moveTo>
                  <a:lnTo>
                    <a:pt x="1" y="8538"/>
                  </a:lnTo>
                  <a:lnTo>
                    <a:pt x="1" y="8538"/>
                  </a:lnTo>
                  <a:lnTo>
                    <a:pt x="63" y="8914"/>
                  </a:lnTo>
                  <a:lnTo>
                    <a:pt x="252" y="9291"/>
                  </a:lnTo>
                  <a:lnTo>
                    <a:pt x="566" y="9605"/>
                  </a:lnTo>
                  <a:lnTo>
                    <a:pt x="942" y="9856"/>
                  </a:lnTo>
                  <a:lnTo>
                    <a:pt x="1382" y="10044"/>
                  </a:lnTo>
                  <a:lnTo>
                    <a:pt x="1884" y="10233"/>
                  </a:lnTo>
                  <a:lnTo>
                    <a:pt x="2512" y="10358"/>
                  </a:lnTo>
                  <a:lnTo>
                    <a:pt x="3139" y="10358"/>
                  </a:lnTo>
                  <a:lnTo>
                    <a:pt x="3139" y="10358"/>
                  </a:lnTo>
                  <a:lnTo>
                    <a:pt x="3767" y="10358"/>
                  </a:lnTo>
                  <a:lnTo>
                    <a:pt x="4332" y="10233"/>
                  </a:lnTo>
                  <a:lnTo>
                    <a:pt x="4834" y="10044"/>
                  </a:lnTo>
                  <a:lnTo>
                    <a:pt x="5274" y="9856"/>
                  </a:lnTo>
                  <a:lnTo>
                    <a:pt x="5650" y="9605"/>
                  </a:lnTo>
                  <a:lnTo>
                    <a:pt x="5964" y="9291"/>
                  </a:lnTo>
                  <a:lnTo>
                    <a:pt x="6090" y="8914"/>
                  </a:lnTo>
                  <a:lnTo>
                    <a:pt x="6153" y="8538"/>
                  </a:lnTo>
                  <a:lnTo>
                    <a:pt x="6215" y="1946"/>
                  </a:lnTo>
                  <a:lnTo>
                    <a:pt x="6215" y="0"/>
                  </a:lnTo>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55;p27">
              <a:extLst>
                <a:ext uri="{FF2B5EF4-FFF2-40B4-BE49-F238E27FC236}">
                  <a16:creationId xmlns:a16="http://schemas.microsoft.com/office/drawing/2014/main" id="{27D40D10-CE5B-B078-044C-446AAD8971B9}"/>
                </a:ext>
              </a:extLst>
            </p:cNvPr>
            <p:cNvSpPr/>
            <p:nvPr/>
          </p:nvSpPr>
          <p:spPr>
            <a:xfrm>
              <a:off x="1749389" y="1448647"/>
              <a:ext cx="252401" cy="147883"/>
            </a:xfrm>
            <a:custGeom>
              <a:avLst/>
              <a:gdLst/>
              <a:ahLst/>
              <a:cxnLst/>
              <a:rect l="l" t="t" r="r" b="b"/>
              <a:pathLst>
                <a:path w="6216" h="3642" fill="none" extrusionOk="0">
                  <a:moveTo>
                    <a:pt x="1" y="1821"/>
                  </a:moveTo>
                  <a:lnTo>
                    <a:pt x="1" y="1821"/>
                  </a:lnTo>
                  <a:lnTo>
                    <a:pt x="63" y="2197"/>
                  </a:lnTo>
                  <a:lnTo>
                    <a:pt x="252" y="2574"/>
                  </a:lnTo>
                  <a:lnTo>
                    <a:pt x="566" y="2888"/>
                  </a:lnTo>
                  <a:lnTo>
                    <a:pt x="942" y="3139"/>
                  </a:lnTo>
                  <a:lnTo>
                    <a:pt x="1382" y="3327"/>
                  </a:lnTo>
                  <a:lnTo>
                    <a:pt x="1884" y="3516"/>
                  </a:lnTo>
                  <a:lnTo>
                    <a:pt x="2512" y="3641"/>
                  </a:lnTo>
                  <a:lnTo>
                    <a:pt x="3139" y="3641"/>
                  </a:lnTo>
                  <a:lnTo>
                    <a:pt x="3139" y="3641"/>
                  </a:lnTo>
                  <a:lnTo>
                    <a:pt x="3767" y="3641"/>
                  </a:lnTo>
                  <a:lnTo>
                    <a:pt x="4332" y="3516"/>
                  </a:lnTo>
                  <a:lnTo>
                    <a:pt x="4834" y="3327"/>
                  </a:lnTo>
                  <a:lnTo>
                    <a:pt x="5336" y="3139"/>
                  </a:lnTo>
                  <a:lnTo>
                    <a:pt x="5713" y="2888"/>
                  </a:lnTo>
                  <a:lnTo>
                    <a:pt x="5964" y="2574"/>
                  </a:lnTo>
                  <a:lnTo>
                    <a:pt x="6153" y="2197"/>
                  </a:lnTo>
                  <a:lnTo>
                    <a:pt x="6215" y="1821"/>
                  </a:lnTo>
                  <a:lnTo>
                    <a:pt x="6215" y="1821"/>
                  </a:lnTo>
                  <a:lnTo>
                    <a:pt x="6153" y="1444"/>
                  </a:lnTo>
                  <a:lnTo>
                    <a:pt x="5964" y="1130"/>
                  </a:lnTo>
                  <a:lnTo>
                    <a:pt x="5713" y="816"/>
                  </a:lnTo>
                  <a:lnTo>
                    <a:pt x="5336" y="565"/>
                  </a:lnTo>
                  <a:lnTo>
                    <a:pt x="4834" y="314"/>
                  </a:lnTo>
                  <a:lnTo>
                    <a:pt x="4332" y="126"/>
                  </a:lnTo>
                  <a:lnTo>
                    <a:pt x="3767" y="63"/>
                  </a:lnTo>
                  <a:lnTo>
                    <a:pt x="3139" y="0"/>
                  </a:lnTo>
                  <a:lnTo>
                    <a:pt x="3139" y="0"/>
                  </a:lnTo>
                  <a:lnTo>
                    <a:pt x="2512" y="63"/>
                  </a:lnTo>
                  <a:lnTo>
                    <a:pt x="1884" y="126"/>
                  </a:lnTo>
                  <a:lnTo>
                    <a:pt x="1382" y="314"/>
                  </a:lnTo>
                  <a:lnTo>
                    <a:pt x="942" y="565"/>
                  </a:lnTo>
                  <a:lnTo>
                    <a:pt x="566" y="816"/>
                  </a:lnTo>
                  <a:lnTo>
                    <a:pt x="252" y="1130"/>
                  </a:lnTo>
                  <a:lnTo>
                    <a:pt x="63" y="1444"/>
                  </a:lnTo>
                  <a:lnTo>
                    <a:pt x="1" y="1821"/>
                  </a:lnTo>
                  <a:lnTo>
                    <a:pt x="1" y="1821"/>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56;p27">
              <a:extLst>
                <a:ext uri="{FF2B5EF4-FFF2-40B4-BE49-F238E27FC236}">
                  <a16:creationId xmlns:a16="http://schemas.microsoft.com/office/drawing/2014/main" id="{395F03CB-AEB3-E9C7-E2E5-E050F629231F}"/>
                </a:ext>
              </a:extLst>
            </p:cNvPr>
            <p:cNvSpPr/>
            <p:nvPr/>
          </p:nvSpPr>
          <p:spPr>
            <a:xfrm>
              <a:off x="1706063" y="1423148"/>
              <a:ext cx="339052" cy="198883"/>
            </a:xfrm>
            <a:custGeom>
              <a:avLst/>
              <a:gdLst/>
              <a:ahLst/>
              <a:cxnLst/>
              <a:rect l="l" t="t" r="r" b="b"/>
              <a:pathLst>
                <a:path w="8350" h="4898" extrusionOk="0">
                  <a:moveTo>
                    <a:pt x="4206" y="1"/>
                  </a:moveTo>
                  <a:lnTo>
                    <a:pt x="3327" y="63"/>
                  </a:lnTo>
                  <a:lnTo>
                    <a:pt x="2574" y="189"/>
                  </a:lnTo>
                  <a:lnTo>
                    <a:pt x="1884" y="440"/>
                  </a:lnTo>
                  <a:lnTo>
                    <a:pt x="1256" y="754"/>
                  </a:lnTo>
                  <a:lnTo>
                    <a:pt x="754" y="1068"/>
                  </a:lnTo>
                  <a:lnTo>
                    <a:pt x="377" y="1507"/>
                  </a:lnTo>
                  <a:lnTo>
                    <a:pt x="189" y="1758"/>
                  </a:lnTo>
                  <a:lnTo>
                    <a:pt x="126" y="1947"/>
                  </a:lnTo>
                  <a:lnTo>
                    <a:pt x="63" y="2198"/>
                  </a:lnTo>
                  <a:lnTo>
                    <a:pt x="0" y="2449"/>
                  </a:lnTo>
                  <a:lnTo>
                    <a:pt x="63" y="2700"/>
                  </a:lnTo>
                  <a:lnTo>
                    <a:pt x="126" y="2951"/>
                  </a:lnTo>
                  <a:lnTo>
                    <a:pt x="189" y="3202"/>
                  </a:lnTo>
                  <a:lnTo>
                    <a:pt x="377" y="3390"/>
                  </a:lnTo>
                  <a:lnTo>
                    <a:pt x="754" y="3830"/>
                  </a:lnTo>
                  <a:lnTo>
                    <a:pt x="1256" y="4207"/>
                  </a:lnTo>
                  <a:lnTo>
                    <a:pt x="1884" y="4520"/>
                  </a:lnTo>
                  <a:lnTo>
                    <a:pt x="2574" y="4709"/>
                  </a:lnTo>
                  <a:lnTo>
                    <a:pt x="3327" y="4834"/>
                  </a:lnTo>
                  <a:lnTo>
                    <a:pt x="4206" y="4897"/>
                  </a:lnTo>
                  <a:lnTo>
                    <a:pt x="5022" y="4834"/>
                  </a:lnTo>
                  <a:lnTo>
                    <a:pt x="5776" y="4709"/>
                  </a:lnTo>
                  <a:lnTo>
                    <a:pt x="6529" y="4520"/>
                  </a:lnTo>
                  <a:lnTo>
                    <a:pt x="7094" y="4207"/>
                  </a:lnTo>
                  <a:lnTo>
                    <a:pt x="7596" y="3830"/>
                  </a:lnTo>
                  <a:lnTo>
                    <a:pt x="8036" y="3390"/>
                  </a:lnTo>
                  <a:lnTo>
                    <a:pt x="8161" y="3202"/>
                  </a:lnTo>
                  <a:lnTo>
                    <a:pt x="8224" y="2951"/>
                  </a:lnTo>
                  <a:lnTo>
                    <a:pt x="8287" y="2700"/>
                  </a:lnTo>
                  <a:lnTo>
                    <a:pt x="8349" y="2449"/>
                  </a:lnTo>
                  <a:lnTo>
                    <a:pt x="8287" y="2198"/>
                  </a:lnTo>
                  <a:lnTo>
                    <a:pt x="8224" y="1947"/>
                  </a:lnTo>
                  <a:lnTo>
                    <a:pt x="8161" y="1758"/>
                  </a:lnTo>
                  <a:lnTo>
                    <a:pt x="8036" y="1507"/>
                  </a:lnTo>
                  <a:lnTo>
                    <a:pt x="7596" y="1068"/>
                  </a:lnTo>
                  <a:lnTo>
                    <a:pt x="7094" y="754"/>
                  </a:lnTo>
                  <a:lnTo>
                    <a:pt x="6529" y="440"/>
                  </a:lnTo>
                  <a:lnTo>
                    <a:pt x="5776" y="189"/>
                  </a:lnTo>
                  <a:lnTo>
                    <a:pt x="5022" y="63"/>
                  </a:lnTo>
                  <a:lnTo>
                    <a:pt x="4206" y="1"/>
                  </a:lnTo>
                  <a:close/>
                </a:path>
              </a:pathLst>
            </a:custGeom>
            <a:solidFill>
              <a:srgbClr val="140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57;p27">
              <a:extLst>
                <a:ext uri="{FF2B5EF4-FFF2-40B4-BE49-F238E27FC236}">
                  <a16:creationId xmlns:a16="http://schemas.microsoft.com/office/drawing/2014/main" id="{68DA35E2-24DF-74CC-3D13-6FD259CD34FE}"/>
                </a:ext>
              </a:extLst>
            </p:cNvPr>
            <p:cNvSpPr/>
            <p:nvPr/>
          </p:nvSpPr>
          <p:spPr>
            <a:xfrm>
              <a:off x="1749389" y="1168273"/>
              <a:ext cx="252401" cy="420587"/>
            </a:xfrm>
            <a:custGeom>
              <a:avLst/>
              <a:gdLst/>
              <a:ahLst/>
              <a:cxnLst/>
              <a:rect l="l" t="t" r="r" b="b"/>
              <a:pathLst>
                <a:path w="6216" h="10358" extrusionOk="0">
                  <a:moveTo>
                    <a:pt x="1" y="0"/>
                  </a:moveTo>
                  <a:lnTo>
                    <a:pt x="1" y="8537"/>
                  </a:lnTo>
                  <a:lnTo>
                    <a:pt x="63" y="8914"/>
                  </a:lnTo>
                  <a:lnTo>
                    <a:pt x="252" y="9228"/>
                  </a:lnTo>
                  <a:lnTo>
                    <a:pt x="566" y="9542"/>
                  </a:lnTo>
                  <a:lnTo>
                    <a:pt x="942" y="9856"/>
                  </a:lnTo>
                  <a:lnTo>
                    <a:pt x="1382" y="10044"/>
                  </a:lnTo>
                  <a:lnTo>
                    <a:pt x="1884" y="10232"/>
                  </a:lnTo>
                  <a:lnTo>
                    <a:pt x="2512" y="10358"/>
                  </a:lnTo>
                  <a:lnTo>
                    <a:pt x="3767" y="10358"/>
                  </a:lnTo>
                  <a:lnTo>
                    <a:pt x="4332" y="10232"/>
                  </a:lnTo>
                  <a:lnTo>
                    <a:pt x="4834" y="10044"/>
                  </a:lnTo>
                  <a:lnTo>
                    <a:pt x="5274" y="9856"/>
                  </a:lnTo>
                  <a:lnTo>
                    <a:pt x="5650" y="9542"/>
                  </a:lnTo>
                  <a:lnTo>
                    <a:pt x="5964" y="9228"/>
                  </a:lnTo>
                  <a:lnTo>
                    <a:pt x="6090" y="8914"/>
                  </a:lnTo>
                  <a:lnTo>
                    <a:pt x="6153" y="8537"/>
                  </a:lnTo>
                  <a:lnTo>
                    <a:pt x="6215" y="1946"/>
                  </a:lnTo>
                  <a:lnTo>
                    <a:pt x="6215"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58;p27">
              <a:extLst>
                <a:ext uri="{FF2B5EF4-FFF2-40B4-BE49-F238E27FC236}">
                  <a16:creationId xmlns:a16="http://schemas.microsoft.com/office/drawing/2014/main" id="{7EB8FB21-0E1B-4F4A-2D53-DA54EA5C7EB5}"/>
                </a:ext>
              </a:extLst>
            </p:cNvPr>
            <p:cNvSpPr/>
            <p:nvPr/>
          </p:nvSpPr>
          <p:spPr>
            <a:xfrm>
              <a:off x="1749389" y="1168273"/>
              <a:ext cx="252401" cy="420587"/>
            </a:xfrm>
            <a:custGeom>
              <a:avLst/>
              <a:gdLst/>
              <a:ahLst/>
              <a:cxnLst/>
              <a:rect l="l" t="t" r="r" b="b"/>
              <a:pathLst>
                <a:path w="6216" h="10358" fill="none" extrusionOk="0">
                  <a:moveTo>
                    <a:pt x="1" y="0"/>
                  </a:moveTo>
                  <a:lnTo>
                    <a:pt x="1" y="8537"/>
                  </a:lnTo>
                  <a:lnTo>
                    <a:pt x="1" y="8537"/>
                  </a:lnTo>
                  <a:lnTo>
                    <a:pt x="63" y="8914"/>
                  </a:lnTo>
                  <a:lnTo>
                    <a:pt x="252" y="9228"/>
                  </a:lnTo>
                  <a:lnTo>
                    <a:pt x="566" y="9542"/>
                  </a:lnTo>
                  <a:lnTo>
                    <a:pt x="942" y="9856"/>
                  </a:lnTo>
                  <a:lnTo>
                    <a:pt x="1382" y="10044"/>
                  </a:lnTo>
                  <a:lnTo>
                    <a:pt x="1884" y="10232"/>
                  </a:lnTo>
                  <a:lnTo>
                    <a:pt x="2512" y="10358"/>
                  </a:lnTo>
                  <a:lnTo>
                    <a:pt x="3139" y="10358"/>
                  </a:lnTo>
                  <a:lnTo>
                    <a:pt x="3139" y="10358"/>
                  </a:lnTo>
                  <a:lnTo>
                    <a:pt x="3767" y="10358"/>
                  </a:lnTo>
                  <a:lnTo>
                    <a:pt x="4332" y="10232"/>
                  </a:lnTo>
                  <a:lnTo>
                    <a:pt x="4834" y="10044"/>
                  </a:lnTo>
                  <a:lnTo>
                    <a:pt x="5274" y="9856"/>
                  </a:lnTo>
                  <a:lnTo>
                    <a:pt x="5650" y="9542"/>
                  </a:lnTo>
                  <a:lnTo>
                    <a:pt x="5964" y="9228"/>
                  </a:lnTo>
                  <a:lnTo>
                    <a:pt x="6090" y="8914"/>
                  </a:lnTo>
                  <a:lnTo>
                    <a:pt x="6153" y="8537"/>
                  </a:lnTo>
                  <a:lnTo>
                    <a:pt x="6215" y="1946"/>
                  </a:lnTo>
                  <a:lnTo>
                    <a:pt x="621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59;p27">
              <a:extLst>
                <a:ext uri="{FF2B5EF4-FFF2-40B4-BE49-F238E27FC236}">
                  <a16:creationId xmlns:a16="http://schemas.microsoft.com/office/drawing/2014/main" id="{0D691420-81DF-37DF-CB27-C27E92EE240C}"/>
                </a:ext>
              </a:extLst>
            </p:cNvPr>
            <p:cNvSpPr/>
            <p:nvPr/>
          </p:nvSpPr>
          <p:spPr>
            <a:xfrm>
              <a:off x="1749389" y="1168273"/>
              <a:ext cx="252401" cy="420587"/>
            </a:xfrm>
            <a:custGeom>
              <a:avLst/>
              <a:gdLst/>
              <a:ahLst/>
              <a:cxnLst/>
              <a:rect l="l" t="t" r="r" b="b"/>
              <a:pathLst>
                <a:path w="6216" h="10358" fill="none" extrusionOk="0">
                  <a:moveTo>
                    <a:pt x="1" y="0"/>
                  </a:moveTo>
                  <a:lnTo>
                    <a:pt x="1" y="8537"/>
                  </a:lnTo>
                  <a:lnTo>
                    <a:pt x="1" y="8537"/>
                  </a:lnTo>
                  <a:lnTo>
                    <a:pt x="63" y="8914"/>
                  </a:lnTo>
                  <a:lnTo>
                    <a:pt x="252" y="9228"/>
                  </a:lnTo>
                  <a:lnTo>
                    <a:pt x="566" y="9542"/>
                  </a:lnTo>
                  <a:lnTo>
                    <a:pt x="942" y="9856"/>
                  </a:lnTo>
                  <a:lnTo>
                    <a:pt x="1382" y="10044"/>
                  </a:lnTo>
                  <a:lnTo>
                    <a:pt x="1884" y="10232"/>
                  </a:lnTo>
                  <a:lnTo>
                    <a:pt x="2512" y="10358"/>
                  </a:lnTo>
                  <a:lnTo>
                    <a:pt x="3139" y="10358"/>
                  </a:lnTo>
                  <a:lnTo>
                    <a:pt x="3139" y="10358"/>
                  </a:lnTo>
                  <a:lnTo>
                    <a:pt x="3767" y="10358"/>
                  </a:lnTo>
                  <a:lnTo>
                    <a:pt x="4332" y="10232"/>
                  </a:lnTo>
                  <a:lnTo>
                    <a:pt x="4834" y="10044"/>
                  </a:lnTo>
                  <a:lnTo>
                    <a:pt x="5274" y="9856"/>
                  </a:lnTo>
                  <a:lnTo>
                    <a:pt x="5650" y="9542"/>
                  </a:lnTo>
                  <a:lnTo>
                    <a:pt x="5964" y="9228"/>
                  </a:lnTo>
                  <a:lnTo>
                    <a:pt x="6090" y="8914"/>
                  </a:lnTo>
                  <a:lnTo>
                    <a:pt x="6153" y="8537"/>
                  </a:lnTo>
                  <a:lnTo>
                    <a:pt x="6215" y="1946"/>
                  </a:lnTo>
                  <a:lnTo>
                    <a:pt x="6215" y="0"/>
                  </a:lnTo>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60;p27">
              <a:extLst>
                <a:ext uri="{FF2B5EF4-FFF2-40B4-BE49-F238E27FC236}">
                  <a16:creationId xmlns:a16="http://schemas.microsoft.com/office/drawing/2014/main" id="{13E80810-A064-6785-0B18-F97E32CEF649}"/>
                </a:ext>
              </a:extLst>
            </p:cNvPr>
            <p:cNvSpPr/>
            <p:nvPr/>
          </p:nvSpPr>
          <p:spPr>
            <a:xfrm>
              <a:off x="1749389" y="1089257"/>
              <a:ext cx="252401" cy="147883"/>
            </a:xfrm>
            <a:custGeom>
              <a:avLst/>
              <a:gdLst/>
              <a:ahLst/>
              <a:cxnLst/>
              <a:rect l="l" t="t" r="r" b="b"/>
              <a:pathLst>
                <a:path w="6216" h="3642" fill="none" extrusionOk="0">
                  <a:moveTo>
                    <a:pt x="1" y="1821"/>
                  </a:moveTo>
                  <a:lnTo>
                    <a:pt x="1" y="1821"/>
                  </a:lnTo>
                  <a:lnTo>
                    <a:pt x="63" y="2197"/>
                  </a:lnTo>
                  <a:lnTo>
                    <a:pt x="252" y="2511"/>
                  </a:lnTo>
                  <a:lnTo>
                    <a:pt x="566" y="2825"/>
                  </a:lnTo>
                  <a:lnTo>
                    <a:pt x="942" y="3139"/>
                  </a:lnTo>
                  <a:lnTo>
                    <a:pt x="1382" y="3327"/>
                  </a:lnTo>
                  <a:lnTo>
                    <a:pt x="1884" y="3516"/>
                  </a:lnTo>
                  <a:lnTo>
                    <a:pt x="2512" y="3641"/>
                  </a:lnTo>
                  <a:lnTo>
                    <a:pt x="3139" y="3641"/>
                  </a:lnTo>
                  <a:lnTo>
                    <a:pt x="3139" y="3641"/>
                  </a:lnTo>
                  <a:lnTo>
                    <a:pt x="3767" y="3641"/>
                  </a:lnTo>
                  <a:lnTo>
                    <a:pt x="4332" y="3516"/>
                  </a:lnTo>
                  <a:lnTo>
                    <a:pt x="4834" y="3327"/>
                  </a:lnTo>
                  <a:lnTo>
                    <a:pt x="5336" y="3139"/>
                  </a:lnTo>
                  <a:lnTo>
                    <a:pt x="5713" y="2825"/>
                  </a:lnTo>
                  <a:lnTo>
                    <a:pt x="5964" y="2511"/>
                  </a:lnTo>
                  <a:lnTo>
                    <a:pt x="6153" y="2197"/>
                  </a:lnTo>
                  <a:lnTo>
                    <a:pt x="6215" y="1821"/>
                  </a:lnTo>
                  <a:lnTo>
                    <a:pt x="6215" y="1821"/>
                  </a:lnTo>
                  <a:lnTo>
                    <a:pt x="6153" y="1444"/>
                  </a:lnTo>
                  <a:lnTo>
                    <a:pt x="5964" y="1130"/>
                  </a:lnTo>
                  <a:lnTo>
                    <a:pt x="5713" y="816"/>
                  </a:lnTo>
                  <a:lnTo>
                    <a:pt x="5336" y="502"/>
                  </a:lnTo>
                  <a:lnTo>
                    <a:pt x="4834" y="314"/>
                  </a:lnTo>
                  <a:lnTo>
                    <a:pt x="4332" y="126"/>
                  </a:lnTo>
                  <a:lnTo>
                    <a:pt x="3767" y="0"/>
                  </a:lnTo>
                  <a:lnTo>
                    <a:pt x="3139" y="0"/>
                  </a:lnTo>
                  <a:lnTo>
                    <a:pt x="3139" y="0"/>
                  </a:lnTo>
                  <a:lnTo>
                    <a:pt x="2512" y="0"/>
                  </a:lnTo>
                  <a:lnTo>
                    <a:pt x="1884" y="126"/>
                  </a:lnTo>
                  <a:lnTo>
                    <a:pt x="1382" y="314"/>
                  </a:lnTo>
                  <a:lnTo>
                    <a:pt x="942" y="502"/>
                  </a:lnTo>
                  <a:lnTo>
                    <a:pt x="566" y="816"/>
                  </a:lnTo>
                  <a:lnTo>
                    <a:pt x="252" y="1130"/>
                  </a:lnTo>
                  <a:lnTo>
                    <a:pt x="63" y="1444"/>
                  </a:lnTo>
                  <a:lnTo>
                    <a:pt x="1" y="1821"/>
                  </a:lnTo>
                  <a:lnTo>
                    <a:pt x="1" y="1821"/>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61;p27">
              <a:extLst>
                <a:ext uri="{FF2B5EF4-FFF2-40B4-BE49-F238E27FC236}">
                  <a16:creationId xmlns:a16="http://schemas.microsoft.com/office/drawing/2014/main" id="{F0DAD546-571E-2DFD-BBB6-0201EA592B6E}"/>
                </a:ext>
              </a:extLst>
            </p:cNvPr>
            <p:cNvSpPr/>
            <p:nvPr/>
          </p:nvSpPr>
          <p:spPr>
            <a:xfrm>
              <a:off x="1749389" y="1089257"/>
              <a:ext cx="252401" cy="147883"/>
            </a:xfrm>
            <a:custGeom>
              <a:avLst/>
              <a:gdLst/>
              <a:ahLst/>
              <a:cxnLst/>
              <a:rect l="l" t="t" r="r" b="b"/>
              <a:pathLst>
                <a:path w="6216" h="3642" extrusionOk="0">
                  <a:moveTo>
                    <a:pt x="2512" y="0"/>
                  </a:moveTo>
                  <a:lnTo>
                    <a:pt x="1884" y="126"/>
                  </a:lnTo>
                  <a:lnTo>
                    <a:pt x="1382" y="314"/>
                  </a:lnTo>
                  <a:lnTo>
                    <a:pt x="942" y="502"/>
                  </a:lnTo>
                  <a:lnTo>
                    <a:pt x="566" y="816"/>
                  </a:lnTo>
                  <a:lnTo>
                    <a:pt x="252" y="1130"/>
                  </a:lnTo>
                  <a:lnTo>
                    <a:pt x="63" y="1444"/>
                  </a:lnTo>
                  <a:lnTo>
                    <a:pt x="1" y="1821"/>
                  </a:lnTo>
                  <a:lnTo>
                    <a:pt x="63" y="2197"/>
                  </a:lnTo>
                  <a:lnTo>
                    <a:pt x="252" y="2511"/>
                  </a:lnTo>
                  <a:lnTo>
                    <a:pt x="566" y="2825"/>
                  </a:lnTo>
                  <a:lnTo>
                    <a:pt x="942" y="3139"/>
                  </a:lnTo>
                  <a:lnTo>
                    <a:pt x="1382" y="3327"/>
                  </a:lnTo>
                  <a:lnTo>
                    <a:pt x="1884" y="3516"/>
                  </a:lnTo>
                  <a:lnTo>
                    <a:pt x="2512" y="3641"/>
                  </a:lnTo>
                  <a:lnTo>
                    <a:pt x="3767" y="3641"/>
                  </a:lnTo>
                  <a:lnTo>
                    <a:pt x="4332" y="3516"/>
                  </a:lnTo>
                  <a:lnTo>
                    <a:pt x="4834" y="3327"/>
                  </a:lnTo>
                  <a:lnTo>
                    <a:pt x="5336" y="3139"/>
                  </a:lnTo>
                  <a:lnTo>
                    <a:pt x="5713" y="2825"/>
                  </a:lnTo>
                  <a:lnTo>
                    <a:pt x="5964" y="2511"/>
                  </a:lnTo>
                  <a:lnTo>
                    <a:pt x="6153" y="2197"/>
                  </a:lnTo>
                  <a:lnTo>
                    <a:pt x="6215" y="1821"/>
                  </a:lnTo>
                  <a:lnTo>
                    <a:pt x="6153" y="1444"/>
                  </a:lnTo>
                  <a:lnTo>
                    <a:pt x="5964" y="1130"/>
                  </a:lnTo>
                  <a:lnTo>
                    <a:pt x="5713" y="816"/>
                  </a:lnTo>
                  <a:lnTo>
                    <a:pt x="5336" y="502"/>
                  </a:lnTo>
                  <a:lnTo>
                    <a:pt x="4834" y="314"/>
                  </a:lnTo>
                  <a:lnTo>
                    <a:pt x="4332" y="126"/>
                  </a:lnTo>
                  <a:lnTo>
                    <a:pt x="3767" y="0"/>
                  </a:lnTo>
                  <a:close/>
                </a:path>
              </a:pathLst>
            </a:custGeom>
            <a:solidFill>
              <a:srgbClr val="140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62;p27">
              <a:extLst>
                <a:ext uri="{FF2B5EF4-FFF2-40B4-BE49-F238E27FC236}">
                  <a16:creationId xmlns:a16="http://schemas.microsoft.com/office/drawing/2014/main" id="{275341AA-7EE6-C5BF-0F40-487A7B07C1BF}"/>
                </a:ext>
              </a:extLst>
            </p:cNvPr>
            <p:cNvSpPr/>
            <p:nvPr/>
          </p:nvSpPr>
          <p:spPr>
            <a:xfrm>
              <a:off x="1795272" y="1114716"/>
              <a:ext cx="163191" cy="86732"/>
            </a:xfrm>
            <a:custGeom>
              <a:avLst/>
              <a:gdLst/>
              <a:ahLst/>
              <a:cxnLst/>
              <a:rect l="l" t="t" r="r" b="b"/>
              <a:pathLst>
                <a:path w="4019" h="2136" extrusionOk="0">
                  <a:moveTo>
                    <a:pt x="1570" y="1"/>
                  </a:moveTo>
                  <a:lnTo>
                    <a:pt x="1193" y="64"/>
                  </a:lnTo>
                  <a:lnTo>
                    <a:pt x="879" y="189"/>
                  </a:lnTo>
                  <a:lnTo>
                    <a:pt x="566" y="315"/>
                  </a:lnTo>
                  <a:lnTo>
                    <a:pt x="314" y="440"/>
                  </a:lnTo>
                  <a:lnTo>
                    <a:pt x="126" y="629"/>
                  </a:lnTo>
                  <a:lnTo>
                    <a:pt x="1" y="817"/>
                  </a:lnTo>
                  <a:lnTo>
                    <a:pt x="1" y="1068"/>
                  </a:lnTo>
                  <a:lnTo>
                    <a:pt x="1" y="1256"/>
                  </a:lnTo>
                  <a:lnTo>
                    <a:pt x="126" y="1507"/>
                  </a:lnTo>
                  <a:lnTo>
                    <a:pt x="314" y="1633"/>
                  </a:lnTo>
                  <a:lnTo>
                    <a:pt x="566" y="1821"/>
                  </a:lnTo>
                  <a:lnTo>
                    <a:pt x="879" y="1947"/>
                  </a:lnTo>
                  <a:lnTo>
                    <a:pt x="1193" y="2072"/>
                  </a:lnTo>
                  <a:lnTo>
                    <a:pt x="1570" y="2135"/>
                  </a:lnTo>
                  <a:lnTo>
                    <a:pt x="2386" y="2135"/>
                  </a:lnTo>
                  <a:lnTo>
                    <a:pt x="2763" y="2072"/>
                  </a:lnTo>
                  <a:lnTo>
                    <a:pt x="3139" y="1947"/>
                  </a:lnTo>
                  <a:lnTo>
                    <a:pt x="3390" y="1821"/>
                  </a:lnTo>
                  <a:lnTo>
                    <a:pt x="3641" y="1633"/>
                  </a:lnTo>
                  <a:lnTo>
                    <a:pt x="3830" y="1507"/>
                  </a:lnTo>
                  <a:lnTo>
                    <a:pt x="3955" y="1256"/>
                  </a:lnTo>
                  <a:lnTo>
                    <a:pt x="4018" y="1068"/>
                  </a:lnTo>
                  <a:lnTo>
                    <a:pt x="3955" y="817"/>
                  </a:lnTo>
                  <a:lnTo>
                    <a:pt x="3830" y="629"/>
                  </a:lnTo>
                  <a:lnTo>
                    <a:pt x="3641" y="440"/>
                  </a:lnTo>
                  <a:lnTo>
                    <a:pt x="3390" y="315"/>
                  </a:lnTo>
                  <a:lnTo>
                    <a:pt x="3139" y="189"/>
                  </a:lnTo>
                  <a:lnTo>
                    <a:pt x="2763" y="64"/>
                  </a:lnTo>
                  <a:lnTo>
                    <a:pt x="238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63;p27">
              <a:extLst>
                <a:ext uri="{FF2B5EF4-FFF2-40B4-BE49-F238E27FC236}">
                  <a16:creationId xmlns:a16="http://schemas.microsoft.com/office/drawing/2014/main" id="{E4E98F10-9299-C768-21C9-0CBFAFDF5B95}"/>
                </a:ext>
              </a:extLst>
            </p:cNvPr>
            <p:cNvSpPr/>
            <p:nvPr/>
          </p:nvSpPr>
          <p:spPr>
            <a:xfrm>
              <a:off x="2345833" y="1963512"/>
              <a:ext cx="616912" cy="2309409"/>
            </a:xfrm>
            <a:custGeom>
              <a:avLst/>
              <a:gdLst/>
              <a:ahLst/>
              <a:cxnLst/>
              <a:rect l="l" t="t" r="r" b="b"/>
              <a:pathLst>
                <a:path w="15193" h="56875" extrusionOk="0">
                  <a:moveTo>
                    <a:pt x="1" y="1"/>
                  </a:moveTo>
                  <a:lnTo>
                    <a:pt x="1" y="48023"/>
                  </a:lnTo>
                  <a:lnTo>
                    <a:pt x="15067" y="56874"/>
                  </a:lnTo>
                  <a:lnTo>
                    <a:pt x="15192" y="8915"/>
                  </a:lnTo>
                  <a:lnTo>
                    <a:pt x="1"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64;p27">
              <a:extLst>
                <a:ext uri="{FF2B5EF4-FFF2-40B4-BE49-F238E27FC236}">
                  <a16:creationId xmlns:a16="http://schemas.microsoft.com/office/drawing/2014/main" id="{FCF1592D-D37D-B8CC-F15C-EA752C8A17C2}"/>
                </a:ext>
              </a:extLst>
            </p:cNvPr>
            <p:cNvSpPr/>
            <p:nvPr/>
          </p:nvSpPr>
          <p:spPr>
            <a:xfrm>
              <a:off x="2345833" y="1963512"/>
              <a:ext cx="616912" cy="2309409"/>
            </a:xfrm>
            <a:custGeom>
              <a:avLst/>
              <a:gdLst/>
              <a:ahLst/>
              <a:cxnLst/>
              <a:rect l="l" t="t" r="r" b="b"/>
              <a:pathLst>
                <a:path w="15193" h="56875" fill="none" extrusionOk="0">
                  <a:moveTo>
                    <a:pt x="1" y="1"/>
                  </a:moveTo>
                  <a:lnTo>
                    <a:pt x="1" y="48023"/>
                  </a:lnTo>
                  <a:lnTo>
                    <a:pt x="15067" y="56874"/>
                  </a:lnTo>
                  <a:lnTo>
                    <a:pt x="15192" y="8915"/>
                  </a:lnTo>
                  <a:lnTo>
                    <a:pt x="1" y="1"/>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65;p27">
              <a:extLst>
                <a:ext uri="{FF2B5EF4-FFF2-40B4-BE49-F238E27FC236}">
                  <a16:creationId xmlns:a16="http://schemas.microsoft.com/office/drawing/2014/main" id="{74A2BF26-781A-9DC0-97AE-C887764B6113}"/>
                </a:ext>
              </a:extLst>
            </p:cNvPr>
            <p:cNvSpPr/>
            <p:nvPr/>
          </p:nvSpPr>
          <p:spPr>
            <a:xfrm>
              <a:off x="2960144" y="1741771"/>
              <a:ext cx="994132" cy="2531153"/>
            </a:xfrm>
            <a:custGeom>
              <a:avLst/>
              <a:gdLst/>
              <a:ahLst/>
              <a:cxnLst/>
              <a:rect l="l" t="t" r="r" b="b"/>
              <a:pathLst>
                <a:path w="24483" h="62336" extrusionOk="0">
                  <a:moveTo>
                    <a:pt x="24483" y="0"/>
                  </a:moveTo>
                  <a:lnTo>
                    <a:pt x="63" y="14376"/>
                  </a:lnTo>
                  <a:lnTo>
                    <a:pt x="1" y="62335"/>
                  </a:lnTo>
                  <a:lnTo>
                    <a:pt x="24483" y="48148"/>
                  </a:lnTo>
                  <a:lnTo>
                    <a:pt x="24483" y="0"/>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66;p27">
              <a:extLst>
                <a:ext uri="{FF2B5EF4-FFF2-40B4-BE49-F238E27FC236}">
                  <a16:creationId xmlns:a16="http://schemas.microsoft.com/office/drawing/2014/main" id="{42F494AF-2B89-69B0-CCF6-BA650C734C68}"/>
                </a:ext>
              </a:extLst>
            </p:cNvPr>
            <p:cNvSpPr/>
            <p:nvPr/>
          </p:nvSpPr>
          <p:spPr>
            <a:xfrm>
              <a:off x="2960144" y="1741771"/>
              <a:ext cx="994132" cy="2531153"/>
            </a:xfrm>
            <a:custGeom>
              <a:avLst/>
              <a:gdLst/>
              <a:ahLst/>
              <a:cxnLst/>
              <a:rect l="l" t="t" r="r" b="b"/>
              <a:pathLst>
                <a:path w="24483" h="62336" fill="none" extrusionOk="0">
                  <a:moveTo>
                    <a:pt x="63" y="14376"/>
                  </a:moveTo>
                  <a:lnTo>
                    <a:pt x="24483" y="0"/>
                  </a:lnTo>
                  <a:lnTo>
                    <a:pt x="24483" y="48148"/>
                  </a:lnTo>
                  <a:lnTo>
                    <a:pt x="1" y="62335"/>
                  </a:lnTo>
                  <a:lnTo>
                    <a:pt x="63" y="14376"/>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67;p27">
              <a:extLst>
                <a:ext uri="{FF2B5EF4-FFF2-40B4-BE49-F238E27FC236}">
                  <a16:creationId xmlns:a16="http://schemas.microsoft.com/office/drawing/2014/main" id="{D1BA1856-AF95-0AC1-E4DD-9705E8A64965}"/>
                </a:ext>
              </a:extLst>
            </p:cNvPr>
            <p:cNvSpPr/>
            <p:nvPr/>
          </p:nvSpPr>
          <p:spPr>
            <a:xfrm>
              <a:off x="2348391" y="1379823"/>
              <a:ext cx="1605887" cy="945690"/>
            </a:xfrm>
            <a:custGeom>
              <a:avLst/>
              <a:gdLst/>
              <a:ahLst/>
              <a:cxnLst/>
              <a:rect l="l" t="t" r="r" b="b"/>
              <a:pathLst>
                <a:path w="39549" h="23290" extrusionOk="0">
                  <a:moveTo>
                    <a:pt x="24169" y="0"/>
                  </a:moveTo>
                  <a:lnTo>
                    <a:pt x="1" y="14376"/>
                  </a:lnTo>
                  <a:lnTo>
                    <a:pt x="15129" y="23290"/>
                  </a:lnTo>
                  <a:lnTo>
                    <a:pt x="39549" y="8914"/>
                  </a:lnTo>
                  <a:lnTo>
                    <a:pt x="2416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68;p27">
              <a:extLst>
                <a:ext uri="{FF2B5EF4-FFF2-40B4-BE49-F238E27FC236}">
                  <a16:creationId xmlns:a16="http://schemas.microsoft.com/office/drawing/2014/main" id="{98CB1EE5-724B-5BAC-0712-994FD6FC825D}"/>
                </a:ext>
              </a:extLst>
            </p:cNvPr>
            <p:cNvSpPr/>
            <p:nvPr/>
          </p:nvSpPr>
          <p:spPr>
            <a:xfrm>
              <a:off x="2348391" y="1379823"/>
              <a:ext cx="1605887" cy="945690"/>
            </a:xfrm>
            <a:custGeom>
              <a:avLst/>
              <a:gdLst/>
              <a:ahLst/>
              <a:cxnLst/>
              <a:rect l="l" t="t" r="r" b="b"/>
              <a:pathLst>
                <a:path w="39549" h="23290" fill="none" extrusionOk="0">
                  <a:moveTo>
                    <a:pt x="39549" y="8914"/>
                  </a:moveTo>
                  <a:lnTo>
                    <a:pt x="24169" y="0"/>
                  </a:lnTo>
                  <a:lnTo>
                    <a:pt x="1" y="14376"/>
                  </a:lnTo>
                  <a:lnTo>
                    <a:pt x="15129" y="23290"/>
                  </a:lnTo>
                  <a:lnTo>
                    <a:pt x="39549" y="8914"/>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69;p27">
              <a:extLst>
                <a:ext uri="{FF2B5EF4-FFF2-40B4-BE49-F238E27FC236}">
                  <a16:creationId xmlns:a16="http://schemas.microsoft.com/office/drawing/2014/main" id="{2A802EAA-527A-D549-3657-434E9FE77AC3}"/>
                </a:ext>
              </a:extLst>
            </p:cNvPr>
            <p:cNvSpPr/>
            <p:nvPr/>
          </p:nvSpPr>
          <p:spPr>
            <a:xfrm>
              <a:off x="3113102" y="2249002"/>
              <a:ext cx="124901" cy="285534"/>
            </a:xfrm>
            <a:custGeom>
              <a:avLst/>
              <a:gdLst/>
              <a:ahLst/>
              <a:cxnLst/>
              <a:rect l="l" t="t" r="r" b="b"/>
              <a:pathLst>
                <a:path w="3076" h="7032" extrusionOk="0">
                  <a:moveTo>
                    <a:pt x="3076" y="1"/>
                  </a:moveTo>
                  <a:lnTo>
                    <a:pt x="0" y="1758"/>
                  </a:lnTo>
                  <a:lnTo>
                    <a:pt x="0" y="7031"/>
                  </a:lnTo>
                  <a:lnTo>
                    <a:pt x="3076" y="5274"/>
                  </a:lnTo>
                  <a:lnTo>
                    <a:pt x="307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70;p27">
              <a:extLst>
                <a:ext uri="{FF2B5EF4-FFF2-40B4-BE49-F238E27FC236}">
                  <a16:creationId xmlns:a16="http://schemas.microsoft.com/office/drawing/2014/main" id="{0CF47282-A314-09A4-31A0-8809F90562EF}"/>
                </a:ext>
              </a:extLst>
            </p:cNvPr>
            <p:cNvSpPr/>
            <p:nvPr/>
          </p:nvSpPr>
          <p:spPr>
            <a:xfrm>
              <a:off x="3314462" y="2129219"/>
              <a:ext cx="124942" cy="288052"/>
            </a:xfrm>
            <a:custGeom>
              <a:avLst/>
              <a:gdLst/>
              <a:ahLst/>
              <a:cxnLst/>
              <a:rect l="l" t="t" r="r" b="b"/>
              <a:pathLst>
                <a:path w="3077" h="7094" extrusionOk="0">
                  <a:moveTo>
                    <a:pt x="3076" y="0"/>
                  </a:moveTo>
                  <a:lnTo>
                    <a:pt x="0" y="1821"/>
                  </a:lnTo>
                  <a:lnTo>
                    <a:pt x="63" y="7094"/>
                  </a:lnTo>
                  <a:lnTo>
                    <a:pt x="3076" y="5336"/>
                  </a:lnTo>
                  <a:lnTo>
                    <a:pt x="30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71;p27">
              <a:extLst>
                <a:ext uri="{FF2B5EF4-FFF2-40B4-BE49-F238E27FC236}">
                  <a16:creationId xmlns:a16="http://schemas.microsoft.com/office/drawing/2014/main" id="{4C428D1E-759E-EF4D-C2E9-239E4C7FF015}"/>
                </a:ext>
              </a:extLst>
            </p:cNvPr>
            <p:cNvSpPr/>
            <p:nvPr/>
          </p:nvSpPr>
          <p:spPr>
            <a:xfrm>
              <a:off x="3518379" y="2011953"/>
              <a:ext cx="122383" cy="285534"/>
            </a:xfrm>
            <a:custGeom>
              <a:avLst/>
              <a:gdLst/>
              <a:ahLst/>
              <a:cxnLst/>
              <a:rect l="l" t="t" r="r" b="b"/>
              <a:pathLst>
                <a:path w="3014" h="7032" extrusionOk="0">
                  <a:moveTo>
                    <a:pt x="3013" y="1"/>
                  </a:moveTo>
                  <a:lnTo>
                    <a:pt x="0" y="1758"/>
                  </a:lnTo>
                  <a:lnTo>
                    <a:pt x="0" y="7031"/>
                  </a:lnTo>
                  <a:lnTo>
                    <a:pt x="3013" y="5274"/>
                  </a:lnTo>
                  <a:lnTo>
                    <a:pt x="30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72;p27">
              <a:extLst>
                <a:ext uri="{FF2B5EF4-FFF2-40B4-BE49-F238E27FC236}">
                  <a16:creationId xmlns:a16="http://schemas.microsoft.com/office/drawing/2014/main" id="{4AABAB9E-CCD8-D854-7B2A-0D483DBBA2F9}"/>
                </a:ext>
              </a:extLst>
            </p:cNvPr>
            <p:cNvSpPr/>
            <p:nvPr/>
          </p:nvSpPr>
          <p:spPr>
            <a:xfrm>
              <a:off x="3719739" y="1892170"/>
              <a:ext cx="124942" cy="285494"/>
            </a:xfrm>
            <a:custGeom>
              <a:avLst/>
              <a:gdLst/>
              <a:ahLst/>
              <a:cxnLst/>
              <a:rect l="l" t="t" r="r" b="b"/>
              <a:pathLst>
                <a:path w="3077" h="7031" extrusionOk="0">
                  <a:moveTo>
                    <a:pt x="3076" y="0"/>
                  </a:moveTo>
                  <a:lnTo>
                    <a:pt x="0" y="1758"/>
                  </a:lnTo>
                  <a:lnTo>
                    <a:pt x="63" y="7031"/>
                  </a:lnTo>
                  <a:lnTo>
                    <a:pt x="3076" y="5273"/>
                  </a:lnTo>
                  <a:lnTo>
                    <a:pt x="30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73;p27">
              <a:extLst>
                <a:ext uri="{FF2B5EF4-FFF2-40B4-BE49-F238E27FC236}">
                  <a16:creationId xmlns:a16="http://schemas.microsoft.com/office/drawing/2014/main" id="{8B2819CF-B825-5FD9-112A-B640EEF74BBB}"/>
                </a:ext>
              </a:extLst>
            </p:cNvPr>
            <p:cNvSpPr/>
            <p:nvPr/>
          </p:nvSpPr>
          <p:spPr>
            <a:xfrm>
              <a:off x="3113102" y="2562509"/>
              <a:ext cx="124901" cy="288092"/>
            </a:xfrm>
            <a:custGeom>
              <a:avLst/>
              <a:gdLst/>
              <a:ahLst/>
              <a:cxnLst/>
              <a:rect l="l" t="t" r="r" b="b"/>
              <a:pathLst>
                <a:path w="3076" h="7095" extrusionOk="0">
                  <a:moveTo>
                    <a:pt x="3076" y="1"/>
                  </a:moveTo>
                  <a:lnTo>
                    <a:pt x="0" y="1758"/>
                  </a:lnTo>
                  <a:lnTo>
                    <a:pt x="0" y="7094"/>
                  </a:lnTo>
                  <a:lnTo>
                    <a:pt x="3076" y="5337"/>
                  </a:lnTo>
                  <a:lnTo>
                    <a:pt x="307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74;p27">
              <a:extLst>
                <a:ext uri="{FF2B5EF4-FFF2-40B4-BE49-F238E27FC236}">
                  <a16:creationId xmlns:a16="http://schemas.microsoft.com/office/drawing/2014/main" id="{B4FDF617-EAC3-9C1F-C88F-25C0F36E40E1}"/>
                </a:ext>
              </a:extLst>
            </p:cNvPr>
            <p:cNvSpPr/>
            <p:nvPr/>
          </p:nvSpPr>
          <p:spPr>
            <a:xfrm>
              <a:off x="3314462" y="2442726"/>
              <a:ext cx="124942" cy="288052"/>
            </a:xfrm>
            <a:custGeom>
              <a:avLst/>
              <a:gdLst/>
              <a:ahLst/>
              <a:cxnLst/>
              <a:rect l="l" t="t" r="r" b="b"/>
              <a:pathLst>
                <a:path w="3077" h="7094" extrusionOk="0">
                  <a:moveTo>
                    <a:pt x="3076" y="0"/>
                  </a:moveTo>
                  <a:lnTo>
                    <a:pt x="0" y="1821"/>
                  </a:lnTo>
                  <a:lnTo>
                    <a:pt x="63" y="7094"/>
                  </a:lnTo>
                  <a:lnTo>
                    <a:pt x="3076" y="5336"/>
                  </a:lnTo>
                  <a:lnTo>
                    <a:pt x="30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75;p27">
              <a:extLst>
                <a:ext uri="{FF2B5EF4-FFF2-40B4-BE49-F238E27FC236}">
                  <a16:creationId xmlns:a16="http://schemas.microsoft.com/office/drawing/2014/main" id="{515668C0-7AC3-8CB4-82F1-6149B7F6E3F4}"/>
                </a:ext>
              </a:extLst>
            </p:cNvPr>
            <p:cNvSpPr/>
            <p:nvPr/>
          </p:nvSpPr>
          <p:spPr>
            <a:xfrm>
              <a:off x="3518379" y="2325460"/>
              <a:ext cx="122383" cy="285534"/>
            </a:xfrm>
            <a:custGeom>
              <a:avLst/>
              <a:gdLst/>
              <a:ahLst/>
              <a:cxnLst/>
              <a:rect l="l" t="t" r="r" b="b"/>
              <a:pathLst>
                <a:path w="3014" h="7032" extrusionOk="0">
                  <a:moveTo>
                    <a:pt x="3013" y="1"/>
                  </a:moveTo>
                  <a:lnTo>
                    <a:pt x="0" y="1758"/>
                  </a:lnTo>
                  <a:lnTo>
                    <a:pt x="0" y="7031"/>
                  </a:lnTo>
                  <a:lnTo>
                    <a:pt x="3013" y="5274"/>
                  </a:lnTo>
                  <a:lnTo>
                    <a:pt x="30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76;p27">
              <a:extLst>
                <a:ext uri="{FF2B5EF4-FFF2-40B4-BE49-F238E27FC236}">
                  <a16:creationId xmlns:a16="http://schemas.microsoft.com/office/drawing/2014/main" id="{712DB3F7-8A9C-138D-06D0-FD9F99DC3475}"/>
                </a:ext>
              </a:extLst>
            </p:cNvPr>
            <p:cNvSpPr/>
            <p:nvPr/>
          </p:nvSpPr>
          <p:spPr>
            <a:xfrm>
              <a:off x="3719739" y="2205677"/>
              <a:ext cx="124942" cy="288052"/>
            </a:xfrm>
            <a:custGeom>
              <a:avLst/>
              <a:gdLst/>
              <a:ahLst/>
              <a:cxnLst/>
              <a:rect l="l" t="t" r="r" b="b"/>
              <a:pathLst>
                <a:path w="3077" h="7094" extrusionOk="0">
                  <a:moveTo>
                    <a:pt x="3076" y="0"/>
                  </a:moveTo>
                  <a:lnTo>
                    <a:pt x="0" y="1758"/>
                  </a:lnTo>
                  <a:lnTo>
                    <a:pt x="63" y="7094"/>
                  </a:lnTo>
                  <a:lnTo>
                    <a:pt x="3076" y="5336"/>
                  </a:lnTo>
                  <a:lnTo>
                    <a:pt x="30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77;p27">
              <a:extLst>
                <a:ext uri="{FF2B5EF4-FFF2-40B4-BE49-F238E27FC236}">
                  <a16:creationId xmlns:a16="http://schemas.microsoft.com/office/drawing/2014/main" id="{E93D7DA8-007C-193A-28EB-236005CC1BE7}"/>
                </a:ext>
              </a:extLst>
            </p:cNvPr>
            <p:cNvSpPr/>
            <p:nvPr/>
          </p:nvSpPr>
          <p:spPr>
            <a:xfrm>
              <a:off x="3113102" y="2876057"/>
              <a:ext cx="124901" cy="288052"/>
            </a:xfrm>
            <a:custGeom>
              <a:avLst/>
              <a:gdLst/>
              <a:ahLst/>
              <a:cxnLst/>
              <a:rect l="l" t="t" r="r" b="b"/>
              <a:pathLst>
                <a:path w="3076" h="7094" extrusionOk="0">
                  <a:moveTo>
                    <a:pt x="3076" y="0"/>
                  </a:moveTo>
                  <a:lnTo>
                    <a:pt x="0" y="1758"/>
                  </a:lnTo>
                  <a:lnTo>
                    <a:pt x="0" y="7094"/>
                  </a:lnTo>
                  <a:lnTo>
                    <a:pt x="3076" y="5336"/>
                  </a:lnTo>
                  <a:lnTo>
                    <a:pt x="30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78;p27">
              <a:extLst>
                <a:ext uri="{FF2B5EF4-FFF2-40B4-BE49-F238E27FC236}">
                  <a16:creationId xmlns:a16="http://schemas.microsoft.com/office/drawing/2014/main" id="{A0834591-730F-1D64-80B4-7A73EDC2DB6E}"/>
                </a:ext>
              </a:extLst>
            </p:cNvPr>
            <p:cNvSpPr/>
            <p:nvPr/>
          </p:nvSpPr>
          <p:spPr>
            <a:xfrm>
              <a:off x="3314462" y="2756233"/>
              <a:ext cx="124942" cy="288092"/>
            </a:xfrm>
            <a:custGeom>
              <a:avLst/>
              <a:gdLst/>
              <a:ahLst/>
              <a:cxnLst/>
              <a:rect l="l" t="t" r="r" b="b"/>
              <a:pathLst>
                <a:path w="3077" h="7095" extrusionOk="0">
                  <a:moveTo>
                    <a:pt x="3076" y="1"/>
                  </a:moveTo>
                  <a:lnTo>
                    <a:pt x="0" y="1821"/>
                  </a:lnTo>
                  <a:lnTo>
                    <a:pt x="63" y="7094"/>
                  </a:lnTo>
                  <a:lnTo>
                    <a:pt x="3076" y="5336"/>
                  </a:lnTo>
                  <a:lnTo>
                    <a:pt x="307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79;p27">
              <a:extLst>
                <a:ext uri="{FF2B5EF4-FFF2-40B4-BE49-F238E27FC236}">
                  <a16:creationId xmlns:a16="http://schemas.microsoft.com/office/drawing/2014/main" id="{80446B83-0259-39E3-55C6-676B34517D93}"/>
                </a:ext>
              </a:extLst>
            </p:cNvPr>
            <p:cNvSpPr/>
            <p:nvPr/>
          </p:nvSpPr>
          <p:spPr>
            <a:xfrm>
              <a:off x="3518379" y="2639008"/>
              <a:ext cx="122383" cy="288052"/>
            </a:xfrm>
            <a:custGeom>
              <a:avLst/>
              <a:gdLst/>
              <a:ahLst/>
              <a:cxnLst/>
              <a:rect l="l" t="t" r="r" b="b"/>
              <a:pathLst>
                <a:path w="3014" h="7094" extrusionOk="0">
                  <a:moveTo>
                    <a:pt x="3013" y="0"/>
                  </a:moveTo>
                  <a:lnTo>
                    <a:pt x="0" y="1758"/>
                  </a:lnTo>
                  <a:lnTo>
                    <a:pt x="0" y="7094"/>
                  </a:lnTo>
                  <a:lnTo>
                    <a:pt x="3013" y="5336"/>
                  </a:lnTo>
                  <a:lnTo>
                    <a:pt x="30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80;p27">
              <a:extLst>
                <a:ext uri="{FF2B5EF4-FFF2-40B4-BE49-F238E27FC236}">
                  <a16:creationId xmlns:a16="http://schemas.microsoft.com/office/drawing/2014/main" id="{94400B4D-C979-7B41-ABB6-1F52E3D6A80A}"/>
                </a:ext>
              </a:extLst>
            </p:cNvPr>
            <p:cNvSpPr/>
            <p:nvPr/>
          </p:nvSpPr>
          <p:spPr>
            <a:xfrm>
              <a:off x="3719739" y="2519184"/>
              <a:ext cx="124942" cy="288092"/>
            </a:xfrm>
            <a:custGeom>
              <a:avLst/>
              <a:gdLst/>
              <a:ahLst/>
              <a:cxnLst/>
              <a:rect l="l" t="t" r="r" b="b"/>
              <a:pathLst>
                <a:path w="3077" h="7095" extrusionOk="0">
                  <a:moveTo>
                    <a:pt x="3076" y="1"/>
                  </a:moveTo>
                  <a:lnTo>
                    <a:pt x="0" y="1758"/>
                  </a:lnTo>
                  <a:lnTo>
                    <a:pt x="63" y="7094"/>
                  </a:lnTo>
                  <a:lnTo>
                    <a:pt x="3076" y="5336"/>
                  </a:lnTo>
                  <a:lnTo>
                    <a:pt x="307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81;p27">
              <a:extLst>
                <a:ext uri="{FF2B5EF4-FFF2-40B4-BE49-F238E27FC236}">
                  <a16:creationId xmlns:a16="http://schemas.microsoft.com/office/drawing/2014/main" id="{91ED99FF-2348-D914-A6F7-E13AFF35A9B0}"/>
                </a:ext>
              </a:extLst>
            </p:cNvPr>
            <p:cNvSpPr/>
            <p:nvPr/>
          </p:nvSpPr>
          <p:spPr>
            <a:xfrm>
              <a:off x="3113102" y="3189564"/>
              <a:ext cx="124901" cy="288052"/>
            </a:xfrm>
            <a:custGeom>
              <a:avLst/>
              <a:gdLst/>
              <a:ahLst/>
              <a:cxnLst/>
              <a:rect l="l" t="t" r="r" b="b"/>
              <a:pathLst>
                <a:path w="3076" h="7094" extrusionOk="0">
                  <a:moveTo>
                    <a:pt x="3076" y="0"/>
                  </a:moveTo>
                  <a:lnTo>
                    <a:pt x="0" y="1821"/>
                  </a:lnTo>
                  <a:lnTo>
                    <a:pt x="0" y="7094"/>
                  </a:lnTo>
                  <a:lnTo>
                    <a:pt x="3076" y="5336"/>
                  </a:lnTo>
                  <a:lnTo>
                    <a:pt x="30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82;p27">
              <a:extLst>
                <a:ext uri="{FF2B5EF4-FFF2-40B4-BE49-F238E27FC236}">
                  <a16:creationId xmlns:a16="http://schemas.microsoft.com/office/drawing/2014/main" id="{7A330614-3582-66C7-A389-2DAACD5AE89A}"/>
                </a:ext>
              </a:extLst>
            </p:cNvPr>
            <p:cNvSpPr/>
            <p:nvPr/>
          </p:nvSpPr>
          <p:spPr>
            <a:xfrm>
              <a:off x="3314462" y="3072298"/>
              <a:ext cx="124942" cy="285534"/>
            </a:xfrm>
            <a:custGeom>
              <a:avLst/>
              <a:gdLst/>
              <a:ahLst/>
              <a:cxnLst/>
              <a:rect l="l" t="t" r="r" b="b"/>
              <a:pathLst>
                <a:path w="3077" h="7032" extrusionOk="0">
                  <a:moveTo>
                    <a:pt x="3076" y="1"/>
                  </a:moveTo>
                  <a:lnTo>
                    <a:pt x="0" y="1758"/>
                  </a:lnTo>
                  <a:lnTo>
                    <a:pt x="63" y="7031"/>
                  </a:lnTo>
                  <a:lnTo>
                    <a:pt x="3076" y="5274"/>
                  </a:lnTo>
                  <a:lnTo>
                    <a:pt x="307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183;p27">
              <a:extLst>
                <a:ext uri="{FF2B5EF4-FFF2-40B4-BE49-F238E27FC236}">
                  <a16:creationId xmlns:a16="http://schemas.microsoft.com/office/drawing/2014/main" id="{A168115C-9872-19E9-F93A-8466184962D0}"/>
                </a:ext>
              </a:extLst>
            </p:cNvPr>
            <p:cNvSpPr/>
            <p:nvPr/>
          </p:nvSpPr>
          <p:spPr>
            <a:xfrm>
              <a:off x="3518379" y="2952515"/>
              <a:ext cx="122383" cy="288052"/>
            </a:xfrm>
            <a:custGeom>
              <a:avLst/>
              <a:gdLst/>
              <a:ahLst/>
              <a:cxnLst/>
              <a:rect l="l" t="t" r="r" b="b"/>
              <a:pathLst>
                <a:path w="3014" h="7094" extrusionOk="0">
                  <a:moveTo>
                    <a:pt x="3013" y="0"/>
                  </a:moveTo>
                  <a:lnTo>
                    <a:pt x="0" y="1758"/>
                  </a:lnTo>
                  <a:lnTo>
                    <a:pt x="0" y="7094"/>
                  </a:lnTo>
                  <a:lnTo>
                    <a:pt x="3013" y="5336"/>
                  </a:lnTo>
                  <a:lnTo>
                    <a:pt x="301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84;p27">
              <a:extLst>
                <a:ext uri="{FF2B5EF4-FFF2-40B4-BE49-F238E27FC236}">
                  <a16:creationId xmlns:a16="http://schemas.microsoft.com/office/drawing/2014/main" id="{F3106699-363F-1043-27DE-7FE543112312}"/>
                </a:ext>
              </a:extLst>
            </p:cNvPr>
            <p:cNvSpPr/>
            <p:nvPr/>
          </p:nvSpPr>
          <p:spPr>
            <a:xfrm>
              <a:off x="3719739" y="2832691"/>
              <a:ext cx="124942" cy="288092"/>
            </a:xfrm>
            <a:custGeom>
              <a:avLst/>
              <a:gdLst/>
              <a:ahLst/>
              <a:cxnLst/>
              <a:rect l="l" t="t" r="r" b="b"/>
              <a:pathLst>
                <a:path w="3077" h="7095" extrusionOk="0">
                  <a:moveTo>
                    <a:pt x="3076" y="1"/>
                  </a:moveTo>
                  <a:lnTo>
                    <a:pt x="0" y="1821"/>
                  </a:lnTo>
                  <a:lnTo>
                    <a:pt x="63" y="7094"/>
                  </a:lnTo>
                  <a:lnTo>
                    <a:pt x="3076" y="5337"/>
                  </a:lnTo>
                  <a:lnTo>
                    <a:pt x="307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85;p27">
              <a:extLst>
                <a:ext uri="{FF2B5EF4-FFF2-40B4-BE49-F238E27FC236}">
                  <a16:creationId xmlns:a16="http://schemas.microsoft.com/office/drawing/2014/main" id="{F68E4112-D7FD-9D17-95BD-9C41C40830CA}"/>
                </a:ext>
              </a:extLst>
            </p:cNvPr>
            <p:cNvSpPr/>
            <p:nvPr/>
          </p:nvSpPr>
          <p:spPr>
            <a:xfrm>
              <a:off x="3113102" y="3497996"/>
              <a:ext cx="124901" cy="288052"/>
            </a:xfrm>
            <a:custGeom>
              <a:avLst/>
              <a:gdLst/>
              <a:ahLst/>
              <a:cxnLst/>
              <a:rect l="l" t="t" r="r" b="b"/>
              <a:pathLst>
                <a:path w="3076" h="7094" extrusionOk="0">
                  <a:moveTo>
                    <a:pt x="3076" y="0"/>
                  </a:moveTo>
                  <a:lnTo>
                    <a:pt x="0" y="1758"/>
                  </a:lnTo>
                  <a:lnTo>
                    <a:pt x="0" y="7094"/>
                  </a:lnTo>
                  <a:lnTo>
                    <a:pt x="3076" y="5336"/>
                  </a:lnTo>
                  <a:lnTo>
                    <a:pt x="30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86;p27">
              <a:extLst>
                <a:ext uri="{FF2B5EF4-FFF2-40B4-BE49-F238E27FC236}">
                  <a16:creationId xmlns:a16="http://schemas.microsoft.com/office/drawing/2014/main" id="{97CE3ED3-2962-17E2-0A06-9D1D2446CAE6}"/>
                </a:ext>
              </a:extLst>
            </p:cNvPr>
            <p:cNvSpPr/>
            <p:nvPr/>
          </p:nvSpPr>
          <p:spPr>
            <a:xfrm>
              <a:off x="3314462" y="3380730"/>
              <a:ext cx="124942" cy="285534"/>
            </a:xfrm>
            <a:custGeom>
              <a:avLst/>
              <a:gdLst/>
              <a:ahLst/>
              <a:cxnLst/>
              <a:rect l="l" t="t" r="r" b="b"/>
              <a:pathLst>
                <a:path w="3077" h="7032" extrusionOk="0">
                  <a:moveTo>
                    <a:pt x="3076" y="0"/>
                  </a:moveTo>
                  <a:lnTo>
                    <a:pt x="0" y="1758"/>
                  </a:lnTo>
                  <a:lnTo>
                    <a:pt x="63" y="7031"/>
                  </a:lnTo>
                  <a:lnTo>
                    <a:pt x="3076" y="5273"/>
                  </a:lnTo>
                  <a:lnTo>
                    <a:pt x="30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87;p27">
              <a:extLst>
                <a:ext uri="{FF2B5EF4-FFF2-40B4-BE49-F238E27FC236}">
                  <a16:creationId xmlns:a16="http://schemas.microsoft.com/office/drawing/2014/main" id="{361C9CF4-8A03-EA7C-A324-356C655B55FE}"/>
                </a:ext>
              </a:extLst>
            </p:cNvPr>
            <p:cNvSpPr/>
            <p:nvPr/>
          </p:nvSpPr>
          <p:spPr>
            <a:xfrm>
              <a:off x="3518379" y="3260906"/>
              <a:ext cx="122383" cy="288092"/>
            </a:xfrm>
            <a:custGeom>
              <a:avLst/>
              <a:gdLst/>
              <a:ahLst/>
              <a:cxnLst/>
              <a:rect l="l" t="t" r="r" b="b"/>
              <a:pathLst>
                <a:path w="3014" h="7095" extrusionOk="0">
                  <a:moveTo>
                    <a:pt x="3013" y="1"/>
                  </a:moveTo>
                  <a:lnTo>
                    <a:pt x="0" y="1759"/>
                  </a:lnTo>
                  <a:lnTo>
                    <a:pt x="0" y="7094"/>
                  </a:lnTo>
                  <a:lnTo>
                    <a:pt x="3013" y="5337"/>
                  </a:lnTo>
                  <a:lnTo>
                    <a:pt x="30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88;p27">
              <a:extLst>
                <a:ext uri="{FF2B5EF4-FFF2-40B4-BE49-F238E27FC236}">
                  <a16:creationId xmlns:a16="http://schemas.microsoft.com/office/drawing/2014/main" id="{4D110E13-2BD3-E7ED-1A07-B050EAB5B1A8}"/>
                </a:ext>
              </a:extLst>
            </p:cNvPr>
            <p:cNvSpPr/>
            <p:nvPr/>
          </p:nvSpPr>
          <p:spPr>
            <a:xfrm>
              <a:off x="3719739" y="3141123"/>
              <a:ext cx="124942" cy="288092"/>
            </a:xfrm>
            <a:custGeom>
              <a:avLst/>
              <a:gdLst/>
              <a:ahLst/>
              <a:cxnLst/>
              <a:rect l="l" t="t" r="r" b="b"/>
              <a:pathLst>
                <a:path w="3077" h="7095" extrusionOk="0">
                  <a:moveTo>
                    <a:pt x="3076" y="1"/>
                  </a:moveTo>
                  <a:lnTo>
                    <a:pt x="0" y="1758"/>
                  </a:lnTo>
                  <a:lnTo>
                    <a:pt x="63" y="7094"/>
                  </a:lnTo>
                  <a:lnTo>
                    <a:pt x="3076" y="5336"/>
                  </a:lnTo>
                  <a:lnTo>
                    <a:pt x="307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89;p27">
              <a:extLst>
                <a:ext uri="{FF2B5EF4-FFF2-40B4-BE49-F238E27FC236}">
                  <a16:creationId xmlns:a16="http://schemas.microsoft.com/office/drawing/2014/main" id="{58C59A7D-CD9E-3E70-E0CA-A70AAA7F1B75}"/>
                </a:ext>
              </a:extLst>
            </p:cNvPr>
            <p:cNvSpPr/>
            <p:nvPr/>
          </p:nvSpPr>
          <p:spPr>
            <a:xfrm>
              <a:off x="3355229" y="3735044"/>
              <a:ext cx="267668" cy="305877"/>
            </a:xfrm>
            <a:custGeom>
              <a:avLst/>
              <a:gdLst/>
              <a:ahLst/>
              <a:cxnLst/>
              <a:rect l="l" t="t" r="r" b="b"/>
              <a:pathLst>
                <a:path w="6592" h="7533" extrusionOk="0">
                  <a:moveTo>
                    <a:pt x="6592" y="0"/>
                  </a:moveTo>
                  <a:lnTo>
                    <a:pt x="1" y="3829"/>
                  </a:lnTo>
                  <a:lnTo>
                    <a:pt x="1" y="7533"/>
                  </a:lnTo>
                  <a:lnTo>
                    <a:pt x="6592" y="3578"/>
                  </a:lnTo>
                  <a:lnTo>
                    <a:pt x="6592" y="0"/>
                  </a:lnTo>
                  <a:close/>
                </a:path>
              </a:pathLst>
            </a:custGeom>
            <a:solidFill>
              <a:srgbClr val="140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90;p27">
              <a:extLst>
                <a:ext uri="{FF2B5EF4-FFF2-40B4-BE49-F238E27FC236}">
                  <a16:creationId xmlns:a16="http://schemas.microsoft.com/office/drawing/2014/main" id="{1BB5EAEF-2B0D-4A42-4DA7-B6FC81C7B95C}"/>
                </a:ext>
              </a:extLst>
            </p:cNvPr>
            <p:cNvSpPr/>
            <p:nvPr/>
          </p:nvSpPr>
          <p:spPr>
            <a:xfrm>
              <a:off x="3355229" y="3735044"/>
              <a:ext cx="267668" cy="305877"/>
            </a:xfrm>
            <a:custGeom>
              <a:avLst/>
              <a:gdLst/>
              <a:ahLst/>
              <a:cxnLst/>
              <a:rect l="l" t="t" r="r" b="b"/>
              <a:pathLst>
                <a:path w="6592" h="7533" fill="none" extrusionOk="0">
                  <a:moveTo>
                    <a:pt x="6592" y="0"/>
                  </a:moveTo>
                  <a:lnTo>
                    <a:pt x="6592" y="3578"/>
                  </a:lnTo>
                  <a:lnTo>
                    <a:pt x="1" y="7533"/>
                  </a:lnTo>
                  <a:lnTo>
                    <a:pt x="1" y="3829"/>
                  </a:lnTo>
                  <a:lnTo>
                    <a:pt x="6592" y="0"/>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91;p27">
              <a:extLst>
                <a:ext uri="{FF2B5EF4-FFF2-40B4-BE49-F238E27FC236}">
                  <a16:creationId xmlns:a16="http://schemas.microsoft.com/office/drawing/2014/main" id="{81F12253-561B-A385-6C0A-881CC382ADAF}"/>
                </a:ext>
              </a:extLst>
            </p:cNvPr>
            <p:cNvSpPr/>
            <p:nvPr/>
          </p:nvSpPr>
          <p:spPr>
            <a:xfrm>
              <a:off x="2957586" y="3383288"/>
              <a:ext cx="994132" cy="578621"/>
            </a:xfrm>
            <a:custGeom>
              <a:avLst/>
              <a:gdLst/>
              <a:ahLst/>
              <a:cxnLst/>
              <a:rect l="l" t="t" r="r" b="b"/>
              <a:pathLst>
                <a:path w="24483" h="14250" fill="none" extrusionOk="0">
                  <a:moveTo>
                    <a:pt x="1" y="14250"/>
                  </a:moveTo>
                  <a:lnTo>
                    <a:pt x="24483" y="0"/>
                  </a:lnTo>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92;p27">
              <a:extLst>
                <a:ext uri="{FF2B5EF4-FFF2-40B4-BE49-F238E27FC236}">
                  <a16:creationId xmlns:a16="http://schemas.microsoft.com/office/drawing/2014/main" id="{B97D3A09-63D1-D412-D2B7-D5DF3B82D85B}"/>
                </a:ext>
              </a:extLst>
            </p:cNvPr>
            <p:cNvSpPr/>
            <p:nvPr/>
          </p:nvSpPr>
          <p:spPr>
            <a:xfrm>
              <a:off x="2371333" y="2315268"/>
              <a:ext cx="435935" cy="390052"/>
            </a:xfrm>
            <a:custGeom>
              <a:avLst/>
              <a:gdLst/>
              <a:ahLst/>
              <a:cxnLst/>
              <a:rect l="l" t="t" r="r" b="b"/>
              <a:pathLst>
                <a:path w="10736" h="9606" extrusionOk="0">
                  <a:moveTo>
                    <a:pt x="1" y="1"/>
                  </a:moveTo>
                  <a:lnTo>
                    <a:pt x="63" y="3390"/>
                  </a:lnTo>
                  <a:lnTo>
                    <a:pt x="10735" y="9605"/>
                  </a:lnTo>
                  <a:lnTo>
                    <a:pt x="10735" y="6404"/>
                  </a:lnTo>
                  <a:lnTo>
                    <a:pt x="1" y="1"/>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93;p27">
              <a:extLst>
                <a:ext uri="{FF2B5EF4-FFF2-40B4-BE49-F238E27FC236}">
                  <a16:creationId xmlns:a16="http://schemas.microsoft.com/office/drawing/2014/main" id="{2F54E7ED-C680-21AD-17C7-153DB9F4465C}"/>
                </a:ext>
              </a:extLst>
            </p:cNvPr>
            <p:cNvSpPr/>
            <p:nvPr/>
          </p:nvSpPr>
          <p:spPr>
            <a:xfrm>
              <a:off x="2371333" y="2315268"/>
              <a:ext cx="435935" cy="390052"/>
            </a:xfrm>
            <a:custGeom>
              <a:avLst/>
              <a:gdLst/>
              <a:ahLst/>
              <a:cxnLst/>
              <a:rect l="l" t="t" r="r" b="b"/>
              <a:pathLst>
                <a:path w="10736" h="9606" fill="none" extrusionOk="0">
                  <a:moveTo>
                    <a:pt x="10735" y="6404"/>
                  </a:moveTo>
                  <a:lnTo>
                    <a:pt x="10735" y="9605"/>
                  </a:lnTo>
                  <a:lnTo>
                    <a:pt x="63" y="3390"/>
                  </a:lnTo>
                  <a:lnTo>
                    <a:pt x="1" y="1"/>
                  </a:lnTo>
                  <a:lnTo>
                    <a:pt x="10735" y="6404"/>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94;p27">
              <a:extLst>
                <a:ext uri="{FF2B5EF4-FFF2-40B4-BE49-F238E27FC236}">
                  <a16:creationId xmlns:a16="http://schemas.microsoft.com/office/drawing/2014/main" id="{0EC073DE-2831-C599-07F5-4A9590A5A061}"/>
                </a:ext>
              </a:extLst>
            </p:cNvPr>
            <p:cNvSpPr/>
            <p:nvPr/>
          </p:nvSpPr>
          <p:spPr>
            <a:xfrm>
              <a:off x="2371333" y="2254118"/>
              <a:ext cx="542970" cy="321186"/>
            </a:xfrm>
            <a:custGeom>
              <a:avLst/>
              <a:gdLst/>
              <a:ahLst/>
              <a:cxnLst/>
              <a:rect l="l" t="t" r="r" b="b"/>
              <a:pathLst>
                <a:path w="13372" h="7910" extrusionOk="0">
                  <a:moveTo>
                    <a:pt x="2700" y="0"/>
                  </a:moveTo>
                  <a:lnTo>
                    <a:pt x="1" y="1507"/>
                  </a:lnTo>
                  <a:lnTo>
                    <a:pt x="10735" y="7910"/>
                  </a:lnTo>
                  <a:lnTo>
                    <a:pt x="13372" y="6278"/>
                  </a:lnTo>
                  <a:lnTo>
                    <a:pt x="270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95;p27">
              <a:extLst>
                <a:ext uri="{FF2B5EF4-FFF2-40B4-BE49-F238E27FC236}">
                  <a16:creationId xmlns:a16="http://schemas.microsoft.com/office/drawing/2014/main" id="{294E7D16-7E3A-472E-8532-AB6F00F3FC8A}"/>
                </a:ext>
              </a:extLst>
            </p:cNvPr>
            <p:cNvSpPr/>
            <p:nvPr/>
          </p:nvSpPr>
          <p:spPr>
            <a:xfrm>
              <a:off x="2371333" y="2254118"/>
              <a:ext cx="542970" cy="321186"/>
            </a:xfrm>
            <a:custGeom>
              <a:avLst/>
              <a:gdLst/>
              <a:ahLst/>
              <a:cxnLst/>
              <a:rect l="l" t="t" r="r" b="b"/>
              <a:pathLst>
                <a:path w="13372" h="7910" fill="none" extrusionOk="0">
                  <a:moveTo>
                    <a:pt x="10735" y="7910"/>
                  </a:moveTo>
                  <a:lnTo>
                    <a:pt x="13372" y="6278"/>
                  </a:lnTo>
                  <a:lnTo>
                    <a:pt x="2700" y="0"/>
                  </a:lnTo>
                  <a:lnTo>
                    <a:pt x="1" y="1507"/>
                  </a:lnTo>
                  <a:lnTo>
                    <a:pt x="10735" y="7910"/>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196;p27">
              <a:extLst>
                <a:ext uri="{FF2B5EF4-FFF2-40B4-BE49-F238E27FC236}">
                  <a16:creationId xmlns:a16="http://schemas.microsoft.com/office/drawing/2014/main" id="{5D4533EC-8101-7577-0527-7883504F5B01}"/>
                </a:ext>
              </a:extLst>
            </p:cNvPr>
            <p:cNvSpPr/>
            <p:nvPr/>
          </p:nvSpPr>
          <p:spPr>
            <a:xfrm>
              <a:off x="2807226" y="2508992"/>
              <a:ext cx="109633" cy="196325"/>
            </a:xfrm>
            <a:custGeom>
              <a:avLst/>
              <a:gdLst/>
              <a:ahLst/>
              <a:cxnLst/>
              <a:rect l="l" t="t" r="r" b="b"/>
              <a:pathLst>
                <a:path w="2700" h="4835" extrusionOk="0">
                  <a:moveTo>
                    <a:pt x="2637" y="1"/>
                  </a:moveTo>
                  <a:lnTo>
                    <a:pt x="0" y="1633"/>
                  </a:lnTo>
                  <a:lnTo>
                    <a:pt x="0" y="4834"/>
                  </a:lnTo>
                  <a:lnTo>
                    <a:pt x="2699" y="3328"/>
                  </a:lnTo>
                  <a:lnTo>
                    <a:pt x="2637" y="1"/>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197;p27">
              <a:extLst>
                <a:ext uri="{FF2B5EF4-FFF2-40B4-BE49-F238E27FC236}">
                  <a16:creationId xmlns:a16="http://schemas.microsoft.com/office/drawing/2014/main" id="{6DE309F6-4993-3867-3FF9-B72931260657}"/>
                </a:ext>
              </a:extLst>
            </p:cNvPr>
            <p:cNvSpPr/>
            <p:nvPr/>
          </p:nvSpPr>
          <p:spPr>
            <a:xfrm>
              <a:off x="2807226" y="2508992"/>
              <a:ext cx="109633" cy="196325"/>
            </a:xfrm>
            <a:custGeom>
              <a:avLst/>
              <a:gdLst/>
              <a:ahLst/>
              <a:cxnLst/>
              <a:rect l="l" t="t" r="r" b="b"/>
              <a:pathLst>
                <a:path w="2700" h="4835" fill="none" extrusionOk="0">
                  <a:moveTo>
                    <a:pt x="0" y="4834"/>
                  </a:moveTo>
                  <a:lnTo>
                    <a:pt x="2699" y="3328"/>
                  </a:lnTo>
                  <a:lnTo>
                    <a:pt x="2637" y="1"/>
                  </a:lnTo>
                  <a:lnTo>
                    <a:pt x="0" y="1633"/>
                  </a:lnTo>
                  <a:lnTo>
                    <a:pt x="0" y="4834"/>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198;p27">
              <a:extLst>
                <a:ext uri="{FF2B5EF4-FFF2-40B4-BE49-F238E27FC236}">
                  <a16:creationId xmlns:a16="http://schemas.microsoft.com/office/drawing/2014/main" id="{A22CDB0C-DD59-57AC-28DB-EFFEB16E2232}"/>
                </a:ext>
              </a:extLst>
            </p:cNvPr>
            <p:cNvSpPr/>
            <p:nvPr/>
          </p:nvSpPr>
          <p:spPr>
            <a:xfrm>
              <a:off x="2371333" y="2626258"/>
              <a:ext cx="435935" cy="390011"/>
            </a:xfrm>
            <a:custGeom>
              <a:avLst/>
              <a:gdLst/>
              <a:ahLst/>
              <a:cxnLst/>
              <a:rect l="l" t="t" r="r" b="b"/>
              <a:pathLst>
                <a:path w="10736" h="9605" extrusionOk="0">
                  <a:moveTo>
                    <a:pt x="1" y="0"/>
                  </a:moveTo>
                  <a:lnTo>
                    <a:pt x="63" y="3327"/>
                  </a:lnTo>
                  <a:lnTo>
                    <a:pt x="10735" y="9605"/>
                  </a:lnTo>
                  <a:lnTo>
                    <a:pt x="10735" y="6403"/>
                  </a:lnTo>
                  <a:lnTo>
                    <a:pt x="1" y="0"/>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199;p27">
              <a:extLst>
                <a:ext uri="{FF2B5EF4-FFF2-40B4-BE49-F238E27FC236}">
                  <a16:creationId xmlns:a16="http://schemas.microsoft.com/office/drawing/2014/main" id="{933147D3-393F-BB7A-8E5E-683616EE89A2}"/>
                </a:ext>
              </a:extLst>
            </p:cNvPr>
            <p:cNvSpPr/>
            <p:nvPr/>
          </p:nvSpPr>
          <p:spPr>
            <a:xfrm>
              <a:off x="2371333" y="2626258"/>
              <a:ext cx="435935" cy="390011"/>
            </a:xfrm>
            <a:custGeom>
              <a:avLst/>
              <a:gdLst/>
              <a:ahLst/>
              <a:cxnLst/>
              <a:rect l="l" t="t" r="r" b="b"/>
              <a:pathLst>
                <a:path w="10736" h="9605" fill="none" extrusionOk="0">
                  <a:moveTo>
                    <a:pt x="10735" y="6403"/>
                  </a:moveTo>
                  <a:lnTo>
                    <a:pt x="10735" y="9605"/>
                  </a:lnTo>
                  <a:lnTo>
                    <a:pt x="63" y="3327"/>
                  </a:lnTo>
                  <a:lnTo>
                    <a:pt x="1" y="0"/>
                  </a:lnTo>
                  <a:lnTo>
                    <a:pt x="10735" y="6403"/>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200;p27">
              <a:extLst>
                <a:ext uri="{FF2B5EF4-FFF2-40B4-BE49-F238E27FC236}">
                  <a16:creationId xmlns:a16="http://schemas.microsoft.com/office/drawing/2014/main" id="{09860EB6-1BAF-0A23-6D4B-4132406F9DF9}"/>
                </a:ext>
              </a:extLst>
            </p:cNvPr>
            <p:cNvSpPr/>
            <p:nvPr/>
          </p:nvSpPr>
          <p:spPr>
            <a:xfrm>
              <a:off x="2371333" y="2562509"/>
              <a:ext cx="542970" cy="323784"/>
            </a:xfrm>
            <a:custGeom>
              <a:avLst/>
              <a:gdLst/>
              <a:ahLst/>
              <a:cxnLst/>
              <a:rect l="l" t="t" r="r" b="b"/>
              <a:pathLst>
                <a:path w="13372" h="7974" extrusionOk="0">
                  <a:moveTo>
                    <a:pt x="2700" y="1"/>
                  </a:moveTo>
                  <a:lnTo>
                    <a:pt x="1" y="1507"/>
                  </a:lnTo>
                  <a:lnTo>
                    <a:pt x="10735" y="7973"/>
                  </a:lnTo>
                  <a:lnTo>
                    <a:pt x="13372" y="6341"/>
                  </a:lnTo>
                  <a:lnTo>
                    <a:pt x="270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201;p27">
              <a:extLst>
                <a:ext uri="{FF2B5EF4-FFF2-40B4-BE49-F238E27FC236}">
                  <a16:creationId xmlns:a16="http://schemas.microsoft.com/office/drawing/2014/main" id="{B32B21EC-0281-98A3-790D-92333B2ECE57}"/>
                </a:ext>
              </a:extLst>
            </p:cNvPr>
            <p:cNvSpPr/>
            <p:nvPr/>
          </p:nvSpPr>
          <p:spPr>
            <a:xfrm>
              <a:off x="2371333" y="2562509"/>
              <a:ext cx="542970" cy="323784"/>
            </a:xfrm>
            <a:custGeom>
              <a:avLst/>
              <a:gdLst/>
              <a:ahLst/>
              <a:cxnLst/>
              <a:rect l="l" t="t" r="r" b="b"/>
              <a:pathLst>
                <a:path w="13372" h="7974" fill="none" extrusionOk="0">
                  <a:moveTo>
                    <a:pt x="10735" y="7973"/>
                  </a:moveTo>
                  <a:lnTo>
                    <a:pt x="13372" y="6341"/>
                  </a:lnTo>
                  <a:lnTo>
                    <a:pt x="2700" y="1"/>
                  </a:lnTo>
                  <a:lnTo>
                    <a:pt x="1" y="1507"/>
                  </a:lnTo>
                  <a:lnTo>
                    <a:pt x="10735" y="7973"/>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202;p27">
              <a:extLst>
                <a:ext uri="{FF2B5EF4-FFF2-40B4-BE49-F238E27FC236}">
                  <a16:creationId xmlns:a16="http://schemas.microsoft.com/office/drawing/2014/main" id="{7BA0555D-13F5-1E4A-C545-9967B19411F6}"/>
                </a:ext>
              </a:extLst>
            </p:cNvPr>
            <p:cNvSpPr/>
            <p:nvPr/>
          </p:nvSpPr>
          <p:spPr>
            <a:xfrm>
              <a:off x="2807226" y="2819982"/>
              <a:ext cx="109633" cy="196285"/>
            </a:xfrm>
            <a:custGeom>
              <a:avLst/>
              <a:gdLst/>
              <a:ahLst/>
              <a:cxnLst/>
              <a:rect l="l" t="t" r="r" b="b"/>
              <a:pathLst>
                <a:path w="2700" h="4834" extrusionOk="0">
                  <a:moveTo>
                    <a:pt x="2637" y="0"/>
                  </a:moveTo>
                  <a:lnTo>
                    <a:pt x="0" y="1632"/>
                  </a:lnTo>
                  <a:lnTo>
                    <a:pt x="0" y="4834"/>
                  </a:lnTo>
                  <a:lnTo>
                    <a:pt x="2699" y="3264"/>
                  </a:lnTo>
                  <a:lnTo>
                    <a:pt x="2637"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203;p27">
              <a:extLst>
                <a:ext uri="{FF2B5EF4-FFF2-40B4-BE49-F238E27FC236}">
                  <a16:creationId xmlns:a16="http://schemas.microsoft.com/office/drawing/2014/main" id="{7E66E5F1-CFD6-3727-2B0B-CBF4C1F6E119}"/>
                </a:ext>
              </a:extLst>
            </p:cNvPr>
            <p:cNvSpPr/>
            <p:nvPr/>
          </p:nvSpPr>
          <p:spPr>
            <a:xfrm>
              <a:off x="2807226" y="2819982"/>
              <a:ext cx="109633" cy="196285"/>
            </a:xfrm>
            <a:custGeom>
              <a:avLst/>
              <a:gdLst/>
              <a:ahLst/>
              <a:cxnLst/>
              <a:rect l="l" t="t" r="r" b="b"/>
              <a:pathLst>
                <a:path w="2700" h="4834" fill="none" extrusionOk="0">
                  <a:moveTo>
                    <a:pt x="0" y="4834"/>
                  </a:moveTo>
                  <a:lnTo>
                    <a:pt x="2699" y="3264"/>
                  </a:lnTo>
                  <a:lnTo>
                    <a:pt x="2637" y="0"/>
                  </a:lnTo>
                  <a:lnTo>
                    <a:pt x="0" y="1632"/>
                  </a:lnTo>
                  <a:lnTo>
                    <a:pt x="0" y="4834"/>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204;p27">
              <a:extLst>
                <a:ext uri="{FF2B5EF4-FFF2-40B4-BE49-F238E27FC236}">
                  <a16:creationId xmlns:a16="http://schemas.microsoft.com/office/drawing/2014/main" id="{8D4A4B65-9BE4-C588-A1EC-0AFB382E649B}"/>
                </a:ext>
              </a:extLst>
            </p:cNvPr>
            <p:cNvSpPr/>
            <p:nvPr/>
          </p:nvSpPr>
          <p:spPr>
            <a:xfrm>
              <a:off x="2980528" y="1469031"/>
              <a:ext cx="627104" cy="670429"/>
            </a:xfrm>
            <a:custGeom>
              <a:avLst/>
              <a:gdLst/>
              <a:ahLst/>
              <a:cxnLst/>
              <a:rect l="l" t="t" r="r" b="b"/>
              <a:pathLst>
                <a:path w="15444" h="16511" extrusionOk="0">
                  <a:moveTo>
                    <a:pt x="15443" y="1"/>
                  </a:moveTo>
                  <a:lnTo>
                    <a:pt x="1" y="9291"/>
                  </a:lnTo>
                  <a:lnTo>
                    <a:pt x="1" y="16510"/>
                  </a:lnTo>
                  <a:lnTo>
                    <a:pt x="15381" y="7345"/>
                  </a:lnTo>
                  <a:lnTo>
                    <a:pt x="15443"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205;p27">
              <a:extLst>
                <a:ext uri="{FF2B5EF4-FFF2-40B4-BE49-F238E27FC236}">
                  <a16:creationId xmlns:a16="http://schemas.microsoft.com/office/drawing/2014/main" id="{3E050697-86FF-C18E-2FD2-EF21375E8A20}"/>
                </a:ext>
              </a:extLst>
            </p:cNvPr>
            <p:cNvSpPr/>
            <p:nvPr/>
          </p:nvSpPr>
          <p:spPr>
            <a:xfrm>
              <a:off x="2980528" y="1469031"/>
              <a:ext cx="627104" cy="670429"/>
            </a:xfrm>
            <a:custGeom>
              <a:avLst/>
              <a:gdLst/>
              <a:ahLst/>
              <a:cxnLst/>
              <a:rect l="l" t="t" r="r" b="b"/>
              <a:pathLst>
                <a:path w="15444" h="16511" fill="none" extrusionOk="0">
                  <a:moveTo>
                    <a:pt x="1" y="9291"/>
                  </a:moveTo>
                  <a:lnTo>
                    <a:pt x="1" y="16510"/>
                  </a:lnTo>
                  <a:lnTo>
                    <a:pt x="15381" y="7345"/>
                  </a:lnTo>
                  <a:lnTo>
                    <a:pt x="15443" y="1"/>
                  </a:lnTo>
                  <a:lnTo>
                    <a:pt x="1" y="9291"/>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206;p27">
              <a:extLst>
                <a:ext uri="{FF2B5EF4-FFF2-40B4-BE49-F238E27FC236}">
                  <a16:creationId xmlns:a16="http://schemas.microsoft.com/office/drawing/2014/main" id="{8322C05D-EAA5-FBD9-476C-F2A36AA2727C}"/>
                </a:ext>
              </a:extLst>
            </p:cNvPr>
            <p:cNvSpPr/>
            <p:nvPr/>
          </p:nvSpPr>
          <p:spPr>
            <a:xfrm>
              <a:off x="2870935" y="1407840"/>
              <a:ext cx="736697" cy="438493"/>
            </a:xfrm>
            <a:custGeom>
              <a:avLst/>
              <a:gdLst/>
              <a:ahLst/>
              <a:cxnLst/>
              <a:rect l="l" t="t" r="r" b="b"/>
              <a:pathLst>
                <a:path w="18143" h="10799" extrusionOk="0">
                  <a:moveTo>
                    <a:pt x="15443" y="1"/>
                  </a:moveTo>
                  <a:lnTo>
                    <a:pt x="0" y="9166"/>
                  </a:lnTo>
                  <a:lnTo>
                    <a:pt x="2700" y="10798"/>
                  </a:lnTo>
                  <a:lnTo>
                    <a:pt x="18142" y="1508"/>
                  </a:lnTo>
                  <a:lnTo>
                    <a:pt x="1544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207;p27">
              <a:extLst>
                <a:ext uri="{FF2B5EF4-FFF2-40B4-BE49-F238E27FC236}">
                  <a16:creationId xmlns:a16="http://schemas.microsoft.com/office/drawing/2014/main" id="{95C2AD58-55AE-EB03-0EB5-75017FF5CC7C}"/>
                </a:ext>
              </a:extLst>
            </p:cNvPr>
            <p:cNvSpPr/>
            <p:nvPr/>
          </p:nvSpPr>
          <p:spPr>
            <a:xfrm>
              <a:off x="2870935" y="1407840"/>
              <a:ext cx="736697" cy="438493"/>
            </a:xfrm>
            <a:custGeom>
              <a:avLst/>
              <a:gdLst/>
              <a:ahLst/>
              <a:cxnLst/>
              <a:rect l="l" t="t" r="r" b="b"/>
              <a:pathLst>
                <a:path w="18143" h="10799" fill="none" extrusionOk="0">
                  <a:moveTo>
                    <a:pt x="2700" y="10798"/>
                  </a:moveTo>
                  <a:lnTo>
                    <a:pt x="0" y="9166"/>
                  </a:lnTo>
                  <a:lnTo>
                    <a:pt x="15443" y="1"/>
                  </a:lnTo>
                  <a:lnTo>
                    <a:pt x="18142" y="1508"/>
                  </a:lnTo>
                  <a:lnTo>
                    <a:pt x="2700" y="10798"/>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208;p27">
              <a:extLst>
                <a:ext uri="{FF2B5EF4-FFF2-40B4-BE49-F238E27FC236}">
                  <a16:creationId xmlns:a16="http://schemas.microsoft.com/office/drawing/2014/main" id="{BFB73E6D-B7BF-1F2F-571E-6747A2E06437}"/>
                </a:ext>
              </a:extLst>
            </p:cNvPr>
            <p:cNvSpPr/>
            <p:nvPr/>
          </p:nvSpPr>
          <p:spPr>
            <a:xfrm>
              <a:off x="2870935" y="1780020"/>
              <a:ext cx="109633" cy="359435"/>
            </a:xfrm>
            <a:custGeom>
              <a:avLst/>
              <a:gdLst/>
              <a:ahLst/>
              <a:cxnLst/>
              <a:rect l="l" t="t" r="r" b="b"/>
              <a:pathLst>
                <a:path w="2700" h="8852" extrusionOk="0">
                  <a:moveTo>
                    <a:pt x="0" y="0"/>
                  </a:moveTo>
                  <a:lnTo>
                    <a:pt x="0" y="7282"/>
                  </a:lnTo>
                  <a:lnTo>
                    <a:pt x="2700" y="8851"/>
                  </a:lnTo>
                  <a:lnTo>
                    <a:pt x="2700" y="1632"/>
                  </a:lnTo>
                  <a:lnTo>
                    <a:pt x="0" y="0"/>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209;p27">
              <a:extLst>
                <a:ext uri="{FF2B5EF4-FFF2-40B4-BE49-F238E27FC236}">
                  <a16:creationId xmlns:a16="http://schemas.microsoft.com/office/drawing/2014/main" id="{E2A58958-3E2C-EDF4-BDC8-F59D38408113}"/>
                </a:ext>
              </a:extLst>
            </p:cNvPr>
            <p:cNvSpPr/>
            <p:nvPr/>
          </p:nvSpPr>
          <p:spPr>
            <a:xfrm>
              <a:off x="2870935" y="1780020"/>
              <a:ext cx="109633" cy="359435"/>
            </a:xfrm>
            <a:custGeom>
              <a:avLst/>
              <a:gdLst/>
              <a:ahLst/>
              <a:cxnLst/>
              <a:rect l="l" t="t" r="r" b="b"/>
              <a:pathLst>
                <a:path w="2700" h="8852" fill="none" extrusionOk="0">
                  <a:moveTo>
                    <a:pt x="2700" y="8851"/>
                  </a:moveTo>
                  <a:lnTo>
                    <a:pt x="0" y="7282"/>
                  </a:lnTo>
                  <a:lnTo>
                    <a:pt x="0" y="0"/>
                  </a:lnTo>
                  <a:lnTo>
                    <a:pt x="2700" y="1632"/>
                  </a:lnTo>
                  <a:lnTo>
                    <a:pt x="2700" y="8851"/>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210;p27">
              <a:extLst>
                <a:ext uri="{FF2B5EF4-FFF2-40B4-BE49-F238E27FC236}">
                  <a16:creationId xmlns:a16="http://schemas.microsoft.com/office/drawing/2014/main" id="{78450123-29B2-B8AD-10AA-7EFE72339C09}"/>
                </a:ext>
              </a:extLst>
            </p:cNvPr>
            <p:cNvSpPr/>
            <p:nvPr/>
          </p:nvSpPr>
          <p:spPr>
            <a:xfrm>
              <a:off x="2037440" y="4295792"/>
              <a:ext cx="249843" cy="420627"/>
            </a:xfrm>
            <a:custGeom>
              <a:avLst/>
              <a:gdLst/>
              <a:ahLst/>
              <a:cxnLst/>
              <a:rect l="l" t="t" r="r" b="b"/>
              <a:pathLst>
                <a:path w="6153" h="10359" extrusionOk="0">
                  <a:moveTo>
                    <a:pt x="0" y="0"/>
                  </a:moveTo>
                  <a:lnTo>
                    <a:pt x="0" y="8475"/>
                  </a:lnTo>
                  <a:lnTo>
                    <a:pt x="63" y="8852"/>
                  </a:lnTo>
                  <a:lnTo>
                    <a:pt x="251" y="9228"/>
                  </a:lnTo>
                  <a:lnTo>
                    <a:pt x="502" y="9542"/>
                  </a:lnTo>
                  <a:lnTo>
                    <a:pt x="879" y="9793"/>
                  </a:lnTo>
                  <a:lnTo>
                    <a:pt x="1318" y="10044"/>
                  </a:lnTo>
                  <a:lnTo>
                    <a:pt x="1883" y="10170"/>
                  </a:lnTo>
                  <a:lnTo>
                    <a:pt x="2448" y="10295"/>
                  </a:lnTo>
                  <a:lnTo>
                    <a:pt x="3076" y="10358"/>
                  </a:lnTo>
                  <a:lnTo>
                    <a:pt x="3704" y="10295"/>
                  </a:lnTo>
                  <a:lnTo>
                    <a:pt x="4269" y="10170"/>
                  </a:lnTo>
                  <a:lnTo>
                    <a:pt x="4834" y="10044"/>
                  </a:lnTo>
                  <a:lnTo>
                    <a:pt x="5273" y="9793"/>
                  </a:lnTo>
                  <a:lnTo>
                    <a:pt x="5650" y="9542"/>
                  </a:lnTo>
                  <a:lnTo>
                    <a:pt x="5901" y="9228"/>
                  </a:lnTo>
                  <a:lnTo>
                    <a:pt x="6089" y="8852"/>
                  </a:lnTo>
                  <a:lnTo>
                    <a:pt x="6152" y="8475"/>
                  </a:lnTo>
                  <a:lnTo>
                    <a:pt x="6152" y="1884"/>
                  </a:lnTo>
                  <a:lnTo>
                    <a:pt x="6152"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211;p27">
              <a:extLst>
                <a:ext uri="{FF2B5EF4-FFF2-40B4-BE49-F238E27FC236}">
                  <a16:creationId xmlns:a16="http://schemas.microsoft.com/office/drawing/2014/main" id="{9D5E3F55-DDD9-9424-A945-EC32DB753FDE}"/>
                </a:ext>
              </a:extLst>
            </p:cNvPr>
            <p:cNvSpPr/>
            <p:nvPr/>
          </p:nvSpPr>
          <p:spPr>
            <a:xfrm>
              <a:off x="2037440" y="4295792"/>
              <a:ext cx="249843" cy="420627"/>
            </a:xfrm>
            <a:custGeom>
              <a:avLst/>
              <a:gdLst/>
              <a:ahLst/>
              <a:cxnLst/>
              <a:rect l="l" t="t" r="r" b="b"/>
              <a:pathLst>
                <a:path w="6153" h="10359" fill="none" extrusionOk="0">
                  <a:moveTo>
                    <a:pt x="0" y="0"/>
                  </a:moveTo>
                  <a:lnTo>
                    <a:pt x="0" y="8475"/>
                  </a:lnTo>
                  <a:lnTo>
                    <a:pt x="0" y="8475"/>
                  </a:lnTo>
                  <a:lnTo>
                    <a:pt x="63" y="8852"/>
                  </a:lnTo>
                  <a:lnTo>
                    <a:pt x="251" y="9228"/>
                  </a:lnTo>
                  <a:lnTo>
                    <a:pt x="502" y="9542"/>
                  </a:lnTo>
                  <a:lnTo>
                    <a:pt x="879" y="9793"/>
                  </a:lnTo>
                  <a:lnTo>
                    <a:pt x="1318" y="10044"/>
                  </a:lnTo>
                  <a:lnTo>
                    <a:pt x="1883" y="10170"/>
                  </a:lnTo>
                  <a:lnTo>
                    <a:pt x="2448" y="10295"/>
                  </a:lnTo>
                  <a:lnTo>
                    <a:pt x="3076" y="10358"/>
                  </a:lnTo>
                  <a:lnTo>
                    <a:pt x="3076" y="10358"/>
                  </a:lnTo>
                  <a:lnTo>
                    <a:pt x="3704" y="10295"/>
                  </a:lnTo>
                  <a:lnTo>
                    <a:pt x="4269" y="10170"/>
                  </a:lnTo>
                  <a:lnTo>
                    <a:pt x="4834" y="10044"/>
                  </a:lnTo>
                  <a:lnTo>
                    <a:pt x="5273" y="9793"/>
                  </a:lnTo>
                  <a:lnTo>
                    <a:pt x="5650" y="9542"/>
                  </a:lnTo>
                  <a:lnTo>
                    <a:pt x="5901" y="9228"/>
                  </a:lnTo>
                  <a:lnTo>
                    <a:pt x="6089" y="8852"/>
                  </a:lnTo>
                  <a:lnTo>
                    <a:pt x="6152" y="8475"/>
                  </a:lnTo>
                  <a:lnTo>
                    <a:pt x="6152" y="1884"/>
                  </a:lnTo>
                  <a:lnTo>
                    <a:pt x="615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212;p27">
              <a:extLst>
                <a:ext uri="{FF2B5EF4-FFF2-40B4-BE49-F238E27FC236}">
                  <a16:creationId xmlns:a16="http://schemas.microsoft.com/office/drawing/2014/main" id="{D187392F-783D-7F96-4C23-E528466F1D30}"/>
                </a:ext>
              </a:extLst>
            </p:cNvPr>
            <p:cNvSpPr/>
            <p:nvPr/>
          </p:nvSpPr>
          <p:spPr>
            <a:xfrm>
              <a:off x="2037440" y="4295792"/>
              <a:ext cx="249843" cy="420627"/>
            </a:xfrm>
            <a:custGeom>
              <a:avLst/>
              <a:gdLst/>
              <a:ahLst/>
              <a:cxnLst/>
              <a:rect l="l" t="t" r="r" b="b"/>
              <a:pathLst>
                <a:path w="6153" h="10359" fill="none" extrusionOk="0">
                  <a:moveTo>
                    <a:pt x="0" y="0"/>
                  </a:moveTo>
                  <a:lnTo>
                    <a:pt x="0" y="8475"/>
                  </a:lnTo>
                  <a:lnTo>
                    <a:pt x="0" y="8475"/>
                  </a:lnTo>
                  <a:lnTo>
                    <a:pt x="63" y="8852"/>
                  </a:lnTo>
                  <a:lnTo>
                    <a:pt x="251" y="9228"/>
                  </a:lnTo>
                  <a:lnTo>
                    <a:pt x="502" y="9542"/>
                  </a:lnTo>
                  <a:lnTo>
                    <a:pt x="879" y="9793"/>
                  </a:lnTo>
                  <a:lnTo>
                    <a:pt x="1318" y="10044"/>
                  </a:lnTo>
                  <a:lnTo>
                    <a:pt x="1883" y="10170"/>
                  </a:lnTo>
                  <a:lnTo>
                    <a:pt x="2448" y="10295"/>
                  </a:lnTo>
                  <a:lnTo>
                    <a:pt x="3076" y="10358"/>
                  </a:lnTo>
                  <a:lnTo>
                    <a:pt x="3076" y="10358"/>
                  </a:lnTo>
                  <a:lnTo>
                    <a:pt x="3704" y="10295"/>
                  </a:lnTo>
                  <a:lnTo>
                    <a:pt x="4269" y="10170"/>
                  </a:lnTo>
                  <a:lnTo>
                    <a:pt x="4834" y="10044"/>
                  </a:lnTo>
                  <a:lnTo>
                    <a:pt x="5273" y="9793"/>
                  </a:lnTo>
                  <a:lnTo>
                    <a:pt x="5650" y="9542"/>
                  </a:lnTo>
                  <a:lnTo>
                    <a:pt x="5901" y="9228"/>
                  </a:lnTo>
                  <a:lnTo>
                    <a:pt x="6089" y="8852"/>
                  </a:lnTo>
                  <a:lnTo>
                    <a:pt x="6152" y="8475"/>
                  </a:lnTo>
                  <a:lnTo>
                    <a:pt x="6152" y="1884"/>
                  </a:lnTo>
                  <a:lnTo>
                    <a:pt x="6152" y="0"/>
                  </a:lnTo>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213;p27">
              <a:extLst>
                <a:ext uri="{FF2B5EF4-FFF2-40B4-BE49-F238E27FC236}">
                  <a16:creationId xmlns:a16="http://schemas.microsoft.com/office/drawing/2014/main" id="{F1D7E1CE-E1CF-B5DC-79EA-D5973274D988}"/>
                </a:ext>
              </a:extLst>
            </p:cNvPr>
            <p:cNvSpPr/>
            <p:nvPr/>
          </p:nvSpPr>
          <p:spPr>
            <a:xfrm>
              <a:off x="2037440" y="4214218"/>
              <a:ext cx="252360" cy="150442"/>
            </a:xfrm>
            <a:custGeom>
              <a:avLst/>
              <a:gdLst/>
              <a:ahLst/>
              <a:cxnLst/>
              <a:rect l="l" t="t" r="r" b="b"/>
              <a:pathLst>
                <a:path w="6215" h="3705" fill="none" extrusionOk="0">
                  <a:moveTo>
                    <a:pt x="0" y="1821"/>
                  </a:moveTo>
                  <a:lnTo>
                    <a:pt x="0" y="1821"/>
                  </a:lnTo>
                  <a:lnTo>
                    <a:pt x="63" y="2198"/>
                  </a:lnTo>
                  <a:lnTo>
                    <a:pt x="251" y="2574"/>
                  </a:lnTo>
                  <a:lnTo>
                    <a:pt x="502" y="2888"/>
                  </a:lnTo>
                  <a:lnTo>
                    <a:pt x="879" y="3139"/>
                  </a:lnTo>
                  <a:lnTo>
                    <a:pt x="1318" y="3390"/>
                  </a:lnTo>
                  <a:lnTo>
                    <a:pt x="1883" y="3516"/>
                  </a:lnTo>
                  <a:lnTo>
                    <a:pt x="2448" y="3642"/>
                  </a:lnTo>
                  <a:lnTo>
                    <a:pt x="3076" y="3704"/>
                  </a:lnTo>
                  <a:lnTo>
                    <a:pt x="3076" y="3704"/>
                  </a:lnTo>
                  <a:lnTo>
                    <a:pt x="3704" y="3642"/>
                  </a:lnTo>
                  <a:lnTo>
                    <a:pt x="4269" y="3516"/>
                  </a:lnTo>
                  <a:lnTo>
                    <a:pt x="4834" y="3390"/>
                  </a:lnTo>
                  <a:lnTo>
                    <a:pt x="5273" y="3139"/>
                  </a:lnTo>
                  <a:lnTo>
                    <a:pt x="5650" y="2888"/>
                  </a:lnTo>
                  <a:lnTo>
                    <a:pt x="5964" y="2574"/>
                  </a:lnTo>
                  <a:lnTo>
                    <a:pt x="6152" y="2198"/>
                  </a:lnTo>
                  <a:lnTo>
                    <a:pt x="6215" y="1821"/>
                  </a:lnTo>
                  <a:lnTo>
                    <a:pt x="6215" y="1821"/>
                  </a:lnTo>
                  <a:lnTo>
                    <a:pt x="6152" y="1507"/>
                  </a:lnTo>
                  <a:lnTo>
                    <a:pt x="5964" y="1131"/>
                  </a:lnTo>
                  <a:lnTo>
                    <a:pt x="5650" y="817"/>
                  </a:lnTo>
                  <a:lnTo>
                    <a:pt x="5273" y="566"/>
                  </a:lnTo>
                  <a:lnTo>
                    <a:pt x="4834" y="314"/>
                  </a:lnTo>
                  <a:lnTo>
                    <a:pt x="4269" y="189"/>
                  </a:lnTo>
                  <a:lnTo>
                    <a:pt x="3704" y="63"/>
                  </a:lnTo>
                  <a:lnTo>
                    <a:pt x="3076" y="1"/>
                  </a:lnTo>
                  <a:lnTo>
                    <a:pt x="3076" y="1"/>
                  </a:lnTo>
                  <a:lnTo>
                    <a:pt x="2448" y="63"/>
                  </a:lnTo>
                  <a:lnTo>
                    <a:pt x="1883" y="189"/>
                  </a:lnTo>
                  <a:lnTo>
                    <a:pt x="1318" y="314"/>
                  </a:lnTo>
                  <a:lnTo>
                    <a:pt x="879" y="566"/>
                  </a:lnTo>
                  <a:lnTo>
                    <a:pt x="502" y="817"/>
                  </a:lnTo>
                  <a:lnTo>
                    <a:pt x="251" y="1131"/>
                  </a:lnTo>
                  <a:lnTo>
                    <a:pt x="63" y="1507"/>
                  </a:lnTo>
                  <a:lnTo>
                    <a:pt x="0" y="1821"/>
                  </a:lnTo>
                  <a:lnTo>
                    <a:pt x="0" y="1821"/>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214;p27">
              <a:extLst>
                <a:ext uri="{FF2B5EF4-FFF2-40B4-BE49-F238E27FC236}">
                  <a16:creationId xmlns:a16="http://schemas.microsoft.com/office/drawing/2014/main" id="{C908AB27-4EF3-2FAF-CF50-0B59E072142C}"/>
                </a:ext>
              </a:extLst>
            </p:cNvPr>
            <p:cNvSpPr/>
            <p:nvPr/>
          </p:nvSpPr>
          <p:spPr>
            <a:xfrm>
              <a:off x="2037440" y="4214218"/>
              <a:ext cx="252360" cy="150442"/>
            </a:xfrm>
            <a:custGeom>
              <a:avLst/>
              <a:gdLst/>
              <a:ahLst/>
              <a:cxnLst/>
              <a:rect l="l" t="t" r="r" b="b"/>
              <a:pathLst>
                <a:path w="6215" h="3705" extrusionOk="0">
                  <a:moveTo>
                    <a:pt x="3076" y="1"/>
                  </a:moveTo>
                  <a:lnTo>
                    <a:pt x="2448" y="63"/>
                  </a:lnTo>
                  <a:lnTo>
                    <a:pt x="1883" y="189"/>
                  </a:lnTo>
                  <a:lnTo>
                    <a:pt x="1318" y="314"/>
                  </a:lnTo>
                  <a:lnTo>
                    <a:pt x="879" y="566"/>
                  </a:lnTo>
                  <a:lnTo>
                    <a:pt x="502" y="817"/>
                  </a:lnTo>
                  <a:lnTo>
                    <a:pt x="251" y="1131"/>
                  </a:lnTo>
                  <a:lnTo>
                    <a:pt x="63" y="1507"/>
                  </a:lnTo>
                  <a:lnTo>
                    <a:pt x="0" y="1821"/>
                  </a:lnTo>
                  <a:lnTo>
                    <a:pt x="63" y="2198"/>
                  </a:lnTo>
                  <a:lnTo>
                    <a:pt x="251" y="2574"/>
                  </a:lnTo>
                  <a:lnTo>
                    <a:pt x="502" y="2888"/>
                  </a:lnTo>
                  <a:lnTo>
                    <a:pt x="879" y="3139"/>
                  </a:lnTo>
                  <a:lnTo>
                    <a:pt x="1318" y="3390"/>
                  </a:lnTo>
                  <a:lnTo>
                    <a:pt x="1883" y="3516"/>
                  </a:lnTo>
                  <a:lnTo>
                    <a:pt x="2448" y="3642"/>
                  </a:lnTo>
                  <a:lnTo>
                    <a:pt x="3076" y="3704"/>
                  </a:lnTo>
                  <a:lnTo>
                    <a:pt x="3704" y="3642"/>
                  </a:lnTo>
                  <a:lnTo>
                    <a:pt x="4269" y="3516"/>
                  </a:lnTo>
                  <a:lnTo>
                    <a:pt x="4834" y="3390"/>
                  </a:lnTo>
                  <a:lnTo>
                    <a:pt x="5273" y="3139"/>
                  </a:lnTo>
                  <a:lnTo>
                    <a:pt x="5650" y="2888"/>
                  </a:lnTo>
                  <a:lnTo>
                    <a:pt x="5964" y="2574"/>
                  </a:lnTo>
                  <a:lnTo>
                    <a:pt x="6152" y="2198"/>
                  </a:lnTo>
                  <a:lnTo>
                    <a:pt x="6215" y="1821"/>
                  </a:lnTo>
                  <a:lnTo>
                    <a:pt x="6152" y="1507"/>
                  </a:lnTo>
                  <a:lnTo>
                    <a:pt x="5964" y="1131"/>
                  </a:lnTo>
                  <a:lnTo>
                    <a:pt x="5650" y="817"/>
                  </a:lnTo>
                  <a:lnTo>
                    <a:pt x="5273" y="566"/>
                  </a:lnTo>
                  <a:lnTo>
                    <a:pt x="4834" y="314"/>
                  </a:lnTo>
                  <a:lnTo>
                    <a:pt x="4269" y="189"/>
                  </a:lnTo>
                  <a:lnTo>
                    <a:pt x="3704" y="63"/>
                  </a:lnTo>
                  <a:lnTo>
                    <a:pt x="3076" y="1"/>
                  </a:lnTo>
                  <a:close/>
                </a:path>
              </a:pathLst>
            </a:custGeom>
            <a:solidFill>
              <a:srgbClr val="140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215;p27">
              <a:extLst>
                <a:ext uri="{FF2B5EF4-FFF2-40B4-BE49-F238E27FC236}">
                  <a16:creationId xmlns:a16="http://schemas.microsoft.com/office/drawing/2014/main" id="{908404EC-42F9-1BBF-1B53-B818C9877587}"/>
                </a:ext>
              </a:extLst>
            </p:cNvPr>
            <p:cNvSpPr/>
            <p:nvPr/>
          </p:nvSpPr>
          <p:spPr>
            <a:xfrm>
              <a:off x="1382362" y="3921094"/>
              <a:ext cx="249802" cy="420627"/>
            </a:xfrm>
            <a:custGeom>
              <a:avLst/>
              <a:gdLst/>
              <a:ahLst/>
              <a:cxnLst/>
              <a:rect l="l" t="t" r="r" b="b"/>
              <a:pathLst>
                <a:path w="6152" h="10359" extrusionOk="0">
                  <a:moveTo>
                    <a:pt x="6152" y="1"/>
                  </a:moveTo>
                  <a:lnTo>
                    <a:pt x="0" y="63"/>
                  </a:lnTo>
                  <a:lnTo>
                    <a:pt x="0" y="8538"/>
                  </a:lnTo>
                  <a:lnTo>
                    <a:pt x="63" y="8915"/>
                  </a:lnTo>
                  <a:lnTo>
                    <a:pt x="251" y="9228"/>
                  </a:lnTo>
                  <a:lnTo>
                    <a:pt x="502" y="9542"/>
                  </a:lnTo>
                  <a:lnTo>
                    <a:pt x="879" y="9856"/>
                  </a:lnTo>
                  <a:lnTo>
                    <a:pt x="1381" y="10044"/>
                  </a:lnTo>
                  <a:lnTo>
                    <a:pt x="1883" y="10233"/>
                  </a:lnTo>
                  <a:lnTo>
                    <a:pt x="2448" y="10358"/>
                  </a:lnTo>
                  <a:lnTo>
                    <a:pt x="3704" y="10358"/>
                  </a:lnTo>
                  <a:lnTo>
                    <a:pt x="4269" y="10233"/>
                  </a:lnTo>
                  <a:lnTo>
                    <a:pt x="4834" y="10044"/>
                  </a:lnTo>
                  <a:lnTo>
                    <a:pt x="5273" y="9856"/>
                  </a:lnTo>
                  <a:lnTo>
                    <a:pt x="5650" y="9542"/>
                  </a:lnTo>
                  <a:lnTo>
                    <a:pt x="5901" y="9228"/>
                  </a:lnTo>
                  <a:lnTo>
                    <a:pt x="6089" y="8915"/>
                  </a:lnTo>
                  <a:lnTo>
                    <a:pt x="6152" y="8538"/>
                  </a:lnTo>
                  <a:lnTo>
                    <a:pt x="6152" y="1947"/>
                  </a:lnTo>
                  <a:lnTo>
                    <a:pt x="6152"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216;p27">
              <a:extLst>
                <a:ext uri="{FF2B5EF4-FFF2-40B4-BE49-F238E27FC236}">
                  <a16:creationId xmlns:a16="http://schemas.microsoft.com/office/drawing/2014/main" id="{66FC24E4-E46B-8F84-F643-A3F278E2118A}"/>
                </a:ext>
              </a:extLst>
            </p:cNvPr>
            <p:cNvSpPr/>
            <p:nvPr/>
          </p:nvSpPr>
          <p:spPr>
            <a:xfrm>
              <a:off x="1382362" y="3921094"/>
              <a:ext cx="249802" cy="420627"/>
            </a:xfrm>
            <a:custGeom>
              <a:avLst/>
              <a:gdLst/>
              <a:ahLst/>
              <a:cxnLst/>
              <a:rect l="l" t="t" r="r" b="b"/>
              <a:pathLst>
                <a:path w="6152" h="10359" fill="none" extrusionOk="0">
                  <a:moveTo>
                    <a:pt x="0" y="63"/>
                  </a:moveTo>
                  <a:lnTo>
                    <a:pt x="0" y="8538"/>
                  </a:lnTo>
                  <a:lnTo>
                    <a:pt x="0" y="8538"/>
                  </a:lnTo>
                  <a:lnTo>
                    <a:pt x="63" y="8915"/>
                  </a:lnTo>
                  <a:lnTo>
                    <a:pt x="251" y="9228"/>
                  </a:lnTo>
                  <a:lnTo>
                    <a:pt x="502" y="9542"/>
                  </a:lnTo>
                  <a:lnTo>
                    <a:pt x="879" y="9856"/>
                  </a:lnTo>
                  <a:lnTo>
                    <a:pt x="1381" y="10044"/>
                  </a:lnTo>
                  <a:lnTo>
                    <a:pt x="1883" y="10233"/>
                  </a:lnTo>
                  <a:lnTo>
                    <a:pt x="2448" y="10358"/>
                  </a:lnTo>
                  <a:lnTo>
                    <a:pt x="3076" y="10358"/>
                  </a:lnTo>
                  <a:lnTo>
                    <a:pt x="3076" y="10358"/>
                  </a:lnTo>
                  <a:lnTo>
                    <a:pt x="3704" y="10358"/>
                  </a:lnTo>
                  <a:lnTo>
                    <a:pt x="4269" y="10233"/>
                  </a:lnTo>
                  <a:lnTo>
                    <a:pt x="4834" y="10044"/>
                  </a:lnTo>
                  <a:lnTo>
                    <a:pt x="5273" y="9856"/>
                  </a:lnTo>
                  <a:lnTo>
                    <a:pt x="5650" y="9542"/>
                  </a:lnTo>
                  <a:lnTo>
                    <a:pt x="5901" y="9228"/>
                  </a:lnTo>
                  <a:lnTo>
                    <a:pt x="6089" y="8915"/>
                  </a:lnTo>
                  <a:lnTo>
                    <a:pt x="6152" y="8538"/>
                  </a:lnTo>
                  <a:lnTo>
                    <a:pt x="6152" y="1947"/>
                  </a:lnTo>
                  <a:lnTo>
                    <a:pt x="615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217;p27">
              <a:extLst>
                <a:ext uri="{FF2B5EF4-FFF2-40B4-BE49-F238E27FC236}">
                  <a16:creationId xmlns:a16="http://schemas.microsoft.com/office/drawing/2014/main" id="{04A1CF4C-8978-C904-DF30-19364B5F9A73}"/>
                </a:ext>
              </a:extLst>
            </p:cNvPr>
            <p:cNvSpPr/>
            <p:nvPr/>
          </p:nvSpPr>
          <p:spPr>
            <a:xfrm>
              <a:off x="1382362" y="3921094"/>
              <a:ext cx="249802" cy="420627"/>
            </a:xfrm>
            <a:custGeom>
              <a:avLst/>
              <a:gdLst/>
              <a:ahLst/>
              <a:cxnLst/>
              <a:rect l="l" t="t" r="r" b="b"/>
              <a:pathLst>
                <a:path w="6152" h="10359" fill="none" extrusionOk="0">
                  <a:moveTo>
                    <a:pt x="0" y="63"/>
                  </a:moveTo>
                  <a:lnTo>
                    <a:pt x="0" y="8538"/>
                  </a:lnTo>
                  <a:lnTo>
                    <a:pt x="0" y="8538"/>
                  </a:lnTo>
                  <a:lnTo>
                    <a:pt x="63" y="8915"/>
                  </a:lnTo>
                  <a:lnTo>
                    <a:pt x="251" y="9228"/>
                  </a:lnTo>
                  <a:lnTo>
                    <a:pt x="502" y="9542"/>
                  </a:lnTo>
                  <a:lnTo>
                    <a:pt x="879" y="9856"/>
                  </a:lnTo>
                  <a:lnTo>
                    <a:pt x="1381" y="10044"/>
                  </a:lnTo>
                  <a:lnTo>
                    <a:pt x="1883" y="10233"/>
                  </a:lnTo>
                  <a:lnTo>
                    <a:pt x="2448" y="10358"/>
                  </a:lnTo>
                  <a:lnTo>
                    <a:pt x="3076" y="10358"/>
                  </a:lnTo>
                  <a:lnTo>
                    <a:pt x="3076" y="10358"/>
                  </a:lnTo>
                  <a:lnTo>
                    <a:pt x="3704" y="10358"/>
                  </a:lnTo>
                  <a:lnTo>
                    <a:pt x="4269" y="10233"/>
                  </a:lnTo>
                  <a:lnTo>
                    <a:pt x="4834" y="10044"/>
                  </a:lnTo>
                  <a:lnTo>
                    <a:pt x="5273" y="9856"/>
                  </a:lnTo>
                  <a:lnTo>
                    <a:pt x="5650" y="9542"/>
                  </a:lnTo>
                  <a:lnTo>
                    <a:pt x="5901" y="9228"/>
                  </a:lnTo>
                  <a:lnTo>
                    <a:pt x="6089" y="8915"/>
                  </a:lnTo>
                  <a:lnTo>
                    <a:pt x="6152" y="8538"/>
                  </a:lnTo>
                  <a:lnTo>
                    <a:pt x="6152" y="1947"/>
                  </a:lnTo>
                  <a:lnTo>
                    <a:pt x="6152" y="1"/>
                  </a:lnTo>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218;p27">
              <a:extLst>
                <a:ext uri="{FF2B5EF4-FFF2-40B4-BE49-F238E27FC236}">
                  <a16:creationId xmlns:a16="http://schemas.microsoft.com/office/drawing/2014/main" id="{039A7C58-5369-8D7A-CE40-6E0456E4B24D}"/>
                </a:ext>
              </a:extLst>
            </p:cNvPr>
            <p:cNvSpPr/>
            <p:nvPr/>
          </p:nvSpPr>
          <p:spPr>
            <a:xfrm>
              <a:off x="1382362" y="3842078"/>
              <a:ext cx="252360" cy="147883"/>
            </a:xfrm>
            <a:custGeom>
              <a:avLst/>
              <a:gdLst/>
              <a:ahLst/>
              <a:cxnLst/>
              <a:rect l="l" t="t" r="r" b="b"/>
              <a:pathLst>
                <a:path w="6215" h="3642" fill="none" extrusionOk="0">
                  <a:moveTo>
                    <a:pt x="0" y="1821"/>
                  </a:moveTo>
                  <a:lnTo>
                    <a:pt x="0" y="1821"/>
                  </a:lnTo>
                  <a:lnTo>
                    <a:pt x="63" y="2198"/>
                  </a:lnTo>
                  <a:lnTo>
                    <a:pt x="251" y="2512"/>
                  </a:lnTo>
                  <a:lnTo>
                    <a:pt x="502" y="2825"/>
                  </a:lnTo>
                  <a:lnTo>
                    <a:pt x="879" y="3139"/>
                  </a:lnTo>
                  <a:lnTo>
                    <a:pt x="1381" y="3328"/>
                  </a:lnTo>
                  <a:lnTo>
                    <a:pt x="1883" y="3516"/>
                  </a:lnTo>
                  <a:lnTo>
                    <a:pt x="2448" y="3641"/>
                  </a:lnTo>
                  <a:lnTo>
                    <a:pt x="3076" y="3641"/>
                  </a:lnTo>
                  <a:lnTo>
                    <a:pt x="3076" y="3641"/>
                  </a:lnTo>
                  <a:lnTo>
                    <a:pt x="3704" y="3641"/>
                  </a:lnTo>
                  <a:lnTo>
                    <a:pt x="4269" y="3516"/>
                  </a:lnTo>
                  <a:lnTo>
                    <a:pt x="4834" y="3328"/>
                  </a:lnTo>
                  <a:lnTo>
                    <a:pt x="5273" y="3139"/>
                  </a:lnTo>
                  <a:lnTo>
                    <a:pt x="5650" y="2825"/>
                  </a:lnTo>
                  <a:lnTo>
                    <a:pt x="5964" y="2512"/>
                  </a:lnTo>
                  <a:lnTo>
                    <a:pt x="6152" y="2198"/>
                  </a:lnTo>
                  <a:lnTo>
                    <a:pt x="6215" y="1821"/>
                  </a:lnTo>
                  <a:lnTo>
                    <a:pt x="6215" y="1821"/>
                  </a:lnTo>
                  <a:lnTo>
                    <a:pt x="6152" y="1444"/>
                  </a:lnTo>
                  <a:lnTo>
                    <a:pt x="5964" y="1130"/>
                  </a:lnTo>
                  <a:lnTo>
                    <a:pt x="5650" y="817"/>
                  </a:lnTo>
                  <a:lnTo>
                    <a:pt x="5273" y="566"/>
                  </a:lnTo>
                  <a:lnTo>
                    <a:pt x="4834" y="314"/>
                  </a:lnTo>
                  <a:lnTo>
                    <a:pt x="4269" y="126"/>
                  </a:lnTo>
                  <a:lnTo>
                    <a:pt x="3704" y="63"/>
                  </a:lnTo>
                  <a:lnTo>
                    <a:pt x="3076" y="1"/>
                  </a:lnTo>
                  <a:lnTo>
                    <a:pt x="3076" y="1"/>
                  </a:lnTo>
                  <a:lnTo>
                    <a:pt x="2448" y="63"/>
                  </a:lnTo>
                  <a:lnTo>
                    <a:pt x="1883" y="126"/>
                  </a:lnTo>
                  <a:lnTo>
                    <a:pt x="1381" y="314"/>
                  </a:lnTo>
                  <a:lnTo>
                    <a:pt x="879" y="566"/>
                  </a:lnTo>
                  <a:lnTo>
                    <a:pt x="502" y="817"/>
                  </a:lnTo>
                  <a:lnTo>
                    <a:pt x="251" y="1130"/>
                  </a:lnTo>
                  <a:lnTo>
                    <a:pt x="63" y="1444"/>
                  </a:lnTo>
                  <a:lnTo>
                    <a:pt x="0" y="1821"/>
                  </a:lnTo>
                  <a:lnTo>
                    <a:pt x="0" y="1821"/>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219;p27">
              <a:extLst>
                <a:ext uri="{FF2B5EF4-FFF2-40B4-BE49-F238E27FC236}">
                  <a16:creationId xmlns:a16="http://schemas.microsoft.com/office/drawing/2014/main" id="{F3D2DB06-9A9C-50DD-9F9A-EE81326B831D}"/>
                </a:ext>
              </a:extLst>
            </p:cNvPr>
            <p:cNvSpPr/>
            <p:nvPr/>
          </p:nvSpPr>
          <p:spPr>
            <a:xfrm>
              <a:off x="1382362" y="3842078"/>
              <a:ext cx="252360" cy="147883"/>
            </a:xfrm>
            <a:custGeom>
              <a:avLst/>
              <a:gdLst/>
              <a:ahLst/>
              <a:cxnLst/>
              <a:rect l="l" t="t" r="r" b="b"/>
              <a:pathLst>
                <a:path w="6215" h="3642" extrusionOk="0">
                  <a:moveTo>
                    <a:pt x="3076" y="1"/>
                  </a:moveTo>
                  <a:lnTo>
                    <a:pt x="2448" y="63"/>
                  </a:lnTo>
                  <a:lnTo>
                    <a:pt x="1883" y="126"/>
                  </a:lnTo>
                  <a:lnTo>
                    <a:pt x="1381" y="314"/>
                  </a:lnTo>
                  <a:lnTo>
                    <a:pt x="879" y="566"/>
                  </a:lnTo>
                  <a:lnTo>
                    <a:pt x="502" y="817"/>
                  </a:lnTo>
                  <a:lnTo>
                    <a:pt x="251" y="1130"/>
                  </a:lnTo>
                  <a:lnTo>
                    <a:pt x="63" y="1444"/>
                  </a:lnTo>
                  <a:lnTo>
                    <a:pt x="0" y="1821"/>
                  </a:lnTo>
                  <a:lnTo>
                    <a:pt x="63" y="2198"/>
                  </a:lnTo>
                  <a:lnTo>
                    <a:pt x="251" y="2512"/>
                  </a:lnTo>
                  <a:lnTo>
                    <a:pt x="502" y="2825"/>
                  </a:lnTo>
                  <a:lnTo>
                    <a:pt x="879" y="3139"/>
                  </a:lnTo>
                  <a:lnTo>
                    <a:pt x="1381" y="3328"/>
                  </a:lnTo>
                  <a:lnTo>
                    <a:pt x="1883" y="3516"/>
                  </a:lnTo>
                  <a:lnTo>
                    <a:pt x="2448" y="3641"/>
                  </a:lnTo>
                  <a:lnTo>
                    <a:pt x="3704" y="3641"/>
                  </a:lnTo>
                  <a:lnTo>
                    <a:pt x="4269" y="3516"/>
                  </a:lnTo>
                  <a:lnTo>
                    <a:pt x="4834" y="3328"/>
                  </a:lnTo>
                  <a:lnTo>
                    <a:pt x="5273" y="3139"/>
                  </a:lnTo>
                  <a:lnTo>
                    <a:pt x="5650" y="2825"/>
                  </a:lnTo>
                  <a:lnTo>
                    <a:pt x="5964" y="2512"/>
                  </a:lnTo>
                  <a:lnTo>
                    <a:pt x="6152" y="2198"/>
                  </a:lnTo>
                  <a:lnTo>
                    <a:pt x="6215" y="1821"/>
                  </a:lnTo>
                  <a:lnTo>
                    <a:pt x="6152" y="1444"/>
                  </a:lnTo>
                  <a:lnTo>
                    <a:pt x="5964" y="1130"/>
                  </a:lnTo>
                  <a:lnTo>
                    <a:pt x="5650" y="817"/>
                  </a:lnTo>
                  <a:lnTo>
                    <a:pt x="5273" y="566"/>
                  </a:lnTo>
                  <a:lnTo>
                    <a:pt x="4834" y="314"/>
                  </a:lnTo>
                  <a:lnTo>
                    <a:pt x="4269" y="126"/>
                  </a:lnTo>
                  <a:lnTo>
                    <a:pt x="3704" y="63"/>
                  </a:lnTo>
                  <a:lnTo>
                    <a:pt x="3076" y="1"/>
                  </a:lnTo>
                  <a:close/>
                </a:path>
              </a:pathLst>
            </a:custGeom>
            <a:solidFill>
              <a:srgbClr val="1400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220;p27">
              <a:extLst>
                <a:ext uri="{FF2B5EF4-FFF2-40B4-BE49-F238E27FC236}">
                  <a16:creationId xmlns:a16="http://schemas.microsoft.com/office/drawing/2014/main" id="{96B3258B-AB94-4995-17F0-0803A3860C7F}"/>
                </a:ext>
              </a:extLst>
            </p:cNvPr>
            <p:cNvSpPr/>
            <p:nvPr/>
          </p:nvSpPr>
          <p:spPr>
            <a:xfrm>
              <a:off x="1349187" y="3416421"/>
              <a:ext cx="616912" cy="1121551"/>
            </a:xfrm>
            <a:custGeom>
              <a:avLst/>
              <a:gdLst/>
              <a:ahLst/>
              <a:cxnLst/>
              <a:rect l="l" t="t" r="r" b="b"/>
              <a:pathLst>
                <a:path w="15193" h="27621" extrusionOk="0">
                  <a:moveTo>
                    <a:pt x="1" y="0"/>
                  </a:moveTo>
                  <a:lnTo>
                    <a:pt x="1" y="18770"/>
                  </a:lnTo>
                  <a:lnTo>
                    <a:pt x="15130" y="27621"/>
                  </a:lnTo>
                  <a:lnTo>
                    <a:pt x="15192" y="8914"/>
                  </a:lnTo>
                  <a:lnTo>
                    <a:pt x="1" y="0"/>
                  </a:lnTo>
                  <a:close/>
                </a:path>
              </a:pathLst>
            </a:cu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221;p27">
              <a:extLst>
                <a:ext uri="{FF2B5EF4-FFF2-40B4-BE49-F238E27FC236}">
                  <a16:creationId xmlns:a16="http://schemas.microsoft.com/office/drawing/2014/main" id="{1082C43A-BCBC-D2BC-D2BB-45327A4AE191}"/>
                </a:ext>
              </a:extLst>
            </p:cNvPr>
            <p:cNvSpPr/>
            <p:nvPr/>
          </p:nvSpPr>
          <p:spPr>
            <a:xfrm>
              <a:off x="1349187" y="3416421"/>
              <a:ext cx="616912" cy="1121551"/>
            </a:xfrm>
            <a:custGeom>
              <a:avLst/>
              <a:gdLst/>
              <a:ahLst/>
              <a:cxnLst/>
              <a:rect l="l" t="t" r="r" b="b"/>
              <a:pathLst>
                <a:path w="15193" h="27621" fill="none" extrusionOk="0">
                  <a:moveTo>
                    <a:pt x="1" y="0"/>
                  </a:moveTo>
                  <a:lnTo>
                    <a:pt x="1" y="18770"/>
                  </a:lnTo>
                  <a:lnTo>
                    <a:pt x="15130" y="27621"/>
                  </a:lnTo>
                  <a:lnTo>
                    <a:pt x="15192" y="8914"/>
                  </a:lnTo>
                  <a:lnTo>
                    <a:pt x="1" y="0"/>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222;p27">
              <a:extLst>
                <a:ext uri="{FF2B5EF4-FFF2-40B4-BE49-F238E27FC236}">
                  <a16:creationId xmlns:a16="http://schemas.microsoft.com/office/drawing/2014/main" id="{C66F9B3D-9E76-9BCC-060A-141FF087EE03}"/>
                </a:ext>
              </a:extLst>
            </p:cNvPr>
            <p:cNvSpPr/>
            <p:nvPr/>
          </p:nvSpPr>
          <p:spPr>
            <a:xfrm>
              <a:off x="1963498" y="3194640"/>
              <a:ext cx="994132" cy="1343335"/>
            </a:xfrm>
            <a:custGeom>
              <a:avLst/>
              <a:gdLst/>
              <a:ahLst/>
              <a:cxnLst/>
              <a:rect l="l" t="t" r="r" b="b"/>
              <a:pathLst>
                <a:path w="24483" h="33083" extrusionOk="0">
                  <a:moveTo>
                    <a:pt x="24483" y="1"/>
                  </a:moveTo>
                  <a:lnTo>
                    <a:pt x="126" y="14376"/>
                  </a:lnTo>
                  <a:lnTo>
                    <a:pt x="1" y="33083"/>
                  </a:lnTo>
                  <a:lnTo>
                    <a:pt x="24483" y="18896"/>
                  </a:lnTo>
                  <a:lnTo>
                    <a:pt x="24483" y="1"/>
                  </a:lnTo>
                  <a:close/>
                </a:path>
              </a:pathLst>
            </a:cu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223;p27">
              <a:extLst>
                <a:ext uri="{FF2B5EF4-FFF2-40B4-BE49-F238E27FC236}">
                  <a16:creationId xmlns:a16="http://schemas.microsoft.com/office/drawing/2014/main" id="{81CC0AC2-C110-2855-127C-06E3BFEE6374}"/>
                </a:ext>
              </a:extLst>
            </p:cNvPr>
            <p:cNvSpPr/>
            <p:nvPr/>
          </p:nvSpPr>
          <p:spPr>
            <a:xfrm>
              <a:off x="1963498" y="3194640"/>
              <a:ext cx="994132" cy="1343335"/>
            </a:xfrm>
            <a:custGeom>
              <a:avLst/>
              <a:gdLst/>
              <a:ahLst/>
              <a:cxnLst/>
              <a:rect l="l" t="t" r="r" b="b"/>
              <a:pathLst>
                <a:path w="24483" h="33083" fill="none" extrusionOk="0">
                  <a:moveTo>
                    <a:pt x="126" y="14376"/>
                  </a:moveTo>
                  <a:lnTo>
                    <a:pt x="24483" y="1"/>
                  </a:lnTo>
                  <a:lnTo>
                    <a:pt x="24483" y="18896"/>
                  </a:lnTo>
                  <a:lnTo>
                    <a:pt x="1" y="33083"/>
                  </a:lnTo>
                  <a:lnTo>
                    <a:pt x="126" y="14376"/>
                  </a:lnTo>
                  <a:close/>
                </a:path>
              </a:pathLst>
            </a:custGeom>
            <a:solidFill>
              <a:schemeClr val="accent6"/>
            </a:solid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224;p27">
              <a:extLst>
                <a:ext uri="{FF2B5EF4-FFF2-40B4-BE49-F238E27FC236}">
                  <a16:creationId xmlns:a16="http://schemas.microsoft.com/office/drawing/2014/main" id="{13111D3F-8A25-8005-C56F-C07F1E0703DC}"/>
                </a:ext>
              </a:extLst>
            </p:cNvPr>
            <p:cNvSpPr/>
            <p:nvPr/>
          </p:nvSpPr>
          <p:spPr>
            <a:xfrm>
              <a:off x="1351746" y="2832691"/>
              <a:ext cx="1605887" cy="945731"/>
            </a:xfrm>
            <a:custGeom>
              <a:avLst/>
              <a:gdLst/>
              <a:ahLst/>
              <a:cxnLst/>
              <a:rect l="l" t="t" r="r" b="b"/>
              <a:pathLst>
                <a:path w="39549" h="23291" extrusionOk="0">
                  <a:moveTo>
                    <a:pt x="24232" y="1"/>
                  </a:moveTo>
                  <a:lnTo>
                    <a:pt x="1" y="14376"/>
                  </a:lnTo>
                  <a:lnTo>
                    <a:pt x="15192" y="23290"/>
                  </a:lnTo>
                  <a:lnTo>
                    <a:pt x="39549" y="8915"/>
                  </a:lnTo>
                  <a:lnTo>
                    <a:pt x="2423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225;p27">
              <a:extLst>
                <a:ext uri="{FF2B5EF4-FFF2-40B4-BE49-F238E27FC236}">
                  <a16:creationId xmlns:a16="http://schemas.microsoft.com/office/drawing/2014/main" id="{B2C07C8B-AB5C-2057-E406-6419A448C1B7}"/>
                </a:ext>
              </a:extLst>
            </p:cNvPr>
            <p:cNvSpPr/>
            <p:nvPr/>
          </p:nvSpPr>
          <p:spPr>
            <a:xfrm>
              <a:off x="1351746" y="2832691"/>
              <a:ext cx="1605887" cy="945731"/>
            </a:xfrm>
            <a:custGeom>
              <a:avLst/>
              <a:gdLst/>
              <a:ahLst/>
              <a:cxnLst/>
              <a:rect l="l" t="t" r="r" b="b"/>
              <a:pathLst>
                <a:path w="39549" h="23291" fill="none" extrusionOk="0">
                  <a:moveTo>
                    <a:pt x="39549" y="8915"/>
                  </a:moveTo>
                  <a:lnTo>
                    <a:pt x="24232" y="1"/>
                  </a:lnTo>
                  <a:lnTo>
                    <a:pt x="1" y="14376"/>
                  </a:lnTo>
                  <a:lnTo>
                    <a:pt x="15192" y="23290"/>
                  </a:lnTo>
                  <a:lnTo>
                    <a:pt x="39549" y="8915"/>
                  </a:lnTo>
                  <a:close/>
                </a:path>
              </a:pathLst>
            </a:custGeom>
            <a:noFill/>
            <a:ln w="7850" cap="rnd" cmpd="sng">
              <a:solidFill>
                <a:srgbClr val="14002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226;p27">
              <a:extLst>
                <a:ext uri="{FF2B5EF4-FFF2-40B4-BE49-F238E27FC236}">
                  <a16:creationId xmlns:a16="http://schemas.microsoft.com/office/drawing/2014/main" id="{0E4F51C4-0642-97DE-F38B-E0A1AF937B1A}"/>
                </a:ext>
              </a:extLst>
            </p:cNvPr>
            <p:cNvSpPr/>
            <p:nvPr/>
          </p:nvSpPr>
          <p:spPr>
            <a:xfrm>
              <a:off x="2062899" y="3373096"/>
              <a:ext cx="823388" cy="703522"/>
            </a:xfrm>
            <a:custGeom>
              <a:avLst/>
              <a:gdLst/>
              <a:ahLst/>
              <a:cxnLst/>
              <a:rect l="l" t="t" r="r" b="b"/>
              <a:pathLst>
                <a:path w="20278" h="17326" extrusionOk="0">
                  <a:moveTo>
                    <a:pt x="20277" y="0"/>
                  </a:moveTo>
                  <a:lnTo>
                    <a:pt x="1" y="11802"/>
                  </a:lnTo>
                  <a:lnTo>
                    <a:pt x="1" y="17326"/>
                  </a:lnTo>
                  <a:lnTo>
                    <a:pt x="20277" y="5524"/>
                  </a:lnTo>
                  <a:lnTo>
                    <a:pt x="202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227;p27">
              <a:extLst>
                <a:ext uri="{FF2B5EF4-FFF2-40B4-BE49-F238E27FC236}">
                  <a16:creationId xmlns:a16="http://schemas.microsoft.com/office/drawing/2014/main" id="{CC63F50F-C511-BF84-6A08-F91F16F12755}"/>
                </a:ext>
              </a:extLst>
            </p:cNvPr>
            <p:cNvSpPr/>
            <p:nvPr/>
          </p:nvSpPr>
          <p:spPr>
            <a:xfrm>
              <a:off x="2062899" y="3653470"/>
              <a:ext cx="823388" cy="703522"/>
            </a:xfrm>
            <a:custGeom>
              <a:avLst/>
              <a:gdLst/>
              <a:ahLst/>
              <a:cxnLst/>
              <a:rect l="l" t="t" r="r" b="b"/>
              <a:pathLst>
                <a:path w="20278" h="17326" extrusionOk="0">
                  <a:moveTo>
                    <a:pt x="20277" y="0"/>
                  </a:moveTo>
                  <a:lnTo>
                    <a:pt x="1" y="11802"/>
                  </a:lnTo>
                  <a:lnTo>
                    <a:pt x="1" y="17326"/>
                  </a:lnTo>
                  <a:lnTo>
                    <a:pt x="20277" y="5524"/>
                  </a:lnTo>
                  <a:lnTo>
                    <a:pt x="2027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 name="Google Shape;1700;p29">
            <a:extLst>
              <a:ext uri="{FF2B5EF4-FFF2-40B4-BE49-F238E27FC236}">
                <a16:creationId xmlns:a16="http://schemas.microsoft.com/office/drawing/2014/main" id="{362A26AB-CF5A-CDD8-0216-59F03E4E3326}"/>
              </a:ext>
            </a:extLst>
          </p:cNvPr>
          <p:cNvGrpSpPr/>
          <p:nvPr/>
        </p:nvGrpSpPr>
        <p:grpSpPr>
          <a:xfrm>
            <a:off x="8004747" y="697775"/>
            <a:ext cx="2509720" cy="2255287"/>
            <a:chOff x="2511985" y="1162471"/>
            <a:chExt cx="4120031" cy="3555540"/>
          </a:xfrm>
        </p:grpSpPr>
        <p:sp>
          <p:nvSpPr>
            <p:cNvPr id="128" name="Google Shape;1701;p29">
              <a:extLst>
                <a:ext uri="{FF2B5EF4-FFF2-40B4-BE49-F238E27FC236}">
                  <a16:creationId xmlns:a16="http://schemas.microsoft.com/office/drawing/2014/main" id="{A498BC4C-2138-2E46-756C-AD28B282FE44}"/>
                </a:ext>
              </a:extLst>
            </p:cNvPr>
            <p:cNvSpPr/>
            <p:nvPr/>
          </p:nvSpPr>
          <p:spPr>
            <a:xfrm>
              <a:off x="4844015" y="1162471"/>
              <a:ext cx="1788001" cy="1856957"/>
            </a:xfrm>
            <a:custGeom>
              <a:avLst/>
              <a:gdLst/>
              <a:ahLst/>
              <a:cxnLst/>
              <a:rect l="l" t="t" r="r" b="b"/>
              <a:pathLst>
                <a:path w="105378" h="109442" extrusionOk="0">
                  <a:moveTo>
                    <a:pt x="7227" y="0"/>
                  </a:moveTo>
                  <a:lnTo>
                    <a:pt x="5721" y="151"/>
                  </a:lnTo>
                  <a:lnTo>
                    <a:pt x="4367" y="602"/>
                  </a:lnTo>
                  <a:lnTo>
                    <a:pt x="3162" y="1204"/>
                  </a:lnTo>
                  <a:lnTo>
                    <a:pt x="2108" y="2108"/>
                  </a:lnTo>
                  <a:lnTo>
                    <a:pt x="1205" y="3161"/>
                  </a:lnTo>
                  <a:lnTo>
                    <a:pt x="603" y="4366"/>
                  </a:lnTo>
                  <a:lnTo>
                    <a:pt x="151" y="5720"/>
                  </a:lnTo>
                  <a:lnTo>
                    <a:pt x="1" y="7226"/>
                  </a:lnTo>
                  <a:lnTo>
                    <a:pt x="1" y="102216"/>
                  </a:lnTo>
                  <a:lnTo>
                    <a:pt x="151" y="103721"/>
                  </a:lnTo>
                  <a:lnTo>
                    <a:pt x="603" y="105076"/>
                  </a:lnTo>
                  <a:lnTo>
                    <a:pt x="1205" y="106280"/>
                  </a:lnTo>
                  <a:lnTo>
                    <a:pt x="2108" y="107334"/>
                  </a:lnTo>
                  <a:lnTo>
                    <a:pt x="3162" y="108237"/>
                  </a:lnTo>
                  <a:lnTo>
                    <a:pt x="4367" y="108840"/>
                  </a:lnTo>
                  <a:lnTo>
                    <a:pt x="5721" y="109291"/>
                  </a:lnTo>
                  <a:lnTo>
                    <a:pt x="7227" y="109442"/>
                  </a:lnTo>
                  <a:lnTo>
                    <a:pt x="98152" y="109442"/>
                  </a:lnTo>
                  <a:lnTo>
                    <a:pt x="99658" y="109291"/>
                  </a:lnTo>
                  <a:lnTo>
                    <a:pt x="101012" y="108840"/>
                  </a:lnTo>
                  <a:lnTo>
                    <a:pt x="102217" y="108237"/>
                  </a:lnTo>
                  <a:lnTo>
                    <a:pt x="103270" y="107334"/>
                  </a:lnTo>
                  <a:lnTo>
                    <a:pt x="104174" y="106280"/>
                  </a:lnTo>
                  <a:lnTo>
                    <a:pt x="104926" y="105076"/>
                  </a:lnTo>
                  <a:lnTo>
                    <a:pt x="105227" y="103721"/>
                  </a:lnTo>
                  <a:lnTo>
                    <a:pt x="105378" y="102216"/>
                  </a:lnTo>
                  <a:lnTo>
                    <a:pt x="105378" y="7226"/>
                  </a:lnTo>
                  <a:lnTo>
                    <a:pt x="105227" y="5720"/>
                  </a:lnTo>
                  <a:lnTo>
                    <a:pt x="104926" y="4366"/>
                  </a:lnTo>
                  <a:lnTo>
                    <a:pt x="104174" y="3161"/>
                  </a:lnTo>
                  <a:lnTo>
                    <a:pt x="103270" y="2108"/>
                  </a:lnTo>
                  <a:lnTo>
                    <a:pt x="102217" y="1204"/>
                  </a:lnTo>
                  <a:lnTo>
                    <a:pt x="101012" y="602"/>
                  </a:lnTo>
                  <a:lnTo>
                    <a:pt x="99658" y="151"/>
                  </a:lnTo>
                  <a:lnTo>
                    <a:pt x="98152"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702;p29">
              <a:extLst>
                <a:ext uri="{FF2B5EF4-FFF2-40B4-BE49-F238E27FC236}">
                  <a16:creationId xmlns:a16="http://schemas.microsoft.com/office/drawing/2014/main" id="{22C10A54-D7E9-B526-1C18-D561124570ED}"/>
                </a:ext>
              </a:extLst>
            </p:cNvPr>
            <p:cNvSpPr/>
            <p:nvPr/>
          </p:nvSpPr>
          <p:spPr>
            <a:xfrm>
              <a:off x="4844015" y="1162471"/>
              <a:ext cx="1788001" cy="1856957"/>
            </a:xfrm>
            <a:custGeom>
              <a:avLst/>
              <a:gdLst/>
              <a:ahLst/>
              <a:cxnLst/>
              <a:rect l="l" t="t" r="r" b="b"/>
              <a:pathLst>
                <a:path w="105378" h="109442" fill="none" extrusionOk="0">
                  <a:moveTo>
                    <a:pt x="7227" y="109442"/>
                  </a:moveTo>
                  <a:lnTo>
                    <a:pt x="98152" y="109442"/>
                  </a:lnTo>
                  <a:lnTo>
                    <a:pt x="98152" y="109442"/>
                  </a:lnTo>
                  <a:lnTo>
                    <a:pt x="99658" y="109291"/>
                  </a:lnTo>
                  <a:lnTo>
                    <a:pt x="101012" y="108840"/>
                  </a:lnTo>
                  <a:lnTo>
                    <a:pt x="102217" y="108237"/>
                  </a:lnTo>
                  <a:lnTo>
                    <a:pt x="103270" y="107334"/>
                  </a:lnTo>
                  <a:lnTo>
                    <a:pt x="104174" y="106280"/>
                  </a:lnTo>
                  <a:lnTo>
                    <a:pt x="104926" y="105076"/>
                  </a:lnTo>
                  <a:lnTo>
                    <a:pt x="105227" y="103721"/>
                  </a:lnTo>
                  <a:lnTo>
                    <a:pt x="105378" y="102216"/>
                  </a:lnTo>
                  <a:lnTo>
                    <a:pt x="105378" y="7226"/>
                  </a:lnTo>
                  <a:lnTo>
                    <a:pt x="105378" y="7226"/>
                  </a:lnTo>
                  <a:lnTo>
                    <a:pt x="105227" y="5720"/>
                  </a:lnTo>
                  <a:lnTo>
                    <a:pt x="104926" y="4366"/>
                  </a:lnTo>
                  <a:lnTo>
                    <a:pt x="104174" y="3161"/>
                  </a:lnTo>
                  <a:lnTo>
                    <a:pt x="103270" y="2108"/>
                  </a:lnTo>
                  <a:lnTo>
                    <a:pt x="102217" y="1204"/>
                  </a:lnTo>
                  <a:lnTo>
                    <a:pt x="101012" y="602"/>
                  </a:lnTo>
                  <a:lnTo>
                    <a:pt x="99658" y="151"/>
                  </a:lnTo>
                  <a:lnTo>
                    <a:pt x="98152" y="0"/>
                  </a:lnTo>
                  <a:lnTo>
                    <a:pt x="7227" y="0"/>
                  </a:lnTo>
                  <a:lnTo>
                    <a:pt x="7227" y="0"/>
                  </a:lnTo>
                  <a:lnTo>
                    <a:pt x="5721" y="151"/>
                  </a:lnTo>
                  <a:lnTo>
                    <a:pt x="4367" y="602"/>
                  </a:lnTo>
                  <a:lnTo>
                    <a:pt x="3162" y="1204"/>
                  </a:lnTo>
                  <a:lnTo>
                    <a:pt x="2108" y="2108"/>
                  </a:lnTo>
                  <a:lnTo>
                    <a:pt x="1205" y="3161"/>
                  </a:lnTo>
                  <a:lnTo>
                    <a:pt x="603" y="4366"/>
                  </a:lnTo>
                  <a:lnTo>
                    <a:pt x="151" y="5720"/>
                  </a:lnTo>
                  <a:lnTo>
                    <a:pt x="1" y="7226"/>
                  </a:lnTo>
                  <a:lnTo>
                    <a:pt x="1" y="102216"/>
                  </a:lnTo>
                  <a:lnTo>
                    <a:pt x="1" y="102216"/>
                  </a:lnTo>
                  <a:lnTo>
                    <a:pt x="151" y="103721"/>
                  </a:lnTo>
                  <a:lnTo>
                    <a:pt x="603" y="105076"/>
                  </a:lnTo>
                  <a:lnTo>
                    <a:pt x="1205" y="106280"/>
                  </a:lnTo>
                  <a:lnTo>
                    <a:pt x="2108" y="107334"/>
                  </a:lnTo>
                  <a:lnTo>
                    <a:pt x="3162" y="108237"/>
                  </a:lnTo>
                  <a:lnTo>
                    <a:pt x="4367" y="108840"/>
                  </a:lnTo>
                  <a:lnTo>
                    <a:pt x="5721" y="109291"/>
                  </a:lnTo>
                  <a:lnTo>
                    <a:pt x="7227" y="10944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703;p29">
              <a:extLst>
                <a:ext uri="{FF2B5EF4-FFF2-40B4-BE49-F238E27FC236}">
                  <a16:creationId xmlns:a16="http://schemas.microsoft.com/office/drawing/2014/main" id="{BB2FA005-049D-C3A9-3338-DCB697A699DF}"/>
                </a:ext>
              </a:extLst>
            </p:cNvPr>
            <p:cNvSpPr/>
            <p:nvPr/>
          </p:nvSpPr>
          <p:spPr>
            <a:xfrm>
              <a:off x="6090499" y="1410231"/>
              <a:ext cx="280999" cy="280982"/>
            </a:xfrm>
            <a:custGeom>
              <a:avLst/>
              <a:gdLst/>
              <a:ahLst/>
              <a:cxnLst/>
              <a:rect l="l" t="t" r="r" b="b"/>
              <a:pathLst>
                <a:path w="16561" h="16560" extrusionOk="0">
                  <a:moveTo>
                    <a:pt x="8280" y="0"/>
                  </a:moveTo>
                  <a:lnTo>
                    <a:pt x="6624" y="151"/>
                  </a:lnTo>
                  <a:lnTo>
                    <a:pt x="4969" y="602"/>
                  </a:lnTo>
                  <a:lnTo>
                    <a:pt x="3614" y="1355"/>
                  </a:lnTo>
                  <a:lnTo>
                    <a:pt x="2409" y="2409"/>
                  </a:lnTo>
                  <a:lnTo>
                    <a:pt x="1356" y="3613"/>
                  </a:lnTo>
                  <a:lnTo>
                    <a:pt x="603" y="4968"/>
                  </a:lnTo>
                  <a:lnTo>
                    <a:pt x="151" y="6624"/>
                  </a:lnTo>
                  <a:lnTo>
                    <a:pt x="1" y="8280"/>
                  </a:lnTo>
                  <a:lnTo>
                    <a:pt x="151" y="9936"/>
                  </a:lnTo>
                  <a:lnTo>
                    <a:pt x="603" y="11592"/>
                  </a:lnTo>
                  <a:lnTo>
                    <a:pt x="1356" y="12947"/>
                  </a:lnTo>
                  <a:lnTo>
                    <a:pt x="2409" y="14151"/>
                  </a:lnTo>
                  <a:lnTo>
                    <a:pt x="3614" y="15205"/>
                  </a:lnTo>
                  <a:lnTo>
                    <a:pt x="4969" y="15957"/>
                  </a:lnTo>
                  <a:lnTo>
                    <a:pt x="6624" y="16409"/>
                  </a:lnTo>
                  <a:lnTo>
                    <a:pt x="8280" y="16560"/>
                  </a:lnTo>
                  <a:lnTo>
                    <a:pt x="9936" y="16409"/>
                  </a:lnTo>
                  <a:lnTo>
                    <a:pt x="11442" y="15957"/>
                  </a:lnTo>
                  <a:lnTo>
                    <a:pt x="12947" y="15205"/>
                  </a:lnTo>
                  <a:lnTo>
                    <a:pt x="14151" y="14151"/>
                  </a:lnTo>
                  <a:lnTo>
                    <a:pt x="15205" y="12947"/>
                  </a:lnTo>
                  <a:lnTo>
                    <a:pt x="15958" y="11592"/>
                  </a:lnTo>
                  <a:lnTo>
                    <a:pt x="16410" y="9936"/>
                  </a:lnTo>
                  <a:lnTo>
                    <a:pt x="16560" y="8280"/>
                  </a:lnTo>
                  <a:lnTo>
                    <a:pt x="16410" y="6624"/>
                  </a:lnTo>
                  <a:lnTo>
                    <a:pt x="15958" y="4968"/>
                  </a:lnTo>
                  <a:lnTo>
                    <a:pt x="15205" y="3613"/>
                  </a:lnTo>
                  <a:lnTo>
                    <a:pt x="14151" y="2409"/>
                  </a:lnTo>
                  <a:lnTo>
                    <a:pt x="12947" y="1355"/>
                  </a:lnTo>
                  <a:lnTo>
                    <a:pt x="11442" y="602"/>
                  </a:lnTo>
                  <a:lnTo>
                    <a:pt x="9936" y="151"/>
                  </a:lnTo>
                  <a:lnTo>
                    <a:pt x="8280" y="0"/>
                  </a:ln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704;p29">
              <a:extLst>
                <a:ext uri="{FF2B5EF4-FFF2-40B4-BE49-F238E27FC236}">
                  <a16:creationId xmlns:a16="http://schemas.microsoft.com/office/drawing/2014/main" id="{68C61A99-EDE7-3A48-CEE8-556EA9D1A7E6}"/>
                </a:ext>
              </a:extLst>
            </p:cNvPr>
            <p:cNvSpPr/>
            <p:nvPr/>
          </p:nvSpPr>
          <p:spPr>
            <a:xfrm>
              <a:off x="5720132" y="1410231"/>
              <a:ext cx="280982" cy="280982"/>
            </a:xfrm>
            <a:custGeom>
              <a:avLst/>
              <a:gdLst/>
              <a:ahLst/>
              <a:cxnLst/>
              <a:rect l="l" t="t" r="r" b="b"/>
              <a:pathLst>
                <a:path w="16560" h="16560" extrusionOk="0">
                  <a:moveTo>
                    <a:pt x="8280" y="0"/>
                  </a:moveTo>
                  <a:lnTo>
                    <a:pt x="6624" y="151"/>
                  </a:lnTo>
                  <a:lnTo>
                    <a:pt x="4968" y="602"/>
                  </a:lnTo>
                  <a:lnTo>
                    <a:pt x="3614" y="1355"/>
                  </a:lnTo>
                  <a:lnTo>
                    <a:pt x="2409" y="2409"/>
                  </a:lnTo>
                  <a:lnTo>
                    <a:pt x="1356" y="3613"/>
                  </a:lnTo>
                  <a:lnTo>
                    <a:pt x="603" y="4968"/>
                  </a:lnTo>
                  <a:lnTo>
                    <a:pt x="151" y="6624"/>
                  </a:lnTo>
                  <a:lnTo>
                    <a:pt x="1" y="8280"/>
                  </a:lnTo>
                  <a:lnTo>
                    <a:pt x="151" y="9936"/>
                  </a:lnTo>
                  <a:lnTo>
                    <a:pt x="603" y="11592"/>
                  </a:lnTo>
                  <a:lnTo>
                    <a:pt x="1356" y="12947"/>
                  </a:lnTo>
                  <a:lnTo>
                    <a:pt x="2409" y="14151"/>
                  </a:lnTo>
                  <a:lnTo>
                    <a:pt x="3614" y="15205"/>
                  </a:lnTo>
                  <a:lnTo>
                    <a:pt x="4968" y="15957"/>
                  </a:lnTo>
                  <a:lnTo>
                    <a:pt x="6624" y="16409"/>
                  </a:lnTo>
                  <a:lnTo>
                    <a:pt x="8280" y="16560"/>
                  </a:lnTo>
                  <a:lnTo>
                    <a:pt x="9936" y="16409"/>
                  </a:lnTo>
                  <a:lnTo>
                    <a:pt x="11592" y="15957"/>
                  </a:lnTo>
                  <a:lnTo>
                    <a:pt x="12947" y="15205"/>
                  </a:lnTo>
                  <a:lnTo>
                    <a:pt x="14151" y="14151"/>
                  </a:lnTo>
                  <a:lnTo>
                    <a:pt x="15205" y="12947"/>
                  </a:lnTo>
                  <a:lnTo>
                    <a:pt x="15958" y="11592"/>
                  </a:lnTo>
                  <a:lnTo>
                    <a:pt x="16409" y="9936"/>
                  </a:lnTo>
                  <a:lnTo>
                    <a:pt x="16560" y="8280"/>
                  </a:lnTo>
                  <a:lnTo>
                    <a:pt x="16409" y="6624"/>
                  </a:lnTo>
                  <a:lnTo>
                    <a:pt x="15958" y="4968"/>
                  </a:lnTo>
                  <a:lnTo>
                    <a:pt x="15205" y="3613"/>
                  </a:lnTo>
                  <a:lnTo>
                    <a:pt x="14151" y="2409"/>
                  </a:lnTo>
                  <a:lnTo>
                    <a:pt x="12947" y="1355"/>
                  </a:lnTo>
                  <a:lnTo>
                    <a:pt x="11592" y="602"/>
                  </a:lnTo>
                  <a:lnTo>
                    <a:pt x="9936" y="151"/>
                  </a:lnTo>
                  <a:lnTo>
                    <a:pt x="828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705;p29">
              <a:extLst>
                <a:ext uri="{FF2B5EF4-FFF2-40B4-BE49-F238E27FC236}">
                  <a16:creationId xmlns:a16="http://schemas.microsoft.com/office/drawing/2014/main" id="{88F2D5FC-4A76-620C-A790-7C517A39C691}"/>
                </a:ext>
              </a:extLst>
            </p:cNvPr>
            <p:cNvSpPr/>
            <p:nvPr/>
          </p:nvSpPr>
          <p:spPr>
            <a:xfrm>
              <a:off x="5367649" y="1795919"/>
              <a:ext cx="1008955" cy="1008955"/>
            </a:xfrm>
            <a:custGeom>
              <a:avLst/>
              <a:gdLst/>
              <a:ahLst/>
              <a:cxnLst/>
              <a:rect l="l" t="t" r="r" b="b"/>
              <a:pathLst>
                <a:path w="59464" h="59464" extrusionOk="0">
                  <a:moveTo>
                    <a:pt x="29807" y="603"/>
                  </a:moveTo>
                  <a:lnTo>
                    <a:pt x="32667" y="753"/>
                  </a:lnTo>
                  <a:lnTo>
                    <a:pt x="35678" y="1205"/>
                  </a:lnTo>
                  <a:lnTo>
                    <a:pt x="38388" y="1958"/>
                  </a:lnTo>
                  <a:lnTo>
                    <a:pt x="41097" y="2861"/>
                  </a:lnTo>
                  <a:lnTo>
                    <a:pt x="43657" y="4065"/>
                  </a:lnTo>
                  <a:lnTo>
                    <a:pt x="46065" y="5571"/>
                  </a:lnTo>
                  <a:lnTo>
                    <a:pt x="48323" y="7226"/>
                  </a:lnTo>
                  <a:lnTo>
                    <a:pt x="50280" y="9183"/>
                  </a:lnTo>
                  <a:lnTo>
                    <a:pt x="52237" y="11140"/>
                  </a:lnTo>
                  <a:lnTo>
                    <a:pt x="53893" y="13399"/>
                  </a:lnTo>
                  <a:lnTo>
                    <a:pt x="55399" y="15807"/>
                  </a:lnTo>
                  <a:lnTo>
                    <a:pt x="56603" y="18366"/>
                  </a:lnTo>
                  <a:lnTo>
                    <a:pt x="57506" y="21076"/>
                  </a:lnTo>
                  <a:lnTo>
                    <a:pt x="58259" y="23936"/>
                  </a:lnTo>
                  <a:lnTo>
                    <a:pt x="58710" y="26797"/>
                  </a:lnTo>
                  <a:lnTo>
                    <a:pt x="58861" y="29657"/>
                  </a:lnTo>
                  <a:lnTo>
                    <a:pt x="58710" y="32668"/>
                  </a:lnTo>
                  <a:lnTo>
                    <a:pt x="58259" y="35528"/>
                  </a:lnTo>
                  <a:lnTo>
                    <a:pt x="57506" y="38388"/>
                  </a:lnTo>
                  <a:lnTo>
                    <a:pt x="56603" y="41098"/>
                  </a:lnTo>
                  <a:lnTo>
                    <a:pt x="55399" y="43657"/>
                  </a:lnTo>
                  <a:lnTo>
                    <a:pt x="53893" y="46065"/>
                  </a:lnTo>
                  <a:lnTo>
                    <a:pt x="52237" y="48173"/>
                  </a:lnTo>
                  <a:lnTo>
                    <a:pt x="50280" y="50281"/>
                  </a:lnTo>
                  <a:lnTo>
                    <a:pt x="48323" y="52238"/>
                  </a:lnTo>
                  <a:lnTo>
                    <a:pt x="46065" y="53894"/>
                  </a:lnTo>
                  <a:lnTo>
                    <a:pt x="43657" y="55399"/>
                  </a:lnTo>
                  <a:lnTo>
                    <a:pt x="41097" y="56603"/>
                  </a:lnTo>
                  <a:lnTo>
                    <a:pt x="38388" y="57506"/>
                  </a:lnTo>
                  <a:lnTo>
                    <a:pt x="35678" y="58259"/>
                  </a:lnTo>
                  <a:lnTo>
                    <a:pt x="32667" y="58711"/>
                  </a:lnTo>
                  <a:lnTo>
                    <a:pt x="29807" y="58861"/>
                  </a:lnTo>
                  <a:lnTo>
                    <a:pt x="26796" y="58711"/>
                  </a:lnTo>
                  <a:lnTo>
                    <a:pt x="23936" y="58259"/>
                  </a:lnTo>
                  <a:lnTo>
                    <a:pt x="21076" y="57506"/>
                  </a:lnTo>
                  <a:lnTo>
                    <a:pt x="18366" y="56603"/>
                  </a:lnTo>
                  <a:lnTo>
                    <a:pt x="15957" y="55399"/>
                  </a:lnTo>
                  <a:lnTo>
                    <a:pt x="13549" y="53894"/>
                  </a:lnTo>
                  <a:lnTo>
                    <a:pt x="11291" y="52238"/>
                  </a:lnTo>
                  <a:lnTo>
                    <a:pt x="9183" y="50281"/>
                  </a:lnTo>
                  <a:lnTo>
                    <a:pt x="7226" y="48173"/>
                  </a:lnTo>
                  <a:lnTo>
                    <a:pt x="5570" y="46065"/>
                  </a:lnTo>
                  <a:lnTo>
                    <a:pt x="4215" y="43657"/>
                  </a:lnTo>
                  <a:lnTo>
                    <a:pt x="2861" y="41098"/>
                  </a:lnTo>
                  <a:lnTo>
                    <a:pt x="1957" y="38388"/>
                  </a:lnTo>
                  <a:lnTo>
                    <a:pt x="1205" y="35528"/>
                  </a:lnTo>
                  <a:lnTo>
                    <a:pt x="753" y="32668"/>
                  </a:lnTo>
                  <a:lnTo>
                    <a:pt x="602" y="29657"/>
                  </a:lnTo>
                  <a:lnTo>
                    <a:pt x="753" y="26797"/>
                  </a:lnTo>
                  <a:lnTo>
                    <a:pt x="1205" y="23936"/>
                  </a:lnTo>
                  <a:lnTo>
                    <a:pt x="1957" y="21076"/>
                  </a:lnTo>
                  <a:lnTo>
                    <a:pt x="2861" y="18366"/>
                  </a:lnTo>
                  <a:lnTo>
                    <a:pt x="4215" y="15807"/>
                  </a:lnTo>
                  <a:lnTo>
                    <a:pt x="5570" y="13399"/>
                  </a:lnTo>
                  <a:lnTo>
                    <a:pt x="7226" y="11140"/>
                  </a:lnTo>
                  <a:lnTo>
                    <a:pt x="9183" y="9183"/>
                  </a:lnTo>
                  <a:lnTo>
                    <a:pt x="11291" y="7226"/>
                  </a:lnTo>
                  <a:lnTo>
                    <a:pt x="13549" y="5571"/>
                  </a:lnTo>
                  <a:lnTo>
                    <a:pt x="15957" y="4065"/>
                  </a:lnTo>
                  <a:lnTo>
                    <a:pt x="18366" y="2861"/>
                  </a:lnTo>
                  <a:lnTo>
                    <a:pt x="21076" y="1958"/>
                  </a:lnTo>
                  <a:lnTo>
                    <a:pt x="23936" y="1205"/>
                  </a:lnTo>
                  <a:lnTo>
                    <a:pt x="26796" y="753"/>
                  </a:lnTo>
                  <a:lnTo>
                    <a:pt x="29807" y="603"/>
                  </a:lnTo>
                  <a:close/>
                  <a:moveTo>
                    <a:pt x="29807" y="1"/>
                  </a:moveTo>
                  <a:lnTo>
                    <a:pt x="26796" y="151"/>
                  </a:lnTo>
                  <a:lnTo>
                    <a:pt x="23785" y="603"/>
                  </a:lnTo>
                  <a:lnTo>
                    <a:pt x="20925" y="1355"/>
                  </a:lnTo>
                  <a:lnTo>
                    <a:pt x="18216" y="2409"/>
                  </a:lnTo>
                  <a:lnTo>
                    <a:pt x="15656" y="3614"/>
                  </a:lnTo>
                  <a:lnTo>
                    <a:pt x="13097" y="5119"/>
                  </a:lnTo>
                  <a:lnTo>
                    <a:pt x="10839" y="6775"/>
                  </a:lnTo>
                  <a:lnTo>
                    <a:pt x="8732" y="8732"/>
                  </a:lnTo>
                  <a:lnTo>
                    <a:pt x="6775" y="10839"/>
                  </a:lnTo>
                  <a:lnTo>
                    <a:pt x="5119" y="13097"/>
                  </a:lnTo>
                  <a:lnTo>
                    <a:pt x="3613" y="15506"/>
                  </a:lnTo>
                  <a:lnTo>
                    <a:pt x="2409" y="18216"/>
                  </a:lnTo>
                  <a:lnTo>
                    <a:pt x="1355" y="20926"/>
                  </a:lnTo>
                  <a:lnTo>
                    <a:pt x="602" y="23786"/>
                  </a:lnTo>
                  <a:lnTo>
                    <a:pt x="151" y="26646"/>
                  </a:lnTo>
                  <a:lnTo>
                    <a:pt x="0" y="29657"/>
                  </a:lnTo>
                  <a:lnTo>
                    <a:pt x="151" y="32818"/>
                  </a:lnTo>
                  <a:lnTo>
                    <a:pt x="602" y="35678"/>
                  </a:lnTo>
                  <a:lnTo>
                    <a:pt x="1355" y="38539"/>
                  </a:lnTo>
                  <a:lnTo>
                    <a:pt x="2409" y="41248"/>
                  </a:lnTo>
                  <a:lnTo>
                    <a:pt x="3613" y="43958"/>
                  </a:lnTo>
                  <a:lnTo>
                    <a:pt x="5119" y="46367"/>
                  </a:lnTo>
                  <a:lnTo>
                    <a:pt x="6775" y="48625"/>
                  </a:lnTo>
                  <a:lnTo>
                    <a:pt x="8732" y="50732"/>
                  </a:lnTo>
                  <a:lnTo>
                    <a:pt x="10839" y="52689"/>
                  </a:lnTo>
                  <a:lnTo>
                    <a:pt x="13097" y="54345"/>
                  </a:lnTo>
                  <a:lnTo>
                    <a:pt x="15656" y="55851"/>
                  </a:lnTo>
                  <a:lnTo>
                    <a:pt x="18216" y="57055"/>
                  </a:lnTo>
                  <a:lnTo>
                    <a:pt x="20925" y="58109"/>
                  </a:lnTo>
                  <a:lnTo>
                    <a:pt x="23785" y="58861"/>
                  </a:lnTo>
                  <a:lnTo>
                    <a:pt x="26796" y="59313"/>
                  </a:lnTo>
                  <a:lnTo>
                    <a:pt x="29807" y="59463"/>
                  </a:lnTo>
                  <a:lnTo>
                    <a:pt x="32818" y="59313"/>
                  </a:lnTo>
                  <a:lnTo>
                    <a:pt x="35678" y="58861"/>
                  </a:lnTo>
                  <a:lnTo>
                    <a:pt x="38538" y="58109"/>
                  </a:lnTo>
                  <a:lnTo>
                    <a:pt x="41248" y="57055"/>
                  </a:lnTo>
                  <a:lnTo>
                    <a:pt x="43958" y="55851"/>
                  </a:lnTo>
                  <a:lnTo>
                    <a:pt x="46366" y="54345"/>
                  </a:lnTo>
                  <a:lnTo>
                    <a:pt x="48624" y="52689"/>
                  </a:lnTo>
                  <a:lnTo>
                    <a:pt x="50732" y="50732"/>
                  </a:lnTo>
                  <a:lnTo>
                    <a:pt x="52689" y="48625"/>
                  </a:lnTo>
                  <a:lnTo>
                    <a:pt x="54345" y="46367"/>
                  </a:lnTo>
                  <a:lnTo>
                    <a:pt x="55850" y="43958"/>
                  </a:lnTo>
                  <a:lnTo>
                    <a:pt x="57205" y="41248"/>
                  </a:lnTo>
                  <a:lnTo>
                    <a:pt x="58108" y="38539"/>
                  </a:lnTo>
                  <a:lnTo>
                    <a:pt x="58861" y="35678"/>
                  </a:lnTo>
                  <a:lnTo>
                    <a:pt x="59313" y="32818"/>
                  </a:lnTo>
                  <a:lnTo>
                    <a:pt x="59463" y="29657"/>
                  </a:lnTo>
                  <a:lnTo>
                    <a:pt x="59313" y="26646"/>
                  </a:lnTo>
                  <a:lnTo>
                    <a:pt x="58861" y="23786"/>
                  </a:lnTo>
                  <a:lnTo>
                    <a:pt x="58108" y="20926"/>
                  </a:lnTo>
                  <a:lnTo>
                    <a:pt x="57205" y="18216"/>
                  </a:lnTo>
                  <a:lnTo>
                    <a:pt x="55850" y="15506"/>
                  </a:lnTo>
                  <a:lnTo>
                    <a:pt x="54345" y="13097"/>
                  </a:lnTo>
                  <a:lnTo>
                    <a:pt x="52689" y="10839"/>
                  </a:lnTo>
                  <a:lnTo>
                    <a:pt x="50732" y="8732"/>
                  </a:lnTo>
                  <a:lnTo>
                    <a:pt x="48624" y="6775"/>
                  </a:lnTo>
                  <a:lnTo>
                    <a:pt x="46366" y="5119"/>
                  </a:lnTo>
                  <a:lnTo>
                    <a:pt x="43958" y="3614"/>
                  </a:lnTo>
                  <a:lnTo>
                    <a:pt x="41248" y="2409"/>
                  </a:lnTo>
                  <a:lnTo>
                    <a:pt x="38538" y="1355"/>
                  </a:lnTo>
                  <a:lnTo>
                    <a:pt x="35678" y="603"/>
                  </a:lnTo>
                  <a:lnTo>
                    <a:pt x="32818" y="151"/>
                  </a:lnTo>
                  <a:lnTo>
                    <a:pt x="298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706;p29">
              <a:extLst>
                <a:ext uri="{FF2B5EF4-FFF2-40B4-BE49-F238E27FC236}">
                  <a16:creationId xmlns:a16="http://schemas.microsoft.com/office/drawing/2014/main" id="{A1B1BF58-CA76-559A-0B64-26E591198920}"/>
                </a:ext>
              </a:extLst>
            </p:cNvPr>
            <p:cNvSpPr/>
            <p:nvPr/>
          </p:nvSpPr>
          <p:spPr>
            <a:xfrm>
              <a:off x="5367649" y="1795919"/>
              <a:ext cx="1008955" cy="1008955"/>
            </a:xfrm>
            <a:custGeom>
              <a:avLst/>
              <a:gdLst/>
              <a:ahLst/>
              <a:cxnLst/>
              <a:rect l="l" t="t" r="r" b="b"/>
              <a:pathLst>
                <a:path w="59464" h="59464" fill="none" extrusionOk="0">
                  <a:moveTo>
                    <a:pt x="29807" y="59463"/>
                  </a:moveTo>
                  <a:lnTo>
                    <a:pt x="29807" y="59463"/>
                  </a:lnTo>
                  <a:lnTo>
                    <a:pt x="26796" y="59313"/>
                  </a:lnTo>
                  <a:lnTo>
                    <a:pt x="23785" y="58861"/>
                  </a:lnTo>
                  <a:lnTo>
                    <a:pt x="20925" y="58109"/>
                  </a:lnTo>
                  <a:lnTo>
                    <a:pt x="18216" y="57055"/>
                  </a:lnTo>
                  <a:lnTo>
                    <a:pt x="15656" y="55851"/>
                  </a:lnTo>
                  <a:lnTo>
                    <a:pt x="13097" y="54345"/>
                  </a:lnTo>
                  <a:lnTo>
                    <a:pt x="10839" y="52689"/>
                  </a:lnTo>
                  <a:lnTo>
                    <a:pt x="8732" y="50732"/>
                  </a:lnTo>
                  <a:lnTo>
                    <a:pt x="6775" y="48625"/>
                  </a:lnTo>
                  <a:lnTo>
                    <a:pt x="5119" y="46367"/>
                  </a:lnTo>
                  <a:lnTo>
                    <a:pt x="3613" y="43958"/>
                  </a:lnTo>
                  <a:lnTo>
                    <a:pt x="2409" y="41248"/>
                  </a:lnTo>
                  <a:lnTo>
                    <a:pt x="1355" y="38539"/>
                  </a:lnTo>
                  <a:lnTo>
                    <a:pt x="602" y="35678"/>
                  </a:lnTo>
                  <a:lnTo>
                    <a:pt x="151" y="32818"/>
                  </a:lnTo>
                  <a:lnTo>
                    <a:pt x="0" y="29657"/>
                  </a:lnTo>
                  <a:lnTo>
                    <a:pt x="0" y="29657"/>
                  </a:lnTo>
                  <a:lnTo>
                    <a:pt x="151" y="26646"/>
                  </a:lnTo>
                  <a:lnTo>
                    <a:pt x="602" y="23786"/>
                  </a:lnTo>
                  <a:lnTo>
                    <a:pt x="1355" y="20926"/>
                  </a:lnTo>
                  <a:lnTo>
                    <a:pt x="2409" y="18216"/>
                  </a:lnTo>
                  <a:lnTo>
                    <a:pt x="3613" y="15506"/>
                  </a:lnTo>
                  <a:lnTo>
                    <a:pt x="5119" y="13097"/>
                  </a:lnTo>
                  <a:lnTo>
                    <a:pt x="6775" y="10839"/>
                  </a:lnTo>
                  <a:lnTo>
                    <a:pt x="8732" y="8732"/>
                  </a:lnTo>
                  <a:lnTo>
                    <a:pt x="10839" y="6775"/>
                  </a:lnTo>
                  <a:lnTo>
                    <a:pt x="13097" y="5119"/>
                  </a:lnTo>
                  <a:lnTo>
                    <a:pt x="15656" y="3614"/>
                  </a:lnTo>
                  <a:lnTo>
                    <a:pt x="18216" y="2409"/>
                  </a:lnTo>
                  <a:lnTo>
                    <a:pt x="20925" y="1355"/>
                  </a:lnTo>
                  <a:lnTo>
                    <a:pt x="23785" y="603"/>
                  </a:lnTo>
                  <a:lnTo>
                    <a:pt x="26796" y="151"/>
                  </a:lnTo>
                  <a:lnTo>
                    <a:pt x="29807" y="1"/>
                  </a:lnTo>
                  <a:lnTo>
                    <a:pt x="29807" y="1"/>
                  </a:lnTo>
                  <a:lnTo>
                    <a:pt x="32818" y="151"/>
                  </a:lnTo>
                  <a:lnTo>
                    <a:pt x="35678" y="603"/>
                  </a:lnTo>
                  <a:lnTo>
                    <a:pt x="38538" y="1355"/>
                  </a:lnTo>
                  <a:lnTo>
                    <a:pt x="41248" y="2409"/>
                  </a:lnTo>
                  <a:lnTo>
                    <a:pt x="43958" y="3614"/>
                  </a:lnTo>
                  <a:lnTo>
                    <a:pt x="46366" y="5119"/>
                  </a:lnTo>
                  <a:lnTo>
                    <a:pt x="48624" y="6775"/>
                  </a:lnTo>
                  <a:lnTo>
                    <a:pt x="50732" y="8732"/>
                  </a:lnTo>
                  <a:lnTo>
                    <a:pt x="52689" y="10839"/>
                  </a:lnTo>
                  <a:lnTo>
                    <a:pt x="54345" y="13097"/>
                  </a:lnTo>
                  <a:lnTo>
                    <a:pt x="55850" y="15506"/>
                  </a:lnTo>
                  <a:lnTo>
                    <a:pt x="57205" y="18216"/>
                  </a:lnTo>
                  <a:lnTo>
                    <a:pt x="58108" y="20926"/>
                  </a:lnTo>
                  <a:lnTo>
                    <a:pt x="58861" y="23786"/>
                  </a:lnTo>
                  <a:lnTo>
                    <a:pt x="59313" y="26646"/>
                  </a:lnTo>
                  <a:lnTo>
                    <a:pt x="59463" y="29657"/>
                  </a:lnTo>
                  <a:lnTo>
                    <a:pt x="59463" y="29657"/>
                  </a:lnTo>
                  <a:lnTo>
                    <a:pt x="59313" y="32818"/>
                  </a:lnTo>
                  <a:lnTo>
                    <a:pt x="58861" y="35678"/>
                  </a:lnTo>
                  <a:lnTo>
                    <a:pt x="58108" y="38539"/>
                  </a:lnTo>
                  <a:lnTo>
                    <a:pt x="57205" y="41248"/>
                  </a:lnTo>
                  <a:lnTo>
                    <a:pt x="55850" y="43958"/>
                  </a:lnTo>
                  <a:lnTo>
                    <a:pt x="54345" y="46367"/>
                  </a:lnTo>
                  <a:lnTo>
                    <a:pt x="52689" y="48625"/>
                  </a:lnTo>
                  <a:lnTo>
                    <a:pt x="50732" y="50732"/>
                  </a:lnTo>
                  <a:lnTo>
                    <a:pt x="48624" y="52689"/>
                  </a:lnTo>
                  <a:lnTo>
                    <a:pt x="46366" y="54345"/>
                  </a:lnTo>
                  <a:lnTo>
                    <a:pt x="43958" y="55851"/>
                  </a:lnTo>
                  <a:lnTo>
                    <a:pt x="41248" y="57055"/>
                  </a:lnTo>
                  <a:lnTo>
                    <a:pt x="38538" y="58109"/>
                  </a:lnTo>
                  <a:lnTo>
                    <a:pt x="35678" y="58861"/>
                  </a:lnTo>
                  <a:lnTo>
                    <a:pt x="32818" y="59313"/>
                  </a:lnTo>
                  <a:lnTo>
                    <a:pt x="29807" y="5946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707;p29">
              <a:extLst>
                <a:ext uri="{FF2B5EF4-FFF2-40B4-BE49-F238E27FC236}">
                  <a16:creationId xmlns:a16="http://schemas.microsoft.com/office/drawing/2014/main" id="{E37F5A98-B2D5-6F7E-3E81-00AFBDF5C37C}"/>
                </a:ext>
              </a:extLst>
            </p:cNvPr>
            <p:cNvSpPr/>
            <p:nvPr/>
          </p:nvSpPr>
          <p:spPr>
            <a:xfrm>
              <a:off x="5377864" y="1806133"/>
              <a:ext cx="988510" cy="988527"/>
            </a:xfrm>
            <a:custGeom>
              <a:avLst/>
              <a:gdLst/>
              <a:ahLst/>
              <a:cxnLst/>
              <a:rect l="l" t="t" r="r" b="b"/>
              <a:pathLst>
                <a:path w="58259" h="58260" fill="none" extrusionOk="0">
                  <a:moveTo>
                    <a:pt x="29205" y="1"/>
                  </a:moveTo>
                  <a:lnTo>
                    <a:pt x="29205" y="1"/>
                  </a:lnTo>
                  <a:lnTo>
                    <a:pt x="26194" y="151"/>
                  </a:lnTo>
                  <a:lnTo>
                    <a:pt x="23334" y="603"/>
                  </a:lnTo>
                  <a:lnTo>
                    <a:pt x="20474" y="1356"/>
                  </a:lnTo>
                  <a:lnTo>
                    <a:pt x="17764" y="2259"/>
                  </a:lnTo>
                  <a:lnTo>
                    <a:pt x="15355" y="3463"/>
                  </a:lnTo>
                  <a:lnTo>
                    <a:pt x="12947" y="4969"/>
                  </a:lnTo>
                  <a:lnTo>
                    <a:pt x="10689" y="6624"/>
                  </a:lnTo>
                  <a:lnTo>
                    <a:pt x="8581" y="8581"/>
                  </a:lnTo>
                  <a:lnTo>
                    <a:pt x="6624" y="10538"/>
                  </a:lnTo>
                  <a:lnTo>
                    <a:pt x="4968" y="12797"/>
                  </a:lnTo>
                  <a:lnTo>
                    <a:pt x="3613" y="15205"/>
                  </a:lnTo>
                  <a:lnTo>
                    <a:pt x="2259" y="17764"/>
                  </a:lnTo>
                  <a:lnTo>
                    <a:pt x="1355" y="20474"/>
                  </a:lnTo>
                  <a:lnTo>
                    <a:pt x="603" y="23334"/>
                  </a:lnTo>
                  <a:lnTo>
                    <a:pt x="151" y="26195"/>
                  </a:lnTo>
                  <a:lnTo>
                    <a:pt x="0" y="29055"/>
                  </a:lnTo>
                  <a:lnTo>
                    <a:pt x="0" y="29055"/>
                  </a:lnTo>
                  <a:lnTo>
                    <a:pt x="151" y="32066"/>
                  </a:lnTo>
                  <a:lnTo>
                    <a:pt x="603" y="34926"/>
                  </a:lnTo>
                  <a:lnTo>
                    <a:pt x="1355" y="37786"/>
                  </a:lnTo>
                  <a:lnTo>
                    <a:pt x="2259" y="40496"/>
                  </a:lnTo>
                  <a:lnTo>
                    <a:pt x="3613" y="43055"/>
                  </a:lnTo>
                  <a:lnTo>
                    <a:pt x="4968" y="45463"/>
                  </a:lnTo>
                  <a:lnTo>
                    <a:pt x="6624" y="47571"/>
                  </a:lnTo>
                  <a:lnTo>
                    <a:pt x="8581" y="49679"/>
                  </a:lnTo>
                  <a:lnTo>
                    <a:pt x="10689" y="51636"/>
                  </a:lnTo>
                  <a:lnTo>
                    <a:pt x="12947" y="53292"/>
                  </a:lnTo>
                  <a:lnTo>
                    <a:pt x="15355" y="54797"/>
                  </a:lnTo>
                  <a:lnTo>
                    <a:pt x="17764" y="56001"/>
                  </a:lnTo>
                  <a:lnTo>
                    <a:pt x="20474" y="56904"/>
                  </a:lnTo>
                  <a:lnTo>
                    <a:pt x="23334" y="57657"/>
                  </a:lnTo>
                  <a:lnTo>
                    <a:pt x="26194" y="58109"/>
                  </a:lnTo>
                  <a:lnTo>
                    <a:pt x="29205" y="58259"/>
                  </a:lnTo>
                  <a:lnTo>
                    <a:pt x="29205" y="58259"/>
                  </a:lnTo>
                  <a:lnTo>
                    <a:pt x="32065" y="58109"/>
                  </a:lnTo>
                  <a:lnTo>
                    <a:pt x="35076" y="57657"/>
                  </a:lnTo>
                  <a:lnTo>
                    <a:pt x="37786" y="56904"/>
                  </a:lnTo>
                  <a:lnTo>
                    <a:pt x="40495" y="56001"/>
                  </a:lnTo>
                  <a:lnTo>
                    <a:pt x="43055" y="54797"/>
                  </a:lnTo>
                  <a:lnTo>
                    <a:pt x="45463" y="53292"/>
                  </a:lnTo>
                  <a:lnTo>
                    <a:pt x="47721" y="51636"/>
                  </a:lnTo>
                  <a:lnTo>
                    <a:pt x="49678" y="49679"/>
                  </a:lnTo>
                  <a:lnTo>
                    <a:pt x="51635" y="47571"/>
                  </a:lnTo>
                  <a:lnTo>
                    <a:pt x="53291" y="45463"/>
                  </a:lnTo>
                  <a:lnTo>
                    <a:pt x="54797" y="43055"/>
                  </a:lnTo>
                  <a:lnTo>
                    <a:pt x="56001" y="40496"/>
                  </a:lnTo>
                  <a:lnTo>
                    <a:pt x="56904" y="37786"/>
                  </a:lnTo>
                  <a:lnTo>
                    <a:pt x="57657" y="34926"/>
                  </a:lnTo>
                  <a:lnTo>
                    <a:pt x="58108" y="32066"/>
                  </a:lnTo>
                  <a:lnTo>
                    <a:pt x="58259" y="29055"/>
                  </a:lnTo>
                  <a:lnTo>
                    <a:pt x="58259" y="29055"/>
                  </a:lnTo>
                  <a:lnTo>
                    <a:pt x="58108" y="26195"/>
                  </a:lnTo>
                  <a:lnTo>
                    <a:pt x="57657" y="23334"/>
                  </a:lnTo>
                  <a:lnTo>
                    <a:pt x="56904" y="20474"/>
                  </a:lnTo>
                  <a:lnTo>
                    <a:pt x="56001" y="17764"/>
                  </a:lnTo>
                  <a:lnTo>
                    <a:pt x="54797" y="15205"/>
                  </a:lnTo>
                  <a:lnTo>
                    <a:pt x="53291" y="12797"/>
                  </a:lnTo>
                  <a:lnTo>
                    <a:pt x="51635" y="10538"/>
                  </a:lnTo>
                  <a:lnTo>
                    <a:pt x="49678" y="8581"/>
                  </a:lnTo>
                  <a:lnTo>
                    <a:pt x="47721" y="6624"/>
                  </a:lnTo>
                  <a:lnTo>
                    <a:pt x="45463" y="4969"/>
                  </a:lnTo>
                  <a:lnTo>
                    <a:pt x="43055" y="3463"/>
                  </a:lnTo>
                  <a:lnTo>
                    <a:pt x="40495" y="2259"/>
                  </a:lnTo>
                  <a:lnTo>
                    <a:pt x="37786" y="1356"/>
                  </a:lnTo>
                  <a:lnTo>
                    <a:pt x="35076" y="603"/>
                  </a:lnTo>
                  <a:lnTo>
                    <a:pt x="32065" y="151"/>
                  </a:lnTo>
                  <a:lnTo>
                    <a:pt x="2920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708;p29">
              <a:extLst>
                <a:ext uri="{FF2B5EF4-FFF2-40B4-BE49-F238E27FC236}">
                  <a16:creationId xmlns:a16="http://schemas.microsoft.com/office/drawing/2014/main" id="{5BCFE6E1-6A86-EC9B-32BB-858A5D99D87D}"/>
                </a:ext>
              </a:extLst>
            </p:cNvPr>
            <p:cNvSpPr/>
            <p:nvPr/>
          </p:nvSpPr>
          <p:spPr>
            <a:xfrm>
              <a:off x="5400855" y="3320822"/>
              <a:ext cx="985964" cy="939983"/>
            </a:xfrm>
            <a:custGeom>
              <a:avLst/>
              <a:gdLst/>
              <a:ahLst/>
              <a:cxnLst/>
              <a:rect l="l" t="t" r="r" b="b"/>
              <a:pathLst>
                <a:path w="58109" h="55399" extrusionOk="0">
                  <a:moveTo>
                    <a:pt x="27248" y="0"/>
                  </a:moveTo>
                  <a:lnTo>
                    <a:pt x="25441" y="301"/>
                  </a:lnTo>
                  <a:lnTo>
                    <a:pt x="23635" y="753"/>
                  </a:lnTo>
                  <a:lnTo>
                    <a:pt x="21979" y="1205"/>
                  </a:lnTo>
                  <a:lnTo>
                    <a:pt x="20323" y="1957"/>
                  </a:lnTo>
                  <a:lnTo>
                    <a:pt x="18667" y="2710"/>
                  </a:lnTo>
                  <a:lnTo>
                    <a:pt x="17312" y="3764"/>
                  </a:lnTo>
                  <a:lnTo>
                    <a:pt x="15807" y="4818"/>
                  </a:lnTo>
                  <a:lnTo>
                    <a:pt x="14603" y="6022"/>
                  </a:lnTo>
                  <a:lnTo>
                    <a:pt x="13398" y="7226"/>
                  </a:lnTo>
                  <a:lnTo>
                    <a:pt x="12345" y="8581"/>
                  </a:lnTo>
                  <a:lnTo>
                    <a:pt x="11291" y="10086"/>
                  </a:lnTo>
                  <a:lnTo>
                    <a:pt x="10538" y="11742"/>
                  </a:lnTo>
                  <a:lnTo>
                    <a:pt x="9785" y="13398"/>
                  </a:lnTo>
                  <a:lnTo>
                    <a:pt x="9334" y="15054"/>
                  </a:lnTo>
                  <a:lnTo>
                    <a:pt x="8882" y="16861"/>
                  </a:lnTo>
                  <a:lnTo>
                    <a:pt x="7678" y="23334"/>
                  </a:lnTo>
                  <a:lnTo>
                    <a:pt x="6172" y="29958"/>
                  </a:lnTo>
                  <a:lnTo>
                    <a:pt x="0" y="55399"/>
                  </a:lnTo>
                  <a:lnTo>
                    <a:pt x="58108" y="55399"/>
                  </a:lnTo>
                  <a:lnTo>
                    <a:pt x="51936" y="29958"/>
                  </a:lnTo>
                  <a:lnTo>
                    <a:pt x="50581" y="23334"/>
                  </a:lnTo>
                  <a:lnTo>
                    <a:pt x="49377" y="16861"/>
                  </a:lnTo>
                  <a:lnTo>
                    <a:pt x="48925" y="15054"/>
                  </a:lnTo>
                  <a:lnTo>
                    <a:pt x="48323" y="13398"/>
                  </a:lnTo>
                  <a:lnTo>
                    <a:pt x="47721" y="11742"/>
                  </a:lnTo>
                  <a:lnTo>
                    <a:pt x="46818" y="10086"/>
                  </a:lnTo>
                  <a:lnTo>
                    <a:pt x="45915" y="8581"/>
                  </a:lnTo>
                  <a:lnTo>
                    <a:pt x="44861" y="7226"/>
                  </a:lnTo>
                  <a:lnTo>
                    <a:pt x="43657" y="6022"/>
                  </a:lnTo>
                  <a:lnTo>
                    <a:pt x="42302" y="4818"/>
                  </a:lnTo>
                  <a:lnTo>
                    <a:pt x="40947" y="3764"/>
                  </a:lnTo>
                  <a:lnTo>
                    <a:pt x="39441" y="2710"/>
                  </a:lnTo>
                  <a:lnTo>
                    <a:pt x="37936" y="1957"/>
                  </a:lnTo>
                  <a:lnTo>
                    <a:pt x="36280" y="1205"/>
                  </a:lnTo>
                  <a:lnTo>
                    <a:pt x="34624" y="753"/>
                  </a:lnTo>
                  <a:lnTo>
                    <a:pt x="32818" y="301"/>
                  </a:lnTo>
                  <a:lnTo>
                    <a:pt x="3101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709;p29">
              <a:extLst>
                <a:ext uri="{FF2B5EF4-FFF2-40B4-BE49-F238E27FC236}">
                  <a16:creationId xmlns:a16="http://schemas.microsoft.com/office/drawing/2014/main" id="{D248124A-A0B1-4270-AA25-2B8DAA6003B7}"/>
                </a:ext>
              </a:extLst>
            </p:cNvPr>
            <p:cNvSpPr/>
            <p:nvPr/>
          </p:nvSpPr>
          <p:spPr>
            <a:xfrm>
              <a:off x="5400855" y="3320822"/>
              <a:ext cx="985964" cy="939983"/>
            </a:xfrm>
            <a:custGeom>
              <a:avLst/>
              <a:gdLst/>
              <a:ahLst/>
              <a:cxnLst/>
              <a:rect l="l" t="t" r="r" b="b"/>
              <a:pathLst>
                <a:path w="58109" h="55399" fill="none" extrusionOk="0">
                  <a:moveTo>
                    <a:pt x="29054" y="0"/>
                  </a:moveTo>
                  <a:lnTo>
                    <a:pt x="29054" y="0"/>
                  </a:lnTo>
                  <a:lnTo>
                    <a:pt x="27248" y="0"/>
                  </a:lnTo>
                  <a:lnTo>
                    <a:pt x="25441" y="301"/>
                  </a:lnTo>
                  <a:lnTo>
                    <a:pt x="23635" y="753"/>
                  </a:lnTo>
                  <a:lnTo>
                    <a:pt x="21979" y="1205"/>
                  </a:lnTo>
                  <a:lnTo>
                    <a:pt x="20323" y="1957"/>
                  </a:lnTo>
                  <a:lnTo>
                    <a:pt x="18667" y="2710"/>
                  </a:lnTo>
                  <a:lnTo>
                    <a:pt x="17312" y="3764"/>
                  </a:lnTo>
                  <a:lnTo>
                    <a:pt x="15807" y="4818"/>
                  </a:lnTo>
                  <a:lnTo>
                    <a:pt x="14603" y="6022"/>
                  </a:lnTo>
                  <a:lnTo>
                    <a:pt x="13398" y="7226"/>
                  </a:lnTo>
                  <a:lnTo>
                    <a:pt x="12345" y="8581"/>
                  </a:lnTo>
                  <a:lnTo>
                    <a:pt x="11291" y="10086"/>
                  </a:lnTo>
                  <a:lnTo>
                    <a:pt x="10538" y="11742"/>
                  </a:lnTo>
                  <a:lnTo>
                    <a:pt x="9785" y="13398"/>
                  </a:lnTo>
                  <a:lnTo>
                    <a:pt x="9334" y="15054"/>
                  </a:lnTo>
                  <a:lnTo>
                    <a:pt x="8882" y="16861"/>
                  </a:lnTo>
                  <a:lnTo>
                    <a:pt x="8882" y="16861"/>
                  </a:lnTo>
                  <a:lnTo>
                    <a:pt x="7678" y="23334"/>
                  </a:lnTo>
                  <a:lnTo>
                    <a:pt x="6172" y="29958"/>
                  </a:lnTo>
                  <a:lnTo>
                    <a:pt x="0" y="55399"/>
                  </a:lnTo>
                  <a:lnTo>
                    <a:pt x="58108" y="55399"/>
                  </a:lnTo>
                  <a:lnTo>
                    <a:pt x="51936" y="29958"/>
                  </a:lnTo>
                  <a:lnTo>
                    <a:pt x="51936" y="29958"/>
                  </a:lnTo>
                  <a:lnTo>
                    <a:pt x="50581" y="23334"/>
                  </a:lnTo>
                  <a:lnTo>
                    <a:pt x="49377" y="16861"/>
                  </a:lnTo>
                  <a:lnTo>
                    <a:pt x="49377" y="16861"/>
                  </a:lnTo>
                  <a:lnTo>
                    <a:pt x="48925" y="15054"/>
                  </a:lnTo>
                  <a:lnTo>
                    <a:pt x="48323" y="13398"/>
                  </a:lnTo>
                  <a:lnTo>
                    <a:pt x="47721" y="11742"/>
                  </a:lnTo>
                  <a:lnTo>
                    <a:pt x="46818" y="10086"/>
                  </a:lnTo>
                  <a:lnTo>
                    <a:pt x="45915" y="8581"/>
                  </a:lnTo>
                  <a:lnTo>
                    <a:pt x="44861" y="7226"/>
                  </a:lnTo>
                  <a:lnTo>
                    <a:pt x="43657" y="6022"/>
                  </a:lnTo>
                  <a:lnTo>
                    <a:pt x="42302" y="4818"/>
                  </a:lnTo>
                  <a:lnTo>
                    <a:pt x="40947" y="3764"/>
                  </a:lnTo>
                  <a:lnTo>
                    <a:pt x="39441" y="2710"/>
                  </a:lnTo>
                  <a:lnTo>
                    <a:pt x="37936" y="1957"/>
                  </a:lnTo>
                  <a:lnTo>
                    <a:pt x="36280" y="1205"/>
                  </a:lnTo>
                  <a:lnTo>
                    <a:pt x="34624" y="753"/>
                  </a:lnTo>
                  <a:lnTo>
                    <a:pt x="32818" y="301"/>
                  </a:lnTo>
                  <a:lnTo>
                    <a:pt x="31011" y="0"/>
                  </a:lnTo>
                  <a:lnTo>
                    <a:pt x="2905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710;p29">
              <a:extLst>
                <a:ext uri="{FF2B5EF4-FFF2-40B4-BE49-F238E27FC236}">
                  <a16:creationId xmlns:a16="http://schemas.microsoft.com/office/drawing/2014/main" id="{E0CF6198-88BC-0BC9-05FC-3DED37FED36A}"/>
                </a:ext>
              </a:extLst>
            </p:cNvPr>
            <p:cNvSpPr/>
            <p:nvPr/>
          </p:nvSpPr>
          <p:spPr>
            <a:xfrm>
              <a:off x="5454489" y="3320822"/>
              <a:ext cx="988527" cy="939983"/>
            </a:xfrm>
            <a:custGeom>
              <a:avLst/>
              <a:gdLst/>
              <a:ahLst/>
              <a:cxnLst/>
              <a:rect l="l" t="t" r="r" b="b"/>
              <a:pathLst>
                <a:path w="58260" h="55399" extrusionOk="0">
                  <a:moveTo>
                    <a:pt x="27248" y="0"/>
                  </a:moveTo>
                  <a:lnTo>
                    <a:pt x="25442" y="301"/>
                  </a:lnTo>
                  <a:lnTo>
                    <a:pt x="23635" y="753"/>
                  </a:lnTo>
                  <a:lnTo>
                    <a:pt x="21979" y="1205"/>
                  </a:lnTo>
                  <a:lnTo>
                    <a:pt x="20323" y="1957"/>
                  </a:lnTo>
                  <a:lnTo>
                    <a:pt x="18818" y="2710"/>
                  </a:lnTo>
                  <a:lnTo>
                    <a:pt x="17313" y="3764"/>
                  </a:lnTo>
                  <a:lnTo>
                    <a:pt x="15958" y="4818"/>
                  </a:lnTo>
                  <a:lnTo>
                    <a:pt x="14603" y="6022"/>
                  </a:lnTo>
                  <a:lnTo>
                    <a:pt x="13399" y="7226"/>
                  </a:lnTo>
                  <a:lnTo>
                    <a:pt x="12345" y="8581"/>
                  </a:lnTo>
                  <a:lnTo>
                    <a:pt x="11442" y="10086"/>
                  </a:lnTo>
                  <a:lnTo>
                    <a:pt x="10538" y="11742"/>
                  </a:lnTo>
                  <a:lnTo>
                    <a:pt x="9936" y="13398"/>
                  </a:lnTo>
                  <a:lnTo>
                    <a:pt x="9334" y="15054"/>
                  </a:lnTo>
                  <a:lnTo>
                    <a:pt x="8882" y="16861"/>
                  </a:lnTo>
                  <a:lnTo>
                    <a:pt x="7678" y="23334"/>
                  </a:lnTo>
                  <a:lnTo>
                    <a:pt x="6323" y="29958"/>
                  </a:lnTo>
                  <a:lnTo>
                    <a:pt x="1" y="55399"/>
                  </a:lnTo>
                  <a:lnTo>
                    <a:pt x="58259" y="55399"/>
                  </a:lnTo>
                  <a:lnTo>
                    <a:pt x="51937" y="29958"/>
                  </a:lnTo>
                  <a:lnTo>
                    <a:pt x="50582" y="23334"/>
                  </a:lnTo>
                  <a:lnTo>
                    <a:pt x="49377" y="16861"/>
                  </a:lnTo>
                  <a:lnTo>
                    <a:pt x="48926" y="15054"/>
                  </a:lnTo>
                  <a:lnTo>
                    <a:pt x="48474" y="13398"/>
                  </a:lnTo>
                  <a:lnTo>
                    <a:pt x="47721" y="11742"/>
                  </a:lnTo>
                  <a:lnTo>
                    <a:pt x="46818" y="10086"/>
                  </a:lnTo>
                  <a:lnTo>
                    <a:pt x="45915" y="8581"/>
                  </a:lnTo>
                  <a:lnTo>
                    <a:pt x="44861" y="7226"/>
                  </a:lnTo>
                  <a:lnTo>
                    <a:pt x="43657" y="6022"/>
                  </a:lnTo>
                  <a:lnTo>
                    <a:pt x="42453" y="4818"/>
                  </a:lnTo>
                  <a:lnTo>
                    <a:pt x="40947" y="3764"/>
                  </a:lnTo>
                  <a:lnTo>
                    <a:pt x="39442" y="2710"/>
                  </a:lnTo>
                  <a:lnTo>
                    <a:pt x="37936" y="1957"/>
                  </a:lnTo>
                  <a:lnTo>
                    <a:pt x="36280" y="1205"/>
                  </a:lnTo>
                  <a:lnTo>
                    <a:pt x="34625" y="753"/>
                  </a:lnTo>
                  <a:lnTo>
                    <a:pt x="32818" y="301"/>
                  </a:lnTo>
                  <a:lnTo>
                    <a:pt x="31012" y="0"/>
                  </a:ln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711;p29">
              <a:extLst>
                <a:ext uri="{FF2B5EF4-FFF2-40B4-BE49-F238E27FC236}">
                  <a16:creationId xmlns:a16="http://schemas.microsoft.com/office/drawing/2014/main" id="{58F7A052-6ACC-A63C-F4E0-DCEEBDE00C64}"/>
                </a:ext>
              </a:extLst>
            </p:cNvPr>
            <p:cNvSpPr/>
            <p:nvPr/>
          </p:nvSpPr>
          <p:spPr>
            <a:xfrm>
              <a:off x="5454489" y="3320822"/>
              <a:ext cx="988527" cy="939983"/>
            </a:xfrm>
            <a:custGeom>
              <a:avLst/>
              <a:gdLst/>
              <a:ahLst/>
              <a:cxnLst/>
              <a:rect l="l" t="t" r="r" b="b"/>
              <a:pathLst>
                <a:path w="58260" h="55399" fill="none" extrusionOk="0">
                  <a:moveTo>
                    <a:pt x="29205" y="0"/>
                  </a:moveTo>
                  <a:lnTo>
                    <a:pt x="29205" y="0"/>
                  </a:lnTo>
                  <a:lnTo>
                    <a:pt x="27248" y="0"/>
                  </a:lnTo>
                  <a:lnTo>
                    <a:pt x="25442" y="301"/>
                  </a:lnTo>
                  <a:lnTo>
                    <a:pt x="23635" y="753"/>
                  </a:lnTo>
                  <a:lnTo>
                    <a:pt x="21979" y="1205"/>
                  </a:lnTo>
                  <a:lnTo>
                    <a:pt x="20323" y="1957"/>
                  </a:lnTo>
                  <a:lnTo>
                    <a:pt x="18818" y="2710"/>
                  </a:lnTo>
                  <a:lnTo>
                    <a:pt x="17313" y="3764"/>
                  </a:lnTo>
                  <a:lnTo>
                    <a:pt x="15958" y="4818"/>
                  </a:lnTo>
                  <a:lnTo>
                    <a:pt x="14603" y="6022"/>
                  </a:lnTo>
                  <a:lnTo>
                    <a:pt x="13399" y="7226"/>
                  </a:lnTo>
                  <a:lnTo>
                    <a:pt x="12345" y="8581"/>
                  </a:lnTo>
                  <a:lnTo>
                    <a:pt x="11442" y="10086"/>
                  </a:lnTo>
                  <a:lnTo>
                    <a:pt x="10538" y="11742"/>
                  </a:lnTo>
                  <a:lnTo>
                    <a:pt x="9936" y="13398"/>
                  </a:lnTo>
                  <a:lnTo>
                    <a:pt x="9334" y="15054"/>
                  </a:lnTo>
                  <a:lnTo>
                    <a:pt x="8882" y="16861"/>
                  </a:lnTo>
                  <a:lnTo>
                    <a:pt x="8882" y="16861"/>
                  </a:lnTo>
                  <a:lnTo>
                    <a:pt x="7678" y="23334"/>
                  </a:lnTo>
                  <a:lnTo>
                    <a:pt x="6323" y="29958"/>
                  </a:lnTo>
                  <a:lnTo>
                    <a:pt x="1" y="55399"/>
                  </a:lnTo>
                  <a:lnTo>
                    <a:pt x="58259" y="55399"/>
                  </a:lnTo>
                  <a:lnTo>
                    <a:pt x="51937" y="29958"/>
                  </a:lnTo>
                  <a:lnTo>
                    <a:pt x="51937" y="29958"/>
                  </a:lnTo>
                  <a:lnTo>
                    <a:pt x="50582" y="23334"/>
                  </a:lnTo>
                  <a:lnTo>
                    <a:pt x="49377" y="16861"/>
                  </a:lnTo>
                  <a:lnTo>
                    <a:pt x="49377" y="16861"/>
                  </a:lnTo>
                  <a:lnTo>
                    <a:pt x="48926" y="15054"/>
                  </a:lnTo>
                  <a:lnTo>
                    <a:pt x="48474" y="13398"/>
                  </a:lnTo>
                  <a:lnTo>
                    <a:pt x="47721" y="11742"/>
                  </a:lnTo>
                  <a:lnTo>
                    <a:pt x="46818" y="10086"/>
                  </a:lnTo>
                  <a:lnTo>
                    <a:pt x="45915" y="8581"/>
                  </a:lnTo>
                  <a:lnTo>
                    <a:pt x="44861" y="7226"/>
                  </a:lnTo>
                  <a:lnTo>
                    <a:pt x="43657" y="6022"/>
                  </a:lnTo>
                  <a:lnTo>
                    <a:pt x="42453" y="4818"/>
                  </a:lnTo>
                  <a:lnTo>
                    <a:pt x="40947" y="3764"/>
                  </a:lnTo>
                  <a:lnTo>
                    <a:pt x="39442" y="2710"/>
                  </a:lnTo>
                  <a:lnTo>
                    <a:pt x="37936" y="1957"/>
                  </a:lnTo>
                  <a:lnTo>
                    <a:pt x="36280" y="1205"/>
                  </a:lnTo>
                  <a:lnTo>
                    <a:pt x="34625" y="753"/>
                  </a:lnTo>
                  <a:lnTo>
                    <a:pt x="32818" y="301"/>
                  </a:lnTo>
                  <a:lnTo>
                    <a:pt x="31012" y="0"/>
                  </a:lnTo>
                  <a:lnTo>
                    <a:pt x="2920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712;p29">
              <a:extLst>
                <a:ext uri="{FF2B5EF4-FFF2-40B4-BE49-F238E27FC236}">
                  <a16:creationId xmlns:a16="http://schemas.microsoft.com/office/drawing/2014/main" id="{8C2D74C5-441C-D16E-8A6F-06427CCEE63C}"/>
                </a:ext>
              </a:extLst>
            </p:cNvPr>
            <p:cNvSpPr/>
            <p:nvPr/>
          </p:nvSpPr>
          <p:spPr>
            <a:xfrm>
              <a:off x="3778897" y="1527731"/>
              <a:ext cx="1936144" cy="733081"/>
            </a:xfrm>
            <a:custGeom>
              <a:avLst/>
              <a:gdLst/>
              <a:ahLst/>
              <a:cxnLst/>
              <a:rect l="l" t="t" r="r" b="b"/>
              <a:pathLst>
                <a:path w="114109" h="43205" extrusionOk="0">
                  <a:moveTo>
                    <a:pt x="9785" y="0"/>
                  </a:moveTo>
                  <a:lnTo>
                    <a:pt x="8731" y="151"/>
                  </a:lnTo>
                  <a:lnTo>
                    <a:pt x="7678" y="452"/>
                  </a:lnTo>
                  <a:lnTo>
                    <a:pt x="6774" y="753"/>
                  </a:lnTo>
                  <a:lnTo>
                    <a:pt x="5871" y="1054"/>
                  </a:lnTo>
                  <a:lnTo>
                    <a:pt x="4968" y="1505"/>
                  </a:lnTo>
                  <a:lnTo>
                    <a:pt x="4215" y="2108"/>
                  </a:lnTo>
                  <a:lnTo>
                    <a:pt x="3463" y="2710"/>
                  </a:lnTo>
                  <a:lnTo>
                    <a:pt x="2710" y="3462"/>
                  </a:lnTo>
                  <a:lnTo>
                    <a:pt x="2108" y="4215"/>
                  </a:lnTo>
                  <a:lnTo>
                    <a:pt x="1506" y="5118"/>
                  </a:lnTo>
                  <a:lnTo>
                    <a:pt x="1054" y="6022"/>
                  </a:lnTo>
                  <a:lnTo>
                    <a:pt x="602" y="6925"/>
                  </a:lnTo>
                  <a:lnTo>
                    <a:pt x="301" y="7979"/>
                  </a:lnTo>
                  <a:lnTo>
                    <a:pt x="151" y="9032"/>
                  </a:lnTo>
                  <a:lnTo>
                    <a:pt x="0" y="10086"/>
                  </a:lnTo>
                  <a:lnTo>
                    <a:pt x="0" y="11140"/>
                  </a:lnTo>
                  <a:lnTo>
                    <a:pt x="151" y="12043"/>
                  </a:lnTo>
                  <a:lnTo>
                    <a:pt x="452" y="13097"/>
                  </a:lnTo>
                  <a:lnTo>
                    <a:pt x="753" y="14000"/>
                  </a:lnTo>
                  <a:lnTo>
                    <a:pt x="1054" y="14903"/>
                  </a:lnTo>
                  <a:lnTo>
                    <a:pt x="1656" y="15807"/>
                  </a:lnTo>
                  <a:lnTo>
                    <a:pt x="2108" y="16559"/>
                  </a:lnTo>
                  <a:lnTo>
                    <a:pt x="2710" y="17463"/>
                  </a:lnTo>
                  <a:lnTo>
                    <a:pt x="3463" y="18065"/>
                  </a:lnTo>
                  <a:lnTo>
                    <a:pt x="4215" y="18667"/>
                  </a:lnTo>
                  <a:lnTo>
                    <a:pt x="5119" y="19269"/>
                  </a:lnTo>
                  <a:lnTo>
                    <a:pt x="6022" y="19721"/>
                  </a:lnTo>
                  <a:lnTo>
                    <a:pt x="6925" y="20172"/>
                  </a:lnTo>
                  <a:lnTo>
                    <a:pt x="7979" y="20473"/>
                  </a:lnTo>
                  <a:lnTo>
                    <a:pt x="101313" y="42904"/>
                  </a:lnTo>
                  <a:lnTo>
                    <a:pt x="102367" y="43205"/>
                  </a:lnTo>
                  <a:lnTo>
                    <a:pt x="104324" y="43205"/>
                  </a:lnTo>
                  <a:lnTo>
                    <a:pt x="105377" y="43054"/>
                  </a:lnTo>
                  <a:lnTo>
                    <a:pt x="106431" y="42904"/>
                  </a:lnTo>
                  <a:lnTo>
                    <a:pt x="107334" y="42603"/>
                  </a:lnTo>
                  <a:lnTo>
                    <a:pt x="108238" y="42151"/>
                  </a:lnTo>
                  <a:lnTo>
                    <a:pt x="109141" y="41699"/>
                  </a:lnTo>
                  <a:lnTo>
                    <a:pt x="109894" y="41097"/>
                  </a:lnTo>
                  <a:lnTo>
                    <a:pt x="110646" y="40495"/>
                  </a:lnTo>
                  <a:lnTo>
                    <a:pt x="111399" y="39742"/>
                  </a:lnTo>
                  <a:lnTo>
                    <a:pt x="112001" y="38990"/>
                  </a:lnTo>
                  <a:lnTo>
                    <a:pt x="112603" y="38237"/>
                  </a:lnTo>
                  <a:lnTo>
                    <a:pt x="113055" y="37334"/>
                  </a:lnTo>
                  <a:lnTo>
                    <a:pt x="113506" y="36280"/>
                  </a:lnTo>
                  <a:lnTo>
                    <a:pt x="113808" y="35226"/>
                  </a:lnTo>
                  <a:lnTo>
                    <a:pt x="113958" y="34323"/>
                  </a:lnTo>
                  <a:lnTo>
                    <a:pt x="114109" y="33269"/>
                  </a:lnTo>
                  <a:lnTo>
                    <a:pt x="114109" y="32215"/>
                  </a:lnTo>
                  <a:lnTo>
                    <a:pt x="113958" y="31162"/>
                  </a:lnTo>
                  <a:lnTo>
                    <a:pt x="113657" y="30258"/>
                  </a:lnTo>
                  <a:lnTo>
                    <a:pt x="113356" y="29205"/>
                  </a:lnTo>
                  <a:lnTo>
                    <a:pt x="113055" y="28301"/>
                  </a:lnTo>
                  <a:lnTo>
                    <a:pt x="112603" y="27398"/>
                  </a:lnTo>
                  <a:lnTo>
                    <a:pt x="112001" y="26645"/>
                  </a:lnTo>
                  <a:lnTo>
                    <a:pt x="111399" y="25893"/>
                  </a:lnTo>
                  <a:lnTo>
                    <a:pt x="110646" y="25140"/>
                  </a:lnTo>
                  <a:lnTo>
                    <a:pt x="109894" y="24538"/>
                  </a:lnTo>
                  <a:lnTo>
                    <a:pt x="108990" y="23936"/>
                  </a:lnTo>
                  <a:lnTo>
                    <a:pt x="108087" y="23484"/>
                  </a:lnTo>
                  <a:lnTo>
                    <a:pt x="107184" y="23032"/>
                  </a:lnTo>
                  <a:lnTo>
                    <a:pt x="106130" y="22731"/>
                  </a:lnTo>
                  <a:lnTo>
                    <a:pt x="12796" y="301"/>
                  </a:lnTo>
                  <a:lnTo>
                    <a:pt x="11742" y="151"/>
                  </a:lnTo>
                  <a:lnTo>
                    <a:pt x="10688"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713;p29">
              <a:extLst>
                <a:ext uri="{FF2B5EF4-FFF2-40B4-BE49-F238E27FC236}">
                  <a16:creationId xmlns:a16="http://schemas.microsoft.com/office/drawing/2014/main" id="{5F2A955D-E177-0ADA-FC55-EA8ECBB6E1B3}"/>
                </a:ext>
              </a:extLst>
            </p:cNvPr>
            <p:cNvSpPr/>
            <p:nvPr/>
          </p:nvSpPr>
          <p:spPr>
            <a:xfrm>
              <a:off x="3778897" y="1527731"/>
              <a:ext cx="1936144" cy="733081"/>
            </a:xfrm>
            <a:custGeom>
              <a:avLst/>
              <a:gdLst/>
              <a:ahLst/>
              <a:cxnLst/>
              <a:rect l="l" t="t" r="r" b="b"/>
              <a:pathLst>
                <a:path w="114109" h="43205" fill="none" extrusionOk="0">
                  <a:moveTo>
                    <a:pt x="301" y="7979"/>
                  </a:moveTo>
                  <a:lnTo>
                    <a:pt x="301" y="7979"/>
                  </a:lnTo>
                  <a:lnTo>
                    <a:pt x="602" y="6925"/>
                  </a:lnTo>
                  <a:lnTo>
                    <a:pt x="1054" y="6022"/>
                  </a:lnTo>
                  <a:lnTo>
                    <a:pt x="1506" y="5118"/>
                  </a:lnTo>
                  <a:lnTo>
                    <a:pt x="2108" y="4215"/>
                  </a:lnTo>
                  <a:lnTo>
                    <a:pt x="2710" y="3462"/>
                  </a:lnTo>
                  <a:lnTo>
                    <a:pt x="3463" y="2710"/>
                  </a:lnTo>
                  <a:lnTo>
                    <a:pt x="4215" y="2108"/>
                  </a:lnTo>
                  <a:lnTo>
                    <a:pt x="4968" y="1505"/>
                  </a:lnTo>
                  <a:lnTo>
                    <a:pt x="5871" y="1054"/>
                  </a:lnTo>
                  <a:lnTo>
                    <a:pt x="6774" y="753"/>
                  </a:lnTo>
                  <a:lnTo>
                    <a:pt x="7678" y="452"/>
                  </a:lnTo>
                  <a:lnTo>
                    <a:pt x="8731" y="151"/>
                  </a:lnTo>
                  <a:lnTo>
                    <a:pt x="9785" y="0"/>
                  </a:lnTo>
                  <a:lnTo>
                    <a:pt x="10688" y="0"/>
                  </a:lnTo>
                  <a:lnTo>
                    <a:pt x="11742" y="151"/>
                  </a:lnTo>
                  <a:lnTo>
                    <a:pt x="12796" y="301"/>
                  </a:lnTo>
                  <a:lnTo>
                    <a:pt x="106130" y="22731"/>
                  </a:lnTo>
                  <a:lnTo>
                    <a:pt x="106130" y="22731"/>
                  </a:lnTo>
                  <a:lnTo>
                    <a:pt x="107184" y="23032"/>
                  </a:lnTo>
                  <a:lnTo>
                    <a:pt x="108087" y="23484"/>
                  </a:lnTo>
                  <a:lnTo>
                    <a:pt x="108990" y="23936"/>
                  </a:lnTo>
                  <a:lnTo>
                    <a:pt x="109894" y="24538"/>
                  </a:lnTo>
                  <a:lnTo>
                    <a:pt x="110646" y="25140"/>
                  </a:lnTo>
                  <a:lnTo>
                    <a:pt x="111399" y="25893"/>
                  </a:lnTo>
                  <a:lnTo>
                    <a:pt x="112001" y="26645"/>
                  </a:lnTo>
                  <a:lnTo>
                    <a:pt x="112603" y="27398"/>
                  </a:lnTo>
                  <a:lnTo>
                    <a:pt x="113055" y="28301"/>
                  </a:lnTo>
                  <a:lnTo>
                    <a:pt x="113356" y="29205"/>
                  </a:lnTo>
                  <a:lnTo>
                    <a:pt x="113657" y="30258"/>
                  </a:lnTo>
                  <a:lnTo>
                    <a:pt x="113958" y="31162"/>
                  </a:lnTo>
                  <a:lnTo>
                    <a:pt x="114109" y="32215"/>
                  </a:lnTo>
                  <a:lnTo>
                    <a:pt x="114109" y="33269"/>
                  </a:lnTo>
                  <a:lnTo>
                    <a:pt x="113958" y="34323"/>
                  </a:lnTo>
                  <a:lnTo>
                    <a:pt x="113808" y="35226"/>
                  </a:lnTo>
                  <a:lnTo>
                    <a:pt x="113808" y="35226"/>
                  </a:lnTo>
                  <a:lnTo>
                    <a:pt x="113506" y="36280"/>
                  </a:lnTo>
                  <a:lnTo>
                    <a:pt x="113055" y="37334"/>
                  </a:lnTo>
                  <a:lnTo>
                    <a:pt x="112603" y="38237"/>
                  </a:lnTo>
                  <a:lnTo>
                    <a:pt x="112001" y="38990"/>
                  </a:lnTo>
                  <a:lnTo>
                    <a:pt x="111399" y="39742"/>
                  </a:lnTo>
                  <a:lnTo>
                    <a:pt x="110646" y="40495"/>
                  </a:lnTo>
                  <a:lnTo>
                    <a:pt x="109894" y="41097"/>
                  </a:lnTo>
                  <a:lnTo>
                    <a:pt x="109141" y="41699"/>
                  </a:lnTo>
                  <a:lnTo>
                    <a:pt x="108238" y="42151"/>
                  </a:lnTo>
                  <a:lnTo>
                    <a:pt x="107334" y="42603"/>
                  </a:lnTo>
                  <a:lnTo>
                    <a:pt x="106431" y="42904"/>
                  </a:lnTo>
                  <a:lnTo>
                    <a:pt x="105377" y="43054"/>
                  </a:lnTo>
                  <a:lnTo>
                    <a:pt x="104324" y="43205"/>
                  </a:lnTo>
                  <a:lnTo>
                    <a:pt x="103420" y="43205"/>
                  </a:lnTo>
                  <a:lnTo>
                    <a:pt x="102367" y="43205"/>
                  </a:lnTo>
                  <a:lnTo>
                    <a:pt x="101313" y="42904"/>
                  </a:lnTo>
                  <a:lnTo>
                    <a:pt x="7979" y="20473"/>
                  </a:lnTo>
                  <a:lnTo>
                    <a:pt x="7979" y="20473"/>
                  </a:lnTo>
                  <a:lnTo>
                    <a:pt x="6925" y="20172"/>
                  </a:lnTo>
                  <a:lnTo>
                    <a:pt x="6022" y="19721"/>
                  </a:lnTo>
                  <a:lnTo>
                    <a:pt x="5119" y="19269"/>
                  </a:lnTo>
                  <a:lnTo>
                    <a:pt x="4215" y="18667"/>
                  </a:lnTo>
                  <a:lnTo>
                    <a:pt x="3463" y="18065"/>
                  </a:lnTo>
                  <a:lnTo>
                    <a:pt x="2710" y="17463"/>
                  </a:lnTo>
                  <a:lnTo>
                    <a:pt x="2108" y="16559"/>
                  </a:lnTo>
                  <a:lnTo>
                    <a:pt x="1656" y="15807"/>
                  </a:lnTo>
                  <a:lnTo>
                    <a:pt x="1054" y="14903"/>
                  </a:lnTo>
                  <a:lnTo>
                    <a:pt x="753" y="14000"/>
                  </a:lnTo>
                  <a:lnTo>
                    <a:pt x="452" y="13097"/>
                  </a:lnTo>
                  <a:lnTo>
                    <a:pt x="151" y="12043"/>
                  </a:lnTo>
                  <a:lnTo>
                    <a:pt x="0" y="11140"/>
                  </a:lnTo>
                  <a:lnTo>
                    <a:pt x="0" y="10086"/>
                  </a:lnTo>
                  <a:lnTo>
                    <a:pt x="151" y="9032"/>
                  </a:lnTo>
                  <a:lnTo>
                    <a:pt x="301" y="797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714;p29">
              <a:extLst>
                <a:ext uri="{FF2B5EF4-FFF2-40B4-BE49-F238E27FC236}">
                  <a16:creationId xmlns:a16="http://schemas.microsoft.com/office/drawing/2014/main" id="{38651CB3-1738-28AB-C21B-7F2E4E11AE63}"/>
                </a:ext>
              </a:extLst>
            </p:cNvPr>
            <p:cNvSpPr/>
            <p:nvPr/>
          </p:nvSpPr>
          <p:spPr>
            <a:xfrm>
              <a:off x="3809541" y="1509847"/>
              <a:ext cx="1936161" cy="733081"/>
            </a:xfrm>
            <a:custGeom>
              <a:avLst/>
              <a:gdLst/>
              <a:ahLst/>
              <a:cxnLst/>
              <a:rect l="l" t="t" r="r" b="b"/>
              <a:pathLst>
                <a:path w="114110" h="43205" extrusionOk="0">
                  <a:moveTo>
                    <a:pt x="9786" y="0"/>
                  </a:moveTo>
                  <a:lnTo>
                    <a:pt x="8732" y="151"/>
                  </a:lnTo>
                  <a:lnTo>
                    <a:pt x="7678" y="301"/>
                  </a:lnTo>
                  <a:lnTo>
                    <a:pt x="6775" y="602"/>
                  </a:lnTo>
                  <a:lnTo>
                    <a:pt x="5872" y="1054"/>
                  </a:lnTo>
                  <a:lnTo>
                    <a:pt x="4968" y="1506"/>
                  </a:lnTo>
                  <a:lnTo>
                    <a:pt x="4216" y="2108"/>
                  </a:lnTo>
                  <a:lnTo>
                    <a:pt x="3463" y="2710"/>
                  </a:lnTo>
                  <a:lnTo>
                    <a:pt x="2710" y="3463"/>
                  </a:lnTo>
                  <a:lnTo>
                    <a:pt x="2108" y="4215"/>
                  </a:lnTo>
                  <a:lnTo>
                    <a:pt x="1506" y="5119"/>
                  </a:lnTo>
                  <a:lnTo>
                    <a:pt x="1054" y="6022"/>
                  </a:lnTo>
                  <a:lnTo>
                    <a:pt x="603" y="6925"/>
                  </a:lnTo>
                  <a:lnTo>
                    <a:pt x="302" y="7979"/>
                  </a:lnTo>
                  <a:lnTo>
                    <a:pt x="151" y="9033"/>
                  </a:lnTo>
                  <a:lnTo>
                    <a:pt x="1" y="9936"/>
                  </a:lnTo>
                  <a:lnTo>
                    <a:pt x="1" y="10990"/>
                  </a:lnTo>
                  <a:lnTo>
                    <a:pt x="151" y="12043"/>
                  </a:lnTo>
                  <a:lnTo>
                    <a:pt x="452" y="12947"/>
                  </a:lnTo>
                  <a:lnTo>
                    <a:pt x="753" y="14000"/>
                  </a:lnTo>
                  <a:lnTo>
                    <a:pt x="1054" y="14904"/>
                  </a:lnTo>
                  <a:lnTo>
                    <a:pt x="1506" y="15807"/>
                  </a:lnTo>
                  <a:lnTo>
                    <a:pt x="2108" y="16560"/>
                  </a:lnTo>
                  <a:lnTo>
                    <a:pt x="2710" y="17312"/>
                  </a:lnTo>
                  <a:lnTo>
                    <a:pt x="3463" y="18065"/>
                  </a:lnTo>
                  <a:lnTo>
                    <a:pt x="4216" y="18667"/>
                  </a:lnTo>
                  <a:lnTo>
                    <a:pt x="5119" y="19269"/>
                  </a:lnTo>
                  <a:lnTo>
                    <a:pt x="6022" y="19721"/>
                  </a:lnTo>
                  <a:lnTo>
                    <a:pt x="6925" y="20172"/>
                  </a:lnTo>
                  <a:lnTo>
                    <a:pt x="7979" y="20474"/>
                  </a:lnTo>
                  <a:lnTo>
                    <a:pt x="101313" y="42904"/>
                  </a:lnTo>
                  <a:lnTo>
                    <a:pt x="102367" y="43054"/>
                  </a:lnTo>
                  <a:lnTo>
                    <a:pt x="103421" y="43205"/>
                  </a:lnTo>
                  <a:lnTo>
                    <a:pt x="104324" y="43205"/>
                  </a:lnTo>
                  <a:lnTo>
                    <a:pt x="105378" y="43054"/>
                  </a:lnTo>
                  <a:lnTo>
                    <a:pt x="106432" y="42753"/>
                  </a:lnTo>
                  <a:lnTo>
                    <a:pt x="107335" y="42452"/>
                  </a:lnTo>
                  <a:lnTo>
                    <a:pt x="108238" y="42151"/>
                  </a:lnTo>
                  <a:lnTo>
                    <a:pt x="109141" y="41700"/>
                  </a:lnTo>
                  <a:lnTo>
                    <a:pt x="109894" y="41097"/>
                  </a:lnTo>
                  <a:lnTo>
                    <a:pt x="110647" y="40495"/>
                  </a:lnTo>
                  <a:lnTo>
                    <a:pt x="111399" y="39743"/>
                  </a:lnTo>
                  <a:lnTo>
                    <a:pt x="112002" y="38990"/>
                  </a:lnTo>
                  <a:lnTo>
                    <a:pt x="112604" y="38087"/>
                  </a:lnTo>
                  <a:lnTo>
                    <a:pt x="113055" y="37183"/>
                  </a:lnTo>
                  <a:lnTo>
                    <a:pt x="113507" y="36280"/>
                  </a:lnTo>
                  <a:lnTo>
                    <a:pt x="113808" y="35226"/>
                  </a:lnTo>
                  <a:lnTo>
                    <a:pt x="113959" y="34173"/>
                  </a:lnTo>
                  <a:lnTo>
                    <a:pt x="114109" y="33119"/>
                  </a:lnTo>
                  <a:lnTo>
                    <a:pt x="114109" y="32216"/>
                  </a:lnTo>
                  <a:lnTo>
                    <a:pt x="113959" y="31162"/>
                  </a:lnTo>
                  <a:lnTo>
                    <a:pt x="113657" y="30108"/>
                  </a:lnTo>
                  <a:lnTo>
                    <a:pt x="113356" y="29205"/>
                  </a:lnTo>
                  <a:lnTo>
                    <a:pt x="113055" y="28302"/>
                  </a:lnTo>
                  <a:lnTo>
                    <a:pt x="112604" y="27398"/>
                  </a:lnTo>
                  <a:lnTo>
                    <a:pt x="112002" y="26646"/>
                  </a:lnTo>
                  <a:lnTo>
                    <a:pt x="111399" y="25893"/>
                  </a:lnTo>
                  <a:lnTo>
                    <a:pt x="110647" y="25140"/>
                  </a:lnTo>
                  <a:lnTo>
                    <a:pt x="109894" y="24538"/>
                  </a:lnTo>
                  <a:lnTo>
                    <a:pt x="108991" y="23936"/>
                  </a:lnTo>
                  <a:lnTo>
                    <a:pt x="108088" y="23484"/>
                  </a:lnTo>
                  <a:lnTo>
                    <a:pt x="107184" y="23033"/>
                  </a:lnTo>
                  <a:lnTo>
                    <a:pt x="106131" y="22732"/>
                  </a:lnTo>
                  <a:lnTo>
                    <a:pt x="12796" y="301"/>
                  </a:lnTo>
                  <a:lnTo>
                    <a:pt x="11743" y="151"/>
                  </a:lnTo>
                  <a:lnTo>
                    <a:pt x="10689" y="0"/>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715;p29">
              <a:extLst>
                <a:ext uri="{FF2B5EF4-FFF2-40B4-BE49-F238E27FC236}">
                  <a16:creationId xmlns:a16="http://schemas.microsoft.com/office/drawing/2014/main" id="{8887171E-8446-96F6-CBBF-4F378A991850}"/>
                </a:ext>
              </a:extLst>
            </p:cNvPr>
            <p:cNvSpPr/>
            <p:nvPr/>
          </p:nvSpPr>
          <p:spPr>
            <a:xfrm>
              <a:off x="3809541" y="1509847"/>
              <a:ext cx="1936161" cy="733081"/>
            </a:xfrm>
            <a:custGeom>
              <a:avLst/>
              <a:gdLst/>
              <a:ahLst/>
              <a:cxnLst/>
              <a:rect l="l" t="t" r="r" b="b"/>
              <a:pathLst>
                <a:path w="114110" h="43205" fill="none" extrusionOk="0">
                  <a:moveTo>
                    <a:pt x="302" y="7979"/>
                  </a:moveTo>
                  <a:lnTo>
                    <a:pt x="302" y="7979"/>
                  </a:lnTo>
                  <a:lnTo>
                    <a:pt x="603" y="6925"/>
                  </a:lnTo>
                  <a:lnTo>
                    <a:pt x="1054" y="6022"/>
                  </a:lnTo>
                  <a:lnTo>
                    <a:pt x="1506" y="5119"/>
                  </a:lnTo>
                  <a:lnTo>
                    <a:pt x="2108" y="4215"/>
                  </a:lnTo>
                  <a:lnTo>
                    <a:pt x="2710" y="3463"/>
                  </a:lnTo>
                  <a:lnTo>
                    <a:pt x="3463" y="2710"/>
                  </a:lnTo>
                  <a:lnTo>
                    <a:pt x="4216" y="2108"/>
                  </a:lnTo>
                  <a:lnTo>
                    <a:pt x="4968" y="1506"/>
                  </a:lnTo>
                  <a:lnTo>
                    <a:pt x="5872" y="1054"/>
                  </a:lnTo>
                  <a:lnTo>
                    <a:pt x="6775" y="602"/>
                  </a:lnTo>
                  <a:lnTo>
                    <a:pt x="7678" y="301"/>
                  </a:lnTo>
                  <a:lnTo>
                    <a:pt x="8732" y="151"/>
                  </a:lnTo>
                  <a:lnTo>
                    <a:pt x="9786" y="0"/>
                  </a:lnTo>
                  <a:lnTo>
                    <a:pt x="10689" y="0"/>
                  </a:lnTo>
                  <a:lnTo>
                    <a:pt x="11743" y="151"/>
                  </a:lnTo>
                  <a:lnTo>
                    <a:pt x="12796" y="301"/>
                  </a:lnTo>
                  <a:lnTo>
                    <a:pt x="106131" y="22732"/>
                  </a:lnTo>
                  <a:lnTo>
                    <a:pt x="106131" y="22732"/>
                  </a:lnTo>
                  <a:lnTo>
                    <a:pt x="107184" y="23033"/>
                  </a:lnTo>
                  <a:lnTo>
                    <a:pt x="108088" y="23484"/>
                  </a:lnTo>
                  <a:lnTo>
                    <a:pt x="108991" y="23936"/>
                  </a:lnTo>
                  <a:lnTo>
                    <a:pt x="109894" y="24538"/>
                  </a:lnTo>
                  <a:lnTo>
                    <a:pt x="110647" y="25140"/>
                  </a:lnTo>
                  <a:lnTo>
                    <a:pt x="111399" y="25893"/>
                  </a:lnTo>
                  <a:lnTo>
                    <a:pt x="112002" y="26646"/>
                  </a:lnTo>
                  <a:lnTo>
                    <a:pt x="112604" y="27398"/>
                  </a:lnTo>
                  <a:lnTo>
                    <a:pt x="113055" y="28302"/>
                  </a:lnTo>
                  <a:lnTo>
                    <a:pt x="113356" y="29205"/>
                  </a:lnTo>
                  <a:lnTo>
                    <a:pt x="113657" y="30108"/>
                  </a:lnTo>
                  <a:lnTo>
                    <a:pt x="113959" y="31162"/>
                  </a:lnTo>
                  <a:lnTo>
                    <a:pt x="114109" y="32216"/>
                  </a:lnTo>
                  <a:lnTo>
                    <a:pt x="114109" y="33119"/>
                  </a:lnTo>
                  <a:lnTo>
                    <a:pt x="113959" y="34173"/>
                  </a:lnTo>
                  <a:lnTo>
                    <a:pt x="113808" y="35226"/>
                  </a:lnTo>
                  <a:lnTo>
                    <a:pt x="113808" y="35226"/>
                  </a:lnTo>
                  <a:lnTo>
                    <a:pt x="113507" y="36280"/>
                  </a:lnTo>
                  <a:lnTo>
                    <a:pt x="113055" y="37183"/>
                  </a:lnTo>
                  <a:lnTo>
                    <a:pt x="112604" y="38087"/>
                  </a:lnTo>
                  <a:lnTo>
                    <a:pt x="112002" y="38990"/>
                  </a:lnTo>
                  <a:lnTo>
                    <a:pt x="111399" y="39743"/>
                  </a:lnTo>
                  <a:lnTo>
                    <a:pt x="110647" y="40495"/>
                  </a:lnTo>
                  <a:lnTo>
                    <a:pt x="109894" y="41097"/>
                  </a:lnTo>
                  <a:lnTo>
                    <a:pt x="109141" y="41700"/>
                  </a:lnTo>
                  <a:lnTo>
                    <a:pt x="108238" y="42151"/>
                  </a:lnTo>
                  <a:lnTo>
                    <a:pt x="107335" y="42452"/>
                  </a:lnTo>
                  <a:lnTo>
                    <a:pt x="106432" y="42753"/>
                  </a:lnTo>
                  <a:lnTo>
                    <a:pt x="105378" y="43054"/>
                  </a:lnTo>
                  <a:lnTo>
                    <a:pt x="104324" y="43205"/>
                  </a:lnTo>
                  <a:lnTo>
                    <a:pt x="103421" y="43205"/>
                  </a:lnTo>
                  <a:lnTo>
                    <a:pt x="102367" y="43054"/>
                  </a:lnTo>
                  <a:lnTo>
                    <a:pt x="101313" y="42904"/>
                  </a:lnTo>
                  <a:lnTo>
                    <a:pt x="7979" y="20474"/>
                  </a:lnTo>
                  <a:lnTo>
                    <a:pt x="7979" y="20474"/>
                  </a:lnTo>
                  <a:lnTo>
                    <a:pt x="6925" y="20172"/>
                  </a:lnTo>
                  <a:lnTo>
                    <a:pt x="6022" y="19721"/>
                  </a:lnTo>
                  <a:lnTo>
                    <a:pt x="5119" y="19269"/>
                  </a:lnTo>
                  <a:lnTo>
                    <a:pt x="4216" y="18667"/>
                  </a:lnTo>
                  <a:lnTo>
                    <a:pt x="3463" y="18065"/>
                  </a:lnTo>
                  <a:lnTo>
                    <a:pt x="2710" y="17312"/>
                  </a:lnTo>
                  <a:lnTo>
                    <a:pt x="2108" y="16560"/>
                  </a:lnTo>
                  <a:lnTo>
                    <a:pt x="1506" y="15807"/>
                  </a:lnTo>
                  <a:lnTo>
                    <a:pt x="1054" y="14904"/>
                  </a:lnTo>
                  <a:lnTo>
                    <a:pt x="753" y="14000"/>
                  </a:lnTo>
                  <a:lnTo>
                    <a:pt x="452" y="12947"/>
                  </a:lnTo>
                  <a:lnTo>
                    <a:pt x="151" y="12043"/>
                  </a:lnTo>
                  <a:lnTo>
                    <a:pt x="1" y="10990"/>
                  </a:lnTo>
                  <a:lnTo>
                    <a:pt x="1" y="9936"/>
                  </a:lnTo>
                  <a:lnTo>
                    <a:pt x="151" y="9033"/>
                  </a:lnTo>
                  <a:lnTo>
                    <a:pt x="302" y="797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716;p29">
              <a:extLst>
                <a:ext uri="{FF2B5EF4-FFF2-40B4-BE49-F238E27FC236}">
                  <a16:creationId xmlns:a16="http://schemas.microsoft.com/office/drawing/2014/main" id="{A3295430-1AB0-8A95-5918-CFF3A7147BB8}"/>
                </a:ext>
              </a:extLst>
            </p:cNvPr>
            <p:cNvSpPr/>
            <p:nvPr/>
          </p:nvSpPr>
          <p:spPr>
            <a:xfrm>
              <a:off x="4024095" y="1627347"/>
              <a:ext cx="1507036" cy="498098"/>
            </a:xfrm>
            <a:custGeom>
              <a:avLst/>
              <a:gdLst/>
              <a:ahLst/>
              <a:cxnLst/>
              <a:rect l="l" t="t" r="r" b="b"/>
              <a:pathLst>
                <a:path w="88819" h="29356" extrusionOk="0">
                  <a:moveTo>
                    <a:pt x="4517" y="0"/>
                  </a:moveTo>
                  <a:lnTo>
                    <a:pt x="3463" y="301"/>
                  </a:lnTo>
                  <a:lnTo>
                    <a:pt x="2560" y="753"/>
                  </a:lnTo>
                  <a:lnTo>
                    <a:pt x="1807" y="1355"/>
                  </a:lnTo>
                  <a:lnTo>
                    <a:pt x="1055" y="2108"/>
                  </a:lnTo>
                  <a:lnTo>
                    <a:pt x="603" y="3011"/>
                  </a:lnTo>
                  <a:lnTo>
                    <a:pt x="151" y="4065"/>
                  </a:lnTo>
                  <a:lnTo>
                    <a:pt x="1" y="5118"/>
                  </a:lnTo>
                  <a:lnTo>
                    <a:pt x="151" y="6172"/>
                  </a:lnTo>
                  <a:lnTo>
                    <a:pt x="453" y="7075"/>
                  </a:lnTo>
                  <a:lnTo>
                    <a:pt x="904" y="7979"/>
                  </a:lnTo>
                  <a:lnTo>
                    <a:pt x="1506" y="8882"/>
                  </a:lnTo>
                  <a:lnTo>
                    <a:pt x="2259" y="9484"/>
                  </a:lnTo>
                  <a:lnTo>
                    <a:pt x="3162" y="10086"/>
                  </a:lnTo>
                  <a:lnTo>
                    <a:pt x="4065" y="10387"/>
                  </a:lnTo>
                  <a:lnTo>
                    <a:pt x="82195" y="29205"/>
                  </a:lnTo>
                  <a:lnTo>
                    <a:pt x="83249" y="29355"/>
                  </a:lnTo>
                  <a:lnTo>
                    <a:pt x="84303" y="29355"/>
                  </a:lnTo>
                  <a:lnTo>
                    <a:pt x="85356" y="29054"/>
                  </a:lnTo>
                  <a:lnTo>
                    <a:pt x="86260" y="28602"/>
                  </a:lnTo>
                  <a:lnTo>
                    <a:pt x="87012" y="28000"/>
                  </a:lnTo>
                  <a:lnTo>
                    <a:pt x="87765" y="27248"/>
                  </a:lnTo>
                  <a:lnTo>
                    <a:pt x="88217" y="26344"/>
                  </a:lnTo>
                  <a:lnTo>
                    <a:pt x="88668" y="25291"/>
                  </a:lnTo>
                  <a:lnTo>
                    <a:pt x="88819" y="24237"/>
                  </a:lnTo>
                  <a:lnTo>
                    <a:pt x="88668" y="23183"/>
                  </a:lnTo>
                  <a:lnTo>
                    <a:pt x="88367" y="22129"/>
                  </a:lnTo>
                  <a:lnTo>
                    <a:pt x="87916" y="21226"/>
                  </a:lnTo>
                  <a:lnTo>
                    <a:pt x="87313" y="20473"/>
                  </a:lnTo>
                  <a:lnTo>
                    <a:pt x="86561" y="19721"/>
                  </a:lnTo>
                  <a:lnTo>
                    <a:pt x="85657" y="19269"/>
                  </a:lnTo>
                  <a:lnTo>
                    <a:pt x="84754" y="18817"/>
                  </a:lnTo>
                  <a:lnTo>
                    <a:pt x="6625" y="151"/>
                  </a:lnTo>
                  <a:lnTo>
                    <a:pt x="557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717;p29">
              <a:extLst>
                <a:ext uri="{FF2B5EF4-FFF2-40B4-BE49-F238E27FC236}">
                  <a16:creationId xmlns:a16="http://schemas.microsoft.com/office/drawing/2014/main" id="{F129AB09-94BE-0A09-AAE8-8C97B33866E6}"/>
                </a:ext>
              </a:extLst>
            </p:cNvPr>
            <p:cNvSpPr/>
            <p:nvPr/>
          </p:nvSpPr>
          <p:spPr>
            <a:xfrm>
              <a:off x="4024095" y="1627347"/>
              <a:ext cx="1507036" cy="498098"/>
            </a:xfrm>
            <a:custGeom>
              <a:avLst/>
              <a:gdLst/>
              <a:ahLst/>
              <a:cxnLst/>
              <a:rect l="l" t="t" r="r" b="b"/>
              <a:pathLst>
                <a:path w="88819" h="29356" fill="none" extrusionOk="0">
                  <a:moveTo>
                    <a:pt x="151" y="4065"/>
                  </a:moveTo>
                  <a:lnTo>
                    <a:pt x="151" y="4065"/>
                  </a:lnTo>
                  <a:lnTo>
                    <a:pt x="603" y="3011"/>
                  </a:lnTo>
                  <a:lnTo>
                    <a:pt x="1055" y="2108"/>
                  </a:lnTo>
                  <a:lnTo>
                    <a:pt x="1807" y="1355"/>
                  </a:lnTo>
                  <a:lnTo>
                    <a:pt x="2560" y="753"/>
                  </a:lnTo>
                  <a:lnTo>
                    <a:pt x="3463" y="301"/>
                  </a:lnTo>
                  <a:lnTo>
                    <a:pt x="4517" y="0"/>
                  </a:lnTo>
                  <a:lnTo>
                    <a:pt x="5571" y="0"/>
                  </a:lnTo>
                  <a:lnTo>
                    <a:pt x="6625" y="151"/>
                  </a:lnTo>
                  <a:lnTo>
                    <a:pt x="84754" y="18817"/>
                  </a:lnTo>
                  <a:lnTo>
                    <a:pt x="84754" y="18817"/>
                  </a:lnTo>
                  <a:lnTo>
                    <a:pt x="85657" y="19269"/>
                  </a:lnTo>
                  <a:lnTo>
                    <a:pt x="86561" y="19721"/>
                  </a:lnTo>
                  <a:lnTo>
                    <a:pt x="87313" y="20473"/>
                  </a:lnTo>
                  <a:lnTo>
                    <a:pt x="87916" y="21226"/>
                  </a:lnTo>
                  <a:lnTo>
                    <a:pt x="88367" y="22129"/>
                  </a:lnTo>
                  <a:lnTo>
                    <a:pt x="88668" y="23183"/>
                  </a:lnTo>
                  <a:lnTo>
                    <a:pt x="88819" y="24237"/>
                  </a:lnTo>
                  <a:lnTo>
                    <a:pt x="88668" y="25291"/>
                  </a:lnTo>
                  <a:lnTo>
                    <a:pt x="88668" y="25291"/>
                  </a:lnTo>
                  <a:lnTo>
                    <a:pt x="88217" y="26344"/>
                  </a:lnTo>
                  <a:lnTo>
                    <a:pt x="87765" y="27248"/>
                  </a:lnTo>
                  <a:lnTo>
                    <a:pt x="87012" y="28000"/>
                  </a:lnTo>
                  <a:lnTo>
                    <a:pt x="86260" y="28602"/>
                  </a:lnTo>
                  <a:lnTo>
                    <a:pt x="85356" y="29054"/>
                  </a:lnTo>
                  <a:lnTo>
                    <a:pt x="84303" y="29355"/>
                  </a:lnTo>
                  <a:lnTo>
                    <a:pt x="83249" y="29355"/>
                  </a:lnTo>
                  <a:lnTo>
                    <a:pt x="82195" y="29205"/>
                  </a:lnTo>
                  <a:lnTo>
                    <a:pt x="4065" y="10387"/>
                  </a:lnTo>
                  <a:lnTo>
                    <a:pt x="4065" y="10387"/>
                  </a:lnTo>
                  <a:lnTo>
                    <a:pt x="3162" y="10086"/>
                  </a:lnTo>
                  <a:lnTo>
                    <a:pt x="2259" y="9484"/>
                  </a:lnTo>
                  <a:lnTo>
                    <a:pt x="1506" y="8882"/>
                  </a:lnTo>
                  <a:lnTo>
                    <a:pt x="904" y="7979"/>
                  </a:lnTo>
                  <a:lnTo>
                    <a:pt x="453" y="7075"/>
                  </a:lnTo>
                  <a:lnTo>
                    <a:pt x="151" y="6172"/>
                  </a:lnTo>
                  <a:lnTo>
                    <a:pt x="1" y="5118"/>
                  </a:lnTo>
                  <a:lnTo>
                    <a:pt x="151" y="406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718;p29">
              <a:extLst>
                <a:ext uri="{FF2B5EF4-FFF2-40B4-BE49-F238E27FC236}">
                  <a16:creationId xmlns:a16="http://schemas.microsoft.com/office/drawing/2014/main" id="{DF1A3753-CEDA-5B52-4781-BB75C718F2C8}"/>
                </a:ext>
              </a:extLst>
            </p:cNvPr>
            <p:cNvSpPr/>
            <p:nvPr/>
          </p:nvSpPr>
          <p:spPr>
            <a:xfrm>
              <a:off x="3382978" y="1553267"/>
              <a:ext cx="544080" cy="541518"/>
            </a:xfrm>
            <a:custGeom>
              <a:avLst/>
              <a:gdLst/>
              <a:ahLst/>
              <a:cxnLst/>
              <a:rect l="l" t="t" r="r" b="b"/>
              <a:pathLst>
                <a:path w="32066" h="31915" extrusionOk="0">
                  <a:moveTo>
                    <a:pt x="9033" y="0"/>
                  </a:moveTo>
                  <a:lnTo>
                    <a:pt x="6474" y="302"/>
                  </a:lnTo>
                  <a:lnTo>
                    <a:pt x="5420" y="603"/>
                  </a:lnTo>
                  <a:lnTo>
                    <a:pt x="4366" y="904"/>
                  </a:lnTo>
                  <a:lnTo>
                    <a:pt x="3463" y="1506"/>
                  </a:lnTo>
                  <a:lnTo>
                    <a:pt x="2560" y="2259"/>
                  </a:lnTo>
                  <a:lnTo>
                    <a:pt x="1807" y="3011"/>
                  </a:lnTo>
                  <a:lnTo>
                    <a:pt x="1205" y="3764"/>
                  </a:lnTo>
                  <a:lnTo>
                    <a:pt x="753" y="4667"/>
                  </a:lnTo>
                  <a:lnTo>
                    <a:pt x="452" y="5721"/>
                  </a:lnTo>
                  <a:lnTo>
                    <a:pt x="151" y="6775"/>
                  </a:lnTo>
                  <a:lnTo>
                    <a:pt x="1" y="7828"/>
                  </a:lnTo>
                  <a:lnTo>
                    <a:pt x="151" y="8882"/>
                  </a:lnTo>
                  <a:lnTo>
                    <a:pt x="302" y="9936"/>
                  </a:lnTo>
                  <a:lnTo>
                    <a:pt x="603" y="10839"/>
                  </a:lnTo>
                  <a:lnTo>
                    <a:pt x="1054" y="11893"/>
                  </a:lnTo>
                  <a:lnTo>
                    <a:pt x="1657" y="12796"/>
                  </a:lnTo>
                  <a:lnTo>
                    <a:pt x="2409" y="13699"/>
                  </a:lnTo>
                  <a:lnTo>
                    <a:pt x="18216" y="29506"/>
                  </a:lnTo>
                  <a:lnTo>
                    <a:pt x="19119" y="30259"/>
                  </a:lnTo>
                  <a:lnTo>
                    <a:pt x="20022" y="31011"/>
                  </a:lnTo>
                  <a:lnTo>
                    <a:pt x="21076" y="31463"/>
                  </a:lnTo>
                  <a:lnTo>
                    <a:pt x="22130" y="31764"/>
                  </a:lnTo>
                  <a:lnTo>
                    <a:pt x="23184" y="31915"/>
                  </a:lnTo>
                  <a:lnTo>
                    <a:pt x="24237" y="31915"/>
                  </a:lnTo>
                  <a:lnTo>
                    <a:pt x="25291" y="31764"/>
                  </a:lnTo>
                  <a:lnTo>
                    <a:pt x="26194" y="31614"/>
                  </a:lnTo>
                  <a:lnTo>
                    <a:pt x="27248" y="31162"/>
                  </a:lnTo>
                  <a:lnTo>
                    <a:pt x="28151" y="30710"/>
                  </a:lnTo>
                  <a:lnTo>
                    <a:pt x="29055" y="30108"/>
                  </a:lnTo>
                  <a:lnTo>
                    <a:pt x="29807" y="29356"/>
                  </a:lnTo>
                  <a:lnTo>
                    <a:pt x="30410" y="28603"/>
                  </a:lnTo>
                  <a:lnTo>
                    <a:pt x="31012" y="27549"/>
                  </a:lnTo>
                  <a:lnTo>
                    <a:pt x="31463" y="26495"/>
                  </a:lnTo>
                  <a:lnTo>
                    <a:pt x="31764" y="25441"/>
                  </a:lnTo>
                  <a:lnTo>
                    <a:pt x="32065" y="22882"/>
                  </a:lnTo>
                  <a:lnTo>
                    <a:pt x="32065" y="20323"/>
                  </a:lnTo>
                  <a:lnTo>
                    <a:pt x="31764" y="17764"/>
                  </a:lnTo>
                  <a:lnTo>
                    <a:pt x="31162" y="15355"/>
                  </a:lnTo>
                  <a:lnTo>
                    <a:pt x="30259" y="12796"/>
                  </a:lnTo>
                  <a:lnTo>
                    <a:pt x="29055" y="10538"/>
                  </a:lnTo>
                  <a:lnTo>
                    <a:pt x="27549" y="8280"/>
                  </a:lnTo>
                  <a:lnTo>
                    <a:pt x="25743" y="6323"/>
                  </a:lnTo>
                  <a:lnTo>
                    <a:pt x="23635" y="4517"/>
                  </a:lnTo>
                  <a:lnTo>
                    <a:pt x="21377" y="3011"/>
                  </a:lnTo>
                  <a:lnTo>
                    <a:pt x="19119" y="1807"/>
                  </a:lnTo>
                  <a:lnTo>
                    <a:pt x="16711" y="904"/>
                  </a:lnTo>
                  <a:lnTo>
                    <a:pt x="14151" y="302"/>
                  </a:lnTo>
                  <a:lnTo>
                    <a:pt x="11592"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719;p29">
              <a:extLst>
                <a:ext uri="{FF2B5EF4-FFF2-40B4-BE49-F238E27FC236}">
                  <a16:creationId xmlns:a16="http://schemas.microsoft.com/office/drawing/2014/main" id="{FC06C1B1-7F58-0415-80DC-ECE36A71C503}"/>
                </a:ext>
              </a:extLst>
            </p:cNvPr>
            <p:cNvSpPr/>
            <p:nvPr/>
          </p:nvSpPr>
          <p:spPr>
            <a:xfrm>
              <a:off x="3382978" y="1553267"/>
              <a:ext cx="544080" cy="541518"/>
            </a:xfrm>
            <a:custGeom>
              <a:avLst/>
              <a:gdLst/>
              <a:ahLst/>
              <a:cxnLst/>
              <a:rect l="l" t="t" r="r" b="b"/>
              <a:pathLst>
                <a:path w="32066" h="31915" fill="none" extrusionOk="0">
                  <a:moveTo>
                    <a:pt x="25743" y="6323"/>
                  </a:moveTo>
                  <a:lnTo>
                    <a:pt x="25743" y="6323"/>
                  </a:lnTo>
                  <a:lnTo>
                    <a:pt x="23635" y="4517"/>
                  </a:lnTo>
                  <a:lnTo>
                    <a:pt x="21377" y="3011"/>
                  </a:lnTo>
                  <a:lnTo>
                    <a:pt x="19119" y="1807"/>
                  </a:lnTo>
                  <a:lnTo>
                    <a:pt x="16711" y="904"/>
                  </a:lnTo>
                  <a:lnTo>
                    <a:pt x="14151" y="302"/>
                  </a:lnTo>
                  <a:lnTo>
                    <a:pt x="11592" y="0"/>
                  </a:lnTo>
                  <a:lnTo>
                    <a:pt x="9033" y="0"/>
                  </a:lnTo>
                  <a:lnTo>
                    <a:pt x="6474" y="302"/>
                  </a:lnTo>
                  <a:lnTo>
                    <a:pt x="6474" y="302"/>
                  </a:lnTo>
                  <a:lnTo>
                    <a:pt x="5420" y="603"/>
                  </a:lnTo>
                  <a:lnTo>
                    <a:pt x="4366" y="904"/>
                  </a:lnTo>
                  <a:lnTo>
                    <a:pt x="3463" y="1506"/>
                  </a:lnTo>
                  <a:lnTo>
                    <a:pt x="2560" y="2259"/>
                  </a:lnTo>
                  <a:lnTo>
                    <a:pt x="1807" y="3011"/>
                  </a:lnTo>
                  <a:lnTo>
                    <a:pt x="1205" y="3764"/>
                  </a:lnTo>
                  <a:lnTo>
                    <a:pt x="753" y="4667"/>
                  </a:lnTo>
                  <a:lnTo>
                    <a:pt x="452" y="5721"/>
                  </a:lnTo>
                  <a:lnTo>
                    <a:pt x="151" y="6775"/>
                  </a:lnTo>
                  <a:lnTo>
                    <a:pt x="1" y="7828"/>
                  </a:lnTo>
                  <a:lnTo>
                    <a:pt x="151" y="8882"/>
                  </a:lnTo>
                  <a:lnTo>
                    <a:pt x="302" y="9936"/>
                  </a:lnTo>
                  <a:lnTo>
                    <a:pt x="603" y="10839"/>
                  </a:lnTo>
                  <a:lnTo>
                    <a:pt x="1054" y="11893"/>
                  </a:lnTo>
                  <a:lnTo>
                    <a:pt x="1657" y="12796"/>
                  </a:lnTo>
                  <a:lnTo>
                    <a:pt x="2409" y="13699"/>
                  </a:lnTo>
                  <a:lnTo>
                    <a:pt x="18216" y="29506"/>
                  </a:lnTo>
                  <a:lnTo>
                    <a:pt x="18216" y="29506"/>
                  </a:lnTo>
                  <a:lnTo>
                    <a:pt x="19119" y="30259"/>
                  </a:lnTo>
                  <a:lnTo>
                    <a:pt x="20022" y="31011"/>
                  </a:lnTo>
                  <a:lnTo>
                    <a:pt x="21076" y="31463"/>
                  </a:lnTo>
                  <a:lnTo>
                    <a:pt x="22130" y="31764"/>
                  </a:lnTo>
                  <a:lnTo>
                    <a:pt x="23184" y="31915"/>
                  </a:lnTo>
                  <a:lnTo>
                    <a:pt x="24237" y="31915"/>
                  </a:lnTo>
                  <a:lnTo>
                    <a:pt x="25291" y="31764"/>
                  </a:lnTo>
                  <a:lnTo>
                    <a:pt x="26194" y="31614"/>
                  </a:lnTo>
                  <a:lnTo>
                    <a:pt x="27248" y="31162"/>
                  </a:lnTo>
                  <a:lnTo>
                    <a:pt x="28151" y="30710"/>
                  </a:lnTo>
                  <a:lnTo>
                    <a:pt x="29055" y="30108"/>
                  </a:lnTo>
                  <a:lnTo>
                    <a:pt x="29807" y="29356"/>
                  </a:lnTo>
                  <a:lnTo>
                    <a:pt x="30410" y="28603"/>
                  </a:lnTo>
                  <a:lnTo>
                    <a:pt x="31012" y="27549"/>
                  </a:lnTo>
                  <a:lnTo>
                    <a:pt x="31463" y="26495"/>
                  </a:lnTo>
                  <a:lnTo>
                    <a:pt x="31764" y="25441"/>
                  </a:lnTo>
                  <a:lnTo>
                    <a:pt x="31764" y="25441"/>
                  </a:lnTo>
                  <a:lnTo>
                    <a:pt x="32065" y="22882"/>
                  </a:lnTo>
                  <a:lnTo>
                    <a:pt x="32065" y="20323"/>
                  </a:lnTo>
                  <a:lnTo>
                    <a:pt x="31764" y="17764"/>
                  </a:lnTo>
                  <a:lnTo>
                    <a:pt x="31162" y="15355"/>
                  </a:lnTo>
                  <a:lnTo>
                    <a:pt x="30259" y="12796"/>
                  </a:lnTo>
                  <a:lnTo>
                    <a:pt x="29055" y="10538"/>
                  </a:lnTo>
                  <a:lnTo>
                    <a:pt x="27549" y="8280"/>
                  </a:lnTo>
                  <a:lnTo>
                    <a:pt x="25743" y="632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720;p29">
              <a:extLst>
                <a:ext uri="{FF2B5EF4-FFF2-40B4-BE49-F238E27FC236}">
                  <a16:creationId xmlns:a16="http://schemas.microsoft.com/office/drawing/2014/main" id="{87B1FF2F-700E-C8F2-BFE4-3CA4338A8747}"/>
                </a:ext>
              </a:extLst>
            </p:cNvPr>
            <p:cNvSpPr/>
            <p:nvPr/>
          </p:nvSpPr>
          <p:spPr>
            <a:xfrm>
              <a:off x="2642244" y="1721839"/>
              <a:ext cx="1116224" cy="1113679"/>
            </a:xfrm>
            <a:custGeom>
              <a:avLst/>
              <a:gdLst/>
              <a:ahLst/>
              <a:cxnLst/>
              <a:rect l="l" t="t" r="r" b="b"/>
              <a:pathLst>
                <a:path w="65786" h="65636" extrusionOk="0">
                  <a:moveTo>
                    <a:pt x="32818" y="1"/>
                  </a:moveTo>
                  <a:lnTo>
                    <a:pt x="29506" y="152"/>
                  </a:lnTo>
                  <a:lnTo>
                    <a:pt x="26194" y="603"/>
                  </a:lnTo>
                  <a:lnTo>
                    <a:pt x="23033" y="1506"/>
                  </a:lnTo>
                  <a:lnTo>
                    <a:pt x="20022" y="2560"/>
                  </a:lnTo>
                  <a:lnTo>
                    <a:pt x="17162" y="3915"/>
                  </a:lnTo>
                  <a:lnTo>
                    <a:pt x="14452" y="5571"/>
                  </a:lnTo>
                  <a:lnTo>
                    <a:pt x="11893" y="7528"/>
                  </a:lnTo>
                  <a:lnTo>
                    <a:pt x="9635" y="9635"/>
                  </a:lnTo>
                  <a:lnTo>
                    <a:pt x="7527" y="11894"/>
                  </a:lnTo>
                  <a:lnTo>
                    <a:pt x="5570" y="14453"/>
                  </a:lnTo>
                  <a:lnTo>
                    <a:pt x="3914" y="17162"/>
                  </a:lnTo>
                  <a:lnTo>
                    <a:pt x="2560" y="20023"/>
                  </a:lnTo>
                  <a:lnTo>
                    <a:pt x="1506" y="23033"/>
                  </a:lnTo>
                  <a:lnTo>
                    <a:pt x="603" y="26195"/>
                  </a:lnTo>
                  <a:lnTo>
                    <a:pt x="151" y="29507"/>
                  </a:lnTo>
                  <a:lnTo>
                    <a:pt x="0" y="32818"/>
                  </a:lnTo>
                  <a:lnTo>
                    <a:pt x="6022" y="32818"/>
                  </a:lnTo>
                  <a:lnTo>
                    <a:pt x="6173" y="30109"/>
                  </a:lnTo>
                  <a:lnTo>
                    <a:pt x="6624" y="27399"/>
                  </a:lnTo>
                  <a:lnTo>
                    <a:pt x="7226" y="24840"/>
                  </a:lnTo>
                  <a:lnTo>
                    <a:pt x="8130" y="22431"/>
                  </a:lnTo>
                  <a:lnTo>
                    <a:pt x="9183" y="20023"/>
                  </a:lnTo>
                  <a:lnTo>
                    <a:pt x="10538" y="17765"/>
                  </a:lnTo>
                  <a:lnTo>
                    <a:pt x="12194" y="15808"/>
                  </a:lnTo>
                  <a:lnTo>
                    <a:pt x="13850" y="13851"/>
                  </a:lnTo>
                  <a:lnTo>
                    <a:pt x="15807" y="12044"/>
                  </a:lnTo>
                  <a:lnTo>
                    <a:pt x="17915" y="10539"/>
                  </a:lnTo>
                  <a:lnTo>
                    <a:pt x="20022" y="9184"/>
                  </a:lnTo>
                  <a:lnTo>
                    <a:pt x="22431" y="8130"/>
                  </a:lnTo>
                  <a:lnTo>
                    <a:pt x="24839" y="7227"/>
                  </a:lnTo>
                  <a:lnTo>
                    <a:pt x="27399" y="6474"/>
                  </a:lnTo>
                  <a:lnTo>
                    <a:pt x="30108" y="6173"/>
                  </a:lnTo>
                  <a:lnTo>
                    <a:pt x="32818" y="6023"/>
                  </a:lnTo>
                  <a:lnTo>
                    <a:pt x="35528" y="6173"/>
                  </a:lnTo>
                  <a:lnTo>
                    <a:pt x="38237" y="6474"/>
                  </a:lnTo>
                  <a:lnTo>
                    <a:pt x="40796" y="7227"/>
                  </a:lnTo>
                  <a:lnTo>
                    <a:pt x="43356" y="8130"/>
                  </a:lnTo>
                  <a:lnTo>
                    <a:pt x="45614" y="9184"/>
                  </a:lnTo>
                  <a:lnTo>
                    <a:pt x="47872" y="10539"/>
                  </a:lnTo>
                  <a:lnTo>
                    <a:pt x="49979" y="12044"/>
                  </a:lnTo>
                  <a:lnTo>
                    <a:pt x="51786" y="13851"/>
                  </a:lnTo>
                  <a:lnTo>
                    <a:pt x="53592" y="15808"/>
                  </a:lnTo>
                  <a:lnTo>
                    <a:pt x="55098" y="17765"/>
                  </a:lnTo>
                  <a:lnTo>
                    <a:pt x="56453" y="20023"/>
                  </a:lnTo>
                  <a:lnTo>
                    <a:pt x="57657" y="22431"/>
                  </a:lnTo>
                  <a:lnTo>
                    <a:pt x="58560" y="24840"/>
                  </a:lnTo>
                  <a:lnTo>
                    <a:pt x="59162" y="27399"/>
                  </a:lnTo>
                  <a:lnTo>
                    <a:pt x="59614" y="30109"/>
                  </a:lnTo>
                  <a:lnTo>
                    <a:pt x="59764" y="32818"/>
                  </a:lnTo>
                  <a:lnTo>
                    <a:pt x="59614" y="35528"/>
                  </a:lnTo>
                  <a:lnTo>
                    <a:pt x="59162" y="38238"/>
                  </a:lnTo>
                  <a:lnTo>
                    <a:pt x="58560" y="40797"/>
                  </a:lnTo>
                  <a:lnTo>
                    <a:pt x="57657" y="43206"/>
                  </a:lnTo>
                  <a:lnTo>
                    <a:pt x="56453" y="45614"/>
                  </a:lnTo>
                  <a:lnTo>
                    <a:pt x="55098" y="47872"/>
                  </a:lnTo>
                  <a:lnTo>
                    <a:pt x="53592" y="49829"/>
                  </a:lnTo>
                  <a:lnTo>
                    <a:pt x="51786" y="51786"/>
                  </a:lnTo>
                  <a:lnTo>
                    <a:pt x="49979" y="53593"/>
                  </a:lnTo>
                  <a:lnTo>
                    <a:pt x="47872" y="55098"/>
                  </a:lnTo>
                  <a:lnTo>
                    <a:pt x="45614" y="56453"/>
                  </a:lnTo>
                  <a:lnTo>
                    <a:pt x="43356" y="57507"/>
                  </a:lnTo>
                  <a:lnTo>
                    <a:pt x="40796" y="58410"/>
                  </a:lnTo>
                  <a:lnTo>
                    <a:pt x="38237" y="59163"/>
                  </a:lnTo>
                  <a:lnTo>
                    <a:pt x="35528" y="59464"/>
                  </a:lnTo>
                  <a:lnTo>
                    <a:pt x="32818" y="59614"/>
                  </a:lnTo>
                  <a:lnTo>
                    <a:pt x="32818" y="65636"/>
                  </a:lnTo>
                  <a:lnTo>
                    <a:pt x="36280" y="65485"/>
                  </a:lnTo>
                  <a:lnTo>
                    <a:pt x="39442" y="65034"/>
                  </a:lnTo>
                  <a:lnTo>
                    <a:pt x="42603" y="64281"/>
                  </a:lnTo>
                  <a:lnTo>
                    <a:pt x="45614" y="63077"/>
                  </a:lnTo>
                  <a:lnTo>
                    <a:pt x="48474" y="61722"/>
                  </a:lnTo>
                  <a:lnTo>
                    <a:pt x="51184" y="60066"/>
                  </a:lnTo>
                  <a:lnTo>
                    <a:pt x="53743" y="58109"/>
                  </a:lnTo>
                  <a:lnTo>
                    <a:pt x="56151" y="56001"/>
                  </a:lnTo>
                  <a:lnTo>
                    <a:pt x="58259" y="53743"/>
                  </a:lnTo>
                  <a:lnTo>
                    <a:pt x="60065" y="51184"/>
                  </a:lnTo>
                  <a:lnTo>
                    <a:pt x="61721" y="48474"/>
                  </a:lnTo>
                  <a:lnTo>
                    <a:pt x="63076" y="45614"/>
                  </a:lnTo>
                  <a:lnTo>
                    <a:pt x="64281" y="42603"/>
                  </a:lnTo>
                  <a:lnTo>
                    <a:pt x="65033" y="39442"/>
                  </a:lnTo>
                  <a:lnTo>
                    <a:pt x="65485" y="36130"/>
                  </a:lnTo>
                  <a:lnTo>
                    <a:pt x="65786" y="32818"/>
                  </a:lnTo>
                  <a:lnTo>
                    <a:pt x="65485" y="29507"/>
                  </a:lnTo>
                  <a:lnTo>
                    <a:pt x="65033" y="26195"/>
                  </a:lnTo>
                  <a:lnTo>
                    <a:pt x="64281" y="23033"/>
                  </a:lnTo>
                  <a:lnTo>
                    <a:pt x="63076" y="20023"/>
                  </a:lnTo>
                  <a:lnTo>
                    <a:pt x="61721" y="17162"/>
                  </a:lnTo>
                  <a:lnTo>
                    <a:pt x="60065" y="14453"/>
                  </a:lnTo>
                  <a:lnTo>
                    <a:pt x="58259" y="11894"/>
                  </a:lnTo>
                  <a:lnTo>
                    <a:pt x="56151" y="9635"/>
                  </a:lnTo>
                  <a:lnTo>
                    <a:pt x="53743" y="7528"/>
                  </a:lnTo>
                  <a:lnTo>
                    <a:pt x="51184" y="5571"/>
                  </a:lnTo>
                  <a:lnTo>
                    <a:pt x="48474" y="3915"/>
                  </a:lnTo>
                  <a:lnTo>
                    <a:pt x="45614" y="2560"/>
                  </a:lnTo>
                  <a:lnTo>
                    <a:pt x="42603" y="1506"/>
                  </a:lnTo>
                  <a:lnTo>
                    <a:pt x="39442" y="603"/>
                  </a:lnTo>
                  <a:lnTo>
                    <a:pt x="36280" y="152"/>
                  </a:lnTo>
                  <a:lnTo>
                    <a:pt x="32818" y="1"/>
                  </a:lnTo>
                  <a:close/>
                </a:path>
              </a:pathLst>
            </a:custGeom>
            <a:solidFill>
              <a:srgbClr val="EBEBE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721;p29">
              <a:extLst>
                <a:ext uri="{FF2B5EF4-FFF2-40B4-BE49-F238E27FC236}">
                  <a16:creationId xmlns:a16="http://schemas.microsoft.com/office/drawing/2014/main" id="{F25D86C7-627F-40AF-4130-FE8EB6372EC5}"/>
                </a:ext>
              </a:extLst>
            </p:cNvPr>
            <p:cNvSpPr/>
            <p:nvPr/>
          </p:nvSpPr>
          <p:spPr>
            <a:xfrm>
              <a:off x="2642244" y="1721839"/>
              <a:ext cx="1116224" cy="1113679"/>
            </a:xfrm>
            <a:custGeom>
              <a:avLst/>
              <a:gdLst/>
              <a:ahLst/>
              <a:cxnLst/>
              <a:rect l="l" t="t" r="r" b="b"/>
              <a:pathLst>
                <a:path w="65786" h="65636" fill="none" extrusionOk="0">
                  <a:moveTo>
                    <a:pt x="32818" y="65636"/>
                  </a:moveTo>
                  <a:lnTo>
                    <a:pt x="32818" y="59614"/>
                  </a:lnTo>
                  <a:lnTo>
                    <a:pt x="32818" y="59614"/>
                  </a:lnTo>
                  <a:lnTo>
                    <a:pt x="35528" y="59464"/>
                  </a:lnTo>
                  <a:lnTo>
                    <a:pt x="38237" y="59163"/>
                  </a:lnTo>
                  <a:lnTo>
                    <a:pt x="40796" y="58410"/>
                  </a:lnTo>
                  <a:lnTo>
                    <a:pt x="43356" y="57507"/>
                  </a:lnTo>
                  <a:lnTo>
                    <a:pt x="45614" y="56453"/>
                  </a:lnTo>
                  <a:lnTo>
                    <a:pt x="47872" y="55098"/>
                  </a:lnTo>
                  <a:lnTo>
                    <a:pt x="49979" y="53593"/>
                  </a:lnTo>
                  <a:lnTo>
                    <a:pt x="51786" y="51786"/>
                  </a:lnTo>
                  <a:lnTo>
                    <a:pt x="53592" y="49829"/>
                  </a:lnTo>
                  <a:lnTo>
                    <a:pt x="55098" y="47872"/>
                  </a:lnTo>
                  <a:lnTo>
                    <a:pt x="56453" y="45614"/>
                  </a:lnTo>
                  <a:lnTo>
                    <a:pt x="57657" y="43206"/>
                  </a:lnTo>
                  <a:lnTo>
                    <a:pt x="58560" y="40797"/>
                  </a:lnTo>
                  <a:lnTo>
                    <a:pt x="59162" y="38238"/>
                  </a:lnTo>
                  <a:lnTo>
                    <a:pt x="59614" y="35528"/>
                  </a:lnTo>
                  <a:lnTo>
                    <a:pt x="59764" y="32818"/>
                  </a:lnTo>
                  <a:lnTo>
                    <a:pt x="59764" y="32818"/>
                  </a:lnTo>
                  <a:lnTo>
                    <a:pt x="59614" y="30109"/>
                  </a:lnTo>
                  <a:lnTo>
                    <a:pt x="59162" y="27399"/>
                  </a:lnTo>
                  <a:lnTo>
                    <a:pt x="58560" y="24840"/>
                  </a:lnTo>
                  <a:lnTo>
                    <a:pt x="57657" y="22431"/>
                  </a:lnTo>
                  <a:lnTo>
                    <a:pt x="56453" y="20023"/>
                  </a:lnTo>
                  <a:lnTo>
                    <a:pt x="55098" y="17765"/>
                  </a:lnTo>
                  <a:lnTo>
                    <a:pt x="53592" y="15808"/>
                  </a:lnTo>
                  <a:lnTo>
                    <a:pt x="51786" y="13851"/>
                  </a:lnTo>
                  <a:lnTo>
                    <a:pt x="49979" y="12044"/>
                  </a:lnTo>
                  <a:lnTo>
                    <a:pt x="47872" y="10539"/>
                  </a:lnTo>
                  <a:lnTo>
                    <a:pt x="45614" y="9184"/>
                  </a:lnTo>
                  <a:lnTo>
                    <a:pt x="43356" y="8130"/>
                  </a:lnTo>
                  <a:lnTo>
                    <a:pt x="40796" y="7227"/>
                  </a:lnTo>
                  <a:lnTo>
                    <a:pt x="38237" y="6474"/>
                  </a:lnTo>
                  <a:lnTo>
                    <a:pt x="35528" y="6173"/>
                  </a:lnTo>
                  <a:lnTo>
                    <a:pt x="32818" y="6023"/>
                  </a:lnTo>
                  <a:lnTo>
                    <a:pt x="32818" y="6023"/>
                  </a:lnTo>
                  <a:lnTo>
                    <a:pt x="30108" y="6173"/>
                  </a:lnTo>
                  <a:lnTo>
                    <a:pt x="27399" y="6474"/>
                  </a:lnTo>
                  <a:lnTo>
                    <a:pt x="24839" y="7227"/>
                  </a:lnTo>
                  <a:lnTo>
                    <a:pt x="22431" y="8130"/>
                  </a:lnTo>
                  <a:lnTo>
                    <a:pt x="20022" y="9184"/>
                  </a:lnTo>
                  <a:lnTo>
                    <a:pt x="17915" y="10539"/>
                  </a:lnTo>
                  <a:lnTo>
                    <a:pt x="15807" y="12044"/>
                  </a:lnTo>
                  <a:lnTo>
                    <a:pt x="13850" y="13851"/>
                  </a:lnTo>
                  <a:lnTo>
                    <a:pt x="12194" y="15808"/>
                  </a:lnTo>
                  <a:lnTo>
                    <a:pt x="10538" y="17765"/>
                  </a:lnTo>
                  <a:lnTo>
                    <a:pt x="9183" y="20023"/>
                  </a:lnTo>
                  <a:lnTo>
                    <a:pt x="8130" y="22431"/>
                  </a:lnTo>
                  <a:lnTo>
                    <a:pt x="7226" y="24840"/>
                  </a:lnTo>
                  <a:lnTo>
                    <a:pt x="6624" y="27399"/>
                  </a:lnTo>
                  <a:lnTo>
                    <a:pt x="6173" y="30109"/>
                  </a:lnTo>
                  <a:lnTo>
                    <a:pt x="6022" y="32818"/>
                  </a:lnTo>
                  <a:lnTo>
                    <a:pt x="0" y="32818"/>
                  </a:lnTo>
                  <a:lnTo>
                    <a:pt x="0" y="32818"/>
                  </a:lnTo>
                  <a:lnTo>
                    <a:pt x="151" y="29507"/>
                  </a:lnTo>
                  <a:lnTo>
                    <a:pt x="603" y="26195"/>
                  </a:lnTo>
                  <a:lnTo>
                    <a:pt x="1506" y="23033"/>
                  </a:lnTo>
                  <a:lnTo>
                    <a:pt x="2560" y="20023"/>
                  </a:lnTo>
                  <a:lnTo>
                    <a:pt x="3914" y="17162"/>
                  </a:lnTo>
                  <a:lnTo>
                    <a:pt x="5570" y="14453"/>
                  </a:lnTo>
                  <a:lnTo>
                    <a:pt x="7527" y="11894"/>
                  </a:lnTo>
                  <a:lnTo>
                    <a:pt x="9635" y="9635"/>
                  </a:lnTo>
                  <a:lnTo>
                    <a:pt x="11893" y="7528"/>
                  </a:lnTo>
                  <a:lnTo>
                    <a:pt x="14452" y="5571"/>
                  </a:lnTo>
                  <a:lnTo>
                    <a:pt x="17162" y="3915"/>
                  </a:lnTo>
                  <a:lnTo>
                    <a:pt x="20022" y="2560"/>
                  </a:lnTo>
                  <a:lnTo>
                    <a:pt x="23033" y="1506"/>
                  </a:lnTo>
                  <a:lnTo>
                    <a:pt x="26194" y="603"/>
                  </a:lnTo>
                  <a:lnTo>
                    <a:pt x="29506" y="152"/>
                  </a:lnTo>
                  <a:lnTo>
                    <a:pt x="32818" y="1"/>
                  </a:lnTo>
                  <a:lnTo>
                    <a:pt x="32818" y="1"/>
                  </a:lnTo>
                  <a:lnTo>
                    <a:pt x="36280" y="152"/>
                  </a:lnTo>
                  <a:lnTo>
                    <a:pt x="39442" y="603"/>
                  </a:lnTo>
                  <a:lnTo>
                    <a:pt x="42603" y="1506"/>
                  </a:lnTo>
                  <a:lnTo>
                    <a:pt x="45614" y="2560"/>
                  </a:lnTo>
                  <a:lnTo>
                    <a:pt x="48474" y="3915"/>
                  </a:lnTo>
                  <a:lnTo>
                    <a:pt x="51184" y="5571"/>
                  </a:lnTo>
                  <a:lnTo>
                    <a:pt x="53743" y="7528"/>
                  </a:lnTo>
                  <a:lnTo>
                    <a:pt x="56151" y="9635"/>
                  </a:lnTo>
                  <a:lnTo>
                    <a:pt x="58259" y="11894"/>
                  </a:lnTo>
                  <a:lnTo>
                    <a:pt x="60065" y="14453"/>
                  </a:lnTo>
                  <a:lnTo>
                    <a:pt x="61721" y="17162"/>
                  </a:lnTo>
                  <a:lnTo>
                    <a:pt x="63076" y="20023"/>
                  </a:lnTo>
                  <a:lnTo>
                    <a:pt x="64281" y="23033"/>
                  </a:lnTo>
                  <a:lnTo>
                    <a:pt x="65033" y="26195"/>
                  </a:lnTo>
                  <a:lnTo>
                    <a:pt x="65485" y="29507"/>
                  </a:lnTo>
                  <a:lnTo>
                    <a:pt x="65786" y="32818"/>
                  </a:lnTo>
                  <a:lnTo>
                    <a:pt x="65786" y="32818"/>
                  </a:lnTo>
                  <a:lnTo>
                    <a:pt x="65485" y="36130"/>
                  </a:lnTo>
                  <a:lnTo>
                    <a:pt x="65033" y="39442"/>
                  </a:lnTo>
                  <a:lnTo>
                    <a:pt x="64281" y="42603"/>
                  </a:lnTo>
                  <a:lnTo>
                    <a:pt x="63076" y="45614"/>
                  </a:lnTo>
                  <a:lnTo>
                    <a:pt x="61721" y="48474"/>
                  </a:lnTo>
                  <a:lnTo>
                    <a:pt x="60065" y="51184"/>
                  </a:lnTo>
                  <a:lnTo>
                    <a:pt x="58259" y="53743"/>
                  </a:lnTo>
                  <a:lnTo>
                    <a:pt x="56151" y="56001"/>
                  </a:lnTo>
                  <a:lnTo>
                    <a:pt x="53743" y="58109"/>
                  </a:lnTo>
                  <a:lnTo>
                    <a:pt x="51184" y="60066"/>
                  </a:lnTo>
                  <a:lnTo>
                    <a:pt x="48474" y="61722"/>
                  </a:lnTo>
                  <a:lnTo>
                    <a:pt x="45614" y="63077"/>
                  </a:lnTo>
                  <a:lnTo>
                    <a:pt x="42603" y="64281"/>
                  </a:lnTo>
                  <a:lnTo>
                    <a:pt x="39442" y="65034"/>
                  </a:lnTo>
                  <a:lnTo>
                    <a:pt x="36280" y="65485"/>
                  </a:lnTo>
                  <a:lnTo>
                    <a:pt x="32818" y="6563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722;p29">
              <a:extLst>
                <a:ext uri="{FF2B5EF4-FFF2-40B4-BE49-F238E27FC236}">
                  <a16:creationId xmlns:a16="http://schemas.microsoft.com/office/drawing/2014/main" id="{32A28B0D-8633-D4B3-998D-2634C3B3BB77}"/>
                </a:ext>
              </a:extLst>
            </p:cNvPr>
            <p:cNvSpPr/>
            <p:nvPr/>
          </p:nvSpPr>
          <p:spPr>
            <a:xfrm>
              <a:off x="3472379" y="1737177"/>
              <a:ext cx="268222" cy="268205"/>
            </a:xfrm>
            <a:custGeom>
              <a:avLst/>
              <a:gdLst/>
              <a:ahLst/>
              <a:cxnLst/>
              <a:rect l="l" t="t" r="r" b="b"/>
              <a:pathLst>
                <a:path w="15808" h="15807" extrusionOk="0">
                  <a:moveTo>
                    <a:pt x="6925" y="0"/>
                  </a:moveTo>
                  <a:lnTo>
                    <a:pt x="5872" y="151"/>
                  </a:lnTo>
                  <a:lnTo>
                    <a:pt x="4667" y="602"/>
                  </a:lnTo>
                  <a:lnTo>
                    <a:pt x="3614" y="1355"/>
                  </a:lnTo>
                  <a:lnTo>
                    <a:pt x="2560" y="2258"/>
                  </a:lnTo>
                  <a:lnTo>
                    <a:pt x="1656" y="3312"/>
                  </a:lnTo>
                  <a:lnTo>
                    <a:pt x="1054" y="4516"/>
                  </a:lnTo>
                  <a:lnTo>
                    <a:pt x="452" y="6022"/>
                  </a:lnTo>
                  <a:lnTo>
                    <a:pt x="151" y="7377"/>
                  </a:lnTo>
                  <a:lnTo>
                    <a:pt x="1" y="8731"/>
                  </a:lnTo>
                  <a:lnTo>
                    <a:pt x="1" y="9936"/>
                  </a:lnTo>
                  <a:lnTo>
                    <a:pt x="151" y="11140"/>
                  </a:lnTo>
                  <a:lnTo>
                    <a:pt x="603" y="12194"/>
                  </a:lnTo>
                  <a:lnTo>
                    <a:pt x="1054" y="13248"/>
                  </a:lnTo>
                  <a:lnTo>
                    <a:pt x="1807" y="14000"/>
                  </a:lnTo>
                  <a:lnTo>
                    <a:pt x="2710" y="14753"/>
                  </a:lnTo>
                  <a:lnTo>
                    <a:pt x="3614" y="15355"/>
                  </a:lnTo>
                  <a:lnTo>
                    <a:pt x="4667" y="15656"/>
                  </a:lnTo>
                  <a:lnTo>
                    <a:pt x="5872" y="15807"/>
                  </a:lnTo>
                  <a:lnTo>
                    <a:pt x="7226" y="15807"/>
                  </a:lnTo>
                  <a:lnTo>
                    <a:pt x="8581" y="15656"/>
                  </a:lnTo>
                  <a:lnTo>
                    <a:pt x="9936" y="15355"/>
                  </a:lnTo>
                  <a:lnTo>
                    <a:pt x="11291" y="14904"/>
                  </a:lnTo>
                  <a:lnTo>
                    <a:pt x="12495" y="14151"/>
                  </a:lnTo>
                  <a:lnTo>
                    <a:pt x="13700" y="13398"/>
                  </a:lnTo>
                  <a:lnTo>
                    <a:pt x="14603" y="12344"/>
                  </a:lnTo>
                  <a:lnTo>
                    <a:pt x="15205" y="11140"/>
                  </a:lnTo>
                  <a:lnTo>
                    <a:pt x="15657" y="10086"/>
                  </a:lnTo>
                  <a:lnTo>
                    <a:pt x="15807" y="8882"/>
                  </a:lnTo>
                  <a:lnTo>
                    <a:pt x="15657" y="7979"/>
                  </a:lnTo>
                  <a:lnTo>
                    <a:pt x="15506" y="7527"/>
                  </a:lnTo>
                  <a:lnTo>
                    <a:pt x="15205" y="7076"/>
                  </a:lnTo>
                  <a:lnTo>
                    <a:pt x="8732" y="602"/>
                  </a:lnTo>
                  <a:lnTo>
                    <a:pt x="8280" y="301"/>
                  </a:lnTo>
                  <a:lnTo>
                    <a:pt x="7979" y="151"/>
                  </a:lnTo>
                  <a:lnTo>
                    <a:pt x="7377"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723;p29">
              <a:extLst>
                <a:ext uri="{FF2B5EF4-FFF2-40B4-BE49-F238E27FC236}">
                  <a16:creationId xmlns:a16="http://schemas.microsoft.com/office/drawing/2014/main" id="{7C55AA82-5F96-F303-9D79-28C39D3B19FA}"/>
                </a:ext>
              </a:extLst>
            </p:cNvPr>
            <p:cNvSpPr/>
            <p:nvPr/>
          </p:nvSpPr>
          <p:spPr>
            <a:xfrm>
              <a:off x="3707379" y="1548160"/>
              <a:ext cx="224785" cy="224785"/>
            </a:xfrm>
            <a:custGeom>
              <a:avLst/>
              <a:gdLst/>
              <a:ahLst/>
              <a:cxnLst/>
              <a:rect l="l" t="t" r="r" b="b"/>
              <a:pathLst>
                <a:path w="13248" h="13248" extrusionOk="0">
                  <a:moveTo>
                    <a:pt x="6624" y="0"/>
                  </a:moveTo>
                  <a:lnTo>
                    <a:pt x="5269" y="151"/>
                  </a:lnTo>
                  <a:lnTo>
                    <a:pt x="4065" y="452"/>
                  </a:lnTo>
                  <a:lnTo>
                    <a:pt x="2860" y="1054"/>
                  </a:lnTo>
                  <a:lnTo>
                    <a:pt x="1807" y="1957"/>
                  </a:lnTo>
                  <a:lnTo>
                    <a:pt x="1054" y="3011"/>
                  </a:lnTo>
                  <a:lnTo>
                    <a:pt x="452" y="4065"/>
                  </a:lnTo>
                  <a:lnTo>
                    <a:pt x="0" y="5269"/>
                  </a:lnTo>
                  <a:lnTo>
                    <a:pt x="0" y="6624"/>
                  </a:lnTo>
                  <a:lnTo>
                    <a:pt x="0" y="7828"/>
                  </a:lnTo>
                  <a:lnTo>
                    <a:pt x="452" y="9033"/>
                  </a:lnTo>
                  <a:lnTo>
                    <a:pt x="1054" y="10237"/>
                  </a:lnTo>
                  <a:lnTo>
                    <a:pt x="1807" y="11291"/>
                  </a:lnTo>
                  <a:lnTo>
                    <a:pt x="2860" y="12043"/>
                  </a:lnTo>
                  <a:lnTo>
                    <a:pt x="4065" y="12646"/>
                  </a:lnTo>
                  <a:lnTo>
                    <a:pt x="5269" y="13097"/>
                  </a:lnTo>
                  <a:lnTo>
                    <a:pt x="6624" y="13248"/>
                  </a:lnTo>
                  <a:lnTo>
                    <a:pt x="7828" y="13097"/>
                  </a:lnTo>
                  <a:lnTo>
                    <a:pt x="9032" y="12646"/>
                  </a:lnTo>
                  <a:lnTo>
                    <a:pt x="10237" y="12043"/>
                  </a:lnTo>
                  <a:lnTo>
                    <a:pt x="11291" y="11291"/>
                  </a:lnTo>
                  <a:lnTo>
                    <a:pt x="12043" y="10237"/>
                  </a:lnTo>
                  <a:lnTo>
                    <a:pt x="12645" y="9033"/>
                  </a:lnTo>
                  <a:lnTo>
                    <a:pt x="13097" y="7828"/>
                  </a:lnTo>
                  <a:lnTo>
                    <a:pt x="13248" y="6624"/>
                  </a:lnTo>
                  <a:lnTo>
                    <a:pt x="13097" y="5269"/>
                  </a:lnTo>
                  <a:lnTo>
                    <a:pt x="12645" y="4065"/>
                  </a:lnTo>
                  <a:lnTo>
                    <a:pt x="12043" y="3011"/>
                  </a:lnTo>
                  <a:lnTo>
                    <a:pt x="11291" y="1957"/>
                  </a:lnTo>
                  <a:lnTo>
                    <a:pt x="10237" y="1054"/>
                  </a:lnTo>
                  <a:lnTo>
                    <a:pt x="9032" y="452"/>
                  </a:lnTo>
                  <a:lnTo>
                    <a:pt x="7828" y="151"/>
                  </a:lnTo>
                  <a:lnTo>
                    <a:pt x="6624"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724;p29">
              <a:extLst>
                <a:ext uri="{FF2B5EF4-FFF2-40B4-BE49-F238E27FC236}">
                  <a16:creationId xmlns:a16="http://schemas.microsoft.com/office/drawing/2014/main" id="{09D9E199-53C4-5E6D-5298-5C887C17111B}"/>
                </a:ext>
              </a:extLst>
            </p:cNvPr>
            <p:cNvSpPr/>
            <p:nvPr/>
          </p:nvSpPr>
          <p:spPr>
            <a:xfrm>
              <a:off x="5142864" y="1762714"/>
              <a:ext cx="1065152" cy="1905501"/>
            </a:xfrm>
            <a:custGeom>
              <a:avLst/>
              <a:gdLst/>
              <a:ahLst/>
              <a:cxnLst/>
              <a:rect l="l" t="t" r="r" b="b"/>
              <a:pathLst>
                <a:path w="62776" h="112303" extrusionOk="0">
                  <a:moveTo>
                    <a:pt x="16711" y="1"/>
                  </a:moveTo>
                  <a:lnTo>
                    <a:pt x="15356" y="151"/>
                  </a:lnTo>
                  <a:lnTo>
                    <a:pt x="14001" y="452"/>
                  </a:lnTo>
                  <a:lnTo>
                    <a:pt x="12646" y="904"/>
                  </a:lnTo>
                  <a:lnTo>
                    <a:pt x="8732" y="2409"/>
                  </a:lnTo>
                  <a:lnTo>
                    <a:pt x="7528" y="2861"/>
                  </a:lnTo>
                  <a:lnTo>
                    <a:pt x="6324" y="3614"/>
                  </a:lnTo>
                  <a:lnTo>
                    <a:pt x="5270" y="4366"/>
                  </a:lnTo>
                  <a:lnTo>
                    <a:pt x="4216" y="5269"/>
                  </a:lnTo>
                  <a:lnTo>
                    <a:pt x="3313" y="6173"/>
                  </a:lnTo>
                  <a:lnTo>
                    <a:pt x="2560" y="7226"/>
                  </a:lnTo>
                  <a:lnTo>
                    <a:pt x="1807" y="8280"/>
                  </a:lnTo>
                  <a:lnTo>
                    <a:pt x="1205" y="9485"/>
                  </a:lnTo>
                  <a:lnTo>
                    <a:pt x="754" y="10689"/>
                  </a:lnTo>
                  <a:lnTo>
                    <a:pt x="453" y="11893"/>
                  </a:lnTo>
                  <a:lnTo>
                    <a:pt x="151" y="13248"/>
                  </a:lnTo>
                  <a:lnTo>
                    <a:pt x="1" y="14603"/>
                  </a:lnTo>
                  <a:lnTo>
                    <a:pt x="1" y="15807"/>
                  </a:lnTo>
                  <a:lnTo>
                    <a:pt x="151" y="17162"/>
                  </a:lnTo>
                  <a:lnTo>
                    <a:pt x="453" y="18517"/>
                  </a:lnTo>
                  <a:lnTo>
                    <a:pt x="904" y="19872"/>
                  </a:lnTo>
                  <a:lnTo>
                    <a:pt x="32668" y="103571"/>
                  </a:lnTo>
                  <a:lnTo>
                    <a:pt x="33270" y="104926"/>
                  </a:lnTo>
                  <a:lnTo>
                    <a:pt x="33872" y="105980"/>
                  </a:lnTo>
                  <a:lnTo>
                    <a:pt x="34625" y="107184"/>
                  </a:lnTo>
                  <a:lnTo>
                    <a:pt x="35528" y="108087"/>
                  </a:lnTo>
                  <a:lnTo>
                    <a:pt x="36431" y="108991"/>
                  </a:lnTo>
                  <a:lnTo>
                    <a:pt x="37485" y="109894"/>
                  </a:lnTo>
                  <a:lnTo>
                    <a:pt x="38689" y="110496"/>
                  </a:lnTo>
                  <a:lnTo>
                    <a:pt x="39743" y="111098"/>
                  </a:lnTo>
                  <a:lnTo>
                    <a:pt x="40947" y="111700"/>
                  </a:lnTo>
                  <a:lnTo>
                    <a:pt x="42302" y="112001"/>
                  </a:lnTo>
                  <a:lnTo>
                    <a:pt x="43507" y="112303"/>
                  </a:lnTo>
                  <a:lnTo>
                    <a:pt x="46216" y="112303"/>
                  </a:lnTo>
                  <a:lnTo>
                    <a:pt x="47571" y="112152"/>
                  </a:lnTo>
                  <a:lnTo>
                    <a:pt x="48775" y="111851"/>
                  </a:lnTo>
                  <a:lnTo>
                    <a:pt x="50130" y="111550"/>
                  </a:lnTo>
                  <a:lnTo>
                    <a:pt x="54044" y="110044"/>
                  </a:lnTo>
                  <a:lnTo>
                    <a:pt x="55249" y="109442"/>
                  </a:lnTo>
                  <a:lnTo>
                    <a:pt x="56453" y="108840"/>
                  </a:lnTo>
                  <a:lnTo>
                    <a:pt x="57507" y="108087"/>
                  </a:lnTo>
                  <a:lnTo>
                    <a:pt x="58560" y="107184"/>
                  </a:lnTo>
                  <a:lnTo>
                    <a:pt x="59464" y="106130"/>
                  </a:lnTo>
                  <a:lnTo>
                    <a:pt x="60216" y="105227"/>
                  </a:lnTo>
                  <a:lnTo>
                    <a:pt x="60969" y="104023"/>
                  </a:lnTo>
                  <a:lnTo>
                    <a:pt x="61571" y="102819"/>
                  </a:lnTo>
                  <a:lnTo>
                    <a:pt x="62023" y="101614"/>
                  </a:lnTo>
                  <a:lnTo>
                    <a:pt x="62474" y="100410"/>
                  </a:lnTo>
                  <a:lnTo>
                    <a:pt x="62625" y="99206"/>
                  </a:lnTo>
                  <a:lnTo>
                    <a:pt x="62776" y="97851"/>
                  </a:lnTo>
                  <a:lnTo>
                    <a:pt x="62776" y="96496"/>
                  </a:lnTo>
                  <a:lnTo>
                    <a:pt x="62625" y="95141"/>
                  </a:lnTo>
                  <a:lnTo>
                    <a:pt x="62324" y="93786"/>
                  </a:lnTo>
                  <a:lnTo>
                    <a:pt x="61872" y="92582"/>
                  </a:lnTo>
                  <a:lnTo>
                    <a:pt x="30109" y="8732"/>
                  </a:lnTo>
                  <a:lnTo>
                    <a:pt x="29657" y="7528"/>
                  </a:lnTo>
                  <a:lnTo>
                    <a:pt x="28904" y="6323"/>
                  </a:lnTo>
                  <a:lnTo>
                    <a:pt x="28152" y="5269"/>
                  </a:lnTo>
                  <a:lnTo>
                    <a:pt x="27248" y="4216"/>
                  </a:lnTo>
                  <a:lnTo>
                    <a:pt x="26345" y="3312"/>
                  </a:lnTo>
                  <a:lnTo>
                    <a:pt x="25291" y="2560"/>
                  </a:lnTo>
                  <a:lnTo>
                    <a:pt x="24238" y="1807"/>
                  </a:lnTo>
                  <a:lnTo>
                    <a:pt x="23033" y="1205"/>
                  </a:lnTo>
                  <a:lnTo>
                    <a:pt x="21829" y="753"/>
                  </a:lnTo>
                  <a:lnTo>
                    <a:pt x="20625" y="452"/>
                  </a:lnTo>
                  <a:lnTo>
                    <a:pt x="19270" y="151"/>
                  </a:lnTo>
                  <a:lnTo>
                    <a:pt x="17915"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725;p29">
              <a:extLst>
                <a:ext uri="{FF2B5EF4-FFF2-40B4-BE49-F238E27FC236}">
                  <a16:creationId xmlns:a16="http://schemas.microsoft.com/office/drawing/2014/main" id="{C1E4776D-159C-4B0D-4622-BF537A2888A4}"/>
                </a:ext>
              </a:extLst>
            </p:cNvPr>
            <p:cNvSpPr/>
            <p:nvPr/>
          </p:nvSpPr>
          <p:spPr>
            <a:xfrm>
              <a:off x="5142864" y="1762714"/>
              <a:ext cx="1065152" cy="1905501"/>
            </a:xfrm>
            <a:custGeom>
              <a:avLst/>
              <a:gdLst/>
              <a:ahLst/>
              <a:cxnLst/>
              <a:rect l="l" t="t" r="r" b="b"/>
              <a:pathLst>
                <a:path w="62776" h="112303" fill="none" extrusionOk="0">
                  <a:moveTo>
                    <a:pt x="54044" y="110044"/>
                  </a:moveTo>
                  <a:lnTo>
                    <a:pt x="50130" y="111550"/>
                  </a:lnTo>
                  <a:lnTo>
                    <a:pt x="50130" y="111550"/>
                  </a:lnTo>
                  <a:lnTo>
                    <a:pt x="48775" y="111851"/>
                  </a:lnTo>
                  <a:lnTo>
                    <a:pt x="47571" y="112152"/>
                  </a:lnTo>
                  <a:lnTo>
                    <a:pt x="46216" y="112303"/>
                  </a:lnTo>
                  <a:lnTo>
                    <a:pt x="44861" y="112303"/>
                  </a:lnTo>
                  <a:lnTo>
                    <a:pt x="43507" y="112303"/>
                  </a:lnTo>
                  <a:lnTo>
                    <a:pt x="42302" y="112001"/>
                  </a:lnTo>
                  <a:lnTo>
                    <a:pt x="40947" y="111700"/>
                  </a:lnTo>
                  <a:lnTo>
                    <a:pt x="39743" y="111098"/>
                  </a:lnTo>
                  <a:lnTo>
                    <a:pt x="38689" y="110496"/>
                  </a:lnTo>
                  <a:lnTo>
                    <a:pt x="37485" y="109894"/>
                  </a:lnTo>
                  <a:lnTo>
                    <a:pt x="36431" y="108991"/>
                  </a:lnTo>
                  <a:lnTo>
                    <a:pt x="35528" y="108087"/>
                  </a:lnTo>
                  <a:lnTo>
                    <a:pt x="34625" y="107184"/>
                  </a:lnTo>
                  <a:lnTo>
                    <a:pt x="33872" y="105980"/>
                  </a:lnTo>
                  <a:lnTo>
                    <a:pt x="33270" y="104926"/>
                  </a:lnTo>
                  <a:lnTo>
                    <a:pt x="32668" y="103571"/>
                  </a:lnTo>
                  <a:lnTo>
                    <a:pt x="904" y="19872"/>
                  </a:lnTo>
                  <a:lnTo>
                    <a:pt x="904" y="19872"/>
                  </a:lnTo>
                  <a:lnTo>
                    <a:pt x="453" y="18517"/>
                  </a:lnTo>
                  <a:lnTo>
                    <a:pt x="151" y="17162"/>
                  </a:lnTo>
                  <a:lnTo>
                    <a:pt x="1" y="15807"/>
                  </a:lnTo>
                  <a:lnTo>
                    <a:pt x="1" y="14603"/>
                  </a:lnTo>
                  <a:lnTo>
                    <a:pt x="151" y="13248"/>
                  </a:lnTo>
                  <a:lnTo>
                    <a:pt x="453" y="11893"/>
                  </a:lnTo>
                  <a:lnTo>
                    <a:pt x="754" y="10689"/>
                  </a:lnTo>
                  <a:lnTo>
                    <a:pt x="1205" y="9485"/>
                  </a:lnTo>
                  <a:lnTo>
                    <a:pt x="1807" y="8280"/>
                  </a:lnTo>
                  <a:lnTo>
                    <a:pt x="2560" y="7226"/>
                  </a:lnTo>
                  <a:lnTo>
                    <a:pt x="3313" y="6173"/>
                  </a:lnTo>
                  <a:lnTo>
                    <a:pt x="4216" y="5269"/>
                  </a:lnTo>
                  <a:lnTo>
                    <a:pt x="5270" y="4366"/>
                  </a:lnTo>
                  <a:lnTo>
                    <a:pt x="6324" y="3614"/>
                  </a:lnTo>
                  <a:lnTo>
                    <a:pt x="7528" y="2861"/>
                  </a:lnTo>
                  <a:lnTo>
                    <a:pt x="8732" y="2409"/>
                  </a:lnTo>
                  <a:lnTo>
                    <a:pt x="12646" y="904"/>
                  </a:lnTo>
                  <a:lnTo>
                    <a:pt x="12646" y="904"/>
                  </a:lnTo>
                  <a:lnTo>
                    <a:pt x="14001" y="452"/>
                  </a:lnTo>
                  <a:lnTo>
                    <a:pt x="15356" y="151"/>
                  </a:lnTo>
                  <a:lnTo>
                    <a:pt x="16711" y="1"/>
                  </a:lnTo>
                  <a:lnTo>
                    <a:pt x="17915" y="1"/>
                  </a:lnTo>
                  <a:lnTo>
                    <a:pt x="19270" y="151"/>
                  </a:lnTo>
                  <a:lnTo>
                    <a:pt x="20625" y="452"/>
                  </a:lnTo>
                  <a:lnTo>
                    <a:pt x="21829" y="753"/>
                  </a:lnTo>
                  <a:lnTo>
                    <a:pt x="23033" y="1205"/>
                  </a:lnTo>
                  <a:lnTo>
                    <a:pt x="24238" y="1807"/>
                  </a:lnTo>
                  <a:lnTo>
                    <a:pt x="25291" y="2560"/>
                  </a:lnTo>
                  <a:lnTo>
                    <a:pt x="26345" y="3312"/>
                  </a:lnTo>
                  <a:lnTo>
                    <a:pt x="27248" y="4216"/>
                  </a:lnTo>
                  <a:lnTo>
                    <a:pt x="28152" y="5269"/>
                  </a:lnTo>
                  <a:lnTo>
                    <a:pt x="28904" y="6323"/>
                  </a:lnTo>
                  <a:lnTo>
                    <a:pt x="29657" y="7528"/>
                  </a:lnTo>
                  <a:lnTo>
                    <a:pt x="30109" y="8732"/>
                  </a:lnTo>
                  <a:lnTo>
                    <a:pt x="61872" y="92582"/>
                  </a:lnTo>
                  <a:lnTo>
                    <a:pt x="61872" y="92582"/>
                  </a:lnTo>
                  <a:lnTo>
                    <a:pt x="62324" y="93786"/>
                  </a:lnTo>
                  <a:lnTo>
                    <a:pt x="62625" y="95141"/>
                  </a:lnTo>
                  <a:lnTo>
                    <a:pt x="62776" y="96496"/>
                  </a:lnTo>
                  <a:lnTo>
                    <a:pt x="62776" y="97851"/>
                  </a:lnTo>
                  <a:lnTo>
                    <a:pt x="62625" y="99206"/>
                  </a:lnTo>
                  <a:lnTo>
                    <a:pt x="62474" y="100410"/>
                  </a:lnTo>
                  <a:lnTo>
                    <a:pt x="62023" y="101614"/>
                  </a:lnTo>
                  <a:lnTo>
                    <a:pt x="61571" y="102819"/>
                  </a:lnTo>
                  <a:lnTo>
                    <a:pt x="60969" y="104023"/>
                  </a:lnTo>
                  <a:lnTo>
                    <a:pt x="60216" y="105227"/>
                  </a:lnTo>
                  <a:lnTo>
                    <a:pt x="59464" y="106130"/>
                  </a:lnTo>
                  <a:lnTo>
                    <a:pt x="58560" y="107184"/>
                  </a:lnTo>
                  <a:lnTo>
                    <a:pt x="57507" y="108087"/>
                  </a:lnTo>
                  <a:lnTo>
                    <a:pt x="56453" y="108840"/>
                  </a:lnTo>
                  <a:lnTo>
                    <a:pt x="55249" y="109442"/>
                  </a:lnTo>
                  <a:lnTo>
                    <a:pt x="54044" y="11004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726;p29">
              <a:extLst>
                <a:ext uri="{FF2B5EF4-FFF2-40B4-BE49-F238E27FC236}">
                  <a16:creationId xmlns:a16="http://schemas.microsoft.com/office/drawing/2014/main" id="{3186393C-DF37-8303-C5A8-1B95901AA199}"/>
                </a:ext>
              </a:extLst>
            </p:cNvPr>
            <p:cNvSpPr/>
            <p:nvPr/>
          </p:nvSpPr>
          <p:spPr>
            <a:xfrm>
              <a:off x="5199060" y="1762714"/>
              <a:ext cx="1062590" cy="1905501"/>
            </a:xfrm>
            <a:custGeom>
              <a:avLst/>
              <a:gdLst/>
              <a:ahLst/>
              <a:cxnLst/>
              <a:rect l="l" t="t" r="r" b="b"/>
              <a:pathLst>
                <a:path w="62625" h="112303" extrusionOk="0">
                  <a:moveTo>
                    <a:pt x="16560" y="1"/>
                  </a:moveTo>
                  <a:lnTo>
                    <a:pt x="15205" y="151"/>
                  </a:lnTo>
                  <a:lnTo>
                    <a:pt x="13850" y="452"/>
                  </a:lnTo>
                  <a:lnTo>
                    <a:pt x="12495" y="904"/>
                  </a:lnTo>
                  <a:lnTo>
                    <a:pt x="8732" y="2409"/>
                  </a:lnTo>
                  <a:lnTo>
                    <a:pt x="7377" y="2861"/>
                  </a:lnTo>
                  <a:lnTo>
                    <a:pt x="6323" y="3614"/>
                  </a:lnTo>
                  <a:lnTo>
                    <a:pt x="5119" y="4366"/>
                  </a:lnTo>
                  <a:lnTo>
                    <a:pt x="4216" y="5269"/>
                  </a:lnTo>
                  <a:lnTo>
                    <a:pt x="3313" y="6173"/>
                  </a:lnTo>
                  <a:lnTo>
                    <a:pt x="2409" y="7226"/>
                  </a:lnTo>
                  <a:lnTo>
                    <a:pt x="1807" y="8280"/>
                  </a:lnTo>
                  <a:lnTo>
                    <a:pt x="1205" y="9485"/>
                  </a:lnTo>
                  <a:lnTo>
                    <a:pt x="603" y="10689"/>
                  </a:lnTo>
                  <a:lnTo>
                    <a:pt x="302" y="11893"/>
                  </a:lnTo>
                  <a:lnTo>
                    <a:pt x="1" y="13248"/>
                  </a:lnTo>
                  <a:lnTo>
                    <a:pt x="1" y="14603"/>
                  </a:lnTo>
                  <a:lnTo>
                    <a:pt x="1" y="15807"/>
                  </a:lnTo>
                  <a:lnTo>
                    <a:pt x="151" y="17162"/>
                  </a:lnTo>
                  <a:lnTo>
                    <a:pt x="452" y="18517"/>
                  </a:lnTo>
                  <a:lnTo>
                    <a:pt x="753" y="19872"/>
                  </a:lnTo>
                  <a:lnTo>
                    <a:pt x="32517" y="103571"/>
                  </a:lnTo>
                  <a:lnTo>
                    <a:pt x="33119" y="104926"/>
                  </a:lnTo>
                  <a:lnTo>
                    <a:pt x="33721" y="105980"/>
                  </a:lnTo>
                  <a:lnTo>
                    <a:pt x="34625" y="107184"/>
                  </a:lnTo>
                  <a:lnTo>
                    <a:pt x="35377" y="108087"/>
                  </a:lnTo>
                  <a:lnTo>
                    <a:pt x="36431" y="108991"/>
                  </a:lnTo>
                  <a:lnTo>
                    <a:pt x="37485" y="109894"/>
                  </a:lnTo>
                  <a:lnTo>
                    <a:pt x="38539" y="110496"/>
                  </a:lnTo>
                  <a:lnTo>
                    <a:pt x="39743" y="111098"/>
                  </a:lnTo>
                  <a:lnTo>
                    <a:pt x="40947" y="111700"/>
                  </a:lnTo>
                  <a:lnTo>
                    <a:pt x="42152" y="112001"/>
                  </a:lnTo>
                  <a:lnTo>
                    <a:pt x="43506" y="112303"/>
                  </a:lnTo>
                  <a:lnTo>
                    <a:pt x="46066" y="112303"/>
                  </a:lnTo>
                  <a:lnTo>
                    <a:pt x="47420" y="112152"/>
                  </a:lnTo>
                  <a:lnTo>
                    <a:pt x="48775" y="111851"/>
                  </a:lnTo>
                  <a:lnTo>
                    <a:pt x="50130" y="111550"/>
                  </a:lnTo>
                  <a:lnTo>
                    <a:pt x="53894" y="110044"/>
                  </a:lnTo>
                  <a:lnTo>
                    <a:pt x="55248" y="109442"/>
                  </a:lnTo>
                  <a:lnTo>
                    <a:pt x="56302" y="108840"/>
                  </a:lnTo>
                  <a:lnTo>
                    <a:pt x="57507" y="108087"/>
                  </a:lnTo>
                  <a:lnTo>
                    <a:pt x="58410" y="107184"/>
                  </a:lnTo>
                  <a:lnTo>
                    <a:pt x="59313" y="106130"/>
                  </a:lnTo>
                  <a:lnTo>
                    <a:pt x="60216" y="105227"/>
                  </a:lnTo>
                  <a:lnTo>
                    <a:pt x="60818" y="104023"/>
                  </a:lnTo>
                  <a:lnTo>
                    <a:pt x="61421" y="102819"/>
                  </a:lnTo>
                  <a:lnTo>
                    <a:pt x="61872" y="101614"/>
                  </a:lnTo>
                  <a:lnTo>
                    <a:pt x="62324" y="100410"/>
                  </a:lnTo>
                  <a:lnTo>
                    <a:pt x="62474" y="99206"/>
                  </a:lnTo>
                  <a:lnTo>
                    <a:pt x="62625" y="97851"/>
                  </a:lnTo>
                  <a:lnTo>
                    <a:pt x="62625" y="96496"/>
                  </a:lnTo>
                  <a:lnTo>
                    <a:pt x="62474" y="95141"/>
                  </a:lnTo>
                  <a:lnTo>
                    <a:pt x="62173" y="93786"/>
                  </a:lnTo>
                  <a:lnTo>
                    <a:pt x="61872" y="92582"/>
                  </a:lnTo>
                  <a:lnTo>
                    <a:pt x="30109" y="8732"/>
                  </a:lnTo>
                  <a:lnTo>
                    <a:pt x="29506" y="7528"/>
                  </a:lnTo>
                  <a:lnTo>
                    <a:pt x="28904" y="6323"/>
                  </a:lnTo>
                  <a:lnTo>
                    <a:pt x="28001" y="5269"/>
                  </a:lnTo>
                  <a:lnTo>
                    <a:pt x="27248" y="4216"/>
                  </a:lnTo>
                  <a:lnTo>
                    <a:pt x="26195" y="3312"/>
                  </a:lnTo>
                  <a:lnTo>
                    <a:pt x="25141" y="2560"/>
                  </a:lnTo>
                  <a:lnTo>
                    <a:pt x="24087" y="1807"/>
                  </a:lnTo>
                  <a:lnTo>
                    <a:pt x="22883" y="1205"/>
                  </a:lnTo>
                  <a:lnTo>
                    <a:pt x="21678" y="753"/>
                  </a:lnTo>
                  <a:lnTo>
                    <a:pt x="20474" y="452"/>
                  </a:lnTo>
                  <a:lnTo>
                    <a:pt x="19119" y="151"/>
                  </a:lnTo>
                  <a:lnTo>
                    <a:pt x="17915" y="1"/>
                  </a:ln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727;p29">
              <a:extLst>
                <a:ext uri="{FF2B5EF4-FFF2-40B4-BE49-F238E27FC236}">
                  <a16:creationId xmlns:a16="http://schemas.microsoft.com/office/drawing/2014/main" id="{DA9F7A65-07CF-83A1-0321-B8CC6B562D07}"/>
                </a:ext>
              </a:extLst>
            </p:cNvPr>
            <p:cNvSpPr/>
            <p:nvPr/>
          </p:nvSpPr>
          <p:spPr>
            <a:xfrm>
              <a:off x="5199060" y="1762714"/>
              <a:ext cx="1062590" cy="1905501"/>
            </a:xfrm>
            <a:custGeom>
              <a:avLst/>
              <a:gdLst/>
              <a:ahLst/>
              <a:cxnLst/>
              <a:rect l="l" t="t" r="r" b="b"/>
              <a:pathLst>
                <a:path w="62625" h="112303" fill="none" extrusionOk="0">
                  <a:moveTo>
                    <a:pt x="53894" y="110044"/>
                  </a:moveTo>
                  <a:lnTo>
                    <a:pt x="50130" y="111550"/>
                  </a:lnTo>
                  <a:lnTo>
                    <a:pt x="50130" y="111550"/>
                  </a:lnTo>
                  <a:lnTo>
                    <a:pt x="48775" y="111851"/>
                  </a:lnTo>
                  <a:lnTo>
                    <a:pt x="47420" y="112152"/>
                  </a:lnTo>
                  <a:lnTo>
                    <a:pt x="46066" y="112303"/>
                  </a:lnTo>
                  <a:lnTo>
                    <a:pt x="44711" y="112303"/>
                  </a:lnTo>
                  <a:lnTo>
                    <a:pt x="43506" y="112303"/>
                  </a:lnTo>
                  <a:lnTo>
                    <a:pt x="42152" y="112001"/>
                  </a:lnTo>
                  <a:lnTo>
                    <a:pt x="40947" y="111700"/>
                  </a:lnTo>
                  <a:lnTo>
                    <a:pt x="39743" y="111098"/>
                  </a:lnTo>
                  <a:lnTo>
                    <a:pt x="38539" y="110496"/>
                  </a:lnTo>
                  <a:lnTo>
                    <a:pt x="37485" y="109894"/>
                  </a:lnTo>
                  <a:lnTo>
                    <a:pt x="36431" y="108991"/>
                  </a:lnTo>
                  <a:lnTo>
                    <a:pt x="35377" y="108087"/>
                  </a:lnTo>
                  <a:lnTo>
                    <a:pt x="34625" y="107184"/>
                  </a:lnTo>
                  <a:lnTo>
                    <a:pt x="33721" y="105980"/>
                  </a:lnTo>
                  <a:lnTo>
                    <a:pt x="33119" y="104926"/>
                  </a:lnTo>
                  <a:lnTo>
                    <a:pt x="32517" y="103571"/>
                  </a:lnTo>
                  <a:lnTo>
                    <a:pt x="753" y="19872"/>
                  </a:lnTo>
                  <a:lnTo>
                    <a:pt x="753" y="19872"/>
                  </a:lnTo>
                  <a:lnTo>
                    <a:pt x="452" y="18517"/>
                  </a:lnTo>
                  <a:lnTo>
                    <a:pt x="151" y="17162"/>
                  </a:lnTo>
                  <a:lnTo>
                    <a:pt x="1" y="15807"/>
                  </a:lnTo>
                  <a:lnTo>
                    <a:pt x="1" y="14603"/>
                  </a:lnTo>
                  <a:lnTo>
                    <a:pt x="1" y="13248"/>
                  </a:lnTo>
                  <a:lnTo>
                    <a:pt x="302" y="11893"/>
                  </a:lnTo>
                  <a:lnTo>
                    <a:pt x="603" y="10689"/>
                  </a:lnTo>
                  <a:lnTo>
                    <a:pt x="1205" y="9485"/>
                  </a:lnTo>
                  <a:lnTo>
                    <a:pt x="1807" y="8280"/>
                  </a:lnTo>
                  <a:lnTo>
                    <a:pt x="2409" y="7226"/>
                  </a:lnTo>
                  <a:lnTo>
                    <a:pt x="3313" y="6173"/>
                  </a:lnTo>
                  <a:lnTo>
                    <a:pt x="4216" y="5269"/>
                  </a:lnTo>
                  <a:lnTo>
                    <a:pt x="5119" y="4366"/>
                  </a:lnTo>
                  <a:lnTo>
                    <a:pt x="6323" y="3614"/>
                  </a:lnTo>
                  <a:lnTo>
                    <a:pt x="7377" y="2861"/>
                  </a:lnTo>
                  <a:lnTo>
                    <a:pt x="8732" y="2409"/>
                  </a:lnTo>
                  <a:lnTo>
                    <a:pt x="12495" y="904"/>
                  </a:lnTo>
                  <a:lnTo>
                    <a:pt x="12495" y="904"/>
                  </a:lnTo>
                  <a:lnTo>
                    <a:pt x="13850" y="452"/>
                  </a:lnTo>
                  <a:lnTo>
                    <a:pt x="15205" y="151"/>
                  </a:lnTo>
                  <a:lnTo>
                    <a:pt x="16560" y="1"/>
                  </a:lnTo>
                  <a:lnTo>
                    <a:pt x="17915" y="1"/>
                  </a:lnTo>
                  <a:lnTo>
                    <a:pt x="19119" y="151"/>
                  </a:lnTo>
                  <a:lnTo>
                    <a:pt x="20474" y="452"/>
                  </a:lnTo>
                  <a:lnTo>
                    <a:pt x="21678" y="753"/>
                  </a:lnTo>
                  <a:lnTo>
                    <a:pt x="22883" y="1205"/>
                  </a:lnTo>
                  <a:lnTo>
                    <a:pt x="24087" y="1807"/>
                  </a:lnTo>
                  <a:lnTo>
                    <a:pt x="25141" y="2560"/>
                  </a:lnTo>
                  <a:lnTo>
                    <a:pt x="26195" y="3312"/>
                  </a:lnTo>
                  <a:lnTo>
                    <a:pt x="27248" y="4216"/>
                  </a:lnTo>
                  <a:lnTo>
                    <a:pt x="28001" y="5269"/>
                  </a:lnTo>
                  <a:lnTo>
                    <a:pt x="28904" y="6323"/>
                  </a:lnTo>
                  <a:lnTo>
                    <a:pt x="29506" y="7528"/>
                  </a:lnTo>
                  <a:lnTo>
                    <a:pt x="30109" y="8732"/>
                  </a:lnTo>
                  <a:lnTo>
                    <a:pt x="61872" y="92582"/>
                  </a:lnTo>
                  <a:lnTo>
                    <a:pt x="61872" y="92582"/>
                  </a:lnTo>
                  <a:lnTo>
                    <a:pt x="62173" y="93786"/>
                  </a:lnTo>
                  <a:lnTo>
                    <a:pt x="62474" y="95141"/>
                  </a:lnTo>
                  <a:lnTo>
                    <a:pt x="62625" y="96496"/>
                  </a:lnTo>
                  <a:lnTo>
                    <a:pt x="62625" y="97851"/>
                  </a:lnTo>
                  <a:lnTo>
                    <a:pt x="62474" y="99206"/>
                  </a:lnTo>
                  <a:lnTo>
                    <a:pt x="62324" y="100410"/>
                  </a:lnTo>
                  <a:lnTo>
                    <a:pt x="61872" y="101614"/>
                  </a:lnTo>
                  <a:lnTo>
                    <a:pt x="61421" y="102819"/>
                  </a:lnTo>
                  <a:lnTo>
                    <a:pt x="60818" y="104023"/>
                  </a:lnTo>
                  <a:lnTo>
                    <a:pt x="60216" y="105227"/>
                  </a:lnTo>
                  <a:lnTo>
                    <a:pt x="59313" y="106130"/>
                  </a:lnTo>
                  <a:lnTo>
                    <a:pt x="58410" y="107184"/>
                  </a:lnTo>
                  <a:lnTo>
                    <a:pt x="57507" y="108087"/>
                  </a:lnTo>
                  <a:lnTo>
                    <a:pt x="56302" y="108840"/>
                  </a:lnTo>
                  <a:lnTo>
                    <a:pt x="55248" y="109442"/>
                  </a:lnTo>
                  <a:lnTo>
                    <a:pt x="53894" y="11004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728;p29">
              <a:extLst>
                <a:ext uri="{FF2B5EF4-FFF2-40B4-BE49-F238E27FC236}">
                  <a16:creationId xmlns:a16="http://schemas.microsoft.com/office/drawing/2014/main" id="{95B2FC0C-C502-D5E7-9ED8-4AD7AF63065F}"/>
                </a:ext>
              </a:extLst>
            </p:cNvPr>
            <p:cNvSpPr/>
            <p:nvPr/>
          </p:nvSpPr>
          <p:spPr>
            <a:xfrm>
              <a:off x="5413631" y="1977268"/>
              <a:ext cx="633465" cy="1476393"/>
            </a:xfrm>
            <a:custGeom>
              <a:avLst/>
              <a:gdLst/>
              <a:ahLst/>
              <a:cxnLst/>
              <a:rect l="l" t="t" r="r" b="b"/>
              <a:pathLst>
                <a:path w="37334" h="87013" extrusionOk="0">
                  <a:moveTo>
                    <a:pt x="4366" y="1"/>
                  </a:moveTo>
                  <a:lnTo>
                    <a:pt x="602" y="1506"/>
                  </a:lnTo>
                  <a:lnTo>
                    <a:pt x="301" y="1657"/>
                  </a:lnTo>
                  <a:lnTo>
                    <a:pt x="0" y="1958"/>
                  </a:lnTo>
                  <a:lnTo>
                    <a:pt x="0" y="2409"/>
                  </a:lnTo>
                  <a:lnTo>
                    <a:pt x="0" y="2711"/>
                  </a:lnTo>
                  <a:lnTo>
                    <a:pt x="31764" y="86410"/>
                  </a:lnTo>
                  <a:lnTo>
                    <a:pt x="31914" y="86711"/>
                  </a:lnTo>
                  <a:lnTo>
                    <a:pt x="32215" y="86862"/>
                  </a:lnTo>
                  <a:lnTo>
                    <a:pt x="32667" y="87012"/>
                  </a:lnTo>
                  <a:lnTo>
                    <a:pt x="32968" y="87012"/>
                  </a:lnTo>
                  <a:lnTo>
                    <a:pt x="36731" y="85507"/>
                  </a:lnTo>
                  <a:lnTo>
                    <a:pt x="37033" y="85356"/>
                  </a:lnTo>
                  <a:lnTo>
                    <a:pt x="37334" y="85055"/>
                  </a:lnTo>
                  <a:lnTo>
                    <a:pt x="37334" y="84754"/>
                  </a:lnTo>
                  <a:lnTo>
                    <a:pt x="37334" y="84303"/>
                  </a:lnTo>
                  <a:lnTo>
                    <a:pt x="5570" y="603"/>
                  </a:lnTo>
                  <a:lnTo>
                    <a:pt x="5419" y="302"/>
                  </a:lnTo>
                  <a:lnTo>
                    <a:pt x="5118" y="151"/>
                  </a:lnTo>
                  <a:lnTo>
                    <a:pt x="4667"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729;p29">
              <a:extLst>
                <a:ext uri="{FF2B5EF4-FFF2-40B4-BE49-F238E27FC236}">
                  <a16:creationId xmlns:a16="http://schemas.microsoft.com/office/drawing/2014/main" id="{C0A71AA3-5AA5-0848-8CA1-680482DAD5CE}"/>
                </a:ext>
              </a:extLst>
            </p:cNvPr>
            <p:cNvSpPr/>
            <p:nvPr/>
          </p:nvSpPr>
          <p:spPr>
            <a:xfrm>
              <a:off x="5413631" y="1977268"/>
              <a:ext cx="633465" cy="1476393"/>
            </a:xfrm>
            <a:custGeom>
              <a:avLst/>
              <a:gdLst/>
              <a:ahLst/>
              <a:cxnLst/>
              <a:rect l="l" t="t" r="r" b="b"/>
              <a:pathLst>
                <a:path w="37334" h="87013" fill="none" extrusionOk="0">
                  <a:moveTo>
                    <a:pt x="32667" y="87012"/>
                  </a:moveTo>
                  <a:lnTo>
                    <a:pt x="32667" y="87012"/>
                  </a:lnTo>
                  <a:lnTo>
                    <a:pt x="32215" y="86862"/>
                  </a:lnTo>
                  <a:lnTo>
                    <a:pt x="31914" y="86711"/>
                  </a:lnTo>
                  <a:lnTo>
                    <a:pt x="31764" y="86410"/>
                  </a:lnTo>
                  <a:lnTo>
                    <a:pt x="0" y="2711"/>
                  </a:lnTo>
                  <a:lnTo>
                    <a:pt x="0" y="2711"/>
                  </a:lnTo>
                  <a:lnTo>
                    <a:pt x="0" y="2409"/>
                  </a:lnTo>
                  <a:lnTo>
                    <a:pt x="0" y="1958"/>
                  </a:lnTo>
                  <a:lnTo>
                    <a:pt x="0" y="1958"/>
                  </a:lnTo>
                  <a:lnTo>
                    <a:pt x="301" y="1657"/>
                  </a:lnTo>
                  <a:lnTo>
                    <a:pt x="602" y="1506"/>
                  </a:lnTo>
                  <a:lnTo>
                    <a:pt x="4366" y="1"/>
                  </a:lnTo>
                  <a:lnTo>
                    <a:pt x="4366" y="1"/>
                  </a:lnTo>
                  <a:lnTo>
                    <a:pt x="4667" y="1"/>
                  </a:lnTo>
                  <a:lnTo>
                    <a:pt x="4667" y="1"/>
                  </a:lnTo>
                  <a:lnTo>
                    <a:pt x="5118" y="151"/>
                  </a:lnTo>
                  <a:lnTo>
                    <a:pt x="5419" y="302"/>
                  </a:lnTo>
                  <a:lnTo>
                    <a:pt x="5570" y="603"/>
                  </a:lnTo>
                  <a:lnTo>
                    <a:pt x="37334" y="84303"/>
                  </a:lnTo>
                  <a:lnTo>
                    <a:pt x="37334" y="84303"/>
                  </a:lnTo>
                  <a:lnTo>
                    <a:pt x="37334" y="84754"/>
                  </a:lnTo>
                  <a:lnTo>
                    <a:pt x="37334" y="85055"/>
                  </a:lnTo>
                  <a:lnTo>
                    <a:pt x="37033" y="85356"/>
                  </a:lnTo>
                  <a:lnTo>
                    <a:pt x="36731" y="85507"/>
                  </a:lnTo>
                  <a:lnTo>
                    <a:pt x="32968" y="87012"/>
                  </a:lnTo>
                  <a:lnTo>
                    <a:pt x="32968" y="87012"/>
                  </a:lnTo>
                  <a:lnTo>
                    <a:pt x="32667" y="8701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730;p29">
              <a:extLst>
                <a:ext uri="{FF2B5EF4-FFF2-40B4-BE49-F238E27FC236}">
                  <a16:creationId xmlns:a16="http://schemas.microsoft.com/office/drawing/2014/main" id="{DF267D49-8659-B6E7-98FE-FDC9A1B7C968}"/>
                </a:ext>
              </a:extLst>
            </p:cNvPr>
            <p:cNvSpPr/>
            <p:nvPr/>
          </p:nvSpPr>
          <p:spPr>
            <a:xfrm>
              <a:off x="5569427" y="3320822"/>
              <a:ext cx="985964" cy="939983"/>
            </a:xfrm>
            <a:custGeom>
              <a:avLst/>
              <a:gdLst/>
              <a:ahLst/>
              <a:cxnLst/>
              <a:rect l="l" t="t" r="r" b="b"/>
              <a:pathLst>
                <a:path w="58109" h="55399" extrusionOk="0">
                  <a:moveTo>
                    <a:pt x="27248" y="0"/>
                  </a:moveTo>
                  <a:lnTo>
                    <a:pt x="25442" y="301"/>
                  </a:lnTo>
                  <a:lnTo>
                    <a:pt x="23635" y="753"/>
                  </a:lnTo>
                  <a:lnTo>
                    <a:pt x="21980" y="1205"/>
                  </a:lnTo>
                  <a:lnTo>
                    <a:pt x="20324" y="1957"/>
                  </a:lnTo>
                  <a:lnTo>
                    <a:pt x="18668" y="2710"/>
                  </a:lnTo>
                  <a:lnTo>
                    <a:pt x="17313" y="3764"/>
                  </a:lnTo>
                  <a:lnTo>
                    <a:pt x="15807" y="4818"/>
                  </a:lnTo>
                  <a:lnTo>
                    <a:pt x="14603" y="6022"/>
                  </a:lnTo>
                  <a:lnTo>
                    <a:pt x="13399" y="7226"/>
                  </a:lnTo>
                  <a:lnTo>
                    <a:pt x="12345" y="8581"/>
                  </a:lnTo>
                  <a:lnTo>
                    <a:pt x="11291" y="10086"/>
                  </a:lnTo>
                  <a:lnTo>
                    <a:pt x="10539" y="11742"/>
                  </a:lnTo>
                  <a:lnTo>
                    <a:pt x="9786" y="13398"/>
                  </a:lnTo>
                  <a:lnTo>
                    <a:pt x="9334" y="15054"/>
                  </a:lnTo>
                  <a:lnTo>
                    <a:pt x="8883" y="16861"/>
                  </a:lnTo>
                  <a:lnTo>
                    <a:pt x="7678" y="23334"/>
                  </a:lnTo>
                  <a:lnTo>
                    <a:pt x="6173" y="29958"/>
                  </a:lnTo>
                  <a:lnTo>
                    <a:pt x="1" y="55399"/>
                  </a:lnTo>
                  <a:lnTo>
                    <a:pt x="58109" y="55399"/>
                  </a:lnTo>
                  <a:lnTo>
                    <a:pt x="51937" y="29958"/>
                  </a:lnTo>
                  <a:lnTo>
                    <a:pt x="50582" y="23334"/>
                  </a:lnTo>
                  <a:lnTo>
                    <a:pt x="49378" y="16861"/>
                  </a:lnTo>
                  <a:lnTo>
                    <a:pt x="48926" y="15054"/>
                  </a:lnTo>
                  <a:lnTo>
                    <a:pt x="48324" y="13398"/>
                  </a:lnTo>
                  <a:lnTo>
                    <a:pt x="47722" y="11742"/>
                  </a:lnTo>
                  <a:lnTo>
                    <a:pt x="46818" y="10086"/>
                  </a:lnTo>
                  <a:lnTo>
                    <a:pt x="45915" y="8581"/>
                  </a:lnTo>
                  <a:lnTo>
                    <a:pt x="44861" y="7226"/>
                  </a:lnTo>
                  <a:lnTo>
                    <a:pt x="43657" y="6022"/>
                  </a:lnTo>
                  <a:lnTo>
                    <a:pt x="42302" y="4818"/>
                  </a:lnTo>
                  <a:lnTo>
                    <a:pt x="40947" y="3764"/>
                  </a:lnTo>
                  <a:lnTo>
                    <a:pt x="39442" y="2710"/>
                  </a:lnTo>
                  <a:lnTo>
                    <a:pt x="37937" y="1957"/>
                  </a:lnTo>
                  <a:lnTo>
                    <a:pt x="36281" y="1205"/>
                  </a:lnTo>
                  <a:lnTo>
                    <a:pt x="34625" y="753"/>
                  </a:lnTo>
                  <a:lnTo>
                    <a:pt x="32818" y="301"/>
                  </a:lnTo>
                  <a:lnTo>
                    <a:pt x="31012"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731;p29">
              <a:extLst>
                <a:ext uri="{FF2B5EF4-FFF2-40B4-BE49-F238E27FC236}">
                  <a16:creationId xmlns:a16="http://schemas.microsoft.com/office/drawing/2014/main" id="{37D50473-AD49-9758-D32E-CF3E1A5A7C57}"/>
                </a:ext>
              </a:extLst>
            </p:cNvPr>
            <p:cNvSpPr/>
            <p:nvPr/>
          </p:nvSpPr>
          <p:spPr>
            <a:xfrm>
              <a:off x="5569427" y="3320822"/>
              <a:ext cx="985964" cy="939983"/>
            </a:xfrm>
            <a:custGeom>
              <a:avLst/>
              <a:gdLst/>
              <a:ahLst/>
              <a:cxnLst/>
              <a:rect l="l" t="t" r="r" b="b"/>
              <a:pathLst>
                <a:path w="58109" h="55399" fill="none" extrusionOk="0">
                  <a:moveTo>
                    <a:pt x="29055" y="0"/>
                  </a:moveTo>
                  <a:lnTo>
                    <a:pt x="29055" y="0"/>
                  </a:lnTo>
                  <a:lnTo>
                    <a:pt x="27248" y="0"/>
                  </a:lnTo>
                  <a:lnTo>
                    <a:pt x="25442" y="301"/>
                  </a:lnTo>
                  <a:lnTo>
                    <a:pt x="23635" y="753"/>
                  </a:lnTo>
                  <a:lnTo>
                    <a:pt x="21980" y="1205"/>
                  </a:lnTo>
                  <a:lnTo>
                    <a:pt x="20324" y="1957"/>
                  </a:lnTo>
                  <a:lnTo>
                    <a:pt x="18668" y="2710"/>
                  </a:lnTo>
                  <a:lnTo>
                    <a:pt x="17313" y="3764"/>
                  </a:lnTo>
                  <a:lnTo>
                    <a:pt x="15807" y="4818"/>
                  </a:lnTo>
                  <a:lnTo>
                    <a:pt x="14603" y="6022"/>
                  </a:lnTo>
                  <a:lnTo>
                    <a:pt x="13399" y="7226"/>
                  </a:lnTo>
                  <a:lnTo>
                    <a:pt x="12345" y="8581"/>
                  </a:lnTo>
                  <a:lnTo>
                    <a:pt x="11291" y="10086"/>
                  </a:lnTo>
                  <a:lnTo>
                    <a:pt x="10539" y="11742"/>
                  </a:lnTo>
                  <a:lnTo>
                    <a:pt x="9786" y="13398"/>
                  </a:lnTo>
                  <a:lnTo>
                    <a:pt x="9334" y="15054"/>
                  </a:lnTo>
                  <a:lnTo>
                    <a:pt x="8883" y="16861"/>
                  </a:lnTo>
                  <a:lnTo>
                    <a:pt x="8883" y="16861"/>
                  </a:lnTo>
                  <a:lnTo>
                    <a:pt x="7678" y="23334"/>
                  </a:lnTo>
                  <a:lnTo>
                    <a:pt x="6173" y="29958"/>
                  </a:lnTo>
                  <a:lnTo>
                    <a:pt x="1" y="55399"/>
                  </a:lnTo>
                  <a:lnTo>
                    <a:pt x="58109" y="55399"/>
                  </a:lnTo>
                  <a:lnTo>
                    <a:pt x="51937" y="29958"/>
                  </a:lnTo>
                  <a:lnTo>
                    <a:pt x="51937" y="29958"/>
                  </a:lnTo>
                  <a:lnTo>
                    <a:pt x="50582" y="23334"/>
                  </a:lnTo>
                  <a:lnTo>
                    <a:pt x="49378" y="16861"/>
                  </a:lnTo>
                  <a:lnTo>
                    <a:pt x="49378" y="16861"/>
                  </a:lnTo>
                  <a:lnTo>
                    <a:pt x="48926" y="15054"/>
                  </a:lnTo>
                  <a:lnTo>
                    <a:pt x="48324" y="13398"/>
                  </a:lnTo>
                  <a:lnTo>
                    <a:pt x="47722" y="11742"/>
                  </a:lnTo>
                  <a:lnTo>
                    <a:pt x="46818" y="10086"/>
                  </a:lnTo>
                  <a:lnTo>
                    <a:pt x="45915" y="8581"/>
                  </a:lnTo>
                  <a:lnTo>
                    <a:pt x="44861" y="7226"/>
                  </a:lnTo>
                  <a:lnTo>
                    <a:pt x="43657" y="6022"/>
                  </a:lnTo>
                  <a:lnTo>
                    <a:pt x="42302" y="4818"/>
                  </a:lnTo>
                  <a:lnTo>
                    <a:pt x="40947" y="3764"/>
                  </a:lnTo>
                  <a:lnTo>
                    <a:pt x="39442" y="2710"/>
                  </a:lnTo>
                  <a:lnTo>
                    <a:pt x="37937" y="1957"/>
                  </a:lnTo>
                  <a:lnTo>
                    <a:pt x="36281" y="1205"/>
                  </a:lnTo>
                  <a:lnTo>
                    <a:pt x="34625" y="753"/>
                  </a:lnTo>
                  <a:lnTo>
                    <a:pt x="32818" y="301"/>
                  </a:lnTo>
                  <a:lnTo>
                    <a:pt x="31012" y="0"/>
                  </a:lnTo>
                  <a:lnTo>
                    <a:pt x="2905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732;p29">
              <a:extLst>
                <a:ext uri="{FF2B5EF4-FFF2-40B4-BE49-F238E27FC236}">
                  <a16:creationId xmlns:a16="http://schemas.microsoft.com/office/drawing/2014/main" id="{FF59FB1F-2940-310E-3D7C-D13CBB435EB5}"/>
                </a:ext>
              </a:extLst>
            </p:cNvPr>
            <p:cNvSpPr/>
            <p:nvPr/>
          </p:nvSpPr>
          <p:spPr>
            <a:xfrm>
              <a:off x="5623078" y="3320822"/>
              <a:ext cx="988510" cy="939983"/>
            </a:xfrm>
            <a:custGeom>
              <a:avLst/>
              <a:gdLst/>
              <a:ahLst/>
              <a:cxnLst/>
              <a:rect l="l" t="t" r="r" b="b"/>
              <a:pathLst>
                <a:path w="58259" h="55399" extrusionOk="0">
                  <a:moveTo>
                    <a:pt x="27248" y="0"/>
                  </a:moveTo>
                  <a:lnTo>
                    <a:pt x="25441" y="301"/>
                  </a:lnTo>
                  <a:lnTo>
                    <a:pt x="23635" y="753"/>
                  </a:lnTo>
                  <a:lnTo>
                    <a:pt x="21979" y="1205"/>
                  </a:lnTo>
                  <a:lnTo>
                    <a:pt x="20323" y="1957"/>
                  </a:lnTo>
                  <a:lnTo>
                    <a:pt x="18818" y="2710"/>
                  </a:lnTo>
                  <a:lnTo>
                    <a:pt x="17312" y="3764"/>
                  </a:lnTo>
                  <a:lnTo>
                    <a:pt x="15957" y="4818"/>
                  </a:lnTo>
                  <a:lnTo>
                    <a:pt x="14602" y="6022"/>
                  </a:lnTo>
                  <a:lnTo>
                    <a:pt x="13398" y="7226"/>
                  </a:lnTo>
                  <a:lnTo>
                    <a:pt x="12344" y="8581"/>
                  </a:lnTo>
                  <a:lnTo>
                    <a:pt x="11441" y="10086"/>
                  </a:lnTo>
                  <a:lnTo>
                    <a:pt x="10538" y="11742"/>
                  </a:lnTo>
                  <a:lnTo>
                    <a:pt x="9936" y="13398"/>
                  </a:lnTo>
                  <a:lnTo>
                    <a:pt x="9334" y="15054"/>
                  </a:lnTo>
                  <a:lnTo>
                    <a:pt x="8882" y="16861"/>
                  </a:lnTo>
                  <a:lnTo>
                    <a:pt x="7678" y="23334"/>
                  </a:lnTo>
                  <a:lnTo>
                    <a:pt x="6323" y="29958"/>
                  </a:lnTo>
                  <a:lnTo>
                    <a:pt x="0" y="55399"/>
                  </a:lnTo>
                  <a:lnTo>
                    <a:pt x="58259" y="55399"/>
                  </a:lnTo>
                  <a:lnTo>
                    <a:pt x="51936" y="29958"/>
                  </a:lnTo>
                  <a:lnTo>
                    <a:pt x="50581" y="23334"/>
                  </a:lnTo>
                  <a:lnTo>
                    <a:pt x="49377" y="16861"/>
                  </a:lnTo>
                  <a:lnTo>
                    <a:pt x="48925" y="15054"/>
                  </a:lnTo>
                  <a:lnTo>
                    <a:pt x="48474" y="13398"/>
                  </a:lnTo>
                  <a:lnTo>
                    <a:pt x="47721" y="11742"/>
                  </a:lnTo>
                  <a:lnTo>
                    <a:pt x="46818" y="10086"/>
                  </a:lnTo>
                  <a:lnTo>
                    <a:pt x="45915" y="8581"/>
                  </a:lnTo>
                  <a:lnTo>
                    <a:pt x="44861" y="7226"/>
                  </a:lnTo>
                  <a:lnTo>
                    <a:pt x="43656" y="6022"/>
                  </a:lnTo>
                  <a:lnTo>
                    <a:pt x="42452" y="4818"/>
                  </a:lnTo>
                  <a:lnTo>
                    <a:pt x="40947" y="3764"/>
                  </a:lnTo>
                  <a:lnTo>
                    <a:pt x="39441" y="2710"/>
                  </a:lnTo>
                  <a:lnTo>
                    <a:pt x="37936" y="1957"/>
                  </a:lnTo>
                  <a:lnTo>
                    <a:pt x="36280" y="1205"/>
                  </a:lnTo>
                  <a:lnTo>
                    <a:pt x="34624" y="753"/>
                  </a:lnTo>
                  <a:lnTo>
                    <a:pt x="32818" y="301"/>
                  </a:lnTo>
                  <a:lnTo>
                    <a:pt x="31011"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733;p29">
              <a:extLst>
                <a:ext uri="{FF2B5EF4-FFF2-40B4-BE49-F238E27FC236}">
                  <a16:creationId xmlns:a16="http://schemas.microsoft.com/office/drawing/2014/main" id="{6D855BE9-68AD-7E33-091D-3709D78D811B}"/>
                </a:ext>
              </a:extLst>
            </p:cNvPr>
            <p:cNvSpPr/>
            <p:nvPr/>
          </p:nvSpPr>
          <p:spPr>
            <a:xfrm>
              <a:off x="5623078" y="3320822"/>
              <a:ext cx="988510" cy="939983"/>
            </a:xfrm>
            <a:custGeom>
              <a:avLst/>
              <a:gdLst/>
              <a:ahLst/>
              <a:cxnLst/>
              <a:rect l="l" t="t" r="r" b="b"/>
              <a:pathLst>
                <a:path w="58259" h="55399" fill="none" extrusionOk="0">
                  <a:moveTo>
                    <a:pt x="29205" y="0"/>
                  </a:moveTo>
                  <a:lnTo>
                    <a:pt x="29205" y="0"/>
                  </a:lnTo>
                  <a:lnTo>
                    <a:pt x="27248" y="0"/>
                  </a:lnTo>
                  <a:lnTo>
                    <a:pt x="25441" y="301"/>
                  </a:lnTo>
                  <a:lnTo>
                    <a:pt x="23635" y="753"/>
                  </a:lnTo>
                  <a:lnTo>
                    <a:pt x="21979" y="1205"/>
                  </a:lnTo>
                  <a:lnTo>
                    <a:pt x="20323" y="1957"/>
                  </a:lnTo>
                  <a:lnTo>
                    <a:pt x="18818" y="2710"/>
                  </a:lnTo>
                  <a:lnTo>
                    <a:pt x="17312" y="3764"/>
                  </a:lnTo>
                  <a:lnTo>
                    <a:pt x="15957" y="4818"/>
                  </a:lnTo>
                  <a:lnTo>
                    <a:pt x="14602" y="6022"/>
                  </a:lnTo>
                  <a:lnTo>
                    <a:pt x="13398" y="7226"/>
                  </a:lnTo>
                  <a:lnTo>
                    <a:pt x="12344" y="8581"/>
                  </a:lnTo>
                  <a:lnTo>
                    <a:pt x="11441" y="10086"/>
                  </a:lnTo>
                  <a:lnTo>
                    <a:pt x="10538" y="11742"/>
                  </a:lnTo>
                  <a:lnTo>
                    <a:pt x="9936" y="13398"/>
                  </a:lnTo>
                  <a:lnTo>
                    <a:pt x="9334" y="15054"/>
                  </a:lnTo>
                  <a:lnTo>
                    <a:pt x="8882" y="16861"/>
                  </a:lnTo>
                  <a:lnTo>
                    <a:pt x="8882" y="16861"/>
                  </a:lnTo>
                  <a:lnTo>
                    <a:pt x="7678" y="23334"/>
                  </a:lnTo>
                  <a:lnTo>
                    <a:pt x="6323" y="29958"/>
                  </a:lnTo>
                  <a:lnTo>
                    <a:pt x="0" y="55399"/>
                  </a:lnTo>
                  <a:lnTo>
                    <a:pt x="58259" y="55399"/>
                  </a:lnTo>
                  <a:lnTo>
                    <a:pt x="51936" y="29958"/>
                  </a:lnTo>
                  <a:lnTo>
                    <a:pt x="51936" y="29958"/>
                  </a:lnTo>
                  <a:lnTo>
                    <a:pt x="50581" y="23334"/>
                  </a:lnTo>
                  <a:lnTo>
                    <a:pt x="49377" y="16861"/>
                  </a:lnTo>
                  <a:lnTo>
                    <a:pt x="49377" y="16861"/>
                  </a:lnTo>
                  <a:lnTo>
                    <a:pt x="48925" y="15054"/>
                  </a:lnTo>
                  <a:lnTo>
                    <a:pt x="48474" y="13398"/>
                  </a:lnTo>
                  <a:lnTo>
                    <a:pt x="47721" y="11742"/>
                  </a:lnTo>
                  <a:lnTo>
                    <a:pt x="46818" y="10086"/>
                  </a:lnTo>
                  <a:lnTo>
                    <a:pt x="45915" y="8581"/>
                  </a:lnTo>
                  <a:lnTo>
                    <a:pt x="44861" y="7226"/>
                  </a:lnTo>
                  <a:lnTo>
                    <a:pt x="43656" y="6022"/>
                  </a:lnTo>
                  <a:lnTo>
                    <a:pt x="42452" y="4818"/>
                  </a:lnTo>
                  <a:lnTo>
                    <a:pt x="40947" y="3764"/>
                  </a:lnTo>
                  <a:lnTo>
                    <a:pt x="39441" y="2710"/>
                  </a:lnTo>
                  <a:lnTo>
                    <a:pt x="37936" y="1957"/>
                  </a:lnTo>
                  <a:lnTo>
                    <a:pt x="36280" y="1205"/>
                  </a:lnTo>
                  <a:lnTo>
                    <a:pt x="34624" y="753"/>
                  </a:lnTo>
                  <a:lnTo>
                    <a:pt x="32818" y="301"/>
                  </a:lnTo>
                  <a:lnTo>
                    <a:pt x="31011" y="0"/>
                  </a:lnTo>
                  <a:lnTo>
                    <a:pt x="2920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734;p29">
              <a:extLst>
                <a:ext uri="{FF2B5EF4-FFF2-40B4-BE49-F238E27FC236}">
                  <a16:creationId xmlns:a16="http://schemas.microsoft.com/office/drawing/2014/main" id="{7C3C1F2E-8752-2391-5BD2-A2F2C90E5F14}"/>
                </a:ext>
              </a:extLst>
            </p:cNvPr>
            <p:cNvSpPr/>
            <p:nvPr/>
          </p:nvSpPr>
          <p:spPr>
            <a:xfrm>
              <a:off x="5232265" y="1801026"/>
              <a:ext cx="487883" cy="487883"/>
            </a:xfrm>
            <a:custGeom>
              <a:avLst/>
              <a:gdLst/>
              <a:ahLst/>
              <a:cxnLst/>
              <a:rect l="l" t="t" r="r" b="b"/>
              <a:pathLst>
                <a:path w="28754" h="28754" extrusionOk="0">
                  <a:moveTo>
                    <a:pt x="12947" y="1"/>
                  </a:moveTo>
                  <a:lnTo>
                    <a:pt x="11442" y="302"/>
                  </a:lnTo>
                  <a:lnTo>
                    <a:pt x="10087" y="603"/>
                  </a:lnTo>
                  <a:lnTo>
                    <a:pt x="8732" y="1054"/>
                  </a:lnTo>
                  <a:lnTo>
                    <a:pt x="7528" y="1657"/>
                  </a:lnTo>
                  <a:lnTo>
                    <a:pt x="6323" y="2409"/>
                  </a:lnTo>
                  <a:lnTo>
                    <a:pt x="5270" y="3313"/>
                  </a:lnTo>
                  <a:lnTo>
                    <a:pt x="4216" y="4216"/>
                  </a:lnTo>
                  <a:lnTo>
                    <a:pt x="3313" y="5270"/>
                  </a:lnTo>
                  <a:lnTo>
                    <a:pt x="2409" y="6323"/>
                  </a:lnTo>
                  <a:lnTo>
                    <a:pt x="1807" y="7528"/>
                  </a:lnTo>
                  <a:lnTo>
                    <a:pt x="1205" y="8732"/>
                  </a:lnTo>
                  <a:lnTo>
                    <a:pt x="603" y="10087"/>
                  </a:lnTo>
                  <a:lnTo>
                    <a:pt x="302" y="11442"/>
                  </a:lnTo>
                  <a:lnTo>
                    <a:pt x="151" y="12947"/>
                  </a:lnTo>
                  <a:lnTo>
                    <a:pt x="1" y="14302"/>
                  </a:lnTo>
                  <a:lnTo>
                    <a:pt x="151" y="15807"/>
                  </a:lnTo>
                  <a:lnTo>
                    <a:pt x="302" y="17162"/>
                  </a:lnTo>
                  <a:lnTo>
                    <a:pt x="603" y="18668"/>
                  </a:lnTo>
                  <a:lnTo>
                    <a:pt x="1205" y="19872"/>
                  </a:lnTo>
                  <a:lnTo>
                    <a:pt x="1807" y="21227"/>
                  </a:lnTo>
                  <a:lnTo>
                    <a:pt x="2409" y="22431"/>
                  </a:lnTo>
                  <a:lnTo>
                    <a:pt x="3313" y="23485"/>
                  </a:lnTo>
                  <a:lnTo>
                    <a:pt x="4216" y="24539"/>
                  </a:lnTo>
                  <a:lnTo>
                    <a:pt x="5270" y="25442"/>
                  </a:lnTo>
                  <a:lnTo>
                    <a:pt x="6323" y="26194"/>
                  </a:lnTo>
                  <a:lnTo>
                    <a:pt x="7528" y="26947"/>
                  </a:lnTo>
                  <a:lnTo>
                    <a:pt x="8732" y="27549"/>
                  </a:lnTo>
                  <a:lnTo>
                    <a:pt x="10087" y="28001"/>
                  </a:lnTo>
                  <a:lnTo>
                    <a:pt x="11442" y="28453"/>
                  </a:lnTo>
                  <a:lnTo>
                    <a:pt x="12947" y="28603"/>
                  </a:lnTo>
                  <a:lnTo>
                    <a:pt x="14302" y="28754"/>
                  </a:lnTo>
                  <a:lnTo>
                    <a:pt x="15807" y="28603"/>
                  </a:lnTo>
                  <a:lnTo>
                    <a:pt x="17313" y="28453"/>
                  </a:lnTo>
                  <a:lnTo>
                    <a:pt x="18668" y="28001"/>
                  </a:lnTo>
                  <a:lnTo>
                    <a:pt x="19872" y="27549"/>
                  </a:lnTo>
                  <a:lnTo>
                    <a:pt x="21227" y="26947"/>
                  </a:lnTo>
                  <a:lnTo>
                    <a:pt x="22431" y="26194"/>
                  </a:lnTo>
                  <a:lnTo>
                    <a:pt x="23485" y="25442"/>
                  </a:lnTo>
                  <a:lnTo>
                    <a:pt x="24539" y="24539"/>
                  </a:lnTo>
                  <a:lnTo>
                    <a:pt x="25442" y="23485"/>
                  </a:lnTo>
                  <a:lnTo>
                    <a:pt x="26195" y="22431"/>
                  </a:lnTo>
                  <a:lnTo>
                    <a:pt x="26947" y="21227"/>
                  </a:lnTo>
                  <a:lnTo>
                    <a:pt x="27549" y="19872"/>
                  </a:lnTo>
                  <a:lnTo>
                    <a:pt x="28001" y="18668"/>
                  </a:lnTo>
                  <a:lnTo>
                    <a:pt x="28453" y="17162"/>
                  </a:lnTo>
                  <a:lnTo>
                    <a:pt x="28603" y="15807"/>
                  </a:lnTo>
                  <a:lnTo>
                    <a:pt x="28754" y="14302"/>
                  </a:lnTo>
                  <a:lnTo>
                    <a:pt x="28603" y="12947"/>
                  </a:lnTo>
                  <a:lnTo>
                    <a:pt x="28453" y="11442"/>
                  </a:lnTo>
                  <a:lnTo>
                    <a:pt x="28001" y="10087"/>
                  </a:lnTo>
                  <a:lnTo>
                    <a:pt x="27549" y="8732"/>
                  </a:lnTo>
                  <a:lnTo>
                    <a:pt x="26947" y="7528"/>
                  </a:lnTo>
                  <a:lnTo>
                    <a:pt x="26195" y="6323"/>
                  </a:lnTo>
                  <a:lnTo>
                    <a:pt x="25442" y="5270"/>
                  </a:lnTo>
                  <a:lnTo>
                    <a:pt x="24539" y="4216"/>
                  </a:lnTo>
                  <a:lnTo>
                    <a:pt x="23485" y="3313"/>
                  </a:lnTo>
                  <a:lnTo>
                    <a:pt x="22431" y="2409"/>
                  </a:lnTo>
                  <a:lnTo>
                    <a:pt x="21227" y="1657"/>
                  </a:lnTo>
                  <a:lnTo>
                    <a:pt x="19872" y="1054"/>
                  </a:lnTo>
                  <a:lnTo>
                    <a:pt x="18668" y="603"/>
                  </a:lnTo>
                  <a:lnTo>
                    <a:pt x="17313" y="302"/>
                  </a:lnTo>
                  <a:lnTo>
                    <a:pt x="15807"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735;p29">
              <a:extLst>
                <a:ext uri="{FF2B5EF4-FFF2-40B4-BE49-F238E27FC236}">
                  <a16:creationId xmlns:a16="http://schemas.microsoft.com/office/drawing/2014/main" id="{21EA02B2-349A-A438-1EE4-555C2BE7B831}"/>
                </a:ext>
              </a:extLst>
            </p:cNvPr>
            <p:cNvSpPr/>
            <p:nvPr/>
          </p:nvSpPr>
          <p:spPr>
            <a:xfrm>
              <a:off x="5232265" y="1801026"/>
              <a:ext cx="487883" cy="487883"/>
            </a:xfrm>
            <a:custGeom>
              <a:avLst/>
              <a:gdLst/>
              <a:ahLst/>
              <a:cxnLst/>
              <a:rect l="l" t="t" r="r" b="b"/>
              <a:pathLst>
                <a:path w="28754" h="28754" fill="none" extrusionOk="0">
                  <a:moveTo>
                    <a:pt x="28754" y="14302"/>
                  </a:moveTo>
                  <a:lnTo>
                    <a:pt x="28754" y="14302"/>
                  </a:lnTo>
                  <a:lnTo>
                    <a:pt x="28603" y="15807"/>
                  </a:lnTo>
                  <a:lnTo>
                    <a:pt x="28453" y="17162"/>
                  </a:lnTo>
                  <a:lnTo>
                    <a:pt x="28001" y="18668"/>
                  </a:lnTo>
                  <a:lnTo>
                    <a:pt x="27549" y="19872"/>
                  </a:lnTo>
                  <a:lnTo>
                    <a:pt x="26947" y="21227"/>
                  </a:lnTo>
                  <a:lnTo>
                    <a:pt x="26195" y="22431"/>
                  </a:lnTo>
                  <a:lnTo>
                    <a:pt x="25442" y="23485"/>
                  </a:lnTo>
                  <a:lnTo>
                    <a:pt x="24539" y="24539"/>
                  </a:lnTo>
                  <a:lnTo>
                    <a:pt x="23485" y="25442"/>
                  </a:lnTo>
                  <a:lnTo>
                    <a:pt x="22431" y="26194"/>
                  </a:lnTo>
                  <a:lnTo>
                    <a:pt x="21227" y="26947"/>
                  </a:lnTo>
                  <a:lnTo>
                    <a:pt x="19872" y="27549"/>
                  </a:lnTo>
                  <a:lnTo>
                    <a:pt x="18668" y="28001"/>
                  </a:lnTo>
                  <a:lnTo>
                    <a:pt x="17313" y="28453"/>
                  </a:lnTo>
                  <a:lnTo>
                    <a:pt x="15807" y="28603"/>
                  </a:lnTo>
                  <a:lnTo>
                    <a:pt x="14302" y="28754"/>
                  </a:lnTo>
                  <a:lnTo>
                    <a:pt x="14302" y="28754"/>
                  </a:lnTo>
                  <a:lnTo>
                    <a:pt x="12947" y="28603"/>
                  </a:lnTo>
                  <a:lnTo>
                    <a:pt x="11442" y="28453"/>
                  </a:lnTo>
                  <a:lnTo>
                    <a:pt x="10087" y="28001"/>
                  </a:lnTo>
                  <a:lnTo>
                    <a:pt x="8732" y="27549"/>
                  </a:lnTo>
                  <a:lnTo>
                    <a:pt x="7528" y="26947"/>
                  </a:lnTo>
                  <a:lnTo>
                    <a:pt x="6323" y="26194"/>
                  </a:lnTo>
                  <a:lnTo>
                    <a:pt x="5270" y="25442"/>
                  </a:lnTo>
                  <a:lnTo>
                    <a:pt x="4216" y="24539"/>
                  </a:lnTo>
                  <a:lnTo>
                    <a:pt x="3313" y="23485"/>
                  </a:lnTo>
                  <a:lnTo>
                    <a:pt x="2409" y="22431"/>
                  </a:lnTo>
                  <a:lnTo>
                    <a:pt x="1807" y="21227"/>
                  </a:lnTo>
                  <a:lnTo>
                    <a:pt x="1205" y="19872"/>
                  </a:lnTo>
                  <a:lnTo>
                    <a:pt x="603" y="18668"/>
                  </a:lnTo>
                  <a:lnTo>
                    <a:pt x="302" y="17162"/>
                  </a:lnTo>
                  <a:lnTo>
                    <a:pt x="151" y="15807"/>
                  </a:lnTo>
                  <a:lnTo>
                    <a:pt x="1" y="14302"/>
                  </a:lnTo>
                  <a:lnTo>
                    <a:pt x="1" y="14302"/>
                  </a:lnTo>
                  <a:lnTo>
                    <a:pt x="151" y="12947"/>
                  </a:lnTo>
                  <a:lnTo>
                    <a:pt x="302" y="11442"/>
                  </a:lnTo>
                  <a:lnTo>
                    <a:pt x="603" y="10087"/>
                  </a:lnTo>
                  <a:lnTo>
                    <a:pt x="1205" y="8732"/>
                  </a:lnTo>
                  <a:lnTo>
                    <a:pt x="1807" y="7528"/>
                  </a:lnTo>
                  <a:lnTo>
                    <a:pt x="2409" y="6323"/>
                  </a:lnTo>
                  <a:lnTo>
                    <a:pt x="3313" y="5270"/>
                  </a:lnTo>
                  <a:lnTo>
                    <a:pt x="4216" y="4216"/>
                  </a:lnTo>
                  <a:lnTo>
                    <a:pt x="5270" y="3313"/>
                  </a:lnTo>
                  <a:lnTo>
                    <a:pt x="6323" y="2409"/>
                  </a:lnTo>
                  <a:lnTo>
                    <a:pt x="7528" y="1657"/>
                  </a:lnTo>
                  <a:lnTo>
                    <a:pt x="8732" y="1054"/>
                  </a:lnTo>
                  <a:lnTo>
                    <a:pt x="10087" y="603"/>
                  </a:lnTo>
                  <a:lnTo>
                    <a:pt x="11442" y="302"/>
                  </a:lnTo>
                  <a:lnTo>
                    <a:pt x="12947" y="1"/>
                  </a:lnTo>
                  <a:lnTo>
                    <a:pt x="14302" y="1"/>
                  </a:lnTo>
                  <a:lnTo>
                    <a:pt x="14302" y="1"/>
                  </a:lnTo>
                  <a:lnTo>
                    <a:pt x="15807" y="1"/>
                  </a:lnTo>
                  <a:lnTo>
                    <a:pt x="17313" y="302"/>
                  </a:lnTo>
                  <a:lnTo>
                    <a:pt x="18668" y="603"/>
                  </a:lnTo>
                  <a:lnTo>
                    <a:pt x="19872" y="1054"/>
                  </a:lnTo>
                  <a:lnTo>
                    <a:pt x="21227" y="1657"/>
                  </a:lnTo>
                  <a:lnTo>
                    <a:pt x="22431" y="2409"/>
                  </a:lnTo>
                  <a:lnTo>
                    <a:pt x="23485" y="3313"/>
                  </a:lnTo>
                  <a:lnTo>
                    <a:pt x="24539" y="4216"/>
                  </a:lnTo>
                  <a:lnTo>
                    <a:pt x="25442" y="5270"/>
                  </a:lnTo>
                  <a:lnTo>
                    <a:pt x="26195" y="6323"/>
                  </a:lnTo>
                  <a:lnTo>
                    <a:pt x="26947" y="7528"/>
                  </a:lnTo>
                  <a:lnTo>
                    <a:pt x="27549" y="8732"/>
                  </a:lnTo>
                  <a:lnTo>
                    <a:pt x="28001" y="10087"/>
                  </a:lnTo>
                  <a:lnTo>
                    <a:pt x="28453" y="11442"/>
                  </a:lnTo>
                  <a:lnTo>
                    <a:pt x="28603" y="12947"/>
                  </a:lnTo>
                  <a:lnTo>
                    <a:pt x="28754" y="1430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736;p29">
              <a:extLst>
                <a:ext uri="{FF2B5EF4-FFF2-40B4-BE49-F238E27FC236}">
                  <a16:creationId xmlns:a16="http://schemas.microsoft.com/office/drawing/2014/main" id="{401D5882-0C14-583E-A3D5-E3F24F98E901}"/>
                </a:ext>
              </a:extLst>
            </p:cNvPr>
            <p:cNvSpPr/>
            <p:nvPr/>
          </p:nvSpPr>
          <p:spPr>
            <a:xfrm>
              <a:off x="5278247" y="1847008"/>
              <a:ext cx="395920" cy="395920"/>
            </a:xfrm>
            <a:custGeom>
              <a:avLst/>
              <a:gdLst/>
              <a:ahLst/>
              <a:cxnLst/>
              <a:rect l="l" t="t" r="r" b="b"/>
              <a:pathLst>
                <a:path w="23334" h="23334" extrusionOk="0">
                  <a:moveTo>
                    <a:pt x="12796" y="603"/>
                  </a:moveTo>
                  <a:lnTo>
                    <a:pt x="13850" y="753"/>
                  </a:lnTo>
                  <a:lnTo>
                    <a:pt x="14904" y="1054"/>
                  </a:lnTo>
                  <a:lnTo>
                    <a:pt x="15958" y="1355"/>
                  </a:lnTo>
                  <a:lnTo>
                    <a:pt x="16861" y="1957"/>
                  </a:lnTo>
                  <a:lnTo>
                    <a:pt x="17915" y="2409"/>
                  </a:lnTo>
                  <a:lnTo>
                    <a:pt x="18667" y="3011"/>
                  </a:lnTo>
                  <a:lnTo>
                    <a:pt x="19420" y="3764"/>
                  </a:lnTo>
                  <a:lnTo>
                    <a:pt x="20173" y="4517"/>
                  </a:lnTo>
                  <a:lnTo>
                    <a:pt x="20775" y="5420"/>
                  </a:lnTo>
                  <a:lnTo>
                    <a:pt x="21377" y="6323"/>
                  </a:lnTo>
                  <a:lnTo>
                    <a:pt x="21829" y="7377"/>
                  </a:lnTo>
                  <a:lnTo>
                    <a:pt x="22280" y="8280"/>
                  </a:lnTo>
                  <a:lnTo>
                    <a:pt x="22581" y="9334"/>
                  </a:lnTo>
                  <a:lnTo>
                    <a:pt x="22732" y="10538"/>
                  </a:lnTo>
                  <a:lnTo>
                    <a:pt x="22732" y="11592"/>
                  </a:lnTo>
                  <a:lnTo>
                    <a:pt x="22732" y="12796"/>
                  </a:lnTo>
                  <a:lnTo>
                    <a:pt x="22581" y="13850"/>
                  </a:lnTo>
                  <a:lnTo>
                    <a:pt x="22280" y="14904"/>
                  </a:lnTo>
                  <a:lnTo>
                    <a:pt x="21829" y="15958"/>
                  </a:lnTo>
                  <a:lnTo>
                    <a:pt x="21377" y="16861"/>
                  </a:lnTo>
                  <a:lnTo>
                    <a:pt x="20775" y="17764"/>
                  </a:lnTo>
                  <a:lnTo>
                    <a:pt x="20173" y="18667"/>
                  </a:lnTo>
                  <a:lnTo>
                    <a:pt x="19420" y="19420"/>
                  </a:lnTo>
                  <a:lnTo>
                    <a:pt x="18667" y="20173"/>
                  </a:lnTo>
                  <a:lnTo>
                    <a:pt x="17915" y="20775"/>
                  </a:lnTo>
                  <a:lnTo>
                    <a:pt x="16861" y="21377"/>
                  </a:lnTo>
                  <a:lnTo>
                    <a:pt x="15958" y="21829"/>
                  </a:lnTo>
                  <a:lnTo>
                    <a:pt x="14904" y="22280"/>
                  </a:lnTo>
                  <a:lnTo>
                    <a:pt x="13850" y="22431"/>
                  </a:lnTo>
                  <a:lnTo>
                    <a:pt x="12796" y="22732"/>
                  </a:lnTo>
                  <a:lnTo>
                    <a:pt x="10538" y="22732"/>
                  </a:lnTo>
                  <a:lnTo>
                    <a:pt x="9484" y="22431"/>
                  </a:lnTo>
                  <a:lnTo>
                    <a:pt x="8431" y="22280"/>
                  </a:lnTo>
                  <a:lnTo>
                    <a:pt x="7377" y="21829"/>
                  </a:lnTo>
                  <a:lnTo>
                    <a:pt x="6323" y="21377"/>
                  </a:lnTo>
                  <a:lnTo>
                    <a:pt x="5420" y="20775"/>
                  </a:lnTo>
                  <a:lnTo>
                    <a:pt x="4667" y="20173"/>
                  </a:lnTo>
                  <a:lnTo>
                    <a:pt x="3764" y="19420"/>
                  </a:lnTo>
                  <a:lnTo>
                    <a:pt x="3162" y="18667"/>
                  </a:lnTo>
                  <a:lnTo>
                    <a:pt x="2409" y="17764"/>
                  </a:lnTo>
                  <a:lnTo>
                    <a:pt x="1957" y="16861"/>
                  </a:lnTo>
                  <a:lnTo>
                    <a:pt x="1506" y="15958"/>
                  </a:lnTo>
                  <a:lnTo>
                    <a:pt x="1054" y="14904"/>
                  </a:lnTo>
                  <a:lnTo>
                    <a:pt x="753" y="13850"/>
                  </a:lnTo>
                  <a:lnTo>
                    <a:pt x="603" y="12796"/>
                  </a:lnTo>
                  <a:lnTo>
                    <a:pt x="603" y="11592"/>
                  </a:lnTo>
                  <a:lnTo>
                    <a:pt x="603" y="10538"/>
                  </a:lnTo>
                  <a:lnTo>
                    <a:pt x="753" y="9334"/>
                  </a:lnTo>
                  <a:lnTo>
                    <a:pt x="1054" y="8280"/>
                  </a:lnTo>
                  <a:lnTo>
                    <a:pt x="1506" y="7377"/>
                  </a:lnTo>
                  <a:lnTo>
                    <a:pt x="1957" y="6323"/>
                  </a:lnTo>
                  <a:lnTo>
                    <a:pt x="2409" y="5420"/>
                  </a:lnTo>
                  <a:lnTo>
                    <a:pt x="3162" y="4517"/>
                  </a:lnTo>
                  <a:lnTo>
                    <a:pt x="3764" y="3764"/>
                  </a:lnTo>
                  <a:lnTo>
                    <a:pt x="4667" y="3011"/>
                  </a:lnTo>
                  <a:lnTo>
                    <a:pt x="5420" y="2409"/>
                  </a:lnTo>
                  <a:lnTo>
                    <a:pt x="6323" y="1957"/>
                  </a:lnTo>
                  <a:lnTo>
                    <a:pt x="7377" y="1355"/>
                  </a:lnTo>
                  <a:lnTo>
                    <a:pt x="8431" y="1054"/>
                  </a:lnTo>
                  <a:lnTo>
                    <a:pt x="9484" y="753"/>
                  </a:lnTo>
                  <a:lnTo>
                    <a:pt x="10538" y="603"/>
                  </a:lnTo>
                  <a:close/>
                  <a:moveTo>
                    <a:pt x="10388" y="0"/>
                  </a:moveTo>
                  <a:lnTo>
                    <a:pt x="9334" y="151"/>
                  </a:lnTo>
                  <a:lnTo>
                    <a:pt x="8130" y="452"/>
                  </a:lnTo>
                  <a:lnTo>
                    <a:pt x="7076" y="904"/>
                  </a:lnTo>
                  <a:lnTo>
                    <a:pt x="6173" y="1355"/>
                  </a:lnTo>
                  <a:lnTo>
                    <a:pt x="5119" y="1957"/>
                  </a:lnTo>
                  <a:lnTo>
                    <a:pt x="4216" y="2710"/>
                  </a:lnTo>
                  <a:lnTo>
                    <a:pt x="3463" y="3463"/>
                  </a:lnTo>
                  <a:lnTo>
                    <a:pt x="2710" y="4215"/>
                  </a:lnTo>
                  <a:lnTo>
                    <a:pt x="1957" y="5119"/>
                  </a:lnTo>
                  <a:lnTo>
                    <a:pt x="1355" y="6022"/>
                  </a:lnTo>
                  <a:lnTo>
                    <a:pt x="904" y="7076"/>
                  </a:lnTo>
                  <a:lnTo>
                    <a:pt x="452" y="8129"/>
                  </a:lnTo>
                  <a:lnTo>
                    <a:pt x="302" y="9334"/>
                  </a:lnTo>
                  <a:lnTo>
                    <a:pt x="0" y="10388"/>
                  </a:lnTo>
                  <a:lnTo>
                    <a:pt x="0" y="11592"/>
                  </a:lnTo>
                  <a:lnTo>
                    <a:pt x="0" y="12796"/>
                  </a:lnTo>
                  <a:lnTo>
                    <a:pt x="302" y="14001"/>
                  </a:lnTo>
                  <a:lnTo>
                    <a:pt x="452" y="15054"/>
                  </a:lnTo>
                  <a:lnTo>
                    <a:pt x="904" y="16108"/>
                  </a:lnTo>
                  <a:lnTo>
                    <a:pt x="1355" y="17162"/>
                  </a:lnTo>
                  <a:lnTo>
                    <a:pt x="1957" y="18065"/>
                  </a:lnTo>
                  <a:lnTo>
                    <a:pt x="2710" y="18968"/>
                  </a:lnTo>
                  <a:lnTo>
                    <a:pt x="3463" y="19872"/>
                  </a:lnTo>
                  <a:lnTo>
                    <a:pt x="4216" y="20624"/>
                  </a:lnTo>
                  <a:lnTo>
                    <a:pt x="5119" y="21226"/>
                  </a:lnTo>
                  <a:lnTo>
                    <a:pt x="6173" y="21829"/>
                  </a:lnTo>
                  <a:lnTo>
                    <a:pt x="7076" y="22431"/>
                  </a:lnTo>
                  <a:lnTo>
                    <a:pt x="8130" y="22732"/>
                  </a:lnTo>
                  <a:lnTo>
                    <a:pt x="9334" y="23033"/>
                  </a:lnTo>
                  <a:lnTo>
                    <a:pt x="10388" y="23183"/>
                  </a:lnTo>
                  <a:lnTo>
                    <a:pt x="11592" y="23334"/>
                  </a:lnTo>
                  <a:lnTo>
                    <a:pt x="12796" y="23183"/>
                  </a:lnTo>
                  <a:lnTo>
                    <a:pt x="14001" y="23033"/>
                  </a:lnTo>
                  <a:lnTo>
                    <a:pt x="15054" y="22732"/>
                  </a:lnTo>
                  <a:lnTo>
                    <a:pt x="16108" y="22431"/>
                  </a:lnTo>
                  <a:lnTo>
                    <a:pt x="17162" y="21829"/>
                  </a:lnTo>
                  <a:lnTo>
                    <a:pt x="18216" y="21226"/>
                  </a:lnTo>
                  <a:lnTo>
                    <a:pt x="19119" y="20624"/>
                  </a:lnTo>
                  <a:lnTo>
                    <a:pt x="19872" y="19872"/>
                  </a:lnTo>
                  <a:lnTo>
                    <a:pt x="20624" y="18968"/>
                  </a:lnTo>
                  <a:lnTo>
                    <a:pt x="21377" y="18065"/>
                  </a:lnTo>
                  <a:lnTo>
                    <a:pt x="21829" y="17162"/>
                  </a:lnTo>
                  <a:lnTo>
                    <a:pt x="22431" y="16108"/>
                  </a:lnTo>
                  <a:lnTo>
                    <a:pt x="22732" y="15054"/>
                  </a:lnTo>
                  <a:lnTo>
                    <a:pt x="23033" y="14001"/>
                  </a:lnTo>
                  <a:lnTo>
                    <a:pt x="23183" y="12796"/>
                  </a:lnTo>
                  <a:lnTo>
                    <a:pt x="23334" y="11592"/>
                  </a:lnTo>
                  <a:lnTo>
                    <a:pt x="23183" y="10388"/>
                  </a:lnTo>
                  <a:lnTo>
                    <a:pt x="23033" y="9334"/>
                  </a:lnTo>
                  <a:lnTo>
                    <a:pt x="22732" y="8129"/>
                  </a:lnTo>
                  <a:lnTo>
                    <a:pt x="22431" y="7076"/>
                  </a:lnTo>
                  <a:lnTo>
                    <a:pt x="21829" y="6022"/>
                  </a:lnTo>
                  <a:lnTo>
                    <a:pt x="21377" y="5119"/>
                  </a:lnTo>
                  <a:lnTo>
                    <a:pt x="20624" y="4215"/>
                  </a:lnTo>
                  <a:lnTo>
                    <a:pt x="19872" y="3463"/>
                  </a:lnTo>
                  <a:lnTo>
                    <a:pt x="19119" y="2710"/>
                  </a:lnTo>
                  <a:lnTo>
                    <a:pt x="18216" y="1957"/>
                  </a:lnTo>
                  <a:lnTo>
                    <a:pt x="17162" y="1355"/>
                  </a:lnTo>
                  <a:lnTo>
                    <a:pt x="16108" y="904"/>
                  </a:lnTo>
                  <a:lnTo>
                    <a:pt x="15054" y="452"/>
                  </a:lnTo>
                  <a:lnTo>
                    <a:pt x="14001" y="151"/>
                  </a:lnTo>
                  <a:lnTo>
                    <a:pt x="12796"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737;p29">
              <a:extLst>
                <a:ext uri="{FF2B5EF4-FFF2-40B4-BE49-F238E27FC236}">
                  <a16:creationId xmlns:a16="http://schemas.microsoft.com/office/drawing/2014/main" id="{3F7A9066-DCED-1313-231D-7B9D681ABAB5}"/>
                </a:ext>
              </a:extLst>
            </p:cNvPr>
            <p:cNvSpPr/>
            <p:nvPr/>
          </p:nvSpPr>
          <p:spPr>
            <a:xfrm>
              <a:off x="5278247" y="1847008"/>
              <a:ext cx="395920" cy="395920"/>
            </a:xfrm>
            <a:custGeom>
              <a:avLst/>
              <a:gdLst/>
              <a:ahLst/>
              <a:cxnLst/>
              <a:rect l="l" t="t" r="r" b="b"/>
              <a:pathLst>
                <a:path w="23334" h="23334" fill="none" extrusionOk="0">
                  <a:moveTo>
                    <a:pt x="11592" y="23334"/>
                  </a:moveTo>
                  <a:lnTo>
                    <a:pt x="11592" y="23334"/>
                  </a:lnTo>
                  <a:lnTo>
                    <a:pt x="10388" y="23183"/>
                  </a:lnTo>
                  <a:lnTo>
                    <a:pt x="9334" y="23033"/>
                  </a:lnTo>
                  <a:lnTo>
                    <a:pt x="8130" y="22732"/>
                  </a:lnTo>
                  <a:lnTo>
                    <a:pt x="7076" y="22431"/>
                  </a:lnTo>
                  <a:lnTo>
                    <a:pt x="6173" y="21829"/>
                  </a:lnTo>
                  <a:lnTo>
                    <a:pt x="5119" y="21226"/>
                  </a:lnTo>
                  <a:lnTo>
                    <a:pt x="4216" y="20624"/>
                  </a:lnTo>
                  <a:lnTo>
                    <a:pt x="3463" y="19872"/>
                  </a:lnTo>
                  <a:lnTo>
                    <a:pt x="2710" y="18968"/>
                  </a:lnTo>
                  <a:lnTo>
                    <a:pt x="1957" y="18065"/>
                  </a:lnTo>
                  <a:lnTo>
                    <a:pt x="1355" y="17162"/>
                  </a:lnTo>
                  <a:lnTo>
                    <a:pt x="904" y="16108"/>
                  </a:lnTo>
                  <a:lnTo>
                    <a:pt x="452" y="15054"/>
                  </a:lnTo>
                  <a:lnTo>
                    <a:pt x="302" y="14001"/>
                  </a:lnTo>
                  <a:lnTo>
                    <a:pt x="0" y="12796"/>
                  </a:lnTo>
                  <a:lnTo>
                    <a:pt x="0" y="11592"/>
                  </a:lnTo>
                  <a:lnTo>
                    <a:pt x="0" y="11592"/>
                  </a:lnTo>
                  <a:lnTo>
                    <a:pt x="0" y="10388"/>
                  </a:lnTo>
                  <a:lnTo>
                    <a:pt x="302" y="9334"/>
                  </a:lnTo>
                  <a:lnTo>
                    <a:pt x="452" y="8129"/>
                  </a:lnTo>
                  <a:lnTo>
                    <a:pt x="904" y="7076"/>
                  </a:lnTo>
                  <a:lnTo>
                    <a:pt x="1355" y="6022"/>
                  </a:lnTo>
                  <a:lnTo>
                    <a:pt x="1957" y="5119"/>
                  </a:lnTo>
                  <a:lnTo>
                    <a:pt x="2710" y="4215"/>
                  </a:lnTo>
                  <a:lnTo>
                    <a:pt x="3463" y="3463"/>
                  </a:lnTo>
                  <a:lnTo>
                    <a:pt x="4216" y="2710"/>
                  </a:lnTo>
                  <a:lnTo>
                    <a:pt x="5119" y="1957"/>
                  </a:lnTo>
                  <a:lnTo>
                    <a:pt x="6173" y="1355"/>
                  </a:lnTo>
                  <a:lnTo>
                    <a:pt x="7076" y="904"/>
                  </a:lnTo>
                  <a:lnTo>
                    <a:pt x="8130" y="452"/>
                  </a:lnTo>
                  <a:lnTo>
                    <a:pt x="9334" y="151"/>
                  </a:lnTo>
                  <a:lnTo>
                    <a:pt x="10388" y="0"/>
                  </a:lnTo>
                  <a:lnTo>
                    <a:pt x="11592" y="0"/>
                  </a:lnTo>
                  <a:lnTo>
                    <a:pt x="11592" y="0"/>
                  </a:lnTo>
                  <a:lnTo>
                    <a:pt x="12796" y="0"/>
                  </a:lnTo>
                  <a:lnTo>
                    <a:pt x="14001" y="151"/>
                  </a:lnTo>
                  <a:lnTo>
                    <a:pt x="15054" y="452"/>
                  </a:lnTo>
                  <a:lnTo>
                    <a:pt x="16108" y="904"/>
                  </a:lnTo>
                  <a:lnTo>
                    <a:pt x="17162" y="1355"/>
                  </a:lnTo>
                  <a:lnTo>
                    <a:pt x="18216" y="1957"/>
                  </a:lnTo>
                  <a:lnTo>
                    <a:pt x="19119" y="2710"/>
                  </a:lnTo>
                  <a:lnTo>
                    <a:pt x="19872" y="3463"/>
                  </a:lnTo>
                  <a:lnTo>
                    <a:pt x="20624" y="4215"/>
                  </a:lnTo>
                  <a:lnTo>
                    <a:pt x="21377" y="5119"/>
                  </a:lnTo>
                  <a:lnTo>
                    <a:pt x="21829" y="6022"/>
                  </a:lnTo>
                  <a:lnTo>
                    <a:pt x="22431" y="7076"/>
                  </a:lnTo>
                  <a:lnTo>
                    <a:pt x="22732" y="8129"/>
                  </a:lnTo>
                  <a:lnTo>
                    <a:pt x="23033" y="9334"/>
                  </a:lnTo>
                  <a:lnTo>
                    <a:pt x="23183" y="10388"/>
                  </a:lnTo>
                  <a:lnTo>
                    <a:pt x="23334" y="11592"/>
                  </a:lnTo>
                  <a:lnTo>
                    <a:pt x="23334" y="11592"/>
                  </a:lnTo>
                  <a:lnTo>
                    <a:pt x="23183" y="12796"/>
                  </a:lnTo>
                  <a:lnTo>
                    <a:pt x="23033" y="14001"/>
                  </a:lnTo>
                  <a:lnTo>
                    <a:pt x="22732" y="15054"/>
                  </a:lnTo>
                  <a:lnTo>
                    <a:pt x="22431" y="16108"/>
                  </a:lnTo>
                  <a:lnTo>
                    <a:pt x="21829" y="17162"/>
                  </a:lnTo>
                  <a:lnTo>
                    <a:pt x="21377" y="18065"/>
                  </a:lnTo>
                  <a:lnTo>
                    <a:pt x="20624" y="18968"/>
                  </a:lnTo>
                  <a:lnTo>
                    <a:pt x="19872" y="19872"/>
                  </a:lnTo>
                  <a:lnTo>
                    <a:pt x="19119" y="20624"/>
                  </a:lnTo>
                  <a:lnTo>
                    <a:pt x="18216" y="21226"/>
                  </a:lnTo>
                  <a:lnTo>
                    <a:pt x="17162" y="21829"/>
                  </a:lnTo>
                  <a:lnTo>
                    <a:pt x="16108" y="22431"/>
                  </a:lnTo>
                  <a:lnTo>
                    <a:pt x="15054" y="22732"/>
                  </a:lnTo>
                  <a:lnTo>
                    <a:pt x="14001" y="23033"/>
                  </a:lnTo>
                  <a:lnTo>
                    <a:pt x="12796" y="23183"/>
                  </a:lnTo>
                  <a:lnTo>
                    <a:pt x="11592" y="2333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738;p29">
              <a:extLst>
                <a:ext uri="{FF2B5EF4-FFF2-40B4-BE49-F238E27FC236}">
                  <a16:creationId xmlns:a16="http://schemas.microsoft.com/office/drawing/2014/main" id="{AE847DC7-FB18-8E3D-8019-29AD9780D841}"/>
                </a:ext>
              </a:extLst>
            </p:cNvPr>
            <p:cNvSpPr/>
            <p:nvPr/>
          </p:nvSpPr>
          <p:spPr>
            <a:xfrm>
              <a:off x="5288462" y="1857223"/>
              <a:ext cx="375491" cy="375491"/>
            </a:xfrm>
            <a:custGeom>
              <a:avLst/>
              <a:gdLst/>
              <a:ahLst/>
              <a:cxnLst/>
              <a:rect l="l" t="t" r="r" b="b"/>
              <a:pathLst>
                <a:path w="22130" h="22130" fill="none" extrusionOk="0">
                  <a:moveTo>
                    <a:pt x="10990" y="1"/>
                  </a:moveTo>
                  <a:lnTo>
                    <a:pt x="10990" y="1"/>
                  </a:lnTo>
                  <a:lnTo>
                    <a:pt x="9936" y="1"/>
                  </a:lnTo>
                  <a:lnTo>
                    <a:pt x="8882" y="151"/>
                  </a:lnTo>
                  <a:lnTo>
                    <a:pt x="7829" y="452"/>
                  </a:lnTo>
                  <a:lnTo>
                    <a:pt x="6775" y="753"/>
                  </a:lnTo>
                  <a:lnTo>
                    <a:pt x="5721" y="1355"/>
                  </a:lnTo>
                  <a:lnTo>
                    <a:pt x="4818" y="1807"/>
                  </a:lnTo>
                  <a:lnTo>
                    <a:pt x="4065" y="2409"/>
                  </a:lnTo>
                  <a:lnTo>
                    <a:pt x="3162" y="3162"/>
                  </a:lnTo>
                  <a:lnTo>
                    <a:pt x="2560" y="3915"/>
                  </a:lnTo>
                  <a:lnTo>
                    <a:pt x="1807" y="4818"/>
                  </a:lnTo>
                  <a:lnTo>
                    <a:pt x="1355" y="5721"/>
                  </a:lnTo>
                  <a:lnTo>
                    <a:pt x="904" y="6775"/>
                  </a:lnTo>
                  <a:lnTo>
                    <a:pt x="452" y="7678"/>
                  </a:lnTo>
                  <a:lnTo>
                    <a:pt x="151" y="8732"/>
                  </a:lnTo>
                  <a:lnTo>
                    <a:pt x="1" y="9936"/>
                  </a:lnTo>
                  <a:lnTo>
                    <a:pt x="1" y="10990"/>
                  </a:lnTo>
                  <a:lnTo>
                    <a:pt x="1" y="10990"/>
                  </a:lnTo>
                  <a:lnTo>
                    <a:pt x="1" y="12194"/>
                  </a:lnTo>
                  <a:lnTo>
                    <a:pt x="151" y="13248"/>
                  </a:lnTo>
                  <a:lnTo>
                    <a:pt x="452" y="14302"/>
                  </a:lnTo>
                  <a:lnTo>
                    <a:pt x="904" y="15356"/>
                  </a:lnTo>
                  <a:lnTo>
                    <a:pt x="1355" y="16259"/>
                  </a:lnTo>
                  <a:lnTo>
                    <a:pt x="1807" y="17162"/>
                  </a:lnTo>
                  <a:lnTo>
                    <a:pt x="2560" y="18065"/>
                  </a:lnTo>
                  <a:lnTo>
                    <a:pt x="3162" y="18818"/>
                  </a:lnTo>
                  <a:lnTo>
                    <a:pt x="4065" y="19571"/>
                  </a:lnTo>
                  <a:lnTo>
                    <a:pt x="4818" y="20173"/>
                  </a:lnTo>
                  <a:lnTo>
                    <a:pt x="5721" y="20775"/>
                  </a:lnTo>
                  <a:lnTo>
                    <a:pt x="6775" y="21227"/>
                  </a:lnTo>
                  <a:lnTo>
                    <a:pt x="7829" y="21678"/>
                  </a:lnTo>
                  <a:lnTo>
                    <a:pt x="8882" y="21829"/>
                  </a:lnTo>
                  <a:lnTo>
                    <a:pt x="9936" y="22130"/>
                  </a:lnTo>
                  <a:lnTo>
                    <a:pt x="10990" y="22130"/>
                  </a:lnTo>
                  <a:lnTo>
                    <a:pt x="10990" y="22130"/>
                  </a:lnTo>
                  <a:lnTo>
                    <a:pt x="12194" y="22130"/>
                  </a:lnTo>
                  <a:lnTo>
                    <a:pt x="13248" y="21829"/>
                  </a:lnTo>
                  <a:lnTo>
                    <a:pt x="14302" y="21678"/>
                  </a:lnTo>
                  <a:lnTo>
                    <a:pt x="15356" y="21227"/>
                  </a:lnTo>
                  <a:lnTo>
                    <a:pt x="16259" y="20775"/>
                  </a:lnTo>
                  <a:lnTo>
                    <a:pt x="17313" y="20173"/>
                  </a:lnTo>
                  <a:lnTo>
                    <a:pt x="18065" y="19571"/>
                  </a:lnTo>
                  <a:lnTo>
                    <a:pt x="18818" y="18818"/>
                  </a:lnTo>
                  <a:lnTo>
                    <a:pt x="19571" y="18065"/>
                  </a:lnTo>
                  <a:lnTo>
                    <a:pt x="20173" y="17162"/>
                  </a:lnTo>
                  <a:lnTo>
                    <a:pt x="20775" y="16259"/>
                  </a:lnTo>
                  <a:lnTo>
                    <a:pt x="21227" y="15356"/>
                  </a:lnTo>
                  <a:lnTo>
                    <a:pt x="21678" y="14302"/>
                  </a:lnTo>
                  <a:lnTo>
                    <a:pt x="21979" y="13248"/>
                  </a:lnTo>
                  <a:lnTo>
                    <a:pt x="22130" y="12194"/>
                  </a:lnTo>
                  <a:lnTo>
                    <a:pt x="22130" y="10990"/>
                  </a:lnTo>
                  <a:lnTo>
                    <a:pt x="22130" y="10990"/>
                  </a:lnTo>
                  <a:lnTo>
                    <a:pt x="22130" y="9936"/>
                  </a:lnTo>
                  <a:lnTo>
                    <a:pt x="21979" y="8732"/>
                  </a:lnTo>
                  <a:lnTo>
                    <a:pt x="21678" y="7678"/>
                  </a:lnTo>
                  <a:lnTo>
                    <a:pt x="21227" y="6775"/>
                  </a:lnTo>
                  <a:lnTo>
                    <a:pt x="20775" y="5721"/>
                  </a:lnTo>
                  <a:lnTo>
                    <a:pt x="20173" y="4818"/>
                  </a:lnTo>
                  <a:lnTo>
                    <a:pt x="19571" y="3915"/>
                  </a:lnTo>
                  <a:lnTo>
                    <a:pt x="18818" y="3162"/>
                  </a:lnTo>
                  <a:lnTo>
                    <a:pt x="18065" y="2409"/>
                  </a:lnTo>
                  <a:lnTo>
                    <a:pt x="17313" y="1807"/>
                  </a:lnTo>
                  <a:lnTo>
                    <a:pt x="16259" y="1355"/>
                  </a:lnTo>
                  <a:lnTo>
                    <a:pt x="15356" y="753"/>
                  </a:lnTo>
                  <a:lnTo>
                    <a:pt x="14302" y="452"/>
                  </a:lnTo>
                  <a:lnTo>
                    <a:pt x="13248" y="151"/>
                  </a:lnTo>
                  <a:lnTo>
                    <a:pt x="12194" y="1"/>
                  </a:lnTo>
                  <a:lnTo>
                    <a:pt x="1099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739;p29">
              <a:extLst>
                <a:ext uri="{FF2B5EF4-FFF2-40B4-BE49-F238E27FC236}">
                  <a16:creationId xmlns:a16="http://schemas.microsoft.com/office/drawing/2014/main" id="{D2FFBD1B-62B5-14D0-185F-F3E94F7BC2E1}"/>
                </a:ext>
              </a:extLst>
            </p:cNvPr>
            <p:cNvSpPr/>
            <p:nvPr/>
          </p:nvSpPr>
          <p:spPr>
            <a:xfrm>
              <a:off x="2798057" y="3589010"/>
              <a:ext cx="712652" cy="669249"/>
            </a:xfrm>
            <a:custGeom>
              <a:avLst/>
              <a:gdLst/>
              <a:ahLst/>
              <a:cxnLst/>
              <a:rect l="l" t="t" r="r" b="b"/>
              <a:pathLst>
                <a:path w="42001" h="39443" extrusionOk="0">
                  <a:moveTo>
                    <a:pt x="0" y="1"/>
                  </a:moveTo>
                  <a:lnTo>
                    <a:pt x="0" y="39442"/>
                  </a:lnTo>
                  <a:lnTo>
                    <a:pt x="42001" y="39442"/>
                  </a:lnTo>
                  <a:lnTo>
                    <a:pt x="42001"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740;p29">
              <a:extLst>
                <a:ext uri="{FF2B5EF4-FFF2-40B4-BE49-F238E27FC236}">
                  <a16:creationId xmlns:a16="http://schemas.microsoft.com/office/drawing/2014/main" id="{0CC7B81A-5C14-5BE5-2248-B03787129F6B}"/>
                </a:ext>
              </a:extLst>
            </p:cNvPr>
            <p:cNvSpPr/>
            <p:nvPr/>
          </p:nvSpPr>
          <p:spPr>
            <a:xfrm>
              <a:off x="2583503" y="3589010"/>
              <a:ext cx="214571" cy="669249"/>
            </a:xfrm>
            <a:custGeom>
              <a:avLst/>
              <a:gdLst/>
              <a:ahLst/>
              <a:cxnLst/>
              <a:rect l="l" t="t" r="r" b="b"/>
              <a:pathLst>
                <a:path w="12646" h="39443" extrusionOk="0">
                  <a:moveTo>
                    <a:pt x="0" y="1"/>
                  </a:moveTo>
                  <a:lnTo>
                    <a:pt x="0" y="39442"/>
                  </a:lnTo>
                  <a:lnTo>
                    <a:pt x="12645" y="39442"/>
                  </a:lnTo>
                  <a:lnTo>
                    <a:pt x="12645" y="1"/>
                  </a:ln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741;p29">
              <a:extLst>
                <a:ext uri="{FF2B5EF4-FFF2-40B4-BE49-F238E27FC236}">
                  <a16:creationId xmlns:a16="http://schemas.microsoft.com/office/drawing/2014/main" id="{4B1B1C26-28BC-FDA7-85F2-51C71692B54D}"/>
                </a:ext>
              </a:extLst>
            </p:cNvPr>
            <p:cNvSpPr/>
            <p:nvPr/>
          </p:nvSpPr>
          <p:spPr>
            <a:xfrm>
              <a:off x="2836370" y="3177786"/>
              <a:ext cx="605383" cy="411241"/>
            </a:xfrm>
            <a:custGeom>
              <a:avLst/>
              <a:gdLst/>
              <a:ahLst/>
              <a:cxnLst/>
              <a:rect l="l" t="t" r="r" b="b"/>
              <a:pathLst>
                <a:path w="35679" h="24237" extrusionOk="0">
                  <a:moveTo>
                    <a:pt x="0" y="0"/>
                  </a:moveTo>
                  <a:lnTo>
                    <a:pt x="0" y="24237"/>
                  </a:lnTo>
                  <a:lnTo>
                    <a:pt x="35678" y="24237"/>
                  </a:lnTo>
                  <a:lnTo>
                    <a:pt x="35678" y="0"/>
                  </a:ln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742;p29">
              <a:extLst>
                <a:ext uri="{FF2B5EF4-FFF2-40B4-BE49-F238E27FC236}">
                  <a16:creationId xmlns:a16="http://schemas.microsoft.com/office/drawing/2014/main" id="{52EF45E5-6B92-993C-E668-1EE3AFF32FAC}"/>
                </a:ext>
              </a:extLst>
            </p:cNvPr>
            <p:cNvSpPr/>
            <p:nvPr/>
          </p:nvSpPr>
          <p:spPr>
            <a:xfrm>
              <a:off x="2836370" y="3177786"/>
              <a:ext cx="605383" cy="411241"/>
            </a:xfrm>
            <a:custGeom>
              <a:avLst/>
              <a:gdLst/>
              <a:ahLst/>
              <a:cxnLst/>
              <a:rect l="l" t="t" r="r" b="b"/>
              <a:pathLst>
                <a:path w="35679" h="24237" fill="none" extrusionOk="0">
                  <a:moveTo>
                    <a:pt x="0" y="0"/>
                  </a:moveTo>
                  <a:lnTo>
                    <a:pt x="35678" y="0"/>
                  </a:lnTo>
                  <a:lnTo>
                    <a:pt x="35678" y="24237"/>
                  </a:lnTo>
                  <a:lnTo>
                    <a:pt x="0" y="24237"/>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43;p29">
              <a:extLst>
                <a:ext uri="{FF2B5EF4-FFF2-40B4-BE49-F238E27FC236}">
                  <a16:creationId xmlns:a16="http://schemas.microsoft.com/office/drawing/2014/main" id="{9D28E283-D010-8245-C48F-C15C09A86FC6}"/>
                </a:ext>
              </a:extLst>
            </p:cNvPr>
            <p:cNvSpPr/>
            <p:nvPr/>
          </p:nvSpPr>
          <p:spPr>
            <a:xfrm>
              <a:off x="3441736" y="3177786"/>
              <a:ext cx="183911" cy="411241"/>
            </a:xfrm>
            <a:custGeom>
              <a:avLst/>
              <a:gdLst/>
              <a:ahLst/>
              <a:cxnLst/>
              <a:rect l="l" t="t" r="r" b="b"/>
              <a:pathLst>
                <a:path w="10839" h="24237" extrusionOk="0">
                  <a:moveTo>
                    <a:pt x="0" y="0"/>
                  </a:moveTo>
                  <a:lnTo>
                    <a:pt x="0" y="24237"/>
                  </a:lnTo>
                  <a:lnTo>
                    <a:pt x="10839" y="24237"/>
                  </a:lnTo>
                  <a:lnTo>
                    <a:pt x="10839"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44;p29">
              <a:extLst>
                <a:ext uri="{FF2B5EF4-FFF2-40B4-BE49-F238E27FC236}">
                  <a16:creationId xmlns:a16="http://schemas.microsoft.com/office/drawing/2014/main" id="{B69AECBE-9E83-BF53-5FCE-31EBF63A601D}"/>
                </a:ext>
              </a:extLst>
            </p:cNvPr>
            <p:cNvSpPr/>
            <p:nvPr/>
          </p:nvSpPr>
          <p:spPr>
            <a:xfrm>
              <a:off x="3441736" y="3177786"/>
              <a:ext cx="183911" cy="411241"/>
            </a:xfrm>
            <a:custGeom>
              <a:avLst/>
              <a:gdLst/>
              <a:ahLst/>
              <a:cxnLst/>
              <a:rect l="l" t="t" r="r" b="b"/>
              <a:pathLst>
                <a:path w="10839" h="24237" fill="none" extrusionOk="0">
                  <a:moveTo>
                    <a:pt x="10839" y="0"/>
                  </a:moveTo>
                  <a:lnTo>
                    <a:pt x="0" y="0"/>
                  </a:lnTo>
                  <a:lnTo>
                    <a:pt x="0" y="24237"/>
                  </a:lnTo>
                  <a:lnTo>
                    <a:pt x="10839" y="24237"/>
                  </a:lnTo>
                  <a:lnTo>
                    <a:pt x="1083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45;p29">
              <a:extLst>
                <a:ext uri="{FF2B5EF4-FFF2-40B4-BE49-F238E27FC236}">
                  <a16:creationId xmlns:a16="http://schemas.microsoft.com/office/drawing/2014/main" id="{8C5B8DA7-AE2E-D8EB-8BF7-A4EB250A4E63}"/>
                </a:ext>
              </a:extLst>
            </p:cNvPr>
            <p:cNvSpPr/>
            <p:nvPr/>
          </p:nvSpPr>
          <p:spPr>
            <a:xfrm>
              <a:off x="3837639" y="3637554"/>
              <a:ext cx="528758" cy="620705"/>
            </a:xfrm>
            <a:custGeom>
              <a:avLst/>
              <a:gdLst/>
              <a:ahLst/>
              <a:cxnLst/>
              <a:rect l="l" t="t" r="r" b="b"/>
              <a:pathLst>
                <a:path w="31163" h="36582" extrusionOk="0">
                  <a:moveTo>
                    <a:pt x="1" y="0"/>
                  </a:moveTo>
                  <a:lnTo>
                    <a:pt x="1" y="36581"/>
                  </a:lnTo>
                  <a:lnTo>
                    <a:pt x="31162" y="36581"/>
                  </a:lnTo>
                  <a:lnTo>
                    <a:pt x="31162" y="0"/>
                  </a:ln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46;p29">
              <a:extLst>
                <a:ext uri="{FF2B5EF4-FFF2-40B4-BE49-F238E27FC236}">
                  <a16:creationId xmlns:a16="http://schemas.microsoft.com/office/drawing/2014/main" id="{45A9C5D5-EE03-4349-C5BE-B70290C6277D}"/>
                </a:ext>
              </a:extLst>
            </p:cNvPr>
            <p:cNvSpPr/>
            <p:nvPr/>
          </p:nvSpPr>
          <p:spPr>
            <a:xfrm>
              <a:off x="3837639" y="3637554"/>
              <a:ext cx="528758" cy="620705"/>
            </a:xfrm>
            <a:custGeom>
              <a:avLst/>
              <a:gdLst/>
              <a:ahLst/>
              <a:cxnLst/>
              <a:rect l="l" t="t" r="r" b="b"/>
              <a:pathLst>
                <a:path w="31163" h="36582" fill="none" extrusionOk="0">
                  <a:moveTo>
                    <a:pt x="1" y="0"/>
                  </a:moveTo>
                  <a:lnTo>
                    <a:pt x="31162" y="0"/>
                  </a:lnTo>
                  <a:lnTo>
                    <a:pt x="31162" y="36581"/>
                  </a:lnTo>
                  <a:lnTo>
                    <a:pt x="1" y="36581"/>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7;p29">
              <a:extLst>
                <a:ext uri="{FF2B5EF4-FFF2-40B4-BE49-F238E27FC236}">
                  <a16:creationId xmlns:a16="http://schemas.microsoft.com/office/drawing/2014/main" id="{CDB34452-7EFB-CA62-14D6-3683DB09FCC0}"/>
                </a:ext>
              </a:extLst>
            </p:cNvPr>
            <p:cNvSpPr/>
            <p:nvPr/>
          </p:nvSpPr>
          <p:spPr>
            <a:xfrm>
              <a:off x="3888728" y="3698858"/>
              <a:ext cx="426580" cy="495536"/>
            </a:xfrm>
            <a:custGeom>
              <a:avLst/>
              <a:gdLst/>
              <a:ahLst/>
              <a:cxnLst/>
              <a:rect l="l" t="t" r="r" b="b"/>
              <a:pathLst>
                <a:path w="25141" h="29205" extrusionOk="0">
                  <a:moveTo>
                    <a:pt x="24538" y="602"/>
                  </a:moveTo>
                  <a:lnTo>
                    <a:pt x="24538" y="28602"/>
                  </a:lnTo>
                  <a:lnTo>
                    <a:pt x="603" y="28602"/>
                  </a:lnTo>
                  <a:lnTo>
                    <a:pt x="603" y="602"/>
                  </a:lnTo>
                  <a:close/>
                  <a:moveTo>
                    <a:pt x="0" y="0"/>
                  </a:moveTo>
                  <a:lnTo>
                    <a:pt x="0" y="29205"/>
                  </a:lnTo>
                  <a:lnTo>
                    <a:pt x="25140" y="29205"/>
                  </a:lnTo>
                  <a:lnTo>
                    <a:pt x="25140"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48;p29">
              <a:extLst>
                <a:ext uri="{FF2B5EF4-FFF2-40B4-BE49-F238E27FC236}">
                  <a16:creationId xmlns:a16="http://schemas.microsoft.com/office/drawing/2014/main" id="{923A6347-57BB-D1C0-6391-A8A55A05884E}"/>
                </a:ext>
              </a:extLst>
            </p:cNvPr>
            <p:cNvSpPr/>
            <p:nvPr/>
          </p:nvSpPr>
          <p:spPr>
            <a:xfrm>
              <a:off x="3888728" y="3698858"/>
              <a:ext cx="426580" cy="495536"/>
            </a:xfrm>
            <a:custGeom>
              <a:avLst/>
              <a:gdLst/>
              <a:ahLst/>
              <a:cxnLst/>
              <a:rect l="l" t="t" r="r" b="b"/>
              <a:pathLst>
                <a:path w="25141" h="29205" fill="none" extrusionOk="0">
                  <a:moveTo>
                    <a:pt x="25140" y="29205"/>
                  </a:moveTo>
                  <a:lnTo>
                    <a:pt x="0" y="29205"/>
                  </a:lnTo>
                  <a:lnTo>
                    <a:pt x="0" y="0"/>
                  </a:lnTo>
                  <a:lnTo>
                    <a:pt x="25140" y="0"/>
                  </a:lnTo>
                  <a:lnTo>
                    <a:pt x="25140" y="2920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49;p29">
              <a:extLst>
                <a:ext uri="{FF2B5EF4-FFF2-40B4-BE49-F238E27FC236}">
                  <a16:creationId xmlns:a16="http://schemas.microsoft.com/office/drawing/2014/main" id="{CA9A94F1-7EA6-F9C2-6F06-2F7062B67ED6}"/>
                </a:ext>
              </a:extLst>
            </p:cNvPr>
            <p:cNvSpPr/>
            <p:nvPr/>
          </p:nvSpPr>
          <p:spPr>
            <a:xfrm>
              <a:off x="3898942" y="3709072"/>
              <a:ext cx="406151" cy="475107"/>
            </a:xfrm>
            <a:custGeom>
              <a:avLst/>
              <a:gdLst/>
              <a:ahLst/>
              <a:cxnLst/>
              <a:rect l="l" t="t" r="r" b="b"/>
              <a:pathLst>
                <a:path w="23937" h="28001" fill="none" extrusionOk="0">
                  <a:moveTo>
                    <a:pt x="1" y="28000"/>
                  </a:moveTo>
                  <a:lnTo>
                    <a:pt x="23936" y="28000"/>
                  </a:lnTo>
                  <a:lnTo>
                    <a:pt x="23936" y="0"/>
                  </a:lnTo>
                  <a:lnTo>
                    <a:pt x="1" y="0"/>
                  </a:lnTo>
                  <a:lnTo>
                    <a:pt x="1" y="2800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50;p29">
              <a:extLst>
                <a:ext uri="{FF2B5EF4-FFF2-40B4-BE49-F238E27FC236}">
                  <a16:creationId xmlns:a16="http://schemas.microsoft.com/office/drawing/2014/main" id="{B50635BD-AE55-A2C8-29F0-08DA891F4E20}"/>
                </a:ext>
              </a:extLst>
            </p:cNvPr>
            <p:cNvSpPr/>
            <p:nvPr/>
          </p:nvSpPr>
          <p:spPr>
            <a:xfrm>
              <a:off x="4366380" y="3637554"/>
              <a:ext cx="158375" cy="620705"/>
            </a:xfrm>
            <a:custGeom>
              <a:avLst/>
              <a:gdLst/>
              <a:ahLst/>
              <a:cxnLst/>
              <a:rect l="l" t="t" r="r" b="b"/>
              <a:pathLst>
                <a:path w="9334" h="36582" extrusionOk="0">
                  <a:moveTo>
                    <a:pt x="0" y="0"/>
                  </a:moveTo>
                  <a:lnTo>
                    <a:pt x="0" y="36581"/>
                  </a:lnTo>
                  <a:lnTo>
                    <a:pt x="9334" y="36581"/>
                  </a:lnTo>
                  <a:lnTo>
                    <a:pt x="9334"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51;p29">
              <a:extLst>
                <a:ext uri="{FF2B5EF4-FFF2-40B4-BE49-F238E27FC236}">
                  <a16:creationId xmlns:a16="http://schemas.microsoft.com/office/drawing/2014/main" id="{0B7BD68E-7816-DC64-D0E5-A767B2BF45C5}"/>
                </a:ext>
              </a:extLst>
            </p:cNvPr>
            <p:cNvSpPr/>
            <p:nvPr/>
          </p:nvSpPr>
          <p:spPr>
            <a:xfrm>
              <a:off x="2511985" y="2278678"/>
              <a:ext cx="528741" cy="620705"/>
            </a:xfrm>
            <a:custGeom>
              <a:avLst/>
              <a:gdLst/>
              <a:ahLst/>
              <a:cxnLst/>
              <a:rect l="l" t="t" r="r" b="b"/>
              <a:pathLst>
                <a:path w="31162" h="36582" extrusionOk="0">
                  <a:moveTo>
                    <a:pt x="0" y="0"/>
                  </a:moveTo>
                  <a:lnTo>
                    <a:pt x="0" y="36581"/>
                  </a:lnTo>
                  <a:lnTo>
                    <a:pt x="31162" y="36581"/>
                  </a:lnTo>
                  <a:lnTo>
                    <a:pt x="31162" y="0"/>
                  </a:ln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52;p29">
              <a:extLst>
                <a:ext uri="{FF2B5EF4-FFF2-40B4-BE49-F238E27FC236}">
                  <a16:creationId xmlns:a16="http://schemas.microsoft.com/office/drawing/2014/main" id="{D920DD1B-2558-77DA-CF3D-3D99A43F6DA4}"/>
                </a:ext>
              </a:extLst>
            </p:cNvPr>
            <p:cNvSpPr/>
            <p:nvPr/>
          </p:nvSpPr>
          <p:spPr>
            <a:xfrm>
              <a:off x="3040709" y="2278678"/>
              <a:ext cx="158375" cy="620705"/>
            </a:xfrm>
            <a:custGeom>
              <a:avLst/>
              <a:gdLst/>
              <a:ahLst/>
              <a:cxnLst/>
              <a:rect l="l" t="t" r="r" b="b"/>
              <a:pathLst>
                <a:path w="9334" h="36582" extrusionOk="0">
                  <a:moveTo>
                    <a:pt x="1" y="0"/>
                  </a:moveTo>
                  <a:lnTo>
                    <a:pt x="1" y="36581"/>
                  </a:lnTo>
                  <a:lnTo>
                    <a:pt x="9334" y="36581"/>
                  </a:lnTo>
                  <a:lnTo>
                    <a:pt x="9334"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753;p29">
              <a:extLst>
                <a:ext uri="{FF2B5EF4-FFF2-40B4-BE49-F238E27FC236}">
                  <a16:creationId xmlns:a16="http://schemas.microsoft.com/office/drawing/2014/main" id="{E5D7C036-B262-943F-946B-EA376C01BCCC}"/>
                </a:ext>
              </a:extLst>
            </p:cNvPr>
            <p:cNvSpPr/>
            <p:nvPr/>
          </p:nvSpPr>
          <p:spPr>
            <a:xfrm>
              <a:off x="2632030" y="4488118"/>
              <a:ext cx="3964236" cy="229893"/>
            </a:xfrm>
            <a:custGeom>
              <a:avLst/>
              <a:gdLst/>
              <a:ahLst/>
              <a:cxnLst/>
              <a:rect l="l" t="t" r="r" b="b"/>
              <a:pathLst>
                <a:path w="233637" h="13549" extrusionOk="0">
                  <a:moveTo>
                    <a:pt x="116818" y="1"/>
                  </a:moveTo>
                  <a:lnTo>
                    <a:pt x="93334" y="151"/>
                  </a:lnTo>
                  <a:lnTo>
                    <a:pt x="71356" y="452"/>
                  </a:lnTo>
                  <a:lnTo>
                    <a:pt x="51485" y="1054"/>
                  </a:lnTo>
                  <a:lnTo>
                    <a:pt x="34323" y="1958"/>
                  </a:lnTo>
                  <a:lnTo>
                    <a:pt x="26796" y="2409"/>
                  </a:lnTo>
                  <a:lnTo>
                    <a:pt x="20022" y="3011"/>
                  </a:lnTo>
                  <a:lnTo>
                    <a:pt x="14151" y="3463"/>
                  </a:lnTo>
                  <a:lnTo>
                    <a:pt x="9183" y="4065"/>
                  </a:lnTo>
                  <a:lnTo>
                    <a:pt x="5269" y="4667"/>
                  </a:lnTo>
                  <a:lnTo>
                    <a:pt x="2409" y="5420"/>
                  </a:lnTo>
                  <a:lnTo>
                    <a:pt x="1355" y="5721"/>
                  </a:lnTo>
                  <a:lnTo>
                    <a:pt x="602" y="6022"/>
                  </a:lnTo>
                  <a:lnTo>
                    <a:pt x="151" y="6474"/>
                  </a:lnTo>
                  <a:lnTo>
                    <a:pt x="0" y="6775"/>
                  </a:lnTo>
                  <a:lnTo>
                    <a:pt x="151" y="7076"/>
                  </a:lnTo>
                  <a:lnTo>
                    <a:pt x="602" y="7527"/>
                  </a:lnTo>
                  <a:lnTo>
                    <a:pt x="1355" y="7829"/>
                  </a:lnTo>
                  <a:lnTo>
                    <a:pt x="2409" y="8130"/>
                  </a:lnTo>
                  <a:lnTo>
                    <a:pt x="5269" y="8732"/>
                  </a:lnTo>
                  <a:lnTo>
                    <a:pt x="9183" y="9484"/>
                  </a:lnTo>
                  <a:lnTo>
                    <a:pt x="14151" y="10087"/>
                  </a:lnTo>
                  <a:lnTo>
                    <a:pt x="20022" y="10538"/>
                  </a:lnTo>
                  <a:lnTo>
                    <a:pt x="26796" y="11140"/>
                  </a:lnTo>
                  <a:lnTo>
                    <a:pt x="34323" y="11592"/>
                  </a:lnTo>
                  <a:lnTo>
                    <a:pt x="51485" y="12495"/>
                  </a:lnTo>
                  <a:lnTo>
                    <a:pt x="71356" y="13097"/>
                  </a:lnTo>
                  <a:lnTo>
                    <a:pt x="93334" y="13398"/>
                  </a:lnTo>
                  <a:lnTo>
                    <a:pt x="116818" y="13549"/>
                  </a:lnTo>
                  <a:lnTo>
                    <a:pt x="140302" y="13398"/>
                  </a:lnTo>
                  <a:lnTo>
                    <a:pt x="162281" y="13097"/>
                  </a:lnTo>
                  <a:lnTo>
                    <a:pt x="182152" y="12495"/>
                  </a:lnTo>
                  <a:lnTo>
                    <a:pt x="199314" y="11592"/>
                  </a:lnTo>
                  <a:lnTo>
                    <a:pt x="206841" y="11140"/>
                  </a:lnTo>
                  <a:lnTo>
                    <a:pt x="213615" y="10538"/>
                  </a:lnTo>
                  <a:lnTo>
                    <a:pt x="219486" y="10087"/>
                  </a:lnTo>
                  <a:lnTo>
                    <a:pt x="224454" y="9484"/>
                  </a:lnTo>
                  <a:lnTo>
                    <a:pt x="228368" y="8732"/>
                  </a:lnTo>
                  <a:lnTo>
                    <a:pt x="231228" y="8130"/>
                  </a:lnTo>
                  <a:lnTo>
                    <a:pt x="232282" y="7829"/>
                  </a:lnTo>
                  <a:lnTo>
                    <a:pt x="233034" y="7527"/>
                  </a:lnTo>
                  <a:lnTo>
                    <a:pt x="233486" y="7076"/>
                  </a:lnTo>
                  <a:lnTo>
                    <a:pt x="233636" y="6775"/>
                  </a:lnTo>
                  <a:lnTo>
                    <a:pt x="233486" y="6474"/>
                  </a:lnTo>
                  <a:lnTo>
                    <a:pt x="233034" y="6022"/>
                  </a:lnTo>
                  <a:lnTo>
                    <a:pt x="232282" y="5721"/>
                  </a:lnTo>
                  <a:lnTo>
                    <a:pt x="231228" y="5420"/>
                  </a:lnTo>
                  <a:lnTo>
                    <a:pt x="228368" y="4667"/>
                  </a:lnTo>
                  <a:lnTo>
                    <a:pt x="224454" y="4065"/>
                  </a:lnTo>
                  <a:lnTo>
                    <a:pt x="219486" y="3463"/>
                  </a:lnTo>
                  <a:lnTo>
                    <a:pt x="213615" y="3011"/>
                  </a:lnTo>
                  <a:lnTo>
                    <a:pt x="206841" y="2409"/>
                  </a:lnTo>
                  <a:lnTo>
                    <a:pt x="199314" y="1958"/>
                  </a:lnTo>
                  <a:lnTo>
                    <a:pt x="182152" y="1054"/>
                  </a:lnTo>
                  <a:lnTo>
                    <a:pt x="162281" y="452"/>
                  </a:lnTo>
                  <a:lnTo>
                    <a:pt x="140302" y="151"/>
                  </a:lnTo>
                  <a:lnTo>
                    <a:pt x="116818"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754;p29">
              <a:extLst>
                <a:ext uri="{FF2B5EF4-FFF2-40B4-BE49-F238E27FC236}">
                  <a16:creationId xmlns:a16="http://schemas.microsoft.com/office/drawing/2014/main" id="{F6F00871-2819-8AF0-CDFC-4BB93EC219FF}"/>
                </a:ext>
              </a:extLst>
            </p:cNvPr>
            <p:cNvSpPr/>
            <p:nvPr/>
          </p:nvSpPr>
          <p:spPr>
            <a:xfrm>
              <a:off x="2632030" y="4488118"/>
              <a:ext cx="3964236" cy="229893"/>
            </a:xfrm>
            <a:custGeom>
              <a:avLst/>
              <a:gdLst/>
              <a:ahLst/>
              <a:cxnLst/>
              <a:rect l="l" t="t" r="r" b="b"/>
              <a:pathLst>
                <a:path w="233637" h="13549" fill="none" extrusionOk="0">
                  <a:moveTo>
                    <a:pt x="233636" y="6775"/>
                  </a:moveTo>
                  <a:lnTo>
                    <a:pt x="233636" y="6775"/>
                  </a:lnTo>
                  <a:lnTo>
                    <a:pt x="233486" y="7076"/>
                  </a:lnTo>
                  <a:lnTo>
                    <a:pt x="233034" y="7527"/>
                  </a:lnTo>
                  <a:lnTo>
                    <a:pt x="232282" y="7829"/>
                  </a:lnTo>
                  <a:lnTo>
                    <a:pt x="231228" y="8130"/>
                  </a:lnTo>
                  <a:lnTo>
                    <a:pt x="228368" y="8732"/>
                  </a:lnTo>
                  <a:lnTo>
                    <a:pt x="224454" y="9484"/>
                  </a:lnTo>
                  <a:lnTo>
                    <a:pt x="219486" y="10087"/>
                  </a:lnTo>
                  <a:lnTo>
                    <a:pt x="213615" y="10538"/>
                  </a:lnTo>
                  <a:lnTo>
                    <a:pt x="206841" y="11140"/>
                  </a:lnTo>
                  <a:lnTo>
                    <a:pt x="199314" y="11592"/>
                  </a:lnTo>
                  <a:lnTo>
                    <a:pt x="182152" y="12495"/>
                  </a:lnTo>
                  <a:lnTo>
                    <a:pt x="162281" y="13097"/>
                  </a:lnTo>
                  <a:lnTo>
                    <a:pt x="140302" y="13398"/>
                  </a:lnTo>
                  <a:lnTo>
                    <a:pt x="116818" y="13549"/>
                  </a:lnTo>
                  <a:lnTo>
                    <a:pt x="116818" y="13549"/>
                  </a:lnTo>
                  <a:lnTo>
                    <a:pt x="93334" y="13398"/>
                  </a:lnTo>
                  <a:lnTo>
                    <a:pt x="71356" y="13097"/>
                  </a:lnTo>
                  <a:lnTo>
                    <a:pt x="51485" y="12495"/>
                  </a:lnTo>
                  <a:lnTo>
                    <a:pt x="34323" y="11592"/>
                  </a:lnTo>
                  <a:lnTo>
                    <a:pt x="26796" y="11140"/>
                  </a:lnTo>
                  <a:lnTo>
                    <a:pt x="20022" y="10538"/>
                  </a:lnTo>
                  <a:lnTo>
                    <a:pt x="14151" y="10087"/>
                  </a:lnTo>
                  <a:lnTo>
                    <a:pt x="9183" y="9484"/>
                  </a:lnTo>
                  <a:lnTo>
                    <a:pt x="5269" y="8732"/>
                  </a:lnTo>
                  <a:lnTo>
                    <a:pt x="2409" y="8130"/>
                  </a:lnTo>
                  <a:lnTo>
                    <a:pt x="1355" y="7829"/>
                  </a:lnTo>
                  <a:lnTo>
                    <a:pt x="602" y="7527"/>
                  </a:lnTo>
                  <a:lnTo>
                    <a:pt x="151" y="7076"/>
                  </a:lnTo>
                  <a:lnTo>
                    <a:pt x="0" y="6775"/>
                  </a:lnTo>
                  <a:lnTo>
                    <a:pt x="0" y="6775"/>
                  </a:lnTo>
                  <a:lnTo>
                    <a:pt x="151" y="6474"/>
                  </a:lnTo>
                  <a:lnTo>
                    <a:pt x="602" y="6022"/>
                  </a:lnTo>
                  <a:lnTo>
                    <a:pt x="1355" y="5721"/>
                  </a:lnTo>
                  <a:lnTo>
                    <a:pt x="2409" y="5420"/>
                  </a:lnTo>
                  <a:lnTo>
                    <a:pt x="5269" y="4667"/>
                  </a:lnTo>
                  <a:lnTo>
                    <a:pt x="9183" y="4065"/>
                  </a:lnTo>
                  <a:lnTo>
                    <a:pt x="14151" y="3463"/>
                  </a:lnTo>
                  <a:lnTo>
                    <a:pt x="20022" y="3011"/>
                  </a:lnTo>
                  <a:lnTo>
                    <a:pt x="26796" y="2409"/>
                  </a:lnTo>
                  <a:lnTo>
                    <a:pt x="34323" y="1958"/>
                  </a:lnTo>
                  <a:lnTo>
                    <a:pt x="51485" y="1054"/>
                  </a:lnTo>
                  <a:lnTo>
                    <a:pt x="71356" y="452"/>
                  </a:lnTo>
                  <a:lnTo>
                    <a:pt x="93334" y="151"/>
                  </a:lnTo>
                  <a:lnTo>
                    <a:pt x="116818" y="1"/>
                  </a:lnTo>
                  <a:lnTo>
                    <a:pt x="116818" y="1"/>
                  </a:lnTo>
                  <a:lnTo>
                    <a:pt x="140302" y="151"/>
                  </a:lnTo>
                  <a:lnTo>
                    <a:pt x="162281" y="452"/>
                  </a:lnTo>
                  <a:lnTo>
                    <a:pt x="182152" y="1054"/>
                  </a:lnTo>
                  <a:lnTo>
                    <a:pt x="199314" y="1958"/>
                  </a:lnTo>
                  <a:lnTo>
                    <a:pt x="206841" y="2409"/>
                  </a:lnTo>
                  <a:lnTo>
                    <a:pt x="213615" y="3011"/>
                  </a:lnTo>
                  <a:lnTo>
                    <a:pt x="219486" y="3463"/>
                  </a:lnTo>
                  <a:lnTo>
                    <a:pt x="224454" y="4065"/>
                  </a:lnTo>
                  <a:lnTo>
                    <a:pt x="228368" y="4667"/>
                  </a:lnTo>
                  <a:lnTo>
                    <a:pt x="231228" y="5420"/>
                  </a:lnTo>
                  <a:lnTo>
                    <a:pt x="232282" y="5721"/>
                  </a:lnTo>
                  <a:lnTo>
                    <a:pt x="233034" y="6022"/>
                  </a:lnTo>
                  <a:lnTo>
                    <a:pt x="233486" y="6474"/>
                  </a:lnTo>
                  <a:lnTo>
                    <a:pt x="233636" y="677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755;p29">
              <a:extLst>
                <a:ext uri="{FF2B5EF4-FFF2-40B4-BE49-F238E27FC236}">
                  <a16:creationId xmlns:a16="http://schemas.microsoft.com/office/drawing/2014/main" id="{BA9E1674-D684-7C4D-F86D-6AD34011A52B}"/>
                </a:ext>
              </a:extLst>
            </p:cNvPr>
            <p:cNvSpPr/>
            <p:nvPr/>
          </p:nvSpPr>
          <p:spPr>
            <a:xfrm>
              <a:off x="3625630" y="3098599"/>
              <a:ext cx="1006410" cy="94526"/>
            </a:xfrm>
            <a:custGeom>
              <a:avLst/>
              <a:gdLst/>
              <a:ahLst/>
              <a:cxnLst/>
              <a:rect l="l" t="t" r="r" b="b"/>
              <a:pathLst>
                <a:path w="59314" h="5571" extrusionOk="0">
                  <a:moveTo>
                    <a:pt x="2259" y="0"/>
                  </a:moveTo>
                  <a:lnTo>
                    <a:pt x="1657" y="151"/>
                  </a:lnTo>
                  <a:lnTo>
                    <a:pt x="1205" y="452"/>
                  </a:lnTo>
                  <a:lnTo>
                    <a:pt x="754" y="753"/>
                  </a:lnTo>
                  <a:lnTo>
                    <a:pt x="453" y="1205"/>
                  </a:lnTo>
                  <a:lnTo>
                    <a:pt x="151" y="1656"/>
                  </a:lnTo>
                  <a:lnTo>
                    <a:pt x="1" y="2258"/>
                  </a:lnTo>
                  <a:lnTo>
                    <a:pt x="1" y="2710"/>
                  </a:lnTo>
                  <a:lnTo>
                    <a:pt x="1" y="3312"/>
                  </a:lnTo>
                  <a:lnTo>
                    <a:pt x="151" y="3914"/>
                  </a:lnTo>
                  <a:lnTo>
                    <a:pt x="453" y="4366"/>
                  </a:lnTo>
                  <a:lnTo>
                    <a:pt x="754" y="4818"/>
                  </a:lnTo>
                  <a:lnTo>
                    <a:pt x="1205" y="5119"/>
                  </a:lnTo>
                  <a:lnTo>
                    <a:pt x="1657" y="5420"/>
                  </a:lnTo>
                  <a:lnTo>
                    <a:pt x="2259" y="5570"/>
                  </a:lnTo>
                  <a:lnTo>
                    <a:pt x="59313" y="5570"/>
                  </a:lnTo>
                  <a:lnTo>
                    <a:pt x="5931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756;p29">
              <a:extLst>
                <a:ext uri="{FF2B5EF4-FFF2-40B4-BE49-F238E27FC236}">
                  <a16:creationId xmlns:a16="http://schemas.microsoft.com/office/drawing/2014/main" id="{637808EC-2106-7B14-DE9F-7ECCCA367394}"/>
                </a:ext>
              </a:extLst>
            </p:cNvPr>
            <p:cNvSpPr/>
            <p:nvPr/>
          </p:nvSpPr>
          <p:spPr>
            <a:xfrm>
              <a:off x="3625630" y="3098599"/>
              <a:ext cx="1006410" cy="94526"/>
            </a:xfrm>
            <a:custGeom>
              <a:avLst/>
              <a:gdLst/>
              <a:ahLst/>
              <a:cxnLst/>
              <a:rect l="l" t="t" r="r" b="b"/>
              <a:pathLst>
                <a:path w="59314" h="5571" fill="none" extrusionOk="0">
                  <a:moveTo>
                    <a:pt x="2711" y="5570"/>
                  </a:moveTo>
                  <a:lnTo>
                    <a:pt x="59313" y="5570"/>
                  </a:lnTo>
                  <a:lnTo>
                    <a:pt x="59313" y="0"/>
                  </a:lnTo>
                  <a:lnTo>
                    <a:pt x="2711" y="0"/>
                  </a:lnTo>
                  <a:lnTo>
                    <a:pt x="2711" y="0"/>
                  </a:lnTo>
                  <a:lnTo>
                    <a:pt x="2259" y="0"/>
                  </a:lnTo>
                  <a:lnTo>
                    <a:pt x="1657" y="151"/>
                  </a:lnTo>
                  <a:lnTo>
                    <a:pt x="1205" y="452"/>
                  </a:lnTo>
                  <a:lnTo>
                    <a:pt x="754" y="753"/>
                  </a:lnTo>
                  <a:lnTo>
                    <a:pt x="453" y="1205"/>
                  </a:lnTo>
                  <a:lnTo>
                    <a:pt x="151" y="1656"/>
                  </a:lnTo>
                  <a:lnTo>
                    <a:pt x="1" y="2258"/>
                  </a:lnTo>
                  <a:lnTo>
                    <a:pt x="1" y="2710"/>
                  </a:lnTo>
                  <a:lnTo>
                    <a:pt x="1" y="2710"/>
                  </a:lnTo>
                  <a:lnTo>
                    <a:pt x="1" y="3312"/>
                  </a:lnTo>
                  <a:lnTo>
                    <a:pt x="151" y="3914"/>
                  </a:lnTo>
                  <a:lnTo>
                    <a:pt x="453" y="4366"/>
                  </a:lnTo>
                  <a:lnTo>
                    <a:pt x="754" y="4818"/>
                  </a:lnTo>
                  <a:lnTo>
                    <a:pt x="1205" y="5119"/>
                  </a:lnTo>
                  <a:lnTo>
                    <a:pt x="1657" y="5420"/>
                  </a:lnTo>
                  <a:lnTo>
                    <a:pt x="2259" y="5570"/>
                  </a:lnTo>
                  <a:lnTo>
                    <a:pt x="2711" y="557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757;p29">
              <a:extLst>
                <a:ext uri="{FF2B5EF4-FFF2-40B4-BE49-F238E27FC236}">
                  <a16:creationId xmlns:a16="http://schemas.microsoft.com/office/drawing/2014/main" id="{9073FA92-B94B-328F-9B32-CAE9C829F4FE}"/>
                </a:ext>
              </a:extLst>
            </p:cNvPr>
            <p:cNvSpPr/>
            <p:nvPr/>
          </p:nvSpPr>
          <p:spPr>
            <a:xfrm>
              <a:off x="4041978" y="3193108"/>
              <a:ext cx="61321" cy="1397206"/>
            </a:xfrm>
            <a:custGeom>
              <a:avLst/>
              <a:gdLst/>
              <a:ahLst/>
              <a:cxnLst/>
              <a:rect l="l" t="t" r="r" b="b"/>
              <a:pathLst>
                <a:path w="3614" h="82346" extrusionOk="0">
                  <a:moveTo>
                    <a:pt x="1" y="0"/>
                  </a:moveTo>
                  <a:lnTo>
                    <a:pt x="1" y="82345"/>
                  </a:lnTo>
                  <a:lnTo>
                    <a:pt x="3614" y="82345"/>
                  </a:lnTo>
                  <a:lnTo>
                    <a:pt x="3614" y="0"/>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758;p29">
              <a:extLst>
                <a:ext uri="{FF2B5EF4-FFF2-40B4-BE49-F238E27FC236}">
                  <a16:creationId xmlns:a16="http://schemas.microsoft.com/office/drawing/2014/main" id="{764B0062-6395-F14E-C01A-E437AACDBDB6}"/>
                </a:ext>
              </a:extLst>
            </p:cNvPr>
            <p:cNvSpPr/>
            <p:nvPr/>
          </p:nvSpPr>
          <p:spPr>
            <a:xfrm>
              <a:off x="4041978" y="3193108"/>
              <a:ext cx="61321" cy="1397206"/>
            </a:xfrm>
            <a:custGeom>
              <a:avLst/>
              <a:gdLst/>
              <a:ahLst/>
              <a:cxnLst/>
              <a:rect l="l" t="t" r="r" b="b"/>
              <a:pathLst>
                <a:path w="3614" h="82346" fill="none" extrusionOk="0">
                  <a:moveTo>
                    <a:pt x="1" y="0"/>
                  </a:moveTo>
                  <a:lnTo>
                    <a:pt x="3614" y="0"/>
                  </a:lnTo>
                  <a:lnTo>
                    <a:pt x="3614" y="82345"/>
                  </a:lnTo>
                  <a:lnTo>
                    <a:pt x="1" y="82345"/>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759;p29">
              <a:extLst>
                <a:ext uri="{FF2B5EF4-FFF2-40B4-BE49-F238E27FC236}">
                  <a16:creationId xmlns:a16="http://schemas.microsoft.com/office/drawing/2014/main" id="{C954ED1C-6BC8-90DA-5283-4D631C8C9965}"/>
                </a:ext>
              </a:extLst>
            </p:cNvPr>
            <p:cNvSpPr/>
            <p:nvPr/>
          </p:nvSpPr>
          <p:spPr>
            <a:xfrm>
              <a:off x="4041978" y="3193108"/>
              <a:ext cx="61321" cy="1397206"/>
            </a:xfrm>
            <a:custGeom>
              <a:avLst/>
              <a:gdLst/>
              <a:ahLst/>
              <a:cxnLst/>
              <a:rect l="l" t="t" r="r" b="b"/>
              <a:pathLst>
                <a:path w="3614" h="82346" extrusionOk="0">
                  <a:moveTo>
                    <a:pt x="1" y="0"/>
                  </a:moveTo>
                  <a:lnTo>
                    <a:pt x="1" y="82345"/>
                  </a:lnTo>
                  <a:lnTo>
                    <a:pt x="3614" y="82345"/>
                  </a:lnTo>
                  <a:lnTo>
                    <a:pt x="3614" y="76474"/>
                  </a:lnTo>
                  <a:lnTo>
                    <a:pt x="3614" y="59012"/>
                  </a:lnTo>
                  <a:lnTo>
                    <a:pt x="3614" y="58409"/>
                  </a:lnTo>
                  <a:lnTo>
                    <a:pt x="3614" y="30409"/>
                  </a:lnTo>
                  <a:lnTo>
                    <a:pt x="3614" y="29807"/>
                  </a:lnTo>
                  <a:lnTo>
                    <a:pt x="3614" y="26194"/>
                  </a:lnTo>
                  <a:lnTo>
                    <a:pt x="3614"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760;p29">
              <a:extLst>
                <a:ext uri="{FF2B5EF4-FFF2-40B4-BE49-F238E27FC236}">
                  <a16:creationId xmlns:a16="http://schemas.microsoft.com/office/drawing/2014/main" id="{6237963A-9A73-0C14-D239-2F619E93295B}"/>
                </a:ext>
              </a:extLst>
            </p:cNvPr>
            <p:cNvSpPr/>
            <p:nvPr/>
          </p:nvSpPr>
          <p:spPr>
            <a:xfrm>
              <a:off x="3740585" y="3193108"/>
              <a:ext cx="61321" cy="1397206"/>
            </a:xfrm>
            <a:custGeom>
              <a:avLst/>
              <a:gdLst/>
              <a:ahLst/>
              <a:cxnLst/>
              <a:rect l="l" t="t" r="r" b="b"/>
              <a:pathLst>
                <a:path w="3614" h="82346" extrusionOk="0">
                  <a:moveTo>
                    <a:pt x="0" y="0"/>
                  </a:moveTo>
                  <a:lnTo>
                    <a:pt x="0" y="82345"/>
                  </a:lnTo>
                  <a:lnTo>
                    <a:pt x="3613" y="82345"/>
                  </a:lnTo>
                  <a:lnTo>
                    <a:pt x="3613" y="0"/>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761;p29">
              <a:extLst>
                <a:ext uri="{FF2B5EF4-FFF2-40B4-BE49-F238E27FC236}">
                  <a16:creationId xmlns:a16="http://schemas.microsoft.com/office/drawing/2014/main" id="{12D7BECD-64BF-B7B3-F7FA-2D95C72783BE}"/>
                </a:ext>
              </a:extLst>
            </p:cNvPr>
            <p:cNvSpPr/>
            <p:nvPr/>
          </p:nvSpPr>
          <p:spPr>
            <a:xfrm>
              <a:off x="3740585" y="3193108"/>
              <a:ext cx="61321" cy="1397206"/>
            </a:xfrm>
            <a:custGeom>
              <a:avLst/>
              <a:gdLst/>
              <a:ahLst/>
              <a:cxnLst/>
              <a:rect l="l" t="t" r="r" b="b"/>
              <a:pathLst>
                <a:path w="3614" h="82346" fill="none" extrusionOk="0">
                  <a:moveTo>
                    <a:pt x="0" y="0"/>
                  </a:moveTo>
                  <a:lnTo>
                    <a:pt x="3613" y="0"/>
                  </a:lnTo>
                  <a:lnTo>
                    <a:pt x="3613" y="82345"/>
                  </a:lnTo>
                  <a:lnTo>
                    <a:pt x="0" y="82345"/>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762;p29">
              <a:extLst>
                <a:ext uri="{FF2B5EF4-FFF2-40B4-BE49-F238E27FC236}">
                  <a16:creationId xmlns:a16="http://schemas.microsoft.com/office/drawing/2014/main" id="{D04E83A7-621C-37A4-8FFE-405A9B9DC060}"/>
                </a:ext>
              </a:extLst>
            </p:cNvPr>
            <p:cNvSpPr/>
            <p:nvPr/>
          </p:nvSpPr>
          <p:spPr>
            <a:xfrm>
              <a:off x="3740585" y="3193108"/>
              <a:ext cx="61321" cy="1397206"/>
            </a:xfrm>
            <a:custGeom>
              <a:avLst/>
              <a:gdLst/>
              <a:ahLst/>
              <a:cxnLst/>
              <a:rect l="l" t="t" r="r" b="b"/>
              <a:pathLst>
                <a:path w="3614" h="82346" extrusionOk="0">
                  <a:moveTo>
                    <a:pt x="0" y="0"/>
                  </a:moveTo>
                  <a:lnTo>
                    <a:pt x="0" y="82345"/>
                  </a:lnTo>
                  <a:lnTo>
                    <a:pt x="3613" y="82345"/>
                  </a:lnTo>
                  <a:lnTo>
                    <a:pt x="3613" y="76926"/>
                  </a:lnTo>
                  <a:lnTo>
                    <a:pt x="3613"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763;p29">
              <a:extLst>
                <a:ext uri="{FF2B5EF4-FFF2-40B4-BE49-F238E27FC236}">
                  <a16:creationId xmlns:a16="http://schemas.microsoft.com/office/drawing/2014/main" id="{5B7491FE-D866-B6B4-9F51-CCBA2CB851C7}"/>
                </a:ext>
              </a:extLst>
            </p:cNvPr>
            <p:cNvSpPr/>
            <p:nvPr/>
          </p:nvSpPr>
          <p:spPr>
            <a:xfrm>
              <a:off x="3640968" y="3113920"/>
              <a:ext cx="63866" cy="63883"/>
            </a:xfrm>
            <a:custGeom>
              <a:avLst/>
              <a:gdLst/>
              <a:ahLst/>
              <a:cxnLst/>
              <a:rect l="l" t="t" r="r" b="b"/>
              <a:pathLst>
                <a:path w="3764" h="3765" extrusionOk="0">
                  <a:moveTo>
                    <a:pt x="1807" y="1"/>
                  </a:moveTo>
                  <a:lnTo>
                    <a:pt x="1204" y="151"/>
                  </a:lnTo>
                  <a:lnTo>
                    <a:pt x="602" y="603"/>
                  </a:lnTo>
                  <a:lnTo>
                    <a:pt x="151" y="1205"/>
                  </a:lnTo>
                  <a:lnTo>
                    <a:pt x="0" y="1807"/>
                  </a:lnTo>
                  <a:lnTo>
                    <a:pt x="151" y="2560"/>
                  </a:lnTo>
                  <a:lnTo>
                    <a:pt x="602" y="3162"/>
                  </a:lnTo>
                  <a:lnTo>
                    <a:pt x="1204" y="3614"/>
                  </a:lnTo>
                  <a:lnTo>
                    <a:pt x="1807" y="3764"/>
                  </a:lnTo>
                  <a:lnTo>
                    <a:pt x="2559" y="3614"/>
                  </a:lnTo>
                  <a:lnTo>
                    <a:pt x="3161" y="3162"/>
                  </a:lnTo>
                  <a:lnTo>
                    <a:pt x="3613" y="2560"/>
                  </a:lnTo>
                  <a:lnTo>
                    <a:pt x="3764" y="1807"/>
                  </a:lnTo>
                  <a:lnTo>
                    <a:pt x="3613" y="1205"/>
                  </a:lnTo>
                  <a:lnTo>
                    <a:pt x="3161" y="603"/>
                  </a:lnTo>
                  <a:lnTo>
                    <a:pt x="2559" y="151"/>
                  </a:lnTo>
                  <a:lnTo>
                    <a:pt x="1807" y="1"/>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764;p29">
              <a:extLst>
                <a:ext uri="{FF2B5EF4-FFF2-40B4-BE49-F238E27FC236}">
                  <a16:creationId xmlns:a16="http://schemas.microsoft.com/office/drawing/2014/main" id="{39EF31F8-1203-74D4-0738-73DC8667F3AA}"/>
                </a:ext>
              </a:extLst>
            </p:cNvPr>
            <p:cNvSpPr/>
            <p:nvPr/>
          </p:nvSpPr>
          <p:spPr>
            <a:xfrm>
              <a:off x="3778897" y="3113920"/>
              <a:ext cx="61321" cy="63883"/>
            </a:xfrm>
            <a:custGeom>
              <a:avLst/>
              <a:gdLst/>
              <a:ahLst/>
              <a:cxnLst/>
              <a:rect l="l" t="t" r="r" b="b"/>
              <a:pathLst>
                <a:path w="3614" h="3765" extrusionOk="0">
                  <a:moveTo>
                    <a:pt x="1807" y="1"/>
                  </a:moveTo>
                  <a:lnTo>
                    <a:pt x="1054" y="151"/>
                  </a:lnTo>
                  <a:lnTo>
                    <a:pt x="452" y="603"/>
                  </a:lnTo>
                  <a:lnTo>
                    <a:pt x="151" y="1205"/>
                  </a:lnTo>
                  <a:lnTo>
                    <a:pt x="0" y="1807"/>
                  </a:lnTo>
                  <a:lnTo>
                    <a:pt x="151" y="2560"/>
                  </a:lnTo>
                  <a:lnTo>
                    <a:pt x="452" y="3162"/>
                  </a:lnTo>
                  <a:lnTo>
                    <a:pt x="1054" y="3614"/>
                  </a:lnTo>
                  <a:lnTo>
                    <a:pt x="1807" y="3764"/>
                  </a:lnTo>
                  <a:lnTo>
                    <a:pt x="2559" y="3614"/>
                  </a:lnTo>
                  <a:lnTo>
                    <a:pt x="3162" y="3162"/>
                  </a:lnTo>
                  <a:lnTo>
                    <a:pt x="3463" y="2560"/>
                  </a:lnTo>
                  <a:lnTo>
                    <a:pt x="3613" y="1807"/>
                  </a:lnTo>
                  <a:lnTo>
                    <a:pt x="3463" y="1205"/>
                  </a:lnTo>
                  <a:lnTo>
                    <a:pt x="3162" y="603"/>
                  </a:lnTo>
                  <a:lnTo>
                    <a:pt x="2559" y="151"/>
                  </a:lnTo>
                  <a:lnTo>
                    <a:pt x="180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765;p29">
              <a:extLst>
                <a:ext uri="{FF2B5EF4-FFF2-40B4-BE49-F238E27FC236}">
                  <a16:creationId xmlns:a16="http://schemas.microsoft.com/office/drawing/2014/main" id="{DBC23D18-C902-9B09-F7BF-D40A77500D2F}"/>
                </a:ext>
              </a:extLst>
            </p:cNvPr>
            <p:cNvSpPr/>
            <p:nvPr/>
          </p:nvSpPr>
          <p:spPr>
            <a:xfrm>
              <a:off x="3914264" y="3113920"/>
              <a:ext cx="63883" cy="63883"/>
            </a:xfrm>
            <a:custGeom>
              <a:avLst/>
              <a:gdLst/>
              <a:ahLst/>
              <a:cxnLst/>
              <a:rect l="l" t="t" r="r" b="b"/>
              <a:pathLst>
                <a:path w="3765" h="3765" extrusionOk="0">
                  <a:moveTo>
                    <a:pt x="1958" y="1"/>
                  </a:moveTo>
                  <a:lnTo>
                    <a:pt x="1205" y="151"/>
                  </a:lnTo>
                  <a:lnTo>
                    <a:pt x="603" y="603"/>
                  </a:lnTo>
                  <a:lnTo>
                    <a:pt x="151" y="1205"/>
                  </a:lnTo>
                  <a:lnTo>
                    <a:pt x="1" y="1807"/>
                  </a:lnTo>
                  <a:lnTo>
                    <a:pt x="151" y="2560"/>
                  </a:lnTo>
                  <a:lnTo>
                    <a:pt x="603" y="3162"/>
                  </a:lnTo>
                  <a:lnTo>
                    <a:pt x="1205" y="3614"/>
                  </a:lnTo>
                  <a:lnTo>
                    <a:pt x="1958" y="3764"/>
                  </a:lnTo>
                  <a:lnTo>
                    <a:pt x="2560" y="3614"/>
                  </a:lnTo>
                  <a:lnTo>
                    <a:pt x="3162" y="3162"/>
                  </a:lnTo>
                  <a:lnTo>
                    <a:pt x="3614" y="2560"/>
                  </a:lnTo>
                  <a:lnTo>
                    <a:pt x="3764" y="1807"/>
                  </a:lnTo>
                  <a:lnTo>
                    <a:pt x="3614" y="1205"/>
                  </a:lnTo>
                  <a:lnTo>
                    <a:pt x="3162" y="603"/>
                  </a:lnTo>
                  <a:lnTo>
                    <a:pt x="2560" y="151"/>
                  </a:lnTo>
                  <a:lnTo>
                    <a:pt x="195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766;p29">
              <a:extLst>
                <a:ext uri="{FF2B5EF4-FFF2-40B4-BE49-F238E27FC236}">
                  <a16:creationId xmlns:a16="http://schemas.microsoft.com/office/drawing/2014/main" id="{1CC0F980-AA24-9981-2BF9-282AF4E233E4}"/>
                </a:ext>
              </a:extLst>
            </p:cNvPr>
            <p:cNvSpPr/>
            <p:nvPr/>
          </p:nvSpPr>
          <p:spPr>
            <a:xfrm>
              <a:off x="4052193" y="3113920"/>
              <a:ext cx="61321" cy="63883"/>
            </a:xfrm>
            <a:custGeom>
              <a:avLst/>
              <a:gdLst/>
              <a:ahLst/>
              <a:cxnLst/>
              <a:rect l="l" t="t" r="r" b="b"/>
              <a:pathLst>
                <a:path w="3614" h="3765" extrusionOk="0">
                  <a:moveTo>
                    <a:pt x="1807" y="1"/>
                  </a:moveTo>
                  <a:lnTo>
                    <a:pt x="1205" y="151"/>
                  </a:lnTo>
                  <a:lnTo>
                    <a:pt x="603" y="603"/>
                  </a:lnTo>
                  <a:lnTo>
                    <a:pt x="151" y="1205"/>
                  </a:lnTo>
                  <a:lnTo>
                    <a:pt x="1" y="1807"/>
                  </a:lnTo>
                  <a:lnTo>
                    <a:pt x="151" y="2560"/>
                  </a:lnTo>
                  <a:lnTo>
                    <a:pt x="603" y="3162"/>
                  </a:lnTo>
                  <a:lnTo>
                    <a:pt x="1205" y="3614"/>
                  </a:lnTo>
                  <a:lnTo>
                    <a:pt x="1807" y="3764"/>
                  </a:lnTo>
                  <a:lnTo>
                    <a:pt x="2560" y="3614"/>
                  </a:lnTo>
                  <a:lnTo>
                    <a:pt x="3162" y="3162"/>
                  </a:lnTo>
                  <a:lnTo>
                    <a:pt x="3463" y="2560"/>
                  </a:lnTo>
                  <a:lnTo>
                    <a:pt x="3614" y="1807"/>
                  </a:lnTo>
                  <a:lnTo>
                    <a:pt x="3463" y="1205"/>
                  </a:lnTo>
                  <a:lnTo>
                    <a:pt x="3162" y="603"/>
                  </a:lnTo>
                  <a:lnTo>
                    <a:pt x="2560" y="151"/>
                  </a:lnTo>
                  <a:lnTo>
                    <a:pt x="180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767;p29">
              <a:extLst>
                <a:ext uri="{FF2B5EF4-FFF2-40B4-BE49-F238E27FC236}">
                  <a16:creationId xmlns:a16="http://schemas.microsoft.com/office/drawing/2014/main" id="{FE93D903-577D-77DA-13F2-24CF029E92ED}"/>
                </a:ext>
              </a:extLst>
            </p:cNvPr>
            <p:cNvSpPr/>
            <p:nvPr/>
          </p:nvSpPr>
          <p:spPr>
            <a:xfrm>
              <a:off x="4190122" y="3113920"/>
              <a:ext cx="61321" cy="63883"/>
            </a:xfrm>
            <a:custGeom>
              <a:avLst/>
              <a:gdLst/>
              <a:ahLst/>
              <a:cxnLst/>
              <a:rect l="l" t="t" r="r" b="b"/>
              <a:pathLst>
                <a:path w="3614" h="3765" extrusionOk="0">
                  <a:moveTo>
                    <a:pt x="1807" y="1"/>
                  </a:moveTo>
                  <a:lnTo>
                    <a:pt x="1055" y="151"/>
                  </a:lnTo>
                  <a:lnTo>
                    <a:pt x="453" y="603"/>
                  </a:lnTo>
                  <a:lnTo>
                    <a:pt x="151" y="1205"/>
                  </a:lnTo>
                  <a:lnTo>
                    <a:pt x="1" y="1807"/>
                  </a:lnTo>
                  <a:lnTo>
                    <a:pt x="151" y="2560"/>
                  </a:lnTo>
                  <a:lnTo>
                    <a:pt x="453" y="3162"/>
                  </a:lnTo>
                  <a:lnTo>
                    <a:pt x="1055" y="3614"/>
                  </a:lnTo>
                  <a:lnTo>
                    <a:pt x="1807" y="3764"/>
                  </a:lnTo>
                  <a:lnTo>
                    <a:pt x="2560" y="3614"/>
                  </a:lnTo>
                  <a:lnTo>
                    <a:pt x="3012" y="3162"/>
                  </a:lnTo>
                  <a:lnTo>
                    <a:pt x="3463" y="2560"/>
                  </a:lnTo>
                  <a:lnTo>
                    <a:pt x="3614" y="1807"/>
                  </a:lnTo>
                  <a:lnTo>
                    <a:pt x="3463" y="1205"/>
                  </a:lnTo>
                  <a:lnTo>
                    <a:pt x="3012" y="603"/>
                  </a:lnTo>
                  <a:lnTo>
                    <a:pt x="2560" y="151"/>
                  </a:lnTo>
                  <a:lnTo>
                    <a:pt x="180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768;p29">
              <a:extLst>
                <a:ext uri="{FF2B5EF4-FFF2-40B4-BE49-F238E27FC236}">
                  <a16:creationId xmlns:a16="http://schemas.microsoft.com/office/drawing/2014/main" id="{75DC8840-3F76-317B-5D19-3D262AA07697}"/>
                </a:ext>
              </a:extLst>
            </p:cNvPr>
            <p:cNvSpPr/>
            <p:nvPr/>
          </p:nvSpPr>
          <p:spPr>
            <a:xfrm>
              <a:off x="4325505" y="3113920"/>
              <a:ext cx="63866" cy="63883"/>
            </a:xfrm>
            <a:custGeom>
              <a:avLst/>
              <a:gdLst/>
              <a:ahLst/>
              <a:cxnLst/>
              <a:rect l="l" t="t" r="r" b="b"/>
              <a:pathLst>
                <a:path w="3764" h="3765" extrusionOk="0">
                  <a:moveTo>
                    <a:pt x="1807" y="1"/>
                  </a:moveTo>
                  <a:lnTo>
                    <a:pt x="1205" y="151"/>
                  </a:lnTo>
                  <a:lnTo>
                    <a:pt x="603" y="603"/>
                  </a:lnTo>
                  <a:lnTo>
                    <a:pt x="151" y="1205"/>
                  </a:lnTo>
                  <a:lnTo>
                    <a:pt x="1" y="1807"/>
                  </a:lnTo>
                  <a:lnTo>
                    <a:pt x="151" y="2560"/>
                  </a:lnTo>
                  <a:lnTo>
                    <a:pt x="603" y="3162"/>
                  </a:lnTo>
                  <a:lnTo>
                    <a:pt x="1205" y="3614"/>
                  </a:lnTo>
                  <a:lnTo>
                    <a:pt x="1807" y="3764"/>
                  </a:lnTo>
                  <a:lnTo>
                    <a:pt x="2560" y="3614"/>
                  </a:lnTo>
                  <a:lnTo>
                    <a:pt x="3162" y="3162"/>
                  </a:lnTo>
                  <a:lnTo>
                    <a:pt x="3613" y="2560"/>
                  </a:lnTo>
                  <a:lnTo>
                    <a:pt x="3764" y="1807"/>
                  </a:lnTo>
                  <a:lnTo>
                    <a:pt x="3613" y="1205"/>
                  </a:lnTo>
                  <a:lnTo>
                    <a:pt x="3162" y="603"/>
                  </a:lnTo>
                  <a:lnTo>
                    <a:pt x="2560" y="151"/>
                  </a:lnTo>
                  <a:lnTo>
                    <a:pt x="1807" y="1"/>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769;p29">
              <a:extLst>
                <a:ext uri="{FF2B5EF4-FFF2-40B4-BE49-F238E27FC236}">
                  <a16:creationId xmlns:a16="http://schemas.microsoft.com/office/drawing/2014/main" id="{76985C0A-E1E3-4FFF-734D-6359EE92A3E7}"/>
                </a:ext>
              </a:extLst>
            </p:cNvPr>
            <p:cNvSpPr/>
            <p:nvPr/>
          </p:nvSpPr>
          <p:spPr>
            <a:xfrm>
              <a:off x="4463434" y="3113920"/>
              <a:ext cx="61321" cy="63883"/>
            </a:xfrm>
            <a:custGeom>
              <a:avLst/>
              <a:gdLst/>
              <a:ahLst/>
              <a:cxnLst/>
              <a:rect l="l" t="t" r="r" b="b"/>
              <a:pathLst>
                <a:path w="3614" h="3765" extrusionOk="0">
                  <a:moveTo>
                    <a:pt x="1807" y="1"/>
                  </a:moveTo>
                  <a:lnTo>
                    <a:pt x="1054" y="151"/>
                  </a:lnTo>
                  <a:lnTo>
                    <a:pt x="452" y="603"/>
                  </a:lnTo>
                  <a:lnTo>
                    <a:pt x="151" y="1205"/>
                  </a:lnTo>
                  <a:lnTo>
                    <a:pt x="1" y="1807"/>
                  </a:lnTo>
                  <a:lnTo>
                    <a:pt x="151" y="2560"/>
                  </a:lnTo>
                  <a:lnTo>
                    <a:pt x="452" y="3162"/>
                  </a:lnTo>
                  <a:lnTo>
                    <a:pt x="1054" y="3614"/>
                  </a:lnTo>
                  <a:lnTo>
                    <a:pt x="1807" y="3764"/>
                  </a:lnTo>
                  <a:lnTo>
                    <a:pt x="2560" y="3614"/>
                  </a:lnTo>
                  <a:lnTo>
                    <a:pt x="3162" y="3162"/>
                  </a:lnTo>
                  <a:lnTo>
                    <a:pt x="3463" y="2560"/>
                  </a:lnTo>
                  <a:lnTo>
                    <a:pt x="3614" y="1807"/>
                  </a:lnTo>
                  <a:lnTo>
                    <a:pt x="3463" y="1205"/>
                  </a:lnTo>
                  <a:lnTo>
                    <a:pt x="3162" y="603"/>
                  </a:lnTo>
                  <a:lnTo>
                    <a:pt x="2560" y="151"/>
                  </a:lnTo>
                  <a:lnTo>
                    <a:pt x="1807" y="1"/>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770;p29">
              <a:extLst>
                <a:ext uri="{FF2B5EF4-FFF2-40B4-BE49-F238E27FC236}">
                  <a16:creationId xmlns:a16="http://schemas.microsoft.com/office/drawing/2014/main" id="{6CBB1982-9D6F-0287-16F5-D27120CC3086}"/>
                </a:ext>
              </a:extLst>
            </p:cNvPr>
            <p:cNvSpPr/>
            <p:nvPr/>
          </p:nvSpPr>
          <p:spPr>
            <a:xfrm>
              <a:off x="4598818" y="3113920"/>
              <a:ext cx="33222" cy="63883"/>
            </a:xfrm>
            <a:custGeom>
              <a:avLst/>
              <a:gdLst/>
              <a:ahLst/>
              <a:cxnLst/>
              <a:rect l="l" t="t" r="r" b="b"/>
              <a:pathLst>
                <a:path w="1958" h="3765" extrusionOk="0">
                  <a:moveTo>
                    <a:pt x="1957" y="1"/>
                  </a:moveTo>
                  <a:lnTo>
                    <a:pt x="1204" y="151"/>
                  </a:lnTo>
                  <a:lnTo>
                    <a:pt x="602" y="603"/>
                  </a:lnTo>
                  <a:lnTo>
                    <a:pt x="151" y="1205"/>
                  </a:lnTo>
                  <a:lnTo>
                    <a:pt x="0" y="1807"/>
                  </a:lnTo>
                  <a:lnTo>
                    <a:pt x="151" y="2560"/>
                  </a:lnTo>
                  <a:lnTo>
                    <a:pt x="602" y="3162"/>
                  </a:lnTo>
                  <a:lnTo>
                    <a:pt x="1204" y="3614"/>
                  </a:lnTo>
                  <a:lnTo>
                    <a:pt x="1957" y="3764"/>
                  </a:lnTo>
                  <a:lnTo>
                    <a:pt x="1957" y="1"/>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771;p29">
              <a:extLst>
                <a:ext uri="{FF2B5EF4-FFF2-40B4-BE49-F238E27FC236}">
                  <a16:creationId xmlns:a16="http://schemas.microsoft.com/office/drawing/2014/main" id="{F8A8A149-75F3-59F6-794E-2251917E838F}"/>
                </a:ext>
              </a:extLst>
            </p:cNvPr>
            <p:cNvSpPr/>
            <p:nvPr/>
          </p:nvSpPr>
          <p:spPr>
            <a:xfrm>
              <a:off x="4297407" y="2066669"/>
              <a:ext cx="1151991" cy="2523644"/>
            </a:xfrm>
            <a:custGeom>
              <a:avLst/>
              <a:gdLst/>
              <a:ahLst/>
              <a:cxnLst/>
              <a:rect l="l" t="t" r="r" b="b"/>
              <a:pathLst>
                <a:path w="67894" h="148734" extrusionOk="0">
                  <a:moveTo>
                    <a:pt x="4968" y="1"/>
                  </a:moveTo>
                  <a:lnTo>
                    <a:pt x="3915" y="151"/>
                  </a:lnTo>
                  <a:lnTo>
                    <a:pt x="3011" y="452"/>
                  </a:lnTo>
                  <a:lnTo>
                    <a:pt x="2259" y="904"/>
                  </a:lnTo>
                  <a:lnTo>
                    <a:pt x="1506" y="1506"/>
                  </a:lnTo>
                  <a:lnTo>
                    <a:pt x="904" y="2259"/>
                  </a:lnTo>
                  <a:lnTo>
                    <a:pt x="452" y="3012"/>
                  </a:lnTo>
                  <a:lnTo>
                    <a:pt x="151" y="4065"/>
                  </a:lnTo>
                  <a:lnTo>
                    <a:pt x="1" y="4969"/>
                  </a:lnTo>
                  <a:lnTo>
                    <a:pt x="1" y="148733"/>
                  </a:lnTo>
                  <a:lnTo>
                    <a:pt x="67894" y="148733"/>
                  </a:lnTo>
                  <a:lnTo>
                    <a:pt x="67894" y="4969"/>
                  </a:lnTo>
                  <a:lnTo>
                    <a:pt x="67743" y="4065"/>
                  </a:lnTo>
                  <a:lnTo>
                    <a:pt x="67442" y="3012"/>
                  </a:lnTo>
                  <a:lnTo>
                    <a:pt x="66990" y="2259"/>
                  </a:lnTo>
                  <a:lnTo>
                    <a:pt x="66388" y="1506"/>
                  </a:lnTo>
                  <a:lnTo>
                    <a:pt x="65635" y="904"/>
                  </a:lnTo>
                  <a:lnTo>
                    <a:pt x="64883" y="452"/>
                  </a:lnTo>
                  <a:lnTo>
                    <a:pt x="63829" y="151"/>
                  </a:lnTo>
                  <a:lnTo>
                    <a:pt x="62926"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772;p29">
              <a:extLst>
                <a:ext uri="{FF2B5EF4-FFF2-40B4-BE49-F238E27FC236}">
                  <a16:creationId xmlns:a16="http://schemas.microsoft.com/office/drawing/2014/main" id="{4BE2D472-0488-B7B7-972A-6B62A299D096}"/>
                </a:ext>
              </a:extLst>
            </p:cNvPr>
            <p:cNvSpPr/>
            <p:nvPr/>
          </p:nvSpPr>
          <p:spPr>
            <a:xfrm>
              <a:off x="4297407" y="2066669"/>
              <a:ext cx="1151991" cy="2523644"/>
            </a:xfrm>
            <a:custGeom>
              <a:avLst/>
              <a:gdLst/>
              <a:ahLst/>
              <a:cxnLst/>
              <a:rect l="l" t="t" r="r" b="b"/>
              <a:pathLst>
                <a:path w="67894" h="148734" fill="none" extrusionOk="0">
                  <a:moveTo>
                    <a:pt x="4968" y="1"/>
                  </a:moveTo>
                  <a:lnTo>
                    <a:pt x="62926" y="1"/>
                  </a:lnTo>
                  <a:lnTo>
                    <a:pt x="62926" y="1"/>
                  </a:lnTo>
                  <a:lnTo>
                    <a:pt x="63829" y="151"/>
                  </a:lnTo>
                  <a:lnTo>
                    <a:pt x="64883" y="452"/>
                  </a:lnTo>
                  <a:lnTo>
                    <a:pt x="65635" y="904"/>
                  </a:lnTo>
                  <a:lnTo>
                    <a:pt x="66388" y="1506"/>
                  </a:lnTo>
                  <a:lnTo>
                    <a:pt x="66990" y="2259"/>
                  </a:lnTo>
                  <a:lnTo>
                    <a:pt x="67442" y="3012"/>
                  </a:lnTo>
                  <a:lnTo>
                    <a:pt x="67743" y="4065"/>
                  </a:lnTo>
                  <a:lnTo>
                    <a:pt x="67894" y="4969"/>
                  </a:lnTo>
                  <a:lnTo>
                    <a:pt x="67894" y="148733"/>
                  </a:lnTo>
                  <a:lnTo>
                    <a:pt x="1" y="148733"/>
                  </a:lnTo>
                  <a:lnTo>
                    <a:pt x="1" y="4969"/>
                  </a:lnTo>
                  <a:lnTo>
                    <a:pt x="1" y="4969"/>
                  </a:lnTo>
                  <a:lnTo>
                    <a:pt x="151" y="4065"/>
                  </a:lnTo>
                  <a:lnTo>
                    <a:pt x="452" y="3012"/>
                  </a:lnTo>
                  <a:lnTo>
                    <a:pt x="904" y="2259"/>
                  </a:lnTo>
                  <a:lnTo>
                    <a:pt x="1506" y="1506"/>
                  </a:lnTo>
                  <a:lnTo>
                    <a:pt x="2259" y="904"/>
                  </a:lnTo>
                  <a:lnTo>
                    <a:pt x="3011" y="452"/>
                  </a:lnTo>
                  <a:lnTo>
                    <a:pt x="3915" y="151"/>
                  </a:lnTo>
                  <a:lnTo>
                    <a:pt x="496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1773;p29">
              <a:extLst>
                <a:ext uri="{FF2B5EF4-FFF2-40B4-BE49-F238E27FC236}">
                  <a16:creationId xmlns:a16="http://schemas.microsoft.com/office/drawing/2014/main" id="{5F543B45-C3B1-6BF2-5C2F-D01A2F13EE50}"/>
                </a:ext>
              </a:extLst>
            </p:cNvPr>
            <p:cNvSpPr/>
            <p:nvPr/>
          </p:nvSpPr>
          <p:spPr>
            <a:xfrm>
              <a:off x="5102006" y="2066669"/>
              <a:ext cx="347393" cy="2523644"/>
            </a:xfrm>
            <a:custGeom>
              <a:avLst/>
              <a:gdLst/>
              <a:ahLst/>
              <a:cxnLst/>
              <a:rect l="l" t="t" r="r" b="b"/>
              <a:pathLst>
                <a:path w="20474" h="148734" extrusionOk="0">
                  <a:moveTo>
                    <a:pt x="4818" y="1"/>
                  </a:moveTo>
                  <a:lnTo>
                    <a:pt x="3914" y="151"/>
                  </a:lnTo>
                  <a:lnTo>
                    <a:pt x="3011" y="452"/>
                  </a:lnTo>
                  <a:lnTo>
                    <a:pt x="2108" y="904"/>
                  </a:lnTo>
                  <a:lnTo>
                    <a:pt x="1355" y="1506"/>
                  </a:lnTo>
                  <a:lnTo>
                    <a:pt x="753" y="2259"/>
                  </a:lnTo>
                  <a:lnTo>
                    <a:pt x="301" y="3012"/>
                  </a:lnTo>
                  <a:lnTo>
                    <a:pt x="0" y="4065"/>
                  </a:lnTo>
                  <a:lnTo>
                    <a:pt x="0" y="4969"/>
                  </a:lnTo>
                  <a:lnTo>
                    <a:pt x="0" y="72711"/>
                  </a:lnTo>
                  <a:lnTo>
                    <a:pt x="0" y="73313"/>
                  </a:lnTo>
                  <a:lnTo>
                    <a:pt x="0" y="140002"/>
                  </a:lnTo>
                  <a:lnTo>
                    <a:pt x="0" y="140604"/>
                  </a:lnTo>
                  <a:lnTo>
                    <a:pt x="0" y="148733"/>
                  </a:lnTo>
                  <a:lnTo>
                    <a:pt x="20474" y="148733"/>
                  </a:lnTo>
                  <a:lnTo>
                    <a:pt x="20474" y="129314"/>
                  </a:lnTo>
                  <a:lnTo>
                    <a:pt x="20474" y="117873"/>
                  </a:lnTo>
                  <a:lnTo>
                    <a:pt x="20474" y="66388"/>
                  </a:lnTo>
                  <a:lnTo>
                    <a:pt x="4065" y="66388"/>
                  </a:lnTo>
                  <a:lnTo>
                    <a:pt x="4065" y="60818"/>
                  </a:lnTo>
                  <a:lnTo>
                    <a:pt x="20474" y="60818"/>
                  </a:lnTo>
                  <a:lnTo>
                    <a:pt x="20474" y="4969"/>
                  </a:lnTo>
                  <a:lnTo>
                    <a:pt x="20323" y="4065"/>
                  </a:lnTo>
                  <a:lnTo>
                    <a:pt x="20022" y="3012"/>
                  </a:lnTo>
                  <a:lnTo>
                    <a:pt x="19570" y="2259"/>
                  </a:lnTo>
                  <a:lnTo>
                    <a:pt x="18968" y="1506"/>
                  </a:lnTo>
                  <a:lnTo>
                    <a:pt x="18215" y="904"/>
                  </a:lnTo>
                  <a:lnTo>
                    <a:pt x="17463" y="452"/>
                  </a:lnTo>
                  <a:lnTo>
                    <a:pt x="16409" y="151"/>
                  </a:lnTo>
                  <a:lnTo>
                    <a:pt x="15506"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1774;p29">
              <a:extLst>
                <a:ext uri="{FF2B5EF4-FFF2-40B4-BE49-F238E27FC236}">
                  <a16:creationId xmlns:a16="http://schemas.microsoft.com/office/drawing/2014/main" id="{D7FBF70E-2E66-3CE2-7367-8691CAC99452}"/>
                </a:ext>
              </a:extLst>
            </p:cNvPr>
            <p:cNvSpPr/>
            <p:nvPr/>
          </p:nvSpPr>
          <p:spPr>
            <a:xfrm>
              <a:off x="5102006" y="2066669"/>
              <a:ext cx="347393" cy="2523644"/>
            </a:xfrm>
            <a:custGeom>
              <a:avLst/>
              <a:gdLst/>
              <a:ahLst/>
              <a:cxnLst/>
              <a:rect l="l" t="t" r="r" b="b"/>
              <a:pathLst>
                <a:path w="20474" h="148734" fill="none" extrusionOk="0">
                  <a:moveTo>
                    <a:pt x="15506" y="1"/>
                  </a:moveTo>
                  <a:lnTo>
                    <a:pt x="10990" y="1"/>
                  </a:lnTo>
                  <a:lnTo>
                    <a:pt x="10538" y="1"/>
                  </a:lnTo>
                  <a:lnTo>
                    <a:pt x="4818" y="1"/>
                  </a:lnTo>
                  <a:lnTo>
                    <a:pt x="4818" y="1"/>
                  </a:lnTo>
                  <a:lnTo>
                    <a:pt x="3914" y="151"/>
                  </a:lnTo>
                  <a:lnTo>
                    <a:pt x="3011" y="452"/>
                  </a:lnTo>
                  <a:lnTo>
                    <a:pt x="2108" y="904"/>
                  </a:lnTo>
                  <a:lnTo>
                    <a:pt x="1355" y="1506"/>
                  </a:lnTo>
                  <a:lnTo>
                    <a:pt x="753" y="2259"/>
                  </a:lnTo>
                  <a:lnTo>
                    <a:pt x="301" y="3012"/>
                  </a:lnTo>
                  <a:lnTo>
                    <a:pt x="0" y="4065"/>
                  </a:lnTo>
                  <a:lnTo>
                    <a:pt x="0" y="4969"/>
                  </a:lnTo>
                  <a:lnTo>
                    <a:pt x="0" y="72711"/>
                  </a:lnTo>
                  <a:lnTo>
                    <a:pt x="0" y="73313"/>
                  </a:lnTo>
                  <a:lnTo>
                    <a:pt x="0" y="140002"/>
                  </a:lnTo>
                  <a:lnTo>
                    <a:pt x="0" y="140604"/>
                  </a:lnTo>
                  <a:lnTo>
                    <a:pt x="0" y="148733"/>
                  </a:lnTo>
                  <a:lnTo>
                    <a:pt x="20474" y="148733"/>
                  </a:lnTo>
                  <a:lnTo>
                    <a:pt x="20474" y="129314"/>
                  </a:lnTo>
                  <a:lnTo>
                    <a:pt x="20474" y="117873"/>
                  </a:lnTo>
                  <a:lnTo>
                    <a:pt x="20474" y="66388"/>
                  </a:lnTo>
                  <a:lnTo>
                    <a:pt x="4065" y="66388"/>
                  </a:lnTo>
                  <a:lnTo>
                    <a:pt x="4065" y="60818"/>
                  </a:lnTo>
                  <a:lnTo>
                    <a:pt x="20474" y="60818"/>
                  </a:lnTo>
                  <a:lnTo>
                    <a:pt x="20474" y="4969"/>
                  </a:lnTo>
                  <a:lnTo>
                    <a:pt x="20474" y="4969"/>
                  </a:lnTo>
                  <a:lnTo>
                    <a:pt x="20323" y="4065"/>
                  </a:lnTo>
                  <a:lnTo>
                    <a:pt x="20022" y="3012"/>
                  </a:lnTo>
                  <a:lnTo>
                    <a:pt x="19570" y="2259"/>
                  </a:lnTo>
                  <a:lnTo>
                    <a:pt x="18968" y="1506"/>
                  </a:lnTo>
                  <a:lnTo>
                    <a:pt x="18215" y="904"/>
                  </a:lnTo>
                  <a:lnTo>
                    <a:pt x="17463" y="452"/>
                  </a:lnTo>
                  <a:lnTo>
                    <a:pt x="16409" y="151"/>
                  </a:lnTo>
                  <a:lnTo>
                    <a:pt x="1550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1775;p29">
              <a:extLst>
                <a:ext uri="{FF2B5EF4-FFF2-40B4-BE49-F238E27FC236}">
                  <a16:creationId xmlns:a16="http://schemas.microsoft.com/office/drawing/2014/main" id="{933D534D-6FC8-9AEB-6693-18770365A075}"/>
                </a:ext>
              </a:extLst>
            </p:cNvPr>
            <p:cNvSpPr/>
            <p:nvPr/>
          </p:nvSpPr>
          <p:spPr>
            <a:xfrm>
              <a:off x="5170962" y="2485580"/>
              <a:ext cx="206919" cy="809706"/>
            </a:xfrm>
            <a:custGeom>
              <a:avLst/>
              <a:gdLst/>
              <a:ahLst/>
              <a:cxnLst/>
              <a:rect l="l" t="t" r="r" b="b"/>
              <a:pathLst>
                <a:path w="12195" h="47721" extrusionOk="0">
                  <a:moveTo>
                    <a:pt x="1958" y="0"/>
                  </a:moveTo>
                  <a:lnTo>
                    <a:pt x="1506" y="151"/>
                  </a:lnTo>
                  <a:lnTo>
                    <a:pt x="754" y="753"/>
                  </a:lnTo>
                  <a:lnTo>
                    <a:pt x="151" y="1505"/>
                  </a:lnTo>
                  <a:lnTo>
                    <a:pt x="1" y="1957"/>
                  </a:lnTo>
                  <a:lnTo>
                    <a:pt x="1" y="2409"/>
                  </a:lnTo>
                  <a:lnTo>
                    <a:pt x="1" y="47721"/>
                  </a:lnTo>
                  <a:lnTo>
                    <a:pt x="12194" y="47721"/>
                  </a:lnTo>
                  <a:lnTo>
                    <a:pt x="12194" y="2409"/>
                  </a:lnTo>
                  <a:lnTo>
                    <a:pt x="12194" y="1957"/>
                  </a:lnTo>
                  <a:lnTo>
                    <a:pt x="12044" y="1505"/>
                  </a:lnTo>
                  <a:lnTo>
                    <a:pt x="11592" y="753"/>
                  </a:lnTo>
                  <a:lnTo>
                    <a:pt x="10689" y="151"/>
                  </a:lnTo>
                  <a:lnTo>
                    <a:pt x="10388" y="0"/>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1776;p29">
              <a:extLst>
                <a:ext uri="{FF2B5EF4-FFF2-40B4-BE49-F238E27FC236}">
                  <a16:creationId xmlns:a16="http://schemas.microsoft.com/office/drawing/2014/main" id="{16C2A87A-98A8-678A-B7F1-D98C723A6EEA}"/>
                </a:ext>
              </a:extLst>
            </p:cNvPr>
            <p:cNvSpPr/>
            <p:nvPr/>
          </p:nvSpPr>
          <p:spPr>
            <a:xfrm>
              <a:off x="5170962" y="2485580"/>
              <a:ext cx="191597" cy="809706"/>
            </a:xfrm>
            <a:custGeom>
              <a:avLst/>
              <a:gdLst/>
              <a:ahLst/>
              <a:cxnLst/>
              <a:rect l="l" t="t" r="r" b="b"/>
              <a:pathLst>
                <a:path w="11292" h="47721" extrusionOk="0">
                  <a:moveTo>
                    <a:pt x="1958" y="0"/>
                  </a:moveTo>
                  <a:lnTo>
                    <a:pt x="1506" y="151"/>
                  </a:lnTo>
                  <a:lnTo>
                    <a:pt x="754" y="753"/>
                  </a:lnTo>
                  <a:lnTo>
                    <a:pt x="151" y="1505"/>
                  </a:lnTo>
                  <a:lnTo>
                    <a:pt x="1" y="1957"/>
                  </a:lnTo>
                  <a:lnTo>
                    <a:pt x="1" y="2409"/>
                  </a:lnTo>
                  <a:lnTo>
                    <a:pt x="1" y="47721"/>
                  </a:lnTo>
                  <a:lnTo>
                    <a:pt x="11291" y="47721"/>
                  </a:lnTo>
                  <a:lnTo>
                    <a:pt x="11291" y="2409"/>
                  </a:lnTo>
                  <a:lnTo>
                    <a:pt x="11141" y="1957"/>
                  </a:lnTo>
                  <a:lnTo>
                    <a:pt x="10990" y="1505"/>
                  </a:lnTo>
                  <a:lnTo>
                    <a:pt x="10539" y="753"/>
                  </a:lnTo>
                  <a:lnTo>
                    <a:pt x="9786" y="151"/>
                  </a:lnTo>
                  <a:lnTo>
                    <a:pt x="9334"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1777;p29">
              <a:extLst>
                <a:ext uri="{FF2B5EF4-FFF2-40B4-BE49-F238E27FC236}">
                  <a16:creationId xmlns:a16="http://schemas.microsoft.com/office/drawing/2014/main" id="{1FA2F88B-1A5D-BCA6-1D92-FF6A81C8AC00}"/>
                </a:ext>
              </a:extLst>
            </p:cNvPr>
            <p:cNvSpPr/>
            <p:nvPr/>
          </p:nvSpPr>
          <p:spPr>
            <a:xfrm>
              <a:off x="5004935" y="3300376"/>
              <a:ext cx="97088" cy="10248"/>
            </a:xfrm>
            <a:custGeom>
              <a:avLst/>
              <a:gdLst/>
              <a:ahLst/>
              <a:cxnLst/>
              <a:rect l="l" t="t" r="r" b="b"/>
              <a:pathLst>
                <a:path w="5722" h="604" fill="none" extrusionOk="0">
                  <a:moveTo>
                    <a:pt x="5721" y="1"/>
                  </a:moveTo>
                  <a:lnTo>
                    <a:pt x="1" y="1"/>
                  </a:lnTo>
                  <a:lnTo>
                    <a:pt x="1" y="603"/>
                  </a:lnTo>
                  <a:lnTo>
                    <a:pt x="5721" y="603"/>
                  </a:lnTo>
                  <a:lnTo>
                    <a:pt x="572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1778;p29">
              <a:extLst>
                <a:ext uri="{FF2B5EF4-FFF2-40B4-BE49-F238E27FC236}">
                  <a16:creationId xmlns:a16="http://schemas.microsoft.com/office/drawing/2014/main" id="{6C4A1DEE-8CEB-D0C6-CA20-0968DBB2AF6A}"/>
                </a:ext>
              </a:extLst>
            </p:cNvPr>
            <p:cNvSpPr/>
            <p:nvPr/>
          </p:nvSpPr>
          <p:spPr>
            <a:xfrm>
              <a:off x="4547729" y="4332306"/>
              <a:ext cx="120062" cy="120062"/>
            </a:xfrm>
            <a:custGeom>
              <a:avLst/>
              <a:gdLst/>
              <a:ahLst/>
              <a:cxnLst/>
              <a:rect l="l" t="t" r="r" b="b"/>
              <a:pathLst>
                <a:path w="7076" h="7076" extrusionOk="0">
                  <a:moveTo>
                    <a:pt x="4215" y="603"/>
                  </a:moveTo>
                  <a:lnTo>
                    <a:pt x="4667" y="753"/>
                  </a:lnTo>
                  <a:lnTo>
                    <a:pt x="5269" y="1054"/>
                  </a:lnTo>
                  <a:lnTo>
                    <a:pt x="5721" y="1506"/>
                  </a:lnTo>
                  <a:lnTo>
                    <a:pt x="6022" y="1958"/>
                  </a:lnTo>
                  <a:lnTo>
                    <a:pt x="6323" y="2409"/>
                  </a:lnTo>
                  <a:lnTo>
                    <a:pt x="6474" y="3011"/>
                  </a:lnTo>
                  <a:lnTo>
                    <a:pt x="6474" y="3463"/>
                  </a:lnTo>
                  <a:lnTo>
                    <a:pt x="6474" y="4065"/>
                  </a:lnTo>
                  <a:lnTo>
                    <a:pt x="6323" y="4667"/>
                  </a:lnTo>
                  <a:lnTo>
                    <a:pt x="6022" y="5119"/>
                  </a:lnTo>
                  <a:lnTo>
                    <a:pt x="5721" y="5571"/>
                  </a:lnTo>
                  <a:lnTo>
                    <a:pt x="5269" y="6022"/>
                  </a:lnTo>
                  <a:lnTo>
                    <a:pt x="4667" y="6323"/>
                  </a:lnTo>
                  <a:lnTo>
                    <a:pt x="4215" y="6474"/>
                  </a:lnTo>
                  <a:lnTo>
                    <a:pt x="3011" y="6474"/>
                  </a:lnTo>
                  <a:lnTo>
                    <a:pt x="2409" y="6323"/>
                  </a:lnTo>
                  <a:lnTo>
                    <a:pt x="1957" y="6022"/>
                  </a:lnTo>
                  <a:lnTo>
                    <a:pt x="1506" y="5571"/>
                  </a:lnTo>
                  <a:lnTo>
                    <a:pt x="1054" y="5119"/>
                  </a:lnTo>
                  <a:lnTo>
                    <a:pt x="904" y="4667"/>
                  </a:lnTo>
                  <a:lnTo>
                    <a:pt x="753" y="4065"/>
                  </a:lnTo>
                  <a:lnTo>
                    <a:pt x="603" y="3463"/>
                  </a:lnTo>
                  <a:lnTo>
                    <a:pt x="753" y="3011"/>
                  </a:lnTo>
                  <a:lnTo>
                    <a:pt x="904" y="2409"/>
                  </a:lnTo>
                  <a:lnTo>
                    <a:pt x="1054" y="1958"/>
                  </a:lnTo>
                  <a:lnTo>
                    <a:pt x="1506" y="1506"/>
                  </a:lnTo>
                  <a:lnTo>
                    <a:pt x="1957" y="1054"/>
                  </a:lnTo>
                  <a:lnTo>
                    <a:pt x="2409" y="753"/>
                  </a:lnTo>
                  <a:lnTo>
                    <a:pt x="3011" y="603"/>
                  </a:lnTo>
                  <a:close/>
                  <a:moveTo>
                    <a:pt x="3613" y="1"/>
                  </a:moveTo>
                  <a:lnTo>
                    <a:pt x="2861" y="151"/>
                  </a:lnTo>
                  <a:lnTo>
                    <a:pt x="2258" y="302"/>
                  </a:lnTo>
                  <a:lnTo>
                    <a:pt x="1656" y="603"/>
                  </a:lnTo>
                  <a:lnTo>
                    <a:pt x="1054" y="1054"/>
                  </a:lnTo>
                  <a:lnTo>
                    <a:pt x="603" y="1506"/>
                  </a:lnTo>
                  <a:lnTo>
                    <a:pt x="301" y="2108"/>
                  </a:lnTo>
                  <a:lnTo>
                    <a:pt x="151" y="2861"/>
                  </a:lnTo>
                  <a:lnTo>
                    <a:pt x="0" y="3463"/>
                  </a:lnTo>
                  <a:lnTo>
                    <a:pt x="151" y="4216"/>
                  </a:lnTo>
                  <a:lnTo>
                    <a:pt x="301" y="4968"/>
                  </a:lnTo>
                  <a:lnTo>
                    <a:pt x="603" y="5571"/>
                  </a:lnTo>
                  <a:lnTo>
                    <a:pt x="1054" y="6022"/>
                  </a:lnTo>
                  <a:lnTo>
                    <a:pt x="1656" y="6474"/>
                  </a:lnTo>
                  <a:lnTo>
                    <a:pt x="2258" y="6775"/>
                  </a:lnTo>
                  <a:lnTo>
                    <a:pt x="2861" y="6925"/>
                  </a:lnTo>
                  <a:lnTo>
                    <a:pt x="3613" y="7076"/>
                  </a:lnTo>
                  <a:lnTo>
                    <a:pt x="4215" y="6925"/>
                  </a:lnTo>
                  <a:lnTo>
                    <a:pt x="4968" y="6775"/>
                  </a:lnTo>
                  <a:lnTo>
                    <a:pt x="5570" y="6474"/>
                  </a:lnTo>
                  <a:lnTo>
                    <a:pt x="6022" y="6022"/>
                  </a:lnTo>
                  <a:lnTo>
                    <a:pt x="6474" y="5571"/>
                  </a:lnTo>
                  <a:lnTo>
                    <a:pt x="6775" y="4968"/>
                  </a:lnTo>
                  <a:lnTo>
                    <a:pt x="7076" y="4216"/>
                  </a:lnTo>
                  <a:lnTo>
                    <a:pt x="7076" y="3463"/>
                  </a:lnTo>
                  <a:lnTo>
                    <a:pt x="7076" y="2861"/>
                  </a:lnTo>
                  <a:lnTo>
                    <a:pt x="6775" y="2108"/>
                  </a:lnTo>
                  <a:lnTo>
                    <a:pt x="6474" y="1506"/>
                  </a:lnTo>
                  <a:lnTo>
                    <a:pt x="6022" y="1054"/>
                  </a:lnTo>
                  <a:lnTo>
                    <a:pt x="5570" y="603"/>
                  </a:lnTo>
                  <a:lnTo>
                    <a:pt x="4968" y="302"/>
                  </a:lnTo>
                  <a:lnTo>
                    <a:pt x="4215" y="151"/>
                  </a:lnTo>
                  <a:lnTo>
                    <a:pt x="361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1779;p29">
              <a:extLst>
                <a:ext uri="{FF2B5EF4-FFF2-40B4-BE49-F238E27FC236}">
                  <a16:creationId xmlns:a16="http://schemas.microsoft.com/office/drawing/2014/main" id="{D4C43793-6532-00BC-FFC5-1375942921BC}"/>
                </a:ext>
              </a:extLst>
            </p:cNvPr>
            <p:cNvSpPr/>
            <p:nvPr/>
          </p:nvSpPr>
          <p:spPr>
            <a:xfrm>
              <a:off x="4557943" y="4342520"/>
              <a:ext cx="99633" cy="99633"/>
            </a:xfrm>
            <a:custGeom>
              <a:avLst/>
              <a:gdLst/>
              <a:ahLst/>
              <a:cxnLst/>
              <a:rect l="l" t="t" r="r" b="b"/>
              <a:pathLst>
                <a:path w="5872" h="5872" fill="none" extrusionOk="0">
                  <a:moveTo>
                    <a:pt x="3011" y="5872"/>
                  </a:moveTo>
                  <a:lnTo>
                    <a:pt x="3011" y="5872"/>
                  </a:lnTo>
                  <a:lnTo>
                    <a:pt x="2409" y="5872"/>
                  </a:lnTo>
                  <a:lnTo>
                    <a:pt x="1807" y="5721"/>
                  </a:lnTo>
                  <a:lnTo>
                    <a:pt x="1355" y="5420"/>
                  </a:lnTo>
                  <a:lnTo>
                    <a:pt x="904" y="4969"/>
                  </a:lnTo>
                  <a:lnTo>
                    <a:pt x="452" y="4517"/>
                  </a:lnTo>
                  <a:lnTo>
                    <a:pt x="302" y="4065"/>
                  </a:lnTo>
                  <a:lnTo>
                    <a:pt x="151" y="3463"/>
                  </a:lnTo>
                  <a:lnTo>
                    <a:pt x="1" y="2861"/>
                  </a:lnTo>
                  <a:lnTo>
                    <a:pt x="1" y="2861"/>
                  </a:lnTo>
                  <a:lnTo>
                    <a:pt x="151" y="2409"/>
                  </a:lnTo>
                  <a:lnTo>
                    <a:pt x="302" y="1807"/>
                  </a:lnTo>
                  <a:lnTo>
                    <a:pt x="452" y="1356"/>
                  </a:lnTo>
                  <a:lnTo>
                    <a:pt x="904" y="904"/>
                  </a:lnTo>
                  <a:lnTo>
                    <a:pt x="1355" y="452"/>
                  </a:lnTo>
                  <a:lnTo>
                    <a:pt x="1807" y="151"/>
                  </a:lnTo>
                  <a:lnTo>
                    <a:pt x="2409" y="1"/>
                  </a:lnTo>
                  <a:lnTo>
                    <a:pt x="3011" y="1"/>
                  </a:lnTo>
                  <a:lnTo>
                    <a:pt x="3011" y="1"/>
                  </a:lnTo>
                  <a:lnTo>
                    <a:pt x="3613" y="1"/>
                  </a:lnTo>
                  <a:lnTo>
                    <a:pt x="4065" y="151"/>
                  </a:lnTo>
                  <a:lnTo>
                    <a:pt x="4667" y="452"/>
                  </a:lnTo>
                  <a:lnTo>
                    <a:pt x="5119" y="904"/>
                  </a:lnTo>
                  <a:lnTo>
                    <a:pt x="5420" y="1356"/>
                  </a:lnTo>
                  <a:lnTo>
                    <a:pt x="5721" y="1807"/>
                  </a:lnTo>
                  <a:lnTo>
                    <a:pt x="5872" y="2409"/>
                  </a:lnTo>
                  <a:lnTo>
                    <a:pt x="5872" y="2861"/>
                  </a:lnTo>
                  <a:lnTo>
                    <a:pt x="5872" y="2861"/>
                  </a:lnTo>
                  <a:lnTo>
                    <a:pt x="5872" y="3463"/>
                  </a:lnTo>
                  <a:lnTo>
                    <a:pt x="5721" y="4065"/>
                  </a:lnTo>
                  <a:lnTo>
                    <a:pt x="5420" y="4517"/>
                  </a:lnTo>
                  <a:lnTo>
                    <a:pt x="5119" y="4969"/>
                  </a:lnTo>
                  <a:lnTo>
                    <a:pt x="4667" y="5420"/>
                  </a:lnTo>
                  <a:lnTo>
                    <a:pt x="4065" y="5721"/>
                  </a:lnTo>
                  <a:lnTo>
                    <a:pt x="3613" y="5872"/>
                  </a:lnTo>
                  <a:lnTo>
                    <a:pt x="3011" y="587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1780;p29">
              <a:extLst>
                <a:ext uri="{FF2B5EF4-FFF2-40B4-BE49-F238E27FC236}">
                  <a16:creationId xmlns:a16="http://schemas.microsoft.com/office/drawing/2014/main" id="{0781E20F-9F9A-E18A-6D1D-26ECE843D2D5}"/>
                </a:ext>
              </a:extLst>
            </p:cNvPr>
            <p:cNvSpPr/>
            <p:nvPr/>
          </p:nvSpPr>
          <p:spPr>
            <a:xfrm>
              <a:off x="4547729" y="4332306"/>
              <a:ext cx="120062" cy="120062"/>
            </a:xfrm>
            <a:custGeom>
              <a:avLst/>
              <a:gdLst/>
              <a:ahLst/>
              <a:cxnLst/>
              <a:rect l="l" t="t" r="r" b="b"/>
              <a:pathLst>
                <a:path w="7076" h="7076" fill="none" extrusionOk="0">
                  <a:moveTo>
                    <a:pt x="3613" y="1"/>
                  </a:moveTo>
                  <a:lnTo>
                    <a:pt x="3613" y="1"/>
                  </a:lnTo>
                  <a:lnTo>
                    <a:pt x="2861" y="151"/>
                  </a:lnTo>
                  <a:lnTo>
                    <a:pt x="2258" y="302"/>
                  </a:lnTo>
                  <a:lnTo>
                    <a:pt x="1656" y="603"/>
                  </a:lnTo>
                  <a:lnTo>
                    <a:pt x="1054" y="1054"/>
                  </a:lnTo>
                  <a:lnTo>
                    <a:pt x="603" y="1506"/>
                  </a:lnTo>
                  <a:lnTo>
                    <a:pt x="301" y="2108"/>
                  </a:lnTo>
                  <a:lnTo>
                    <a:pt x="151" y="2861"/>
                  </a:lnTo>
                  <a:lnTo>
                    <a:pt x="0" y="3463"/>
                  </a:lnTo>
                  <a:lnTo>
                    <a:pt x="0" y="3463"/>
                  </a:lnTo>
                  <a:lnTo>
                    <a:pt x="151" y="4216"/>
                  </a:lnTo>
                  <a:lnTo>
                    <a:pt x="301" y="4968"/>
                  </a:lnTo>
                  <a:lnTo>
                    <a:pt x="603" y="5571"/>
                  </a:lnTo>
                  <a:lnTo>
                    <a:pt x="1054" y="6022"/>
                  </a:lnTo>
                  <a:lnTo>
                    <a:pt x="1656" y="6474"/>
                  </a:lnTo>
                  <a:lnTo>
                    <a:pt x="2258" y="6775"/>
                  </a:lnTo>
                  <a:lnTo>
                    <a:pt x="2861" y="6925"/>
                  </a:lnTo>
                  <a:lnTo>
                    <a:pt x="3613" y="7076"/>
                  </a:lnTo>
                  <a:lnTo>
                    <a:pt x="3613" y="7076"/>
                  </a:lnTo>
                  <a:lnTo>
                    <a:pt x="4215" y="6925"/>
                  </a:lnTo>
                  <a:lnTo>
                    <a:pt x="4968" y="6775"/>
                  </a:lnTo>
                  <a:lnTo>
                    <a:pt x="5570" y="6474"/>
                  </a:lnTo>
                  <a:lnTo>
                    <a:pt x="6022" y="6022"/>
                  </a:lnTo>
                  <a:lnTo>
                    <a:pt x="6474" y="5571"/>
                  </a:lnTo>
                  <a:lnTo>
                    <a:pt x="6775" y="4968"/>
                  </a:lnTo>
                  <a:lnTo>
                    <a:pt x="7076" y="4216"/>
                  </a:lnTo>
                  <a:lnTo>
                    <a:pt x="7076" y="3463"/>
                  </a:lnTo>
                  <a:lnTo>
                    <a:pt x="7076" y="3463"/>
                  </a:lnTo>
                  <a:lnTo>
                    <a:pt x="7076" y="2861"/>
                  </a:lnTo>
                  <a:lnTo>
                    <a:pt x="6775" y="2108"/>
                  </a:lnTo>
                  <a:lnTo>
                    <a:pt x="6474" y="1506"/>
                  </a:lnTo>
                  <a:lnTo>
                    <a:pt x="6022" y="1054"/>
                  </a:lnTo>
                  <a:lnTo>
                    <a:pt x="5570" y="603"/>
                  </a:lnTo>
                  <a:lnTo>
                    <a:pt x="4968" y="302"/>
                  </a:lnTo>
                  <a:lnTo>
                    <a:pt x="4215" y="151"/>
                  </a:lnTo>
                  <a:lnTo>
                    <a:pt x="361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1781;p29">
              <a:extLst>
                <a:ext uri="{FF2B5EF4-FFF2-40B4-BE49-F238E27FC236}">
                  <a16:creationId xmlns:a16="http://schemas.microsoft.com/office/drawing/2014/main" id="{DD94CCF8-729D-E6A3-0157-B9CE15273744}"/>
                </a:ext>
              </a:extLst>
            </p:cNvPr>
            <p:cNvSpPr/>
            <p:nvPr/>
          </p:nvSpPr>
          <p:spPr>
            <a:xfrm>
              <a:off x="4389354" y="4332306"/>
              <a:ext cx="120079" cy="120062"/>
            </a:xfrm>
            <a:custGeom>
              <a:avLst/>
              <a:gdLst/>
              <a:ahLst/>
              <a:cxnLst/>
              <a:rect l="l" t="t" r="r" b="b"/>
              <a:pathLst>
                <a:path w="7077" h="7076" extrusionOk="0">
                  <a:moveTo>
                    <a:pt x="4066" y="603"/>
                  </a:moveTo>
                  <a:lnTo>
                    <a:pt x="4668" y="753"/>
                  </a:lnTo>
                  <a:lnTo>
                    <a:pt x="5119" y="1054"/>
                  </a:lnTo>
                  <a:lnTo>
                    <a:pt x="5571" y="1506"/>
                  </a:lnTo>
                  <a:lnTo>
                    <a:pt x="6023" y="1958"/>
                  </a:lnTo>
                  <a:lnTo>
                    <a:pt x="6173" y="2409"/>
                  </a:lnTo>
                  <a:lnTo>
                    <a:pt x="6474" y="3011"/>
                  </a:lnTo>
                  <a:lnTo>
                    <a:pt x="6474" y="3463"/>
                  </a:lnTo>
                  <a:lnTo>
                    <a:pt x="6474" y="4065"/>
                  </a:lnTo>
                  <a:lnTo>
                    <a:pt x="6173" y="4667"/>
                  </a:lnTo>
                  <a:lnTo>
                    <a:pt x="6023" y="5119"/>
                  </a:lnTo>
                  <a:lnTo>
                    <a:pt x="5571" y="5571"/>
                  </a:lnTo>
                  <a:lnTo>
                    <a:pt x="5119" y="6022"/>
                  </a:lnTo>
                  <a:lnTo>
                    <a:pt x="4668" y="6323"/>
                  </a:lnTo>
                  <a:lnTo>
                    <a:pt x="4066" y="6474"/>
                  </a:lnTo>
                  <a:lnTo>
                    <a:pt x="2861" y="6474"/>
                  </a:lnTo>
                  <a:lnTo>
                    <a:pt x="2410" y="6323"/>
                  </a:lnTo>
                  <a:lnTo>
                    <a:pt x="1807" y="6022"/>
                  </a:lnTo>
                  <a:lnTo>
                    <a:pt x="1506" y="5571"/>
                  </a:lnTo>
                  <a:lnTo>
                    <a:pt x="1055" y="5119"/>
                  </a:lnTo>
                  <a:lnTo>
                    <a:pt x="754" y="4667"/>
                  </a:lnTo>
                  <a:lnTo>
                    <a:pt x="603" y="4065"/>
                  </a:lnTo>
                  <a:lnTo>
                    <a:pt x="603" y="3463"/>
                  </a:lnTo>
                  <a:lnTo>
                    <a:pt x="603" y="3011"/>
                  </a:lnTo>
                  <a:lnTo>
                    <a:pt x="754" y="2409"/>
                  </a:lnTo>
                  <a:lnTo>
                    <a:pt x="1055" y="1958"/>
                  </a:lnTo>
                  <a:lnTo>
                    <a:pt x="1506" y="1506"/>
                  </a:lnTo>
                  <a:lnTo>
                    <a:pt x="1807" y="1054"/>
                  </a:lnTo>
                  <a:lnTo>
                    <a:pt x="2410" y="753"/>
                  </a:lnTo>
                  <a:lnTo>
                    <a:pt x="2861" y="603"/>
                  </a:lnTo>
                  <a:close/>
                  <a:moveTo>
                    <a:pt x="3463" y="1"/>
                  </a:moveTo>
                  <a:lnTo>
                    <a:pt x="2861" y="151"/>
                  </a:lnTo>
                  <a:lnTo>
                    <a:pt x="2109" y="302"/>
                  </a:lnTo>
                  <a:lnTo>
                    <a:pt x="1506" y="603"/>
                  </a:lnTo>
                  <a:lnTo>
                    <a:pt x="1055" y="1054"/>
                  </a:lnTo>
                  <a:lnTo>
                    <a:pt x="603" y="1506"/>
                  </a:lnTo>
                  <a:lnTo>
                    <a:pt x="302" y="2108"/>
                  </a:lnTo>
                  <a:lnTo>
                    <a:pt x="152" y="2861"/>
                  </a:lnTo>
                  <a:lnTo>
                    <a:pt x="1" y="3463"/>
                  </a:lnTo>
                  <a:lnTo>
                    <a:pt x="152" y="4216"/>
                  </a:lnTo>
                  <a:lnTo>
                    <a:pt x="302" y="4968"/>
                  </a:lnTo>
                  <a:lnTo>
                    <a:pt x="603" y="5571"/>
                  </a:lnTo>
                  <a:lnTo>
                    <a:pt x="1055" y="6022"/>
                  </a:lnTo>
                  <a:lnTo>
                    <a:pt x="1506" y="6474"/>
                  </a:lnTo>
                  <a:lnTo>
                    <a:pt x="2109" y="6775"/>
                  </a:lnTo>
                  <a:lnTo>
                    <a:pt x="2861" y="6925"/>
                  </a:lnTo>
                  <a:lnTo>
                    <a:pt x="3463" y="7076"/>
                  </a:lnTo>
                  <a:lnTo>
                    <a:pt x="4216" y="6925"/>
                  </a:lnTo>
                  <a:lnTo>
                    <a:pt x="4818" y="6775"/>
                  </a:lnTo>
                  <a:lnTo>
                    <a:pt x="5420" y="6474"/>
                  </a:lnTo>
                  <a:lnTo>
                    <a:pt x="6023" y="6022"/>
                  </a:lnTo>
                  <a:lnTo>
                    <a:pt x="6474" y="5571"/>
                  </a:lnTo>
                  <a:lnTo>
                    <a:pt x="6775" y="4968"/>
                  </a:lnTo>
                  <a:lnTo>
                    <a:pt x="6926" y="4216"/>
                  </a:lnTo>
                  <a:lnTo>
                    <a:pt x="7076" y="3463"/>
                  </a:lnTo>
                  <a:lnTo>
                    <a:pt x="6926" y="2861"/>
                  </a:lnTo>
                  <a:lnTo>
                    <a:pt x="6775" y="2108"/>
                  </a:lnTo>
                  <a:lnTo>
                    <a:pt x="6474" y="1506"/>
                  </a:lnTo>
                  <a:lnTo>
                    <a:pt x="6023" y="1054"/>
                  </a:lnTo>
                  <a:lnTo>
                    <a:pt x="5420" y="603"/>
                  </a:lnTo>
                  <a:lnTo>
                    <a:pt x="4818" y="302"/>
                  </a:lnTo>
                  <a:lnTo>
                    <a:pt x="4216" y="151"/>
                  </a:lnTo>
                  <a:lnTo>
                    <a:pt x="3463" y="1"/>
                  </a:lnTo>
                  <a:close/>
                </a:path>
              </a:pathLst>
            </a:custGeom>
            <a:solidFill>
              <a:srgbClr val="669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1782;p29">
              <a:extLst>
                <a:ext uri="{FF2B5EF4-FFF2-40B4-BE49-F238E27FC236}">
                  <a16:creationId xmlns:a16="http://schemas.microsoft.com/office/drawing/2014/main" id="{615D9CB0-67C1-A8D6-AC12-65B044C9FF1D}"/>
                </a:ext>
              </a:extLst>
            </p:cNvPr>
            <p:cNvSpPr/>
            <p:nvPr/>
          </p:nvSpPr>
          <p:spPr>
            <a:xfrm>
              <a:off x="4399585" y="4342520"/>
              <a:ext cx="99633" cy="99633"/>
            </a:xfrm>
            <a:custGeom>
              <a:avLst/>
              <a:gdLst/>
              <a:ahLst/>
              <a:cxnLst/>
              <a:rect l="l" t="t" r="r" b="b"/>
              <a:pathLst>
                <a:path w="5872" h="5872" fill="none" extrusionOk="0">
                  <a:moveTo>
                    <a:pt x="2860" y="5872"/>
                  </a:moveTo>
                  <a:lnTo>
                    <a:pt x="2860" y="5872"/>
                  </a:lnTo>
                  <a:lnTo>
                    <a:pt x="2258" y="5872"/>
                  </a:lnTo>
                  <a:lnTo>
                    <a:pt x="1807" y="5721"/>
                  </a:lnTo>
                  <a:lnTo>
                    <a:pt x="1204" y="5420"/>
                  </a:lnTo>
                  <a:lnTo>
                    <a:pt x="903" y="4969"/>
                  </a:lnTo>
                  <a:lnTo>
                    <a:pt x="452" y="4517"/>
                  </a:lnTo>
                  <a:lnTo>
                    <a:pt x="151" y="4065"/>
                  </a:lnTo>
                  <a:lnTo>
                    <a:pt x="0" y="3463"/>
                  </a:lnTo>
                  <a:lnTo>
                    <a:pt x="0" y="2861"/>
                  </a:lnTo>
                  <a:lnTo>
                    <a:pt x="0" y="2861"/>
                  </a:lnTo>
                  <a:lnTo>
                    <a:pt x="0" y="2409"/>
                  </a:lnTo>
                  <a:lnTo>
                    <a:pt x="151" y="1807"/>
                  </a:lnTo>
                  <a:lnTo>
                    <a:pt x="452" y="1356"/>
                  </a:lnTo>
                  <a:lnTo>
                    <a:pt x="903" y="904"/>
                  </a:lnTo>
                  <a:lnTo>
                    <a:pt x="1204" y="452"/>
                  </a:lnTo>
                  <a:lnTo>
                    <a:pt x="1807" y="151"/>
                  </a:lnTo>
                  <a:lnTo>
                    <a:pt x="2258" y="1"/>
                  </a:lnTo>
                  <a:lnTo>
                    <a:pt x="2860" y="1"/>
                  </a:lnTo>
                  <a:lnTo>
                    <a:pt x="2860" y="1"/>
                  </a:lnTo>
                  <a:lnTo>
                    <a:pt x="3463" y="1"/>
                  </a:lnTo>
                  <a:lnTo>
                    <a:pt x="4065" y="151"/>
                  </a:lnTo>
                  <a:lnTo>
                    <a:pt x="4516" y="452"/>
                  </a:lnTo>
                  <a:lnTo>
                    <a:pt x="4968" y="904"/>
                  </a:lnTo>
                  <a:lnTo>
                    <a:pt x="5420" y="1356"/>
                  </a:lnTo>
                  <a:lnTo>
                    <a:pt x="5570" y="1807"/>
                  </a:lnTo>
                  <a:lnTo>
                    <a:pt x="5871" y="2409"/>
                  </a:lnTo>
                  <a:lnTo>
                    <a:pt x="5871" y="2861"/>
                  </a:lnTo>
                  <a:lnTo>
                    <a:pt x="5871" y="2861"/>
                  </a:lnTo>
                  <a:lnTo>
                    <a:pt x="5871" y="3463"/>
                  </a:lnTo>
                  <a:lnTo>
                    <a:pt x="5570" y="4065"/>
                  </a:lnTo>
                  <a:lnTo>
                    <a:pt x="5420" y="4517"/>
                  </a:lnTo>
                  <a:lnTo>
                    <a:pt x="4968" y="4969"/>
                  </a:lnTo>
                  <a:lnTo>
                    <a:pt x="4516" y="5420"/>
                  </a:lnTo>
                  <a:lnTo>
                    <a:pt x="4065" y="5721"/>
                  </a:lnTo>
                  <a:lnTo>
                    <a:pt x="3463" y="5872"/>
                  </a:lnTo>
                  <a:lnTo>
                    <a:pt x="2860" y="587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1783;p29">
              <a:extLst>
                <a:ext uri="{FF2B5EF4-FFF2-40B4-BE49-F238E27FC236}">
                  <a16:creationId xmlns:a16="http://schemas.microsoft.com/office/drawing/2014/main" id="{4FCBC65C-48CC-293A-AB10-E4BEC40795EC}"/>
                </a:ext>
              </a:extLst>
            </p:cNvPr>
            <p:cNvSpPr/>
            <p:nvPr/>
          </p:nvSpPr>
          <p:spPr>
            <a:xfrm>
              <a:off x="4389354" y="4332306"/>
              <a:ext cx="120079" cy="120062"/>
            </a:xfrm>
            <a:custGeom>
              <a:avLst/>
              <a:gdLst/>
              <a:ahLst/>
              <a:cxnLst/>
              <a:rect l="l" t="t" r="r" b="b"/>
              <a:pathLst>
                <a:path w="7077" h="7076" fill="none" extrusionOk="0">
                  <a:moveTo>
                    <a:pt x="3463" y="1"/>
                  </a:moveTo>
                  <a:lnTo>
                    <a:pt x="3463" y="1"/>
                  </a:lnTo>
                  <a:lnTo>
                    <a:pt x="2861" y="151"/>
                  </a:lnTo>
                  <a:lnTo>
                    <a:pt x="2109" y="302"/>
                  </a:lnTo>
                  <a:lnTo>
                    <a:pt x="1506" y="603"/>
                  </a:lnTo>
                  <a:lnTo>
                    <a:pt x="1055" y="1054"/>
                  </a:lnTo>
                  <a:lnTo>
                    <a:pt x="603" y="1506"/>
                  </a:lnTo>
                  <a:lnTo>
                    <a:pt x="302" y="2108"/>
                  </a:lnTo>
                  <a:lnTo>
                    <a:pt x="152" y="2861"/>
                  </a:lnTo>
                  <a:lnTo>
                    <a:pt x="1" y="3463"/>
                  </a:lnTo>
                  <a:lnTo>
                    <a:pt x="1" y="3463"/>
                  </a:lnTo>
                  <a:lnTo>
                    <a:pt x="152" y="4216"/>
                  </a:lnTo>
                  <a:lnTo>
                    <a:pt x="302" y="4968"/>
                  </a:lnTo>
                  <a:lnTo>
                    <a:pt x="603" y="5571"/>
                  </a:lnTo>
                  <a:lnTo>
                    <a:pt x="1055" y="6022"/>
                  </a:lnTo>
                  <a:lnTo>
                    <a:pt x="1506" y="6474"/>
                  </a:lnTo>
                  <a:lnTo>
                    <a:pt x="2109" y="6775"/>
                  </a:lnTo>
                  <a:lnTo>
                    <a:pt x="2861" y="6925"/>
                  </a:lnTo>
                  <a:lnTo>
                    <a:pt x="3463" y="7076"/>
                  </a:lnTo>
                  <a:lnTo>
                    <a:pt x="3463" y="7076"/>
                  </a:lnTo>
                  <a:lnTo>
                    <a:pt x="4216" y="6925"/>
                  </a:lnTo>
                  <a:lnTo>
                    <a:pt x="4818" y="6775"/>
                  </a:lnTo>
                  <a:lnTo>
                    <a:pt x="5420" y="6474"/>
                  </a:lnTo>
                  <a:lnTo>
                    <a:pt x="6023" y="6022"/>
                  </a:lnTo>
                  <a:lnTo>
                    <a:pt x="6474" y="5571"/>
                  </a:lnTo>
                  <a:lnTo>
                    <a:pt x="6775" y="4968"/>
                  </a:lnTo>
                  <a:lnTo>
                    <a:pt x="6926" y="4216"/>
                  </a:lnTo>
                  <a:lnTo>
                    <a:pt x="7076" y="3463"/>
                  </a:lnTo>
                  <a:lnTo>
                    <a:pt x="7076" y="3463"/>
                  </a:lnTo>
                  <a:lnTo>
                    <a:pt x="6926" y="2861"/>
                  </a:lnTo>
                  <a:lnTo>
                    <a:pt x="6775" y="2108"/>
                  </a:lnTo>
                  <a:lnTo>
                    <a:pt x="6474" y="1506"/>
                  </a:lnTo>
                  <a:lnTo>
                    <a:pt x="6023" y="1054"/>
                  </a:lnTo>
                  <a:lnTo>
                    <a:pt x="5420" y="603"/>
                  </a:lnTo>
                  <a:lnTo>
                    <a:pt x="4818" y="302"/>
                  </a:lnTo>
                  <a:lnTo>
                    <a:pt x="4216" y="151"/>
                  </a:lnTo>
                  <a:lnTo>
                    <a:pt x="346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1784;p29">
              <a:extLst>
                <a:ext uri="{FF2B5EF4-FFF2-40B4-BE49-F238E27FC236}">
                  <a16:creationId xmlns:a16="http://schemas.microsoft.com/office/drawing/2014/main" id="{26522230-BA19-DB11-8B36-7AAFC7624821}"/>
                </a:ext>
              </a:extLst>
            </p:cNvPr>
            <p:cNvSpPr/>
            <p:nvPr/>
          </p:nvSpPr>
          <p:spPr>
            <a:xfrm>
              <a:off x="5472373" y="3098599"/>
              <a:ext cx="1006393" cy="94526"/>
            </a:xfrm>
            <a:custGeom>
              <a:avLst/>
              <a:gdLst/>
              <a:ahLst/>
              <a:cxnLst/>
              <a:rect l="l" t="t" r="r" b="b"/>
              <a:pathLst>
                <a:path w="59313" h="5571" extrusionOk="0">
                  <a:moveTo>
                    <a:pt x="0" y="0"/>
                  </a:moveTo>
                  <a:lnTo>
                    <a:pt x="0" y="5570"/>
                  </a:lnTo>
                  <a:lnTo>
                    <a:pt x="57055" y="5570"/>
                  </a:lnTo>
                  <a:lnTo>
                    <a:pt x="57657" y="5420"/>
                  </a:lnTo>
                  <a:lnTo>
                    <a:pt x="58108" y="5119"/>
                  </a:lnTo>
                  <a:lnTo>
                    <a:pt x="58560" y="4818"/>
                  </a:lnTo>
                  <a:lnTo>
                    <a:pt x="58861" y="4366"/>
                  </a:lnTo>
                  <a:lnTo>
                    <a:pt x="59162" y="3914"/>
                  </a:lnTo>
                  <a:lnTo>
                    <a:pt x="59313" y="3312"/>
                  </a:lnTo>
                  <a:lnTo>
                    <a:pt x="59313" y="2710"/>
                  </a:lnTo>
                  <a:lnTo>
                    <a:pt x="59313" y="2258"/>
                  </a:lnTo>
                  <a:lnTo>
                    <a:pt x="59162" y="1656"/>
                  </a:lnTo>
                  <a:lnTo>
                    <a:pt x="58861" y="1205"/>
                  </a:lnTo>
                  <a:lnTo>
                    <a:pt x="58560" y="753"/>
                  </a:lnTo>
                  <a:lnTo>
                    <a:pt x="58108" y="452"/>
                  </a:lnTo>
                  <a:lnTo>
                    <a:pt x="57657" y="151"/>
                  </a:lnTo>
                  <a:lnTo>
                    <a:pt x="57055"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1785;p29">
              <a:extLst>
                <a:ext uri="{FF2B5EF4-FFF2-40B4-BE49-F238E27FC236}">
                  <a16:creationId xmlns:a16="http://schemas.microsoft.com/office/drawing/2014/main" id="{0687962F-3B94-29D0-E9E2-C988A03CC106}"/>
                </a:ext>
              </a:extLst>
            </p:cNvPr>
            <p:cNvSpPr/>
            <p:nvPr/>
          </p:nvSpPr>
          <p:spPr>
            <a:xfrm>
              <a:off x="5472373" y="3098599"/>
              <a:ext cx="1006393" cy="94526"/>
            </a:xfrm>
            <a:custGeom>
              <a:avLst/>
              <a:gdLst/>
              <a:ahLst/>
              <a:cxnLst/>
              <a:rect l="l" t="t" r="r" b="b"/>
              <a:pathLst>
                <a:path w="59313" h="5571" fill="none" extrusionOk="0">
                  <a:moveTo>
                    <a:pt x="56603" y="5570"/>
                  </a:moveTo>
                  <a:lnTo>
                    <a:pt x="0" y="5570"/>
                  </a:lnTo>
                  <a:lnTo>
                    <a:pt x="0" y="0"/>
                  </a:lnTo>
                  <a:lnTo>
                    <a:pt x="56603" y="0"/>
                  </a:lnTo>
                  <a:lnTo>
                    <a:pt x="56603" y="0"/>
                  </a:lnTo>
                  <a:lnTo>
                    <a:pt x="57055" y="0"/>
                  </a:lnTo>
                  <a:lnTo>
                    <a:pt x="57657" y="151"/>
                  </a:lnTo>
                  <a:lnTo>
                    <a:pt x="58108" y="452"/>
                  </a:lnTo>
                  <a:lnTo>
                    <a:pt x="58560" y="753"/>
                  </a:lnTo>
                  <a:lnTo>
                    <a:pt x="58861" y="1205"/>
                  </a:lnTo>
                  <a:lnTo>
                    <a:pt x="59162" y="1656"/>
                  </a:lnTo>
                  <a:lnTo>
                    <a:pt x="59313" y="2258"/>
                  </a:lnTo>
                  <a:lnTo>
                    <a:pt x="59313" y="2710"/>
                  </a:lnTo>
                  <a:lnTo>
                    <a:pt x="59313" y="2710"/>
                  </a:lnTo>
                  <a:lnTo>
                    <a:pt x="59313" y="3312"/>
                  </a:lnTo>
                  <a:lnTo>
                    <a:pt x="59162" y="3914"/>
                  </a:lnTo>
                  <a:lnTo>
                    <a:pt x="58861" y="4366"/>
                  </a:lnTo>
                  <a:lnTo>
                    <a:pt x="58560" y="4818"/>
                  </a:lnTo>
                  <a:lnTo>
                    <a:pt x="58108" y="5119"/>
                  </a:lnTo>
                  <a:lnTo>
                    <a:pt x="57657" y="5420"/>
                  </a:lnTo>
                  <a:lnTo>
                    <a:pt x="57055" y="5570"/>
                  </a:lnTo>
                  <a:lnTo>
                    <a:pt x="56603" y="557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1786;p29">
              <a:extLst>
                <a:ext uri="{FF2B5EF4-FFF2-40B4-BE49-F238E27FC236}">
                  <a16:creationId xmlns:a16="http://schemas.microsoft.com/office/drawing/2014/main" id="{EE93E237-28C2-EF61-AB93-91D0B42AED63}"/>
                </a:ext>
              </a:extLst>
            </p:cNvPr>
            <p:cNvSpPr/>
            <p:nvPr/>
          </p:nvSpPr>
          <p:spPr>
            <a:xfrm>
              <a:off x="5170962" y="3098599"/>
              <a:ext cx="1006410" cy="94526"/>
            </a:xfrm>
            <a:custGeom>
              <a:avLst/>
              <a:gdLst/>
              <a:ahLst/>
              <a:cxnLst/>
              <a:rect l="l" t="t" r="r" b="b"/>
              <a:pathLst>
                <a:path w="59314" h="5571" extrusionOk="0">
                  <a:moveTo>
                    <a:pt x="1" y="0"/>
                  </a:moveTo>
                  <a:lnTo>
                    <a:pt x="1" y="5570"/>
                  </a:lnTo>
                  <a:lnTo>
                    <a:pt x="57055" y="5570"/>
                  </a:lnTo>
                  <a:lnTo>
                    <a:pt x="57507" y="5420"/>
                  </a:lnTo>
                  <a:lnTo>
                    <a:pt x="58109" y="5119"/>
                  </a:lnTo>
                  <a:lnTo>
                    <a:pt x="58410" y="4818"/>
                  </a:lnTo>
                  <a:lnTo>
                    <a:pt x="58861" y="4366"/>
                  </a:lnTo>
                  <a:lnTo>
                    <a:pt x="59012" y="3914"/>
                  </a:lnTo>
                  <a:lnTo>
                    <a:pt x="59313" y="3312"/>
                  </a:lnTo>
                  <a:lnTo>
                    <a:pt x="59313" y="2710"/>
                  </a:lnTo>
                  <a:lnTo>
                    <a:pt x="59313" y="2258"/>
                  </a:lnTo>
                  <a:lnTo>
                    <a:pt x="59012" y="1656"/>
                  </a:lnTo>
                  <a:lnTo>
                    <a:pt x="58861" y="1205"/>
                  </a:lnTo>
                  <a:lnTo>
                    <a:pt x="58410" y="753"/>
                  </a:lnTo>
                  <a:lnTo>
                    <a:pt x="58109" y="452"/>
                  </a:lnTo>
                  <a:lnTo>
                    <a:pt x="57507" y="151"/>
                  </a:lnTo>
                  <a:lnTo>
                    <a:pt x="5705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1787;p29">
              <a:extLst>
                <a:ext uri="{FF2B5EF4-FFF2-40B4-BE49-F238E27FC236}">
                  <a16:creationId xmlns:a16="http://schemas.microsoft.com/office/drawing/2014/main" id="{EDF13C68-24FD-1F04-2F00-ECB166FA8CA5}"/>
                </a:ext>
              </a:extLst>
            </p:cNvPr>
            <p:cNvSpPr/>
            <p:nvPr/>
          </p:nvSpPr>
          <p:spPr>
            <a:xfrm>
              <a:off x="5170962" y="3098599"/>
              <a:ext cx="1006410" cy="94526"/>
            </a:xfrm>
            <a:custGeom>
              <a:avLst/>
              <a:gdLst/>
              <a:ahLst/>
              <a:cxnLst/>
              <a:rect l="l" t="t" r="r" b="b"/>
              <a:pathLst>
                <a:path w="59314" h="5571" fill="none" extrusionOk="0">
                  <a:moveTo>
                    <a:pt x="56453" y="5570"/>
                  </a:moveTo>
                  <a:lnTo>
                    <a:pt x="1" y="5570"/>
                  </a:lnTo>
                  <a:lnTo>
                    <a:pt x="1" y="0"/>
                  </a:lnTo>
                  <a:lnTo>
                    <a:pt x="56453" y="0"/>
                  </a:lnTo>
                  <a:lnTo>
                    <a:pt x="56453" y="0"/>
                  </a:lnTo>
                  <a:lnTo>
                    <a:pt x="57055" y="0"/>
                  </a:lnTo>
                  <a:lnTo>
                    <a:pt x="57507" y="151"/>
                  </a:lnTo>
                  <a:lnTo>
                    <a:pt x="58109" y="452"/>
                  </a:lnTo>
                  <a:lnTo>
                    <a:pt x="58410" y="753"/>
                  </a:lnTo>
                  <a:lnTo>
                    <a:pt x="58861" y="1205"/>
                  </a:lnTo>
                  <a:lnTo>
                    <a:pt x="59012" y="1656"/>
                  </a:lnTo>
                  <a:lnTo>
                    <a:pt x="59313" y="2258"/>
                  </a:lnTo>
                  <a:lnTo>
                    <a:pt x="59313" y="2710"/>
                  </a:lnTo>
                  <a:lnTo>
                    <a:pt x="59313" y="2710"/>
                  </a:lnTo>
                  <a:lnTo>
                    <a:pt x="59313" y="3312"/>
                  </a:lnTo>
                  <a:lnTo>
                    <a:pt x="59012" y="3914"/>
                  </a:lnTo>
                  <a:lnTo>
                    <a:pt x="58861" y="4366"/>
                  </a:lnTo>
                  <a:lnTo>
                    <a:pt x="58410" y="4818"/>
                  </a:lnTo>
                  <a:lnTo>
                    <a:pt x="58109" y="5119"/>
                  </a:lnTo>
                  <a:lnTo>
                    <a:pt x="57507" y="5420"/>
                  </a:lnTo>
                  <a:lnTo>
                    <a:pt x="57055" y="5570"/>
                  </a:lnTo>
                  <a:lnTo>
                    <a:pt x="56453" y="557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1788;p29">
              <a:extLst>
                <a:ext uri="{FF2B5EF4-FFF2-40B4-BE49-F238E27FC236}">
                  <a16:creationId xmlns:a16="http://schemas.microsoft.com/office/drawing/2014/main" id="{FA98D5F5-F4D7-57EA-7DF2-D062FDF1FB53}"/>
                </a:ext>
              </a:extLst>
            </p:cNvPr>
            <p:cNvSpPr/>
            <p:nvPr/>
          </p:nvSpPr>
          <p:spPr>
            <a:xfrm>
              <a:off x="6001097" y="3193108"/>
              <a:ext cx="61321" cy="1397206"/>
            </a:xfrm>
            <a:custGeom>
              <a:avLst/>
              <a:gdLst/>
              <a:ahLst/>
              <a:cxnLst/>
              <a:rect l="l" t="t" r="r" b="b"/>
              <a:pathLst>
                <a:path w="3614" h="82346" extrusionOk="0">
                  <a:moveTo>
                    <a:pt x="1" y="0"/>
                  </a:moveTo>
                  <a:lnTo>
                    <a:pt x="1" y="82345"/>
                  </a:lnTo>
                  <a:lnTo>
                    <a:pt x="3614" y="82345"/>
                  </a:lnTo>
                  <a:lnTo>
                    <a:pt x="3614" y="0"/>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1789;p29">
              <a:extLst>
                <a:ext uri="{FF2B5EF4-FFF2-40B4-BE49-F238E27FC236}">
                  <a16:creationId xmlns:a16="http://schemas.microsoft.com/office/drawing/2014/main" id="{56411DA9-9925-D63A-96BB-C328916321F3}"/>
                </a:ext>
              </a:extLst>
            </p:cNvPr>
            <p:cNvSpPr/>
            <p:nvPr/>
          </p:nvSpPr>
          <p:spPr>
            <a:xfrm>
              <a:off x="6001097" y="3193108"/>
              <a:ext cx="61321" cy="1397206"/>
            </a:xfrm>
            <a:custGeom>
              <a:avLst/>
              <a:gdLst/>
              <a:ahLst/>
              <a:cxnLst/>
              <a:rect l="l" t="t" r="r" b="b"/>
              <a:pathLst>
                <a:path w="3614" h="82346" fill="none" extrusionOk="0">
                  <a:moveTo>
                    <a:pt x="3614" y="0"/>
                  </a:moveTo>
                  <a:lnTo>
                    <a:pt x="1" y="0"/>
                  </a:lnTo>
                  <a:lnTo>
                    <a:pt x="1" y="82345"/>
                  </a:lnTo>
                  <a:lnTo>
                    <a:pt x="3614" y="82345"/>
                  </a:lnTo>
                  <a:lnTo>
                    <a:pt x="361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1790;p29">
              <a:extLst>
                <a:ext uri="{FF2B5EF4-FFF2-40B4-BE49-F238E27FC236}">
                  <a16:creationId xmlns:a16="http://schemas.microsoft.com/office/drawing/2014/main" id="{F198BA97-895A-9F78-BB8C-B0443A75FFAD}"/>
                </a:ext>
              </a:extLst>
            </p:cNvPr>
            <p:cNvSpPr/>
            <p:nvPr/>
          </p:nvSpPr>
          <p:spPr>
            <a:xfrm>
              <a:off x="6001097" y="3193108"/>
              <a:ext cx="61321" cy="1397206"/>
            </a:xfrm>
            <a:custGeom>
              <a:avLst/>
              <a:gdLst/>
              <a:ahLst/>
              <a:cxnLst/>
              <a:rect l="l" t="t" r="r" b="b"/>
              <a:pathLst>
                <a:path w="3614" h="82346" extrusionOk="0">
                  <a:moveTo>
                    <a:pt x="1" y="0"/>
                  </a:moveTo>
                  <a:lnTo>
                    <a:pt x="1" y="82345"/>
                  </a:lnTo>
                  <a:lnTo>
                    <a:pt x="3614" y="82345"/>
                  </a:lnTo>
                  <a:lnTo>
                    <a:pt x="3614" y="62926"/>
                  </a:lnTo>
                  <a:lnTo>
                    <a:pt x="3614" y="7678"/>
                  </a:lnTo>
                  <a:lnTo>
                    <a:pt x="3614" y="7527"/>
                  </a:lnTo>
                  <a:lnTo>
                    <a:pt x="3614"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1791;p29">
              <a:extLst>
                <a:ext uri="{FF2B5EF4-FFF2-40B4-BE49-F238E27FC236}">
                  <a16:creationId xmlns:a16="http://schemas.microsoft.com/office/drawing/2014/main" id="{529CD864-1547-7937-89E9-0F79F20A4A83}"/>
                </a:ext>
              </a:extLst>
            </p:cNvPr>
            <p:cNvSpPr/>
            <p:nvPr/>
          </p:nvSpPr>
          <p:spPr>
            <a:xfrm>
              <a:off x="6302507" y="3193108"/>
              <a:ext cx="61321" cy="1397206"/>
            </a:xfrm>
            <a:custGeom>
              <a:avLst/>
              <a:gdLst/>
              <a:ahLst/>
              <a:cxnLst/>
              <a:rect l="l" t="t" r="r" b="b"/>
              <a:pathLst>
                <a:path w="3614" h="82346" extrusionOk="0">
                  <a:moveTo>
                    <a:pt x="1" y="0"/>
                  </a:moveTo>
                  <a:lnTo>
                    <a:pt x="1" y="82345"/>
                  </a:lnTo>
                  <a:lnTo>
                    <a:pt x="3613" y="82345"/>
                  </a:lnTo>
                  <a:lnTo>
                    <a:pt x="3613" y="0"/>
                  </a:lnTo>
                  <a:close/>
                </a:path>
              </a:pathLst>
            </a:custGeom>
            <a:solidFill>
              <a:srgbClr val="407B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1792;p29">
              <a:extLst>
                <a:ext uri="{FF2B5EF4-FFF2-40B4-BE49-F238E27FC236}">
                  <a16:creationId xmlns:a16="http://schemas.microsoft.com/office/drawing/2014/main" id="{E2B2A0FE-6C61-AA2D-0993-C66C6944CB85}"/>
                </a:ext>
              </a:extLst>
            </p:cNvPr>
            <p:cNvSpPr/>
            <p:nvPr/>
          </p:nvSpPr>
          <p:spPr>
            <a:xfrm>
              <a:off x="6302507" y="3193108"/>
              <a:ext cx="61321" cy="1397206"/>
            </a:xfrm>
            <a:custGeom>
              <a:avLst/>
              <a:gdLst/>
              <a:ahLst/>
              <a:cxnLst/>
              <a:rect l="l" t="t" r="r" b="b"/>
              <a:pathLst>
                <a:path w="3614" h="82346" fill="none" extrusionOk="0">
                  <a:moveTo>
                    <a:pt x="3613" y="0"/>
                  </a:moveTo>
                  <a:lnTo>
                    <a:pt x="1" y="0"/>
                  </a:lnTo>
                  <a:lnTo>
                    <a:pt x="1" y="82345"/>
                  </a:lnTo>
                  <a:lnTo>
                    <a:pt x="3613" y="82345"/>
                  </a:lnTo>
                  <a:lnTo>
                    <a:pt x="361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1793;p29">
              <a:extLst>
                <a:ext uri="{FF2B5EF4-FFF2-40B4-BE49-F238E27FC236}">
                  <a16:creationId xmlns:a16="http://schemas.microsoft.com/office/drawing/2014/main" id="{E5872945-8987-21DA-02FF-59B983558928}"/>
                </a:ext>
              </a:extLst>
            </p:cNvPr>
            <p:cNvSpPr/>
            <p:nvPr/>
          </p:nvSpPr>
          <p:spPr>
            <a:xfrm>
              <a:off x="6302507" y="3193108"/>
              <a:ext cx="61321" cy="1397206"/>
            </a:xfrm>
            <a:custGeom>
              <a:avLst/>
              <a:gdLst/>
              <a:ahLst/>
              <a:cxnLst/>
              <a:rect l="l" t="t" r="r" b="b"/>
              <a:pathLst>
                <a:path w="3614" h="82346" extrusionOk="0">
                  <a:moveTo>
                    <a:pt x="1" y="0"/>
                  </a:moveTo>
                  <a:lnTo>
                    <a:pt x="1" y="82345"/>
                  </a:lnTo>
                  <a:lnTo>
                    <a:pt x="3613" y="82345"/>
                  </a:lnTo>
                  <a:lnTo>
                    <a:pt x="3613"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1794;p29">
              <a:extLst>
                <a:ext uri="{FF2B5EF4-FFF2-40B4-BE49-F238E27FC236}">
                  <a16:creationId xmlns:a16="http://schemas.microsoft.com/office/drawing/2014/main" id="{8F0F721C-09D9-52D9-5240-268AC1D5EC23}"/>
                </a:ext>
              </a:extLst>
            </p:cNvPr>
            <p:cNvSpPr/>
            <p:nvPr/>
          </p:nvSpPr>
          <p:spPr>
            <a:xfrm>
              <a:off x="6098168" y="3113920"/>
              <a:ext cx="61321" cy="63883"/>
            </a:xfrm>
            <a:custGeom>
              <a:avLst/>
              <a:gdLst/>
              <a:ahLst/>
              <a:cxnLst/>
              <a:rect l="l" t="t" r="r" b="b"/>
              <a:pathLst>
                <a:path w="3614" h="3765" extrusionOk="0">
                  <a:moveTo>
                    <a:pt x="1807" y="1"/>
                  </a:moveTo>
                  <a:lnTo>
                    <a:pt x="1054" y="151"/>
                  </a:lnTo>
                  <a:lnTo>
                    <a:pt x="603" y="603"/>
                  </a:lnTo>
                  <a:lnTo>
                    <a:pt x="151" y="1205"/>
                  </a:lnTo>
                  <a:lnTo>
                    <a:pt x="0" y="1807"/>
                  </a:lnTo>
                  <a:lnTo>
                    <a:pt x="151" y="2560"/>
                  </a:lnTo>
                  <a:lnTo>
                    <a:pt x="603" y="3162"/>
                  </a:lnTo>
                  <a:lnTo>
                    <a:pt x="1054" y="3614"/>
                  </a:lnTo>
                  <a:lnTo>
                    <a:pt x="1807" y="3764"/>
                  </a:lnTo>
                  <a:lnTo>
                    <a:pt x="2560" y="3614"/>
                  </a:lnTo>
                  <a:lnTo>
                    <a:pt x="3162" y="3162"/>
                  </a:lnTo>
                  <a:lnTo>
                    <a:pt x="3463" y="2560"/>
                  </a:lnTo>
                  <a:lnTo>
                    <a:pt x="3613" y="1807"/>
                  </a:lnTo>
                  <a:lnTo>
                    <a:pt x="3463" y="1205"/>
                  </a:lnTo>
                  <a:lnTo>
                    <a:pt x="3162" y="603"/>
                  </a:lnTo>
                  <a:lnTo>
                    <a:pt x="2560" y="151"/>
                  </a:lnTo>
                  <a:lnTo>
                    <a:pt x="180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1795;p29">
              <a:extLst>
                <a:ext uri="{FF2B5EF4-FFF2-40B4-BE49-F238E27FC236}">
                  <a16:creationId xmlns:a16="http://schemas.microsoft.com/office/drawing/2014/main" id="{6A1DF1C7-F80F-3685-6AD0-329C6179981A}"/>
                </a:ext>
              </a:extLst>
            </p:cNvPr>
            <p:cNvSpPr/>
            <p:nvPr/>
          </p:nvSpPr>
          <p:spPr>
            <a:xfrm>
              <a:off x="5960239" y="3113920"/>
              <a:ext cx="63866" cy="63883"/>
            </a:xfrm>
            <a:custGeom>
              <a:avLst/>
              <a:gdLst/>
              <a:ahLst/>
              <a:cxnLst/>
              <a:rect l="l" t="t" r="r" b="b"/>
              <a:pathLst>
                <a:path w="3764" h="3765" extrusionOk="0">
                  <a:moveTo>
                    <a:pt x="1957" y="1"/>
                  </a:moveTo>
                  <a:lnTo>
                    <a:pt x="1205" y="151"/>
                  </a:lnTo>
                  <a:lnTo>
                    <a:pt x="602" y="603"/>
                  </a:lnTo>
                  <a:lnTo>
                    <a:pt x="151" y="1205"/>
                  </a:lnTo>
                  <a:lnTo>
                    <a:pt x="0" y="1807"/>
                  </a:lnTo>
                  <a:lnTo>
                    <a:pt x="151" y="2560"/>
                  </a:lnTo>
                  <a:lnTo>
                    <a:pt x="602" y="3162"/>
                  </a:lnTo>
                  <a:lnTo>
                    <a:pt x="1205" y="3614"/>
                  </a:lnTo>
                  <a:lnTo>
                    <a:pt x="1957" y="3764"/>
                  </a:lnTo>
                  <a:lnTo>
                    <a:pt x="2559" y="3614"/>
                  </a:lnTo>
                  <a:lnTo>
                    <a:pt x="3162" y="3162"/>
                  </a:lnTo>
                  <a:lnTo>
                    <a:pt x="3613" y="2560"/>
                  </a:lnTo>
                  <a:lnTo>
                    <a:pt x="3764" y="1807"/>
                  </a:lnTo>
                  <a:lnTo>
                    <a:pt x="3613" y="1205"/>
                  </a:lnTo>
                  <a:lnTo>
                    <a:pt x="3162" y="603"/>
                  </a:lnTo>
                  <a:lnTo>
                    <a:pt x="2559" y="151"/>
                  </a:lnTo>
                  <a:lnTo>
                    <a:pt x="195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1796;p29">
              <a:extLst>
                <a:ext uri="{FF2B5EF4-FFF2-40B4-BE49-F238E27FC236}">
                  <a16:creationId xmlns:a16="http://schemas.microsoft.com/office/drawing/2014/main" id="{18FF0151-BC3E-E4FF-5161-C1F1E73BA4F9}"/>
                </a:ext>
              </a:extLst>
            </p:cNvPr>
            <p:cNvSpPr/>
            <p:nvPr/>
          </p:nvSpPr>
          <p:spPr>
            <a:xfrm>
              <a:off x="5824855" y="3113920"/>
              <a:ext cx="61321" cy="63883"/>
            </a:xfrm>
            <a:custGeom>
              <a:avLst/>
              <a:gdLst/>
              <a:ahLst/>
              <a:cxnLst/>
              <a:rect l="l" t="t" r="r" b="b"/>
              <a:pathLst>
                <a:path w="3614" h="3765" extrusionOk="0">
                  <a:moveTo>
                    <a:pt x="1807" y="1"/>
                  </a:moveTo>
                  <a:lnTo>
                    <a:pt x="1055" y="151"/>
                  </a:lnTo>
                  <a:lnTo>
                    <a:pt x="452" y="603"/>
                  </a:lnTo>
                  <a:lnTo>
                    <a:pt x="151" y="1205"/>
                  </a:lnTo>
                  <a:lnTo>
                    <a:pt x="1" y="1807"/>
                  </a:lnTo>
                  <a:lnTo>
                    <a:pt x="151" y="2560"/>
                  </a:lnTo>
                  <a:lnTo>
                    <a:pt x="452" y="3162"/>
                  </a:lnTo>
                  <a:lnTo>
                    <a:pt x="1055" y="3614"/>
                  </a:lnTo>
                  <a:lnTo>
                    <a:pt x="1807" y="3764"/>
                  </a:lnTo>
                  <a:lnTo>
                    <a:pt x="2560" y="3614"/>
                  </a:lnTo>
                  <a:lnTo>
                    <a:pt x="3162" y="3162"/>
                  </a:lnTo>
                  <a:lnTo>
                    <a:pt x="3463" y="2560"/>
                  </a:lnTo>
                  <a:lnTo>
                    <a:pt x="3614" y="1807"/>
                  </a:lnTo>
                  <a:lnTo>
                    <a:pt x="3463" y="1205"/>
                  </a:lnTo>
                  <a:lnTo>
                    <a:pt x="3162" y="603"/>
                  </a:lnTo>
                  <a:lnTo>
                    <a:pt x="2560" y="151"/>
                  </a:lnTo>
                  <a:lnTo>
                    <a:pt x="180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1797;p29">
              <a:extLst>
                <a:ext uri="{FF2B5EF4-FFF2-40B4-BE49-F238E27FC236}">
                  <a16:creationId xmlns:a16="http://schemas.microsoft.com/office/drawing/2014/main" id="{F47D1936-FFA9-90AB-4B97-06A07BB96E86}"/>
                </a:ext>
              </a:extLst>
            </p:cNvPr>
            <p:cNvSpPr/>
            <p:nvPr/>
          </p:nvSpPr>
          <p:spPr>
            <a:xfrm>
              <a:off x="5686927" y="3113920"/>
              <a:ext cx="63883" cy="63883"/>
            </a:xfrm>
            <a:custGeom>
              <a:avLst/>
              <a:gdLst/>
              <a:ahLst/>
              <a:cxnLst/>
              <a:rect l="l" t="t" r="r" b="b"/>
              <a:pathLst>
                <a:path w="3765" h="3765" extrusionOk="0">
                  <a:moveTo>
                    <a:pt x="1807" y="1"/>
                  </a:moveTo>
                  <a:lnTo>
                    <a:pt x="1205" y="151"/>
                  </a:lnTo>
                  <a:lnTo>
                    <a:pt x="603" y="603"/>
                  </a:lnTo>
                  <a:lnTo>
                    <a:pt x="151" y="1205"/>
                  </a:lnTo>
                  <a:lnTo>
                    <a:pt x="1" y="1807"/>
                  </a:lnTo>
                  <a:lnTo>
                    <a:pt x="151" y="2560"/>
                  </a:lnTo>
                  <a:lnTo>
                    <a:pt x="603" y="3162"/>
                  </a:lnTo>
                  <a:lnTo>
                    <a:pt x="1205" y="3614"/>
                  </a:lnTo>
                  <a:lnTo>
                    <a:pt x="1807" y="3764"/>
                  </a:lnTo>
                  <a:lnTo>
                    <a:pt x="2560" y="3614"/>
                  </a:lnTo>
                  <a:lnTo>
                    <a:pt x="3162" y="3162"/>
                  </a:lnTo>
                  <a:lnTo>
                    <a:pt x="3614" y="2560"/>
                  </a:lnTo>
                  <a:lnTo>
                    <a:pt x="3764" y="1807"/>
                  </a:lnTo>
                  <a:lnTo>
                    <a:pt x="3614" y="1205"/>
                  </a:lnTo>
                  <a:lnTo>
                    <a:pt x="3162" y="603"/>
                  </a:lnTo>
                  <a:lnTo>
                    <a:pt x="2560" y="151"/>
                  </a:lnTo>
                  <a:lnTo>
                    <a:pt x="180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1798;p29">
              <a:extLst>
                <a:ext uri="{FF2B5EF4-FFF2-40B4-BE49-F238E27FC236}">
                  <a16:creationId xmlns:a16="http://schemas.microsoft.com/office/drawing/2014/main" id="{492B3CF0-3835-15E4-9309-D6D199AD06D2}"/>
                </a:ext>
              </a:extLst>
            </p:cNvPr>
            <p:cNvSpPr/>
            <p:nvPr/>
          </p:nvSpPr>
          <p:spPr>
            <a:xfrm>
              <a:off x="5551560" y="3113920"/>
              <a:ext cx="61321" cy="63883"/>
            </a:xfrm>
            <a:custGeom>
              <a:avLst/>
              <a:gdLst/>
              <a:ahLst/>
              <a:cxnLst/>
              <a:rect l="l" t="t" r="r" b="b"/>
              <a:pathLst>
                <a:path w="3614" h="3765" extrusionOk="0">
                  <a:moveTo>
                    <a:pt x="1807" y="1"/>
                  </a:moveTo>
                  <a:lnTo>
                    <a:pt x="1054" y="151"/>
                  </a:lnTo>
                  <a:lnTo>
                    <a:pt x="452" y="603"/>
                  </a:lnTo>
                  <a:lnTo>
                    <a:pt x="151" y="1205"/>
                  </a:lnTo>
                  <a:lnTo>
                    <a:pt x="0" y="1807"/>
                  </a:lnTo>
                  <a:lnTo>
                    <a:pt x="151" y="2560"/>
                  </a:lnTo>
                  <a:lnTo>
                    <a:pt x="452" y="3162"/>
                  </a:lnTo>
                  <a:lnTo>
                    <a:pt x="1054" y="3614"/>
                  </a:lnTo>
                  <a:lnTo>
                    <a:pt x="1807" y="3764"/>
                  </a:lnTo>
                  <a:lnTo>
                    <a:pt x="2559" y="3614"/>
                  </a:lnTo>
                  <a:lnTo>
                    <a:pt x="3011" y="3162"/>
                  </a:lnTo>
                  <a:lnTo>
                    <a:pt x="3463" y="2560"/>
                  </a:lnTo>
                  <a:lnTo>
                    <a:pt x="3613" y="1807"/>
                  </a:lnTo>
                  <a:lnTo>
                    <a:pt x="3463" y="1205"/>
                  </a:lnTo>
                  <a:lnTo>
                    <a:pt x="3011" y="603"/>
                  </a:lnTo>
                  <a:lnTo>
                    <a:pt x="2559" y="151"/>
                  </a:lnTo>
                  <a:lnTo>
                    <a:pt x="180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1799;p29">
              <a:extLst>
                <a:ext uri="{FF2B5EF4-FFF2-40B4-BE49-F238E27FC236}">
                  <a16:creationId xmlns:a16="http://schemas.microsoft.com/office/drawing/2014/main" id="{55F17F5E-6928-DC45-3A46-B64332CD258E}"/>
                </a:ext>
              </a:extLst>
            </p:cNvPr>
            <p:cNvSpPr/>
            <p:nvPr/>
          </p:nvSpPr>
          <p:spPr>
            <a:xfrm>
              <a:off x="5413631" y="3113920"/>
              <a:ext cx="61304" cy="63883"/>
            </a:xfrm>
            <a:custGeom>
              <a:avLst/>
              <a:gdLst/>
              <a:ahLst/>
              <a:cxnLst/>
              <a:rect l="l" t="t" r="r" b="b"/>
              <a:pathLst>
                <a:path w="3613" h="3765" extrusionOk="0">
                  <a:moveTo>
                    <a:pt x="1806" y="1"/>
                  </a:moveTo>
                  <a:lnTo>
                    <a:pt x="1054" y="151"/>
                  </a:lnTo>
                  <a:lnTo>
                    <a:pt x="602" y="603"/>
                  </a:lnTo>
                  <a:lnTo>
                    <a:pt x="151" y="1205"/>
                  </a:lnTo>
                  <a:lnTo>
                    <a:pt x="0" y="1807"/>
                  </a:lnTo>
                  <a:lnTo>
                    <a:pt x="151" y="2560"/>
                  </a:lnTo>
                  <a:lnTo>
                    <a:pt x="602" y="3162"/>
                  </a:lnTo>
                  <a:lnTo>
                    <a:pt x="1054" y="3614"/>
                  </a:lnTo>
                  <a:lnTo>
                    <a:pt x="1806" y="3764"/>
                  </a:lnTo>
                  <a:lnTo>
                    <a:pt x="2559" y="3614"/>
                  </a:lnTo>
                  <a:lnTo>
                    <a:pt x="3161" y="3162"/>
                  </a:lnTo>
                  <a:lnTo>
                    <a:pt x="3462" y="2560"/>
                  </a:lnTo>
                  <a:lnTo>
                    <a:pt x="3613" y="1807"/>
                  </a:lnTo>
                  <a:lnTo>
                    <a:pt x="3462" y="1205"/>
                  </a:lnTo>
                  <a:lnTo>
                    <a:pt x="3161" y="603"/>
                  </a:lnTo>
                  <a:lnTo>
                    <a:pt x="2559" y="151"/>
                  </a:lnTo>
                  <a:lnTo>
                    <a:pt x="18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1800;p29">
              <a:extLst>
                <a:ext uri="{FF2B5EF4-FFF2-40B4-BE49-F238E27FC236}">
                  <a16:creationId xmlns:a16="http://schemas.microsoft.com/office/drawing/2014/main" id="{C4D7E7FE-8367-304E-BE13-7AEB0DB38C91}"/>
                </a:ext>
              </a:extLst>
            </p:cNvPr>
            <p:cNvSpPr/>
            <p:nvPr/>
          </p:nvSpPr>
          <p:spPr>
            <a:xfrm>
              <a:off x="5275685" y="3113920"/>
              <a:ext cx="63883" cy="63883"/>
            </a:xfrm>
            <a:custGeom>
              <a:avLst/>
              <a:gdLst/>
              <a:ahLst/>
              <a:cxnLst/>
              <a:rect l="l" t="t" r="r" b="b"/>
              <a:pathLst>
                <a:path w="3765" h="3765" extrusionOk="0">
                  <a:moveTo>
                    <a:pt x="1958" y="1"/>
                  </a:moveTo>
                  <a:lnTo>
                    <a:pt x="1205" y="151"/>
                  </a:lnTo>
                  <a:lnTo>
                    <a:pt x="603" y="603"/>
                  </a:lnTo>
                  <a:lnTo>
                    <a:pt x="151" y="1205"/>
                  </a:lnTo>
                  <a:lnTo>
                    <a:pt x="1" y="1807"/>
                  </a:lnTo>
                  <a:lnTo>
                    <a:pt x="151" y="2560"/>
                  </a:lnTo>
                  <a:lnTo>
                    <a:pt x="603" y="3162"/>
                  </a:lnTo>
                  <a:lnTo>
                    <a:pt x="1205" y="3614"/>
                  </a:lnTo>
                  <a:lnTo>
                    <a:pt x="1958" y="3764"/>
                  </a:lnTo>
                  <a:lnTo>
                    <a:pt x="2560" y="3614"/>
                  </a:lnTo>
                  <a:lnTo>
                    <a:pt x="3162" y="3162"/>
                  </a:lnTo>
                  <a:lnTo>
                    <a:pt x="3614" y="2560"/>
                  </a:lnTo>
                  <a:lnTo>
                    <a:pt x="3764" y="1807"/>
                  </a:lnTo>
                  <a:lnTo>
                    <a:pt x="3614" y="1205"/>
                  </a:lnTo>
                  <a:lnTo>
                    <a:pt x="3162" y="603"/>
                  </a:lnTo>
                  <a:lnTo>
                    <a:pt x="2560" y="151"/>
                  </a:lnTo>
                  <a:lnTo>
                    <a:pt x="195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1801;p29">
              <a:extLst>
                <a:ext uri="{FF2B5EF4-FFF2-40B4-BE49-F238E27FC236}">
                  <a16:creationId xmlns:a16="http://schemas.microsoft.com/office/drawing/2014/main" id="{1A736B54-66B3-2C75-FB79-39AF71B1EE36}"/>
                </a:ext>
              </a:extLst>
            </p:cNvPr>
            <p:cNvSpPr/>
            <p:nvPr/>
          </p:nvSpPr>
          <p:spPr>
            <a:xfrm>
              <a:off x="5170962" y="3113920"/>
              <a:ext cx="30677" cy="63883"/>
            </a:xfrm>
            <a:custGeom>
              <a:avLst/>
              <a:gdLst/>
              <a:ahLst/>
              <a:cxnLst/>
              <a:rect l="l" t="t" r="r" b="b"/>
              <a:pathLst>
                <a:path w="1808" h="3765" extrusionOk="0">
                  <a:moveTo>
                    <a:pt x="1" y="1"/>
                  </a:moveTo>
                  <a:lnTo>
                    <a:pt x="1" y="3764"/>
                  </a:lnTo>
                  <a:lnTo>
                    <a:pt x="754" y="3614"/>
                  </a:lnTo>
                  <a:lnTo>
                    <a:pt x="1356" y="3162"/>
                  </a:lnTo>
                  <a:lnTo>
                    <a:pt x="1657" y="2560"/>
                  </a:lnTo>
                  <a:lnTo>
                    <a:pt x="1807" y="1807"/>
                  </a:lnTo>
                  <a:lnTo>
                    <a:pt x="1657" y="1205"/>
                  </a:lnTo>
                  <a:lnTo>
                    <a:pt x="1356" y="603"/>
                  </a:lnTo>
                  <a:lnTo>
                    <a:pt x="754" y="151"/>
                  </a:lnTo>
                  <a:lnTo>
                    <a:pt x="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1802;p29">
              <a:extLst>
                <a:ext uri="{FF2B5EF4-FFF2-40B4-BE49-F238E27FC236}">
                  <a16:creationId xmlns:a16="http://schemas.microsoft.com/office/drawing/2014/main" id="{48C83360-412F-6BD6-AB86-73EABD1F3922}"/>
                </a:ext>
              </a:extLst>
            </p:cNvPr>
            <p:cNvSpPr/>
            <p:nvPr/>
          </p:nvSpPr>
          <p:spPr>
            <a:xfrm>
              <a:off x="4394478" y="2319553"/>
              <a:ext cx="610474" cy="1136653"/>
            </a:xfrm>
            <a:custGeom>
              <a:avLst/>
              <a:gdLst/>
              <a:ahLst/>
              <a:cxnLst/>
              <a:rect l="l" t="t" r="r" b="b"/>
              <a:pathLst>
                <a:path w="35979" h="66990" extrusionOk="0">
                  <a:moveTo>
                    <a:pt x="2108" y="0"/>
                  </a:moveTo>
                  <a:lnTo>
                    <a:pt x="1204" y="151"/>
                  </a:lnTo>
                  <a:lnTo>
                    <a:pt x="602" y="602"/>
                  </a:lnTo>
                  <a:lnTo>
                    <a:pt x="151" y="1204"/>
                  </a:lnTo>
                  <a:lnTo>
                    <a:pt x="0" y="2108"/>
                  </a:lnTo>
                  <a:lnTo>
                    <a:pt x="0" y="64882"/>
                  </a:lnTo>
                  <a:lnTo>
                    <a:pt x="151" y="65635"/>
                  </a:lnTo>
                  <a:lnTo>
                    <a:pt x="602" y="66388"/>
                  </a:lnTo>
                  <a:lnTo>
                    <a:pt x="1204" y="66839"/>
                  </a:lnTo>
                  <a:lnTo>
                    <a:pt x="2108" y="66990"/>
                  </a:lnTo>
                  <a:lnTo>
                    <a:pt x="33871" y="66990"/>
                  </a:lnTo>
                  <a:lnTo>
                    <a:pt x="34624" y="66839"/>
                  </a:lnTo>
                  <a:lnTo>
                    <a:pt x="35377" y="66388"/>
                  </a:lnTo>
                  <a:lnTo>
                    <a:pt x="35828" y="65635"/>
                  </a:lnTo>
                  <a:lnTo>
                    <a:pt x="35979" y="64882"/>
                  </a:lnTo>
                  <a:lnTo>
                    <a:pt x="35979" y="2108"/>
                  </a:lnTo>
                  <a:lnTo>
                    <a:pt x="35828" y="1204"/>
                  </a:lnTo>
                  <a:lnTo>
                    <a:pt x="35377" y="602"/>
                  </a:lnTo>
                  <a:lnTo>
                    <a:pt x="34624" y="151"/>
                  </a:lnTo>
                  <a:lnTo>
                    <a:pt x="338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1803;p29">
              <a:extLst>
                <a:ext uri="{FF2B5EF4-FFF2-40B4-BE49-F238E27FC236}">
                  <a16:creationId xmlns:a16="http://schemas.microsoft.com/office/drawing/2014/main" id="{3EFDABF2-D369-F248-9725-C78255739E60}"/>
                </a:ext>
              </a:extLst>
            </p:cNvPr>
            <p:cNvSpPr/>
            <p:nvPr/>
          </p:nvSpPr>
          <p:spPr>
            <a:xfrm>
              <a:off x="4394478" y="2319553"/>
              <a:ext cx="610474" cy="1136653"/>
            </a:xfrm>
            <a:custGeom>
              <a:avLst/>
              <a:gdLst/>
              <a:ahLst/>
              <a:cxnLst/>
              <a:rect l="l" t="t" r="r" b="b"/>
              <a:pathLst>
                <a:path w="35979" h="66990" fill="none" extrusionOk="0">
                  <a:moveTo>
                    <a:pt x="33871" y="66990"/>
                  </a:moveTo>
                  <a:lnTo>
                    <a:pt x="2108" y="66990"/>
                  </a:lnTo>
                  <a:lnTo>
                    <a:pt x="2108" y="66990"/>
                  </a:lnTo>
                  <a:lnTo>
                    <a:pt x="1204" y="66839"/>
                  </a:lnTo>
                  <a:lnTo>
                    <a:pt x="602" y="66388"/>
                  </a:lnTo>
                  <a:lnTo>
                    <a:pt x="151" y="65635"/>
                  </a:lnTo>
                  <a:lnTo>
                    <a:pt x="0" y="64882"/>
                  </a:lnTo>
                  <a:lnTo>
                    <a:pt x="0" y="2108"/>
                  </a:lnTo>
                  <a:lnTo>
                    <a:pt x="0" y="2108"/>
                  </a:lnTo>
                  <a:lnTo>
                    <a:pt x="151" y="1204"/>
                  </a:lnTo>
                  <a:lnTo>
                    <a:pt x="602" y="602"/>
                  </a:lnTo>
                  <a:lnTo>
                    <a:pt x="1204" y="151"/>
                  </a:lnTo>
                  <a:lnTo>
                    <a:pt x="2108" y="0"/>
                  </a:lnTo>
                  <a:lnTo>
                    <a:pt x="33871" y="0"/>
                  </a:lnTo>
                  <a:lnTo>
                    <a:pt x="33871" y="0"/>
                  </a:lnTo>
                  <a:lnTo>
                    <a:pt x="34624" y="151"/>
                  </a:lnTo>
                  <a:lnTo>
                    <a:pt x="35377" y="602"/>
                  </a:lnTo>
                  <a:lnTo>
                    <a:pt x="35828" y="1204"/>
                  </a:lnTo>
                  <a:lnTo>
                    <a:pt x="35979" y="2108"/>
                  </a:lnTo>
                  <a:lnTo>
                    <a:pt x="35979" y="64882"/>
                  </a:lnTo>
                  <a:lnTo>
                    <a:pt x="35979" y="64882"/>
                  </a:lnTo>
                  <a:lnTo>
                    <a:pt x="35828" y="65635"/>
                  </a:lnTo>
                  <a:lnTo>
                    <a:pt x="35377" y="66388"/>
                  </a:lnTo>
                  <a:lnTo>
                    <a:pt x="34624" y="66839"/>
                  </a:lnTo>
                  <a:lnTo>
                    <a:pt x="33871" y="6699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1804;p29">
              <a:extLst>
                <a:ext uri="{FF2B5EF4-FFF2-40B4-BE49-F238E27FC236}">
                  <a16:creationId xmlns:a16="http://schemas.microsoft.com/office/drawing/2014/main" id="{80AA8577-F116-BEA2-CAE4-861923872487}"/>
                </a:ext>
              </a:extLst>
            </p:cNvPr>
            <p:cNvSpPr/>
            <p:nvPr/>
          </p:nvSpPr>
          <p:spPr>
            <a:xfrm>
              <a:off x="4458327" y="2439598"/>
              <a:ext cx="480214" cy="339740"/>
            </a:xfrm>
            <a:custGeom>
              <a:avLst/>
              <a:gdLst/>
              <a:ahLst/>
              <a:cxnLst/>
              <a:rect l="l" t="t" r="r" b="b"/>
              <a:pathLst>
                <a:path w="28302" h="20023" extrusionOk="0">
                  <a:moveTo>
                    <a:pt x="2259" y="0"/>
                  </a:moveTo>
                  <a:lnTo>
                    <a:pt x="1807" y="151"/>
                  </a:lnTo>
                  <a:lnTo>
                    <a:pt x="1506" y="301"/>
                  </a:lnTo>
                  <a:lnTo>
                    <a:pt x="753" y="753"/>
                  </a:lnTo>
                  <a:lnTo>
                    <a:pt x="302" y="1506"/>
                  </a:lnTo>
                  <a:lnTo>
                    <a:pt x="151" y="1807"/>
                  </a:lnTo>
                  <a:lnTo>
                    <a:pt x="1" y="2258"/>
                  </a:lnTo>
                  <a:lnTo>
                    <a:pt x="1" y="17764"/>
                  </a:lnTo>
                  <a:lnTo>
                    <a:pt x="151" y="18216"/>
                  </a:lnTo>
                  <a:lnTo>
                    <a:pt x="302" y="18667"/>
                  </a:lnTo>
                  <a:lnTo>
                    <a:pt x="753" y="19420"/>
                  </a:lnTo>
                  <a:lnTo>
                    <a:pt x="1506" y="19872"/>
                  </a:lnTo>
                  <a:lnTo>
                    <a:pt x="1807" y="20022"/>
                  </a:lnTo>
                  <a:lnTo>
                    <a:pt x="26495" y="20022"/>
                  </a:lnTo>
                  <a:lnTo>
                    <a:pt x="26947" y="19872"/>
                  </a:lnTo>
                  <a:lnTo>
                    <a:pt x="27700" y="19420"/>
                  </a:lnTo>
                  <a:lnTo>
                    <a:pt x="28151" y="18667"/>
                  </a:lnTo>
                  <a:lnTo>
                    <a:pt x="28302" y="18216"/>
                  </a:lnTo>
                  <a:lnTo>
                    <a:pt x="28302" y="17764"/>
                  </a:lnTo>
                  <a:lnTo>
                    <a:pt x="28302" y="2258"/>
                  </a:lnTo>
                  <a:lnTo>
                    <a:pt x="28302" y="1807"/>
                  </a:lnTo>
                  <a:lnTo>
                    <a:pt x="28151" y="1506"/>
                  </a:lnTo>
                  <a:lnTo>
                    <a:pt x="27700" y="753"/>
                  </a:lnTo>
                  <a:lnTo>
                    <a:pt x="26947" y="301"/>
                  </a:lnTo>
                  <a:lnTo>
                    <a:pt x="26495" y="151"/>
                  </a:lnTo>
                  <a:lnTo>
                    <a:pt x="26044" y="0"/>
                  </a:lnTo>
                  <a:close/>
                </a:path>
              </a:pathLst>
            </a:custGeom>
            <a:solidFill>
              <a:srgbClr val="C5D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1805;p29">
              <a:extLst>
                <a:ext uri="{FF2B5EF4-FFF2-40B4-BE49-F238E27FC236}">
                  <a16:creationId xmlns:a16="http://schemas.microsoft.com/office/drawing/2014/main" id="{502B0DAB-D1EB-CF60-C1EA-80B06ABFA1F8}"/>
                </a:ext>
              </a:extLst>
            </p:cNvPr>
            <p:cNvSpPr/>
            <p:nvPr/>
          </p:nvSpPr>
          <p:spPr>
            <a:xfrm>
              <a:off x="4458327" y="2439598"/>
              <a:ext cx="480214" cy="339740"/>
            </a:xfrm>
            <a:custGeom>
              <a:avLst/>
              <a:gdLst/>
              <a:ahLst/>
              <a:cxnLst/>
              <a:rect l="l" t="t" r="r" b="b"/>
              <a:pathLst>
                <a:path w="28302" h="20023" fill="none" extrusionOk="0">
                  <a:moveTo>
                    <a:pt x="26044" y="0"/>
                  </a:moveTo>
                  <a:lnTo>
                    <a:pt x="2259" y="0"/>
                  </a:lnTo>
                  <a:lnTo>
                    <a:pt x="2259" y="0"/>
                  </a:lnTo>
                  <a:lnTo>
                    <a:pt x="1807" y="151"/>
                  </a:lnTo>
                  <a:lnTo>
                    <a:pt x="1506" y="301"/>
                  </a:lnTo>
                  <a:lnTo>
                    <a:pt x="753" y="753"/>
                  </a:lnTo>
                  <a:lnTo>
                    <a:pt x="302" y="1506"/>
                  </a:lnTo>
                  <a:lnTo>
                    <a:pt x="151" y="1807"/>
                  </a:lnTo>
                  <a:lnTo>
                    <a:pt x="1" y="2258"/>
                  </a:lnTo>
                  <a:lnTo>
                    <a:pt x="1" y="17764"/>
                  </a:lnTo>
                  <a:lnTo>
                    <a:pt x="1" y="17764"/>
                  </a:lnTo>
                  <a:lnTo>
                    <a:pt x="151" y="18216"/>
                  </a:lnTo>
                  <a:lnTo>
                    <a:pt x="302" y="18667"/>
                  </a:lnTo>
                  <a:lnTo>
                    <a:pt x="753" y="19420"/>
                  </a:lnTo>
                  <a:lnTo>
                    <a:pt x="1506" y="19872"/>
                  </a:lnTo>
                  <a:lnTo>
                    <a:pt x="1807" y="20022"/>
                  </a:lnTo>
                  <a:lnTo>
                    <a:pt x="2259" y="20022"/>
                  </a:lnTo>
                  <a:lnTo>
                    <a:pt x="26044" y="20022"/>
                  </a:lnTo>
                  <a:lnTo>
                    <a:pt x="26044" y="20022"/>
                  </a:lnTo>
                  <a:lnTo>
                    <a:pt x="26495" y="20022"/>
                  </a:lnTo>
                  <a:lnTo>
                    <a:pt x="26947" y="19872"/>
                  </a:lnTo>
                  <a:lnTo>
                    <a:pt x="27700" y="19420"/>
                  </a:lnTo>
                  <a:lnTo>
                    <a:pt x="28151" y="18667"/>
                  </a:lnTo>
                  <a:lnTo>
                    <a:pt x="28302" y="18216"/>
                  </a:lnTo>
                  <a:lnTo>
                    <a:pt x="28302" y="17764"/>
                  </a:lnTo>
                  <a:lnTo>
                    <a:pt x="28302" y="2258"/>
                  </a:lnTo>
                  <a:lnTo>
                    <a:pt x="28302" y="2258"/>
                  </a:lnTo>
                  <a:lnTo>
                    <a:pt x="28302" y="1807"/>
                  </a:lnTo>
                  <a:lnTo>
                    <a:pt x="28151" y="1506"/>
                  </a:lnTo>
                  <a:lnTo>
                    <a:pt x="27700" y="753"/>
                  </a:lnTo>
                  <a:lnTo>
                    <a:pt x="26947" y="301"/>
                  </a:lnTo>
                  <a:lnTo>
                    <a:pt x="26495" y="151"/>
                  </a:lnTo>
                  <a:lnTo>
                    <a:pt x="2604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1806;p29">
              <a:extLst>
                <a:ext uri="{FF2B5EF4-FFF2-40B4-BE49-F238E27FC236}">
                  <a16:creationId xmlns:a16="http://schemas.microsoft.com/office/drawing/2014/main" id="{132EE3B6-CC6E-D61B-6DAA-EA9C58B9AF20}"/>
                </a:ext>
              </a:extLst>
            </p:cNvPr>
            <p:cNvSpPr/>
            <p:nvPr/>
          </p:nvSpPr>
          <p:spPr>
            <a:xfrm>
              <a:off x="4458327" y="2827848"/>
              <a:ext cx="480214" cy="232455"/>
            </a:xfrm>
            <a:custGeom>
              <a:avLst/>
              <a:gdLst/>
              <a:ahLst/>
              <a:cxnLst/>
              <a:rect l="l" t="t" r="r" b="b"/>
              <a:pathLst>
                <a:path w="28302" h="13700" extrusionOk="0">
                  <a:moveTo>
                    <a:pt x="2259" y="0"/>
                  </a:moveTo>
                  <a:lnTo>
                    <a:pt x="1355" y="151"/>
                  </a:lnTo>
                  <a:lnTo>
                    <a:pt x="753" y="602"/>
                  </a:lnTo>
                  <a:lnTo>
                    <a:pt x="302" y="1355"/>
                  </a:lnTo>
                  <a:lnTo>
                    <a:pt x="1" y="2108"/>
                  </a:lnTo>
                  <a:lnTo>
                    <a:pt x="1" y="11592"/>
                  </a:lnTo>
                  <a:lnTo>
                    <a:pt x="302" y="12495"/>
                  </a:lnTo>
                  <a:lnTo>
                    <a:pt x="753" y="13097"/>
                  </a:lnTo>
                  <a:lnTo>
                    <a:pt x="1355" y="13549"/>
                  </a:lnTo>
                  <a:lnTo>
                    <a:pt x="2259" y="13699"/>
                  </a:lnTo>
                  <a:lnTo>
                    <a:pt x="26194" y="13699"/>
                  </a:lnTo>
                  <a:lnTo>
                    <a:pt x="27098" y="13549"/>
                  </a:lnTo>
                  <a:lnTo>
                    <a:pt x="27700" y="13097"/>
                  </a:lnTo>
                  <a:lnTo>
                    <a:pt x="28151" y="12495"/>
                  </a:lnTo>
                  <a:lnTo>
                    <a:pt x="28302" y="11592"/>
                  </a:lnTo>
                  <a:lnTo>
                    <a:pt x="28302" y="2108"/>
                  </a:lnTo>
                  <a:lnTo>
                    <a:pt x="28151" y="1355"/>
                  </a:lnTo>
                  <a:lnTo>
                    <a:pt x="27700" y="602"/>
                  </a:lnTo>
                  <a:lnTo>
                    <a:pt x="27098" y="151"/>
                  </a:lnTo>
                  <a:lnTo>
                    <a:pt x="26194" y="0"/>
                  </a:lnTo>
                  <a:close/>
                </a:path>
              </a:pathLst>
            </a:custGeom>
            <a:solidFill>
              <a:srgbClr val="C5D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1807;p29">
              <a:extLst>
                <a:ext uri="{FF2B5EF4-FFF2-40B4-BE49-F238E27FC236}">
                  <a16:creationId xmlns:a16="http://schemas.microsoft.com/office/drawing/2014/main" id="{23232E9D-833F-DAB5-A48B-EE074268449C}"/>
                </a:ext>
              </a:extLst>
            </p:cNvPr>
            <p:cNvSpPr/>
            <p:nvPr/>
          </p:nvSpPr>
          <p:spPr>
            <a:xfrm>
              <a:off x="4458327" y="2827848"/>
              <a:ext cx="480214" cy="232455"/>
            </a:xfrm>
            <a:custGeom>
              <a:avLst/>
              <a:gdLst/>
              <a:ahLst/>
              <a:cxnLst/>
              <a:rect l="l" t="t" r="r" b="b"/>
              <a:pathLst>
                <a:path w="28302" h="13700" fill="none" extrusionOk="0">
                  <a:moveTo>
                    <a:pt x="26194" y="0"/>
                  </a:moveTo>
                  <a:lnTo>
                    <a:pt x="2259" y="0"/>
                  </a:lnTo>
                  <a:lnTo>
                    <a:pt x="2259" y="0"/>
                  </a:lnTo>
                  <a:lnTo>
                    <a:pt x="1355" y="151"/>
                  </a:lnTo>
                  <a:lnTo>
                    <a:pt x="753" y="602"/>
                  </a:lnTo>
                  <a:lnTo>
                    <a:pt x="302" y="1355"/>
                  </a:lnTo>
                  <a:lnTo>
                    <a:pt x="1" y="2108"/>
                  </a:lnTo>
                  <a:lnTo>
                    <a:pt x="1" y="11592"/>
                  </a:lnTo>
                  <a:lnTo>
                    <a:pt x="1" y="11592"/>
                  </a:lnTo>
                  <a:lnTo>
                    <a:pt x="302" y="12495"/>
                  </a:lnTo>
                  <a:lnTo>
                    <a:pt x="753" y="13097"/>
                  </a:lnTo>
                  <a:lnTo>
                    <a:pt x="1355" y="13549"/>
                  </a:lnTo>
                  <a:lnTo>
                    <a:pt x="2259" y="13699"/>
                  </a:lnTo>
                  <a:lnTo>
                    <a:pt x="26194" y="13699"/>
                  </a:lnTo>
                  <a:lnTo>
                    <a:pt x="26194" y="13699"/>
                  </a:lnTo>
                  <a:lnTo>
                    <a:pt x="27098" y="13549"/>
                  </a:lnTo>
                  <a:lnTo>
                    <a:pt x="27700" y="13097"/>
                  </a:lnTo>
                  <a:lnTo>
                    <a:pt x="28151" y="12495"/>
                  </a:lnTo>
                  <a:lnTo>
                    <a:pt x="28302" y="11592"/>
                  </a:lnTo>
                  <a:lnTo>
                    <a:pt x="28302" y="2108"/>
                  </a:lnTo>
                  <a:lnTo>
                    <a:pt x="28302" y="2108"/>
                  </a:lnTo>
                  <a:lnTo>
                    <a:pt x="28151" y="1355"/>
                  </a:lnTo>
                  <a:lnTo>
                    <a:pt x="27700" y="602"/>
                  </a:lnTo>
                  <a:lnTo>
                    <a:pt x="27098" y="151"/>
                  </a:lnTo>
                  <a:lnTo>
                    <a:pt x="2619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1808;p29">
              <a:extLst>
                <a:ext uri="{FF2B5EF4-FFF2-40B4-BE49-F238E27FC236}">
                  <a16:creationId xmlns:a16="http://schemas.microsoft.com/office/drawing/2014/main" id="{B1CBACFA-8E79-FD34-BC81-5EA273DC0147}"/>
                </a:ext>
              </a:extLst>
            </p:cNvPr>
            <p:cNvSpPr/>
            <p:nvPr/>
          </p:nvSpPr>
          <p:spPr>
            <a:xfrm>
              <a:off x="4524738" y="2858492"/>
              <a:ext cx="163499" cy="86874"/>
            </a:xfrm>
            <a:custGeom>
              <a:avLst/>
              <a:gdLst/>
              <a:ahLst/>
              <a:cxnLst/>
              <a:rect l="l" t="t" r="r" b="b"/>
              <a:pathLst>
                <a:path w="9636" h="5120" extrusionOk="0">
                  <a:moveTo>
                    <a:pt x="4667" y="1"/>
                  </a:moveTo>
                  <a:lnTo>
                    <a:pt x="3915" y="151"/>
                  </a:lnTo>
                  <a:lnTo>
                    <a:pt x="3162" y="302"/>
                  </a:lnTo>
                  <a:lnTo>
                    <a:pt x="2409" y="603"/>
                  </a:lnTo>
                  <a:lnTo>
                    <a:pt x="1807" y="904"/>
                  </a:lnTo>
                  <a:lnTo>
                    <a:pt x="1205" y="1506"/>
                  </a:lnTo>
                  <a:lnTo>
                    <a:pt x="753" y="1958"/>
                  </a:lnTo>
                  <a:lnTo>
                    <a:pt x="302" y="2710"/>
                  </a:lnTo>
                  <a:lnTo>
                    <a:pt x="1" y="3313"/>
                  </a:lnTo>
                  <a:lnTo>
                    <a:pt x="4667" y="5119"/>
                  </a:lnTo>
                  <a:lnTo>
                    <a:pt x="9635" y="4216"/>
                  </a:lnTo>
                  <a:lnTo>
                    <a:pt x="9334" y="3313"/>
                  </a:lnTo>
                  <a:lnTo>
                    <a:pt x="9033" y="2560"/>
                  </a:lnTo>
                  <a:lnTo>
                    <a:pt x="8581" y="1807"/>
                  </a:lnTo>
                  <a:lnTo>
                    <a:pt x="7829" y="1205"/>
                  </a:lnTo>
                  <a:lnTo>
                    <a:pt x="7226" y="753"/>
                  </a:lnTo>
                  <a:lnTo>
                    <a:pt x="6474" y="452"/>
                  </a:lnTo>
                  <a:lnTo>
                    <a:pt x="5570" y="151"/>
                  </a:lnTo>
                  <a:lnTo>
                    <a:pt x="466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1809;p29">
              <a:extLst>
                <a:ext uri="{FF2B5EF4-FFF2-40B4-BE49-F238E27FC236}">
                  <a16:creationId xmlns:a16="http://schemas.microsoft.com/office/drawing/2014/main" id="{D3A015C3-D42F-3336-520B-66C81B041A1F}"/>
                </a:ext>
              </a:extLst>
            </p:cNvPr>
            <p:cNvSpPr/>
            <p:nvPr/>
          </p:nvSpPr>
          <p:spPr>
            <a:xfrm>
              <a:off x="4519630" y="2914688"/>
              <a:ext cx="168606" cy="114955"/>
            </a:xfrm>
            <a:custGeom>
              <a:avLst/>
              <a:gdLst/>
              <a:ahLst/>
              <a:cxnLst/>
              <a:rect l="l" t="t" r="r" b="b"/>
              <a:pathLst>
                <a:path w="9937" h="6775" extrusionOk="0">
                  <a:moveTo>
                    <a:pt x="302" y="1"/>
                  </a:moveTo>
                  <a:lnTo>
                    <a:pt x="0" y="904"/>
                  </a:lnTo>
                  <a:lnTo>
                    <a:pt x="0" y="1807"/>
                  </a:lnTo>
                  <a:lnTo>
                    <a:pt x="0" y="2861"/>
                  </a:lnTo>
                  <a:lnTo>
                    <a:pt x="302" y="3764"/>
                  </a:lnTo>
                  <a:lnTo>
                    <a:pt x="753" y="4517"/>
                  </a:lnTo>
                  <a:lnTo>
                    <a:pt x="1506" y="5269"/>
                  </a:lnTo>
                  <a:lnTo>
                    <a:pt x="2108" y="5872"/>
                  </a:lnTo>
                  <a:lnTo>
                    <a:pt x="3011" y="6474"/>
                  </a:lnTo>
                  <a:lnTo>
                    <a:pt x="3914" y="6775"/>
                  </a:lnTo>
                  <a:lnTo>
                    <a:pt x="6022" y="6775"/>
                  </a:lnTo>
                  <a:lnTo>
                    <a:pt x="6925" y="6474"/>
                  </a:lnTo>
                  <a:lnTo>
                    <a:pt x="7828" y="5872"/>
                  </a:lnTo>
                  <a:lnTo>
                    <a:pt x="8581" y="5269"/>
                  </a:lnTo>
                  <a:lnTo>
                    <a:pt x="9183" y="4517"/>
                  </a:lnTo>
                  <a:lnTo>
                    <a:pt x="9635" y="3764"/>
                  </a:lnTo>
                  <a:lnTo>
                    <a:pt x="9936" y="2861"/>
                  </a:lnTo>
                  <a:lnTo>
                    <a:pt x="9936" y="1807"/>
                  </a:lnTo>
                  <a:lnTo>
                    <a:pt x="9936" y="904"/>
                  </a:lnTo>
                  <a:lnTo>
                    <a:pt x="4968" y="1807"/>
                  </a:lnTo>
                  <a:lnTo>
                    <a:pt x="3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1810;p29">
              <a:extLst>
                <a:ext uri="{FF2B5EF4-FFF2-40B4-BE49-F238E27FC236}">
                  <a16:creationId xmlns:a16="http://schemas.microsoft.com/office/drawing/2014/main" id="{B243AE36-CD3E-259A-DDEE-D7A00EFBCFAD}"/>
                </a:ext>
              </a:extLst>
            </p:cNvPr>
            <p:cNvSpPr/>
            <p:nvPr/>
          </p:nvSpPr>
          <p:spPr>
            <a:xfrm>
              <a:off x="4805702" y="2932572"/>
              <a:ext cx="30677" cy="97071"/>
            </a:xfrm>
            <a:custGeom>
              <a:avLst/>
              <a:gdLst/>
              <a:ahLst/>
              <a:cxnLst/>
              <a:rect l="l" t="t" r="r" b="b"/>
              <a:pathLst>
                <a:path w="1808" h="5721" extrusionOk="0">
                  <a:moveTo>
                    <a:pt x="1" y="0"/>
                  </a:moveTo>
                  <a:lnTo>
                    <a:pt x="1" y="5721"/>
                  </a:lnTo>
                  <a:lnTo>
                    <a:pt x="1807" y="5721"/>
                  </a:lnTo>
                  <a:lnTo>
                    <a:pt x="180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1811;p29">
              <a:extLst>
                <a:ext uri="{FF2B5EF4-FFF2-40B4-BE49-F238E27FC236}">
                  <a16:creationId xmlns:a16="http://schemas.microsoft.com/office/drawing/2014/main" id="{7E85A669-16AC-6497-1F59-6AD2DB018219}"/>
                </a:ext>
              </a:extLst>
            </p:cNvPr>
            <p:cNvSpPr/>
            <p:nvPr/>
          </p:nvSpPr>
          <p:spPr>
            <a:xfrm>
              <a:off x="4749506" y="2983661"/>
              <a:ext cx="33222" cy="45982"/>
            </a:xfrm>
            <a:custGeom>
              <a:avLst/>
              <a:gdLst/>
              <a:ahLst/>
              <a:cxnLst/>
              <a:rect l="l" t="t" r="r" b="b"/>
              <a:pathLst>
                <a:path w="1958" h="2710" extrusionOk="0">
                  <a:moveTo>
                    <a:pt x="1" y="0"/>
                  </a:moveTo>
                  <a:lnTo>
                    <a:pt x="1" y="2710"/>
                  </a:lnTo>
                  <a:lnTo>
                    <a:pt x="1958" y="2710"/>
                  </a:lnTo>
                  <a:lnTo>
                    <a:pt x="195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1812;p29">
              <a:extLst>
                <a:ext uri="{FF2B5EF4-FFF2-40B4-BE49-F238E27FC236}">
                  <a16:creationId xmlns:a16="http://schemas.microsoft.com/office/drawing/2014/main" id="{43D8036E-9882-6857-815D-3908C1592767}"/>
                </a:ext>
              </a:extLst>
            </p:cNvPr>
            <p:cNvSpPr/>
            <p:nvPr/>
          </p:nvSpPr>
          <p:spPr>
            <a:xfrm>
              <a:off x="4749506" y="2958108"/>
              <a:ext cx="33222" cy="25570"/>
            </a:xfrm>
            <a:custGeom>
              <a:avLst/>
              <a:gdLst/>
              <a:ahLst/>
              <a:cxnLst/>
              <a:rect l="l" t="t" r="r" b="b"/>
              <a:pathLst>
                <a:path w="1958" h="1507" extrusionOk="0">
                  <a:moveTo>
                    <a:pt x="1" y="1"/>
                  </a:moveTo>
                  <a:lnTo>
                    <a:pt x="1" y="1506"/>
                  </a:lnTo>
                  <a:lnTo>
                    <a:pt x="1958" y="1506"/>
                  </a:lnTo>
                  <a:lnTo>
                    <a:pt x="1958"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1813;p29">
              <a:extLst>
                <a:ext uri="{FF2B5EF4-FFF2-40B4-BE49-F238E27FC236}">
                  <a16:creationId xmlns:a16="http://schemas.microsoft.com/office/drawing/2014/main" id="{C11CE4F6-7DE1-E2C2-BAFB-A5B252A6B0AB}"/>
                </a:ext>
              </a:extLst>
            </p:cNvPr>
            <p:cNvSpPr/>
            <p:nvPr/>
          </p:nvSpPr>
          <p:spPr>
            <a:xfrm>
              <a:off x="4805702" y="2873813"/>
              <a:ext cx="30677" cy="58775"/>
            </a:xfrm>
            <a:custGeom>
              <a:avLst/>
              <a:gdLst/>
              <a:ahLst/>
              <a:cxnLst/>
              <a:rect l="l" t="t" r="r" b="b"/>
              <a:pathLst>
                <a:path w="1808" h="3464" extrusionOk="0">
                  <a:moveTo>
                    <a:pt x="1" y="1"/>
                  </a:moveTo>
                  <a:lnTo>
                    <a:pt x="1" y="3463"/>
                  </a:lnTo>
                  <a:lnTo>
                    <a:pt x="1807" y="3463"/>
                  </a:lnTo>
                  <a:lnTo>
                    <a:pt x="180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1814;p29">
              <a:extLst>
                <a:ext uri="{FF2B5EF4-FFF2-40B4-BE49-F238E27FC236}">
                  <a16:creationId xmlns:a16="http://schemas.microsoft.com/office/drawing/2014/main" id="{A55337A4-7D66-2E27-9194-7F3ACEE1A64E}"/>
                </a:ext>
              </a:extLst>
            </p:cNvPr>
            <p:cNvSpPr/>
            <p:nvPr/>
          </p:nvSpPr>
          <p:spPr>
            <a:xfrm>
              <a:off x="4859354" y="2950456"/>
              <a:ext cx="33222" cy="79187"/>
            </a:xfrm>
            <a:custGeom>
              <a:avLst/>
              <a:gdLst/>
              <a:ahLst/>
              <a:cxnLst/>
              <a:rect l="l" t="t" r="r" b="b"/>
              <a:pathLst>
                <a:path w="1958" h="4667" extrusionOk="0">
                  <a:moveTo>
                    <a:pt x="0" y="0"/>
                  </a:moveTo>
                  <a:lnTo>
                    <a:pt x="0" y="4667"/>
                  </a:lnTo>
                  <a:lnTo>
                    <a:pt x="1957" y="4667"/>
                  </a:lnTo>
                  <a:lnTo>
                    <a:pt x="195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1815;p29">
              <a:extLst>
                <a:ext uri="{FF2B5EF4-FFF2-40B4-BE49-F238E27FC236}">
                  <a16:creationId xmlns:a16="http://schemas.microsoft.com/office/drawing/2014/main" id="{C555DDA5-9F34-AEC2-FC11-ED711B32CB86}"/>
                </a:ext>
              </a:extLst>
            </p:cNvPr>
            <p:cNvSpPr/>
            <p:nvPr/>
          </p:nvSpPr>
          <p:spPr>
            <a:xfrm>
              <a:off x="4859354" y="2914688"/>
              <a:ext cx="33222" cy="35784"/>
            </a:xfrm>
            <a:custGeom>
              <a:avLst/>
              <a:gdLst/>
              <a:ahLst/>
              <a:cxnLst/>
              <a:rect l="l" t="t" r="r" b="b"/>
              <a:pathLst>
                <a:path w="1958" h="2109" extrusionOk="0">
                  <a:moveTo>
                    <a:pt x="0" y="1"/>
                  </a:moveTo>
                  <a:lnTo>
                    <a:pt x="0" y="2108"/>
                  </a:lnTo>
                  <a:lnTo>
                    <a:pt x="1957" y="2108"/>
                  </a:lnTo>
                  <a:lnTo>
                    <a:pt x="195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1816;p29">
              <a:extLst>
                <a:ext uri="{FF2B5EF4-FFF2-40B4-BE49-F238E27FC236}">
                  <a16:creationId xmlns:a16="http://schemas.microsoft.com/office/drawing/2014/main" id="{E5A1F616-ECE8-9EAE-466A-2C27B54B8D55}"/>
                </a:ext>
              </a:extLst>
            </p:cNvPr>
            <p:cNvSpPr/>
            <p:nvPr/>
          </p:nvSpPr>
          <p:spPr>
            <a:xfrm>
              <a:off x="4514523" y="2513678"/>
              <a:ext cx="367821" cy="168589"/>
            </a:xfrm>
            <a:custGeom>
              <a:avLst/>
              <a:gdLst/>
              <a:ahLst/>
              <a:cxnLst/>
              <a:rect l="l" t="t" r="r" b="b"/>
              <a:pathLst>
                <a:path w="21678" h="9936" extrusionOk="0">
                  <a:moveTo>
                    <a:pt x="17613" y="0"/>
                  </a:moveTo>
                  <a:lnTo>
                    <a:pt x="17162" y="301"/>
                  </a:lnTo>
                  <a:lnTo>
                    <a:pt x="16861" y="602"/>
                  </a:lnTo>
                  <a:lnTo>
                    <a:pt x="16259" y="1806"/>
                  </a:lnTo>
                  <a:lnTo>
                    <a:pt x="15807" y="3462"/>
                  </a:lnTo>
                  <a:lnTo>
                    <a:pt x="15506" y="4366"/>
                  </a:lnTo>
                  <a:lnTo>
                    <a:pt x="15054" y="5118"/>
                  </a:lnTo>
                  <a:lnTo>
                    <a:pt x="14753" y="5720"/>
                  </a:lnTo>
                  <a:lnTo>
                    <a:pt x="14302" y="6022"/>
                  </a:lnTo>
                  <a:lnTo>
                    <a:pt x="13699" y="6323"/>
                  </a:lnTo>
                  <a:lnTo>
                    <a:pt x="13097" y="6473"/>
                  </a:lnTo>
                  <a:lnTo>
                    <a:pt x="12043" y="6473"/>
                  </a:lnTo>
                  <a:lnTo>
                    <a:pt x="10839" y="6022"/>
                  </a:lnTo>
                  <a:lnTo>
                    <a:pt x="9635" y="5269"/>
                  </a:lnTo>
                  <a:lnTo>
                    <a:pt x="8581" y="4516"/>
                  </a:lnTo>
                  <a:lnTo>
                    <a:pt x="7678" y="3462"/>
                  </a:lnTo>
                  <a:lnTo>
                    <a:pt x="7377" y="3161"/>
                  </a:lnTo>
                  <a:lnTo>
                    <a:pt x="6925" y="2860"/>
                  </a:lnTo>
                  <a:lnTo>
                    <a:pt x="6474" y="2710"/>
                  </a:lnTo>
                  <a:lnTo>
                    <a:pt x="5721" y="2710"/>
                  </a:lnTo>
                  <a:lnTo>
                    <a:pt x="5119" y="2860"/>
                  </a:lnTo>
                  <a:lnTo>
                    <a:pt x="4215" y="3462"/>
                  </a:lnTo>
                  <a:lnTo>
                    <a:pt x="3162" y="4366"/>
                  </a:lnTo>
                  <a:lnTo>
                    <a:pt x="2258" y="5570"/>
                  </a:lnTo>
                  <a:lnTo>
                    <a:pt x="1205" y="7075"/>
                  </a:lnTo>
                  <a:lnTo>
                    <a:pt x="151" y="8882"/>
                  </a:lnTo>
                  <a:lnTo>
                    <a:pt x="0" y="9183"/>
                  </a:lnTo>
                  <a:lnTo>
                    <a:pt x="151" y="9635"/>
                  </a:lnTo>
                  <a:lnTo>
                    <a:pt x="452" y="9936"/>
                  </a:lnTo>
                  <a:lnTo>
                    <a:pt x="21226" y="9936"/>
                  </a:lnTo>
                  <a:lnTo>
                    <a:pt x="21527" y="9635"/>
                  </a:lnTo>
                  <a:lnTo>
                    <a:pt x="21678" y="9183"/>
                  </a:lnTo>
                  <a:lnTo>
                    <a:pt x="21527" y="8882"/>
                  </a:lnTo>
                  <a:lnTo>
                    <a:pt x="21226" y="7828"/>
                  </a:lnTo>
                  <a:lnTo>
                    <a:pt x="20775" y="6624"/>
                  </a:lnTo>
                  <a:lnTo>
                    <a:pt x="20474" y="5269"/>
                  </a:lnTo>
                  <a:lnTo>
                    <a:pt x="20173" y="3462"/>
                  </a:lnTo>
                  <a:lnTo>
                    <a:pt x="19872" y="2108"/>
                  </a:lnTo>
                  <a:lnTo>
                    <a:pt x="19570" y="903"/>
                  </a:lnTo>
                  <a:lnTo>
                    <a:pt x="18968" y="301"/>
                  </a:lnTo>
                  <a:lnTo>
                    <a:pt x="1866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1817;p29">
              <a:extLst>
                <a:ext uri="{FF2B5EF4-FFF2-40B4-BE49-F238E27FC236}">
                  <a16:creationId xmlns:a16="http://schemas.microsoft.com/office/drawing/2014/main" id="{3BA07DA5-B86D-9436-8DEF-E21545C3145C}"/>
                </a:ext>
              </a:extLst>
            </p:cNvPr>
            <p:cNvSpPr/>
            <p:nvPr/>
          </p:nvSpPr>
          <p:spPr>
            <a:xfrm>
              <a:off x="4458327" y="3131804"/>
              <a:ext cx="114955" cy="112410"/>
            </a:xfrm>
            <a:custGeom>
              <a:avLst/>
              <a:gdLst/>
              <a:ahLst/>
              <a:cxnLst/>
              <a:rect l="l" t="t" r="r" b="b"/>
              <a:pathLst>
                <a:path w="6775" h="6625" extrusionOk="0">
                  <a:moveTo>
                    <a:pt x="3463" y="452"/>
                  </a:moveTo>
                  <a:lnTo>
                    <a:pt x="3915" y="603"/>
                  </a:lnTo>
                  <a:lnTo>
                    <a:pt x="4517" y="753"/>
                  </a:lnTo>
                  <a:lnTo>
                    <a:pt x="4968" y="1054"/>
                  </a:lnTo>
                  <a:lnTo>
                    <a:pt x="5420" y="1355"/>
                  </a:lnTo>
                  <a:lnTo>
                    <a:pt x="5721" y="1807"/>
                  </a:lnTo>
                  <a:lnTo>
                    <a:pt x="6022" y="2258"/>
                  </a:lnTo>
                  <a:lnTo>
                    <a:pt x="6173" y="2710"/>
                  </a:lnTo>
                  <a:lnTo>
                    <a:pt x="6173" y="3312"/>
                  </a:lnTo>
                  <a:lnTo>
                    <a:pt x="6173" y="3914"/>
                  </a:lnTo>
                  <a:lnTo>
                    <a:pt x="6022" y="4366"/>
                  </a:lnTo>
                  <a:lnTo>
                    <a:pt x="5721" y="4818"/>
                  </a:lnTo>
                  <a:lnTo>
                    <a:pt x="5420" y="5269"/>
                  </a:lnTo>
                  <a:lnTo>
                    <a:pt x="4968" y="5570"/>
                  </a:lnTo>
                  <a:lnTo>
                    <a:pt x="4517" y="5871"/>
                  </a:lnTo>
                  <a:lnTo>
                    <a:pt x="3915" y="6022"/>
                  </a:lnTo>
                  <a:lnTo>
                    <a:pt x="2861" y="6022"/>
                  </a:lnTo>
                  <a:lnTo>
                    <a:pt x="2259" y="5871"/>
                  </a:lnTo>
                  <a:lnTo>
                    <a:pt x="1807" y="5570"/>
                  </a:lnTo>
                  <a:lnTo>
                    <a:pt x="1506" y="5269"/>
                  </a:lnTo>
                  <a:lnTo>
                    <a:pt x="1054" y="4818"/>
                  </a:lnTo>
                  <a:lnTo>
                    <a:pt x="904" y="4366"/>
                  </a:lnTo>
                  <a:lnTo>
                    <a:pt x="753" y="3914"/>
                  </a:lnTo>
                  <a:lnTo>
                    <a:pt x="603" y="3312"/>
                  </a:lnTo>
                  <a:lnTo>
                    <a:pt x="753" y="2710"/>
                  </a:lnTo>
                  <a:lnTo>
                    <a:pt x="904" y="2258"/>
                  </a:lnTo>
                  <a:lnTo>
                    <a:pt x="1054" y="1807"/>
                  </a:lnTo>
                  <a:lnTo>
                    <a:pt x="1506" y="1355"/>
                  </a:lnTo>
                  <a:lnTo>
                    <a:pt x="1807" y="1054"/>
                  </a:lnTo>
                  <a:lnTo>
                    <a:pt x="2259" y="753"/>
                  </a:lnTo>
                  <a:lnTo>
                    <a:pt x="2861" y="603"/>
                  </a:lnTo>
                  <a:lnTo>
                    <a:pt x="3463" y="452"/>
                  </a:lnTo>
                  <a:close/>
                  <a:moveTo>
                    <a:pt x="2710" y="0"/>
                  </a:moveTo>
                  <a:lnTo>
                    <a:pt x="2108" y="151"/>
                  </a:lnTo>
                  <a:lnTo>
                    <a:pt x="1506" y="603"/>
                  </a:lnTo>
                  <a:lnTo>
                    <a:pt x="1054" y="904"/>
                  </a:lnTo>
                  <a:lnTo>
                    <a:pt x="603" y="1506"/>
                  </a:lnTo>
                  <a:lnTo>
                    <a:pt x="302" y="1957"/>
                  </a:lnTo>
                  <a:lnTo>
                    <a:pt x="151" y="2560"/>
                  </a:lnTo>
                  <a:lnTo>
                    <a:pt x="1" y="3312"/>
                  </a:lnTo>
                  <a:lnTo>
                    <a:pt x="151" y="3914"/>
                  </a:lnTo>
                  <a:lnTo>
                    <a:pt x="302" y="4667"/>
                  </a:lnTo>
                  <a:lnTo>
                    <a:pt x="603" y="5119"/>
                  </a:lnTo>
                  <a:lnTo>
                    <a:pt x="1054" y="5721"/>
                  </a:lnTo>
                  <a:lnTo>
                    <a:pt x="1506" y="6022"/>
                  </a:lnTo>
                  <a:lnTo>
                    <a:pt x="2108" y="6323"/>
                  </a:lnTo>
                  <a:lnTo>
                    <a:pt x="2710" y="6624"/>
                  </a:lnTo>
                  <a:lnTo>
                    <a:pt x="4065" y="6624"/>
                  </a:lnTo>
                  <a:lnTo>
                    <a:pt x="4667" y="6323"/>
                  </a:lnTo>
                  <a:lnTo>
                    <a:pt x="5269" y="6022"/>
                  </a:lnTo>
                  <a:lnTo>
                    <a:pt x="5721" y="5721"/>
                  </a:lnTo>
                  <a:lnTo>
                    <a:pt x="6173" y="5119"/>
                  </a:lnTo>
                  <a:lnTo>
                    <a:pt x="6474" y="4667"/>
                  </a:lnTo>
                  <a:lnTo>
                    <a:pt x="6624" y="3914"/>
                  </a:lnTo>
                  <a:lnTo>
                    <a:pt x="6775" y="3312"/>
                  </a:lnTo>
                  <a:lnTo>
                    <a:pt x="6624" y="2560"/>
                  </a:lnTo>
                  <a:lnTo>
                    <a:pt x="6474" y="1957"/>
                  </a:lnTo>
                  <a:lnTo>
                    <a:pt x="6173" y="1506"/>
                  </a:lnTo>
                  <a:lnTo>
                    <a:pt x="5721" y="904"/>
                  </a:lnTo>
                  <a:lnTo>
                    <a:pt x="5269" y="603"/>
                  </a:lnTo>
                  <a:lnTo>
                    <a:pt x="4667" y="151"/>
                  </a:lnTo>
                  <a:lnTo>
                    <a:pt x="406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1818;p29">
              <a:extLst>
                <a:ext uri="{FF2B5EF4-FFF2-40B4-BE49-F238E27FC236}">
                  <a16:creationId xmlns:a16="http://schemas.microsoft.com/office/drawing/2014/main" id="{21A340D9-9027-00BF-83C6-A49CA348B27B}"/>
                </a:ext>
              </a:extLst>
            </p:cNvPr>
            <p:cNvSpPr/>
            <p:nvPr/>
          </p:nvSpPr>
          <p:spPr>
            <a:xfrm>
              <a:off x="4468541" y="3139473"/>
              <a:ext cx="94526" cy="94509"/>
            </a:xfrm>
            <a:custGeom>
              <a:avLst/>
              <a:gdLst/>
              <a:ahLst/>
              <a:cxnLst/>
              <a:rect l="l" t="t" r="r" b="b"/>
              <a:pathLst>
                <a:path w="5571" h="5570" fill="none" extrusionOk="0">
                  <a:moveTo>
                    <a:pt x="2861" y="0"/>
                  </a:moveTo>
                  <a:lnTo>
                    <a:pt x="2861" y="0"/>
                  </a:lnTo>
                  <a:lnTo>
                    <a:pt x="3313" y="151"/>
                  </a:lnTo>
                  <a:lnTo>
                    <a:pt x="3915" y="301"/>
                  </a:lnTo>
                  <a:lnTo>
                    <a:pt x="4366" y="602"/>
                  </a:lnTo>
                  <a:lnTo>
                    <a:pt x="4818" y="903"/>
                  </a:lnTo>
                  <a:lnTo>
                    <a:pt x="5119" y="1355"/>
                  </a:lnTo>
                  <a:lnTo>
                    <a:pt x="5420" y="1806"/>
                  </a:lnTo>
                  <a:lnTo>
                    <a:pt x="5571" y="2258"/>
                  </a:lnTo>
                  <a:lnTo>
                    <a:pt x="5571" y="2860"/>
                  </a:lnTo>
                  <a:lnTo>
                    <a:pt x="5571" y="2860"/>
                  </a:lnTo>
                  <a:lnTo>
                    <a:pt x="5571" y="3462"/>
                  </a:lnTo>
                  <a:lnTo>
                    <a:pt x="5420" y="3914"/>
                  </a:lnTo>
                  <a:lnTo>
                    <a:pt x="5119" y="4366"/>
                  </a:lnTo>
                  <a:lnTo>
                    <a:pt x="4818" y="4817"/>
                  </a:lnTo>
                  <a:lnTo>
                    <a:pt x="4366" y="5118"/>
                  </a:lnTo>
                  <a:lnTo>
                    <a:pt x="3915" y="5419"/>
                  </a:lnTo>
                  <a:lnTo>
                    <a:pt x="3313" y="5570"/>
                  </a:lnTo>
                  <a:lnTo>
                    <a:pt x="2861" y="5570"/>
                  </a:lnTo>
                  <a:lnTo>
                    <a:pt x="2861" y="5570"/>
                  </a:lnTo>
                  <a:lnTo>
                    <a:pt x="2259" y="5570"/>
                  </a:lnTo>
                  <a:lnTo>
                    <a:pt x="1657" y="5419"/>
                  </a:lnTo>
                  <a:lnTo>
                    <a:pt x="1205" y="5118"/>
                  </a:lnTo>
                  <a:lnTo>
                    <a:pt x="904" y="4817"/>
                  </a:lnTo>
                  <a:lnTo>
                    <a:pt x="452" y="4366"/>
                  </a:lnTo>
                  <a:lnTo>
                    <a:pt x="302" y="3914"/>
                  </a:lnTo>
                  <a:lnTo>
                    <a:pt x="151" y="3462"/>
                  </a:lnTo>
                  <a:lnTo>
                    <a:pt x="1" y="2860"/>
                  </a:lnTo>
                  <a:lnTo>
                    <a:pt x="1" y="2860"/>
                  </a:lnTo>
                  <a:lnTo>
                    <a:pt x="151" y="2258"/>
                  </a:lnTo>
                  <a:lnTo>
                    <a:pt x="302" y="1806"/>
                  </a:lnTo>
                  <a:lnTo>
                    <a:pt x="452" y="1355"/>
                  </a:lnTo>
                  <a:lnTo>
                    <a:pt x="904" y="903"/>
                  </a:lnTo>
                  <a:lnTo>
                    <a:pt x="1205" y="602"/>
                  </a:lnTo>
                  <a:lnTo>
                    <a:pt x="1657" y="301"/>
                  </a:lnTo>
                  <a:lnTo>
                    <a:pt x="2259" y="151"/>
                  </a:lnTo>
                  <a:lnTo>
                    <a:pt x="286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1819;p29">
              <a:extLst>
                <a:ext uri="{FF2B5EF4-FFF2-40B4-BE49-F238E27FC236}">
                  <a16:creationId xmlns:a16="http://schemas.microsoft.com/office/drawing/2014/main" id="{92380D88-3308-CBD3-8E49-D73222A99B67}"/>
                </a:ext>
              </a:extLst>
            </p:cNvPr>
            <p:cNvSpPr/>
            <p:nvPr/>
          </p:nvSpPr>
          <p:spPr>
            <a:xfrm>
              <a:off x="4458327" y="3131804"/>
              <a:ext cx="114955" cy="112410"/>
            </a:xfrm>
            <a:custGeom>
              <a:avLst/>
              <a:gdLst/>
              <a:ahLst/>
              <a:cxnLst/>
              <a:rect l="l" t="t" r="r" b="b"/>
              <a:pathLst>
                <a:path w="6775" h="6625" fill="none" extrusionOk="0">
                  <a:moveTo>
                    <a:pt x="3463" y="0"/>
                  </a:moveTo>
                  <a:lnTo>
                    <a:pt x="3463" y="0"/>
                  </a:lnTo>
                  <a:lnTo>
                    <a:pt x="2710" y="0"/>
                  </a:lnTo>
                  <a:lnTo>
                    <a:pt x="2108" y="151"/>
                  </a:lnTo>
                  <a:lnTo>
                    <a:pt x="1506" y="603"/>
                  </a:lnTo>
                  <a:lnTo>
                    <a:pt x="1054" y="904"/>
                  </a:lnTo>
                  <a:lnTo>
                    <a:pt x="603" y="1506"/>
                  </a:lnTo>
                  <a:lnTo>
                    <a:pt x="302" y="1957"/>
                  </a:lnTo>
                  <a:lnTo>
                    <a:pt x="151" y="2560"/>
                  </a:lnTo>
                  <a:lnTo>
                    <a:pt x="1" y="3312"/>
                  </a:lnTo>
                  <a:lnTo>
                    <a:pt x="1" y="3312"/>
                  </a:lnTo>
                  <a:lnTo>
                    <a:pt x="151" y="3914"/>
                  </a:lnTo>
                  <a:lnTo>
                    <a:pt x="302" y="4667"/>
                  </a:lnTo>
                  <a:lnTo>
                    <a:pt x="603" y="5119"/>
                  </a:lnTo>
                  <a:lnTo>
                    <a:pt x="1054" y="5721"/>
                  </a:lnTo>
                  <a:lnTo>
                    <a:pt x="1506" y="6022"/>
                  </a:lnTo>
                  <a:lnTo>
                    <a:pt x="2108" y="6323"/>
                  </a:lnTo>
                  <a:lnTo>
                    <a:pt x="2710" y="6624"/>
                  </a:lnTo>
                  <a:lnTo>
                    <a:pt x="3463" y="6624"/>
                  </a:lnTo>
                  <a:lnTo>
                    <a:pt x="3463" y="6624"/>
                  </a:lnTo>
                  <a:lnTo>
                    <a:pt x="4065" y="6624"/>
                  </a:lnTo>
                  <a:lnTo>
                    <a:pt x="4667" y="6323"/>
                  </a:lnTo>
                  <a:lnTo>
                    <a:pt x="5269" y="6022"/>
                  </a:lnTo>
                  <a:lnTo>
                    <a:pt x="5721" y="5721"/>
                  </a:lnTo>
                  <a:lnTo>
                    <a:pt x="6173" y="5119"/>
                  </a:lnTo>
                  <a:lnTo>
                    <a:pt x="6474" y="4667"/>
                  </a:lnTo>
                  <a:lnTo>
                    <a:pt x="6624" y="3914"/>
                  </a:lnTo>
                  <a:lnTo>
                    <a:pt x="6775" y="3312"/>
                  </a:lnTo>
                  <a:lnTo>
                    <a:pt x="6775" y="3312"/>
                  </a:lnTo>
                  <a:lnTo>
                    <a:pt x="6624" y="2560"/>
                  </a:lnTo>
                  <a:lnTo>
                    <a:pt x="6474" y="1957"/>
                  </a:lnTo>
                  <a:lnTo>
                    <a:pt x="6173" y="1506"/>
                  </a:lnTo>
                  <a:lnTo>
                    <a:pt x="5721" y="904"/>
                  </a:lnTo>
                  <a:lnTo>
                    <a:pt x="5269" y="603"/>
                  </a:lnTo>
                  <a:lnTo>
                    <a:pt x="4667" y="151"/>
                  </a:lnTo>
                  <a:lnTo>
                    <a:pt x="4065" y="0"/>
                  </a:lnTo>
                  <a:lnTo>
                    <a:pt x="3463" y="0"/>
                  </a:lnTo>
                  <a:lnTo>
                    <a:pt x="346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1820;p29">
              <a:extLst>
                <a:ext uri="{FF2B5EF4-FFF2-40B4-BE49-F238E27FC236}">
                  <a16:creationId xmlns:a16="http://schemas.microsoft.com/office/drawing/2014/main" id="{D309632D-232F-989F-CCB9-60E8D3024D88}"/>
                </a:ext>
              </a:extLst>
            </p:cNvPr>
            <p:cNvSpPr/>
            <p:nvPr/>
          </p:nvSpPr>
          <p:spPr>
            <a:xfrm>
              <a:off x="4614139" y="3131804"/>
              <a:ext cx="112410" cy="112410"/>
            </a:xfrm>
            <a:custGeom>
              <a:avLst/>
              <a:gdLst/>
              <a:ahLst/>
              <a:cxnLst/>
              <a:rect l="l" t="t" r="r" b="b"/>
              <a:pathLst>
                <a:path w="6625" h="6625" extrusionOk="0">
                  <a:moveTo>
                    <a:pt x="3312" y="452"/>
                  </a:moveTo>
                  <a:lnTo>
                    <a:pt x="3914" y="603"/>
                  </a:lnTo>
                  <a:lnTo>
                    <a:pt x="4366" y="753"/>
                  </a:lnTo>
                  <a:lnTo>
                    <a:pt x="4818" y="1054"/>
                  </a:lnTo>
                  <a:lnTo>
                    <a:pt x="5269" y="1355"/>
                  </a:lnTo>
                  <a:lnTo>
                    <a:pt x="5570" y="1807"/>
                  </a:lnTo>
                  <a:lnTo>
                    <a:pt x="5871" y="2258"/>
                  </a:lnTo>
                  <a:lnTo>
                    <a:pt x="6022" y="2710"/>
                  </a:lnTo>
                  <a:lnTo>
                    <a:pt x="6172" y="3312"/>
                  </a:lnTo>
                  <a:lnTo>
                    <a:pt x="6022" y="3914"/>
                  </a:lnTo>
                  <a:lnTo>
                    <a:pt x="5871" y="4366"/>
                  </a:lnTo>
                  <a:lnTo>
                    <a:pt x="5570" y="4818"/>
                  </a:lnTo>
                  <a:lnTo>
                    <a:pt x="5269" y="5269"/>
                  </a:lnTo>
                  <a:lnTo>
                    <a:pt x="4818" y="5570"/>
                  </a:lnTo>
                  <a:lnTo>
                    <a:pt x="4366" y="5871"/>
                  </a:lnTo>
                  <a:lnTo>
                    <a:pt x="3914" y="6022"/>
                  </a:lnTo>
                  <a:lnTo>
                    <a:pt x="2710" y="6022"/>
                  </a:lnTo>
                  <a:lnTo>
                    <a:pt x="2258" y="5871"/>
                  </a:lnTo>
                  <a:lnTo>
                    <a:pt x="1807" y="5570"/>
                  </a:lnTo>
                  <a:lnTo>
                    <a:pt x="1355" y="5269"/>
                  </a:lnTo>
                  <a:lnTo>
                    <a:pt x="1054" y="4818"/>
                  </a:lnTo>
                  <a:lnTo>
                    <a:pt x="753" y="4366"/>
                  </a:lnTo>
                  <a:lnTo>
                    <a:pt x="603" y="3914"/>
                  </a:lnTo>
                  <a:lnTo>
                    <a:pt x="452" y="3312"/>
                  </a:lnTo>
                  <a:lnTo>
                    <a:pt x="603" y="2710"/>
                  </a:lnTo>
                  <a:lnTo>
                    <a:pt x="753" y="2258"/>
                  </a:lnTo>
                  <a:lnTo>
                    <a:pt x="1054" y="1807"/>
                  </a:lnTo>
                  <a:lnTo>
                    <a:pt x="1355" y="1355"/>
                  </a:lnTo>
                  <a:lnTo>
                    <a:pt x="1807" y="1054"/>
                  </a:lnTo>
                  <a:lnTo>
                    <a:pt x="2258" y="753"/>
                  </a:lnTo>
                  <a:lnTo>
                    <a:pt x="2710" y="603"/>
                  </a:lnTo>
                  <a:lnTo>
                    <a:pt x="3312" y="452"/>
                  </a:lnTo>
                  <a:close/>
                  <a:moveTo>
                    <a:pt x="2710" y="0"/>
                  </a:moveTo>
                  <a:lnTo>
                    <a:pt x="1957" y="151"/>
                  </a:lnTo>
                  <a:lnTo>
                    <a:pt x="1506" y="603"/>
                  </a:lnTo>
                  <a:lnTo>
                    <a:pt x="904" y="904"/>
                  </a:lnTo>
                  <a:lnTo>
                    <a:pt x="603" y="1506"/>
                  </a:lnTo>
                  <a:lnTo>
                    <a:pt x="301" y="1957"/>
                  </a:lnTo>
                  <a:lnTo>
                    <a:pt x="0" y="2560"/>
                  </a:lnTo>
                  <a:lnTo>
                    <a:pt x="0" y="3312"/>
                  </a:lnTo>
                  <a:lnTo>
                    <a:pt x="0" y="3914"/>
                  </a:lnTo>
                  <a:lnTo>
                    <a:pt x="301" y="4667"/>
                  </a:lnTo>
                  <a:lnTo>
                    <a:pt x="603" y="5119"/>
                  </a:lnTo>
                  <a:lnTo>
                    <a:pt x="904" y="5721"/>
                  </a:lnTo>
                  <a:lnTo>
                    <a:pt x="1506" y="6022"/>
                  </a:lnTo>
                  <a:lnTo>
                    <a:pt x="1957" y="6323"/>
                  </a:lnTo>
                  <a:lnTo>
                    <a:pt x="2710" y="6624"/>
                  </a:lnTo>
                  <a:lnTo>
                    <a:pt x="3914" y="6624"/>
                  </a:lnTo>
                  <a:lnTo>
                    <a:pt x="4667" y="6323"/>
                  </a:lnTo>
                  <a:lnTo>
                    <a:pt x="5119" y="6022"/>
                  </a:lnTo>
                  <a:lnTo>
                    <a:pt x="5721" y="5721"/>
                  </a:lnTo>
                  <a:lnTo>
                    <a:pt x="6022" y="5119"/>
                  </a:lnTo>
                  <a:lnTo>
                    <a:pt x="6323" y="4667"/>
                  </a:lnTo>
                  <a:lnTo>
                    <a:pt x="6624" y="3914"/>
                  </a:lnTo>
                  <a:lnTo>
                    <a:pt x="6624" y="3312"/>
                  </a:lnTo>
                  <a:lnTo>
                    <a:pt x="6624" y="2560"/>
                  </a:lnTo>
                  <a:lnTo>
                    <a:pt x="6323" y="1957"/>
                  </a:lnTo>
                  <a:lnTo>
                    <a:pt x="6022" y="1506"/>
                  </a:lnTo>
                  <a:lnTo>
                    <a:pt x="5721" y="904"/>
                  </a:lnTo>
                  <a:lnTo>
                    <a:pt x="5119" y="603"/>
                  </a:lnTo>
                  <a:lnTo>
                    <a:pt x="4667" y="151"/>
                  </a:lnTo>
                  <a:lnTo>
                    <a:pt x="391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1821;p29">
              <a:extLst>
                <a:ext uri="{FF2B5EF4-FFF2-40B4-BE49-F238E27FC236}">
                  <a16:creationId xmlns:a16="http://schemas.microsoft.com/office/drawing/2014/main" id="{FFEACEF0-61BC-A7EC-8D10-D805752D4D3C}"/>
                </a:ext>
              </a:extLst>
            </p:cNvPr>
            <p:cNvSpPr/>
            <p:nvPr/>
          </p:nvSpPr>
          <p:spPr>
            <a:xfrm>
              <a:off x="4889997" y="3313153"/>
              <a:ext cx="48544" cy="51106"/>
            </a:xfrm>
            <a:custGeom>
              <a:avLst/>
              <a:gdLst/>
              <a:ahLst/>
              <a:cxnLst/>
              <a:rect l="l" t="t" r="r" b="b"/>
              <a:pathLst>
                <a:path w="2861" h="3012" extrusionOk="0">
                  <a:moveTo>
                    <a:pt x="1506" y="1"/>
                  </a:moveTo>
                  <a:lnTo>
                    <a:pt x="904" y="151"/>
                  </a:lnTo>
                  <a:lnTo>
                    <a:pt x="452" y="452"/>
                  </a:lnTo>
                  <a:lnTo>
                    <a:pt x="151" y="904"/>
                  </a:lnTo>
                  <a:lnTo>
                    <a:pt x="1" y="1506"/>
                  </a:lnTo>
                  <a:lnTo>
                    <a:pt x="151" y="2108"/>
                  </a:lnTo>
                  <a:lnTo>
                    <a:pt x="452" y="2560"/>
                  </a:lnTo>
                  <a:lnTo>
                    <a:pt x="904" y="2861"/>
                  </a:lnTo>
                  <a:lnTo>
                    <a:pt x="1506" y="3011"/>
                  </a:lnTo>
                  <a:lnTo>
                    <a:pt x="1958" y="2861"/>
                  </a:lnTo>
                  <a:lnTo>
                    <a:pt x="2409" y="2560"/>
                  </a:lnTo>
                  <a:lnTo>
                    <a:pt x="2710" y="2108"/>
                  </a:lnTo>
                  <a:lnTo>
                    <a:pt x="2861" y="1506"/>
                  </a:lnTo>
                  <a:lnTo>
                    <a:pt x="2710" y="904"/>
                  </a:lnTo>
                  <a:lnTo>
                    <a:pt x="2409" y="452"/>
                  </a:lnTo>
                  <a:lnTo>
                    <a:pt x="1958" y="151"/>
                  </a:lnTo>
                  <a:lnTo>
                    <a:pt x="15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1822;p29">
              <a:extLst>
                <a:ext uri="{FF2B5EF4-FFF2-40B4-BE49-F238E27FC236}">
                  <a16:creationId xmlns:a16="http://schemas.microsoft.com/office/drawing/2014/main" id="{F6301765-AC05-491D-8FD3-9726F67C6ED9}"/>
                </a:ext>
              </a:extLst>
            </p:cNvPr>
            <p:cNvSpPr/>
            <p:nvPr/>
          </p:nvSpPr>
          <p:spPr>
            <a:xfrm>
              <a:off x="4782712" y="3313153"/>
              <a:ext cx="48561" cy="51106"/>
            </a:xfrm>
            <a:custGeom>
              <a:avLst/>
              <a:gdLst/>
              <a:ahLst/>
              <a:cxnLst/>
              <a:rect l="l" t="t" r="r" b="b"/>
              <a:pathLst>
                <a:path w="2862" h="3012" extrusionOk="0">
                  <a:moveTo>
                    <a:pt x="1356" y="1"/>
                  </a:moveTo>
                  <a:lnTo>
                    <a:pt x="904" y="151"/>
                  </a:lnTo>
                  <a:lnTo>
                    <a:pt x="453" y="452"/>
                  </a:lnTo>
                  <a:lnTo>
                    <a:pt x="151" y="904"/>
                  </a:lnTo>
                  <a:lnTo>
                    <a:pt x="1" y="1506"/>
                  </a:lnTo>
                  <a:lnTo>
                    <a:pt x="151" y="2108"/>
                  </a:lnTo>
                  <a:lnTo>
                    <a:pt x="453" y="2560"/>
                  </a:lnTo>
                  <a:lnTo>
                    <a:pt x="904" y="2861"/>
                  </a:lnTo>
                  <a:lnTo>
                    <a:pt x="1356" y="3011"/>
                  </a:lnTo>
                  <a:lnTo>
                    <a:pt x="1958" y="2861"/>
                  </a:lnTo>
                  <a:lnTo>
                    <a:pt x="2410" y="2560"/>
                  </a:lnTo>
                  <a:lnTo>
                    <a:pt x="2711" y="2108"/>
                  </a:lnTo>
                  <a:lnTo>
                    <a:pt x="2861" y="1506"/>
                  </a:lnTo>
                  <a:lnTo>
                    <a:pt x="2711" y="904"/>
                  </a:lnTo>
                  <a:lnTo>
                    <a:pt x="2410" y="452"/>
                  </a:lnTo>
                  <a:lnTo>
                    <a:pt x="1958" y="151"/>
                  </a:lnTo>
                  <a:lnTo>
                    <a:pt x="1356" y="1"/>
                  </a:lnTo>
                  <a:close/>
                </a:path>
              </a:pathLst>
            </a:custGeom>
            <a:solidFill>
              <a:srgbClr val="C5D7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1823;p29">
              <a:extLst>
                <a:ext uri="{FF2B5EF4-FFF2-40B4-BE49-F238E27FC236}">
                  <a16:creationId xmlns:a16="http://schemas.microsoft.com/office/drawing/2014/main" id="{FF6D14D9-F249-3B56-EDF3-239687A265DB}"/>
                </a:ext>
              </a:extLst>
            </p:cNvPr>
            <p:cNvSpPr/>
            <p:nvPr/>
          </p:nvSpPr>
          <p:spPr>
            <a:xfrm>
              <a:off x="4782712" y="3313153"/>
              <a:ext cx="48561" cy="51106"/>
            </a:xfrm>
            <a:custGeom>
              <a:avLst/>
              <a:gdLst/>
              <a:ahLst/>
              <a:cxnLst/>
              <a:rect l="l" t="t" r="r" b="b"/>
              <a:pathLst>
                <a:path w="2862" h="3012" fill="none" extrusionOk="0">
                  <a:moveTo>
                    <a:pt x="1356" y="1"/>
                  </a:moveTo>
                  <a:lnTo>
                    <a:pt x="1356" y="1"/>
                  </a:lnTo>
                  <a:lnTo>
                    <a:pt x="904" y="151"/>
                  </a:lnTo>
                  <a:lnTo>
                    <a:pt x="453" y="452"/>
                  </a:lnTo>
                  <a:lnTo>
                    <a:pt x="151" y="904"/>
                  </a:lnTo>
                  <a:lnTo>
                    <a:pt x="1" y="1506"/>
                  </a:lnTo>
                  <a:lnTo>
                    <a:pt x="1" y="1506"/>
                  </a:lnTo>
                  <a:lnTo>
                    <a:pt x="151" y="2108"/>
                  </a:lnTo>
                  <a:lnTo>
                    <a:pt x="453" y="2560"/>
                  </a:lnTo>
                  <a:lnTo>
                    <a:pt x="904" y="2861"/>
                  </a:lnTo>
                  <a:lnTo>
                    <a:pt x="1356" y="3011"/>
                  </a:lnTo>
                  <a:lnTo>
                    <a:pt x="1356" y="3011"/>
                  </a:lnTo>
                  <a:lnTo>
                    <a:pt x="1958" y="2861"/>
                  </a:lnTo>
                  <a:lnTo>
                    <a:pt x="2410" y="2560"/>
                  </a:lnTo>
                  <a:lnTo>
                    <a:pt x="2711" y="2108"/>
                  </a:lnTo>
                  <a:lnTo>
                    <a:pt x="2861" y="1506"/>
                  </a:lnTo>
                  <a:lnTo>
                    <a:pt x="2861" y="1506"/>
                  </a:lnTo>
                  <a:lnTo>
                    <a:pt x="2711" y="904"/>
                  </a:lnTo>
                  <a:lnTo>
                    <a:pt x="2410" y="452"/>
                  </a:lnTo>
                  <a:lnTo>
                    <a:pt x="1958" y="151"/>
                  </a:lnTo>
                  <a:lnTo>
                    <a:pt x="135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1824;p29">
              <a:extLst>
                <a:ext uri="{FF2B5EF4-FFF2-40B4-BE49-F238E27FC236}">
                  <a16:creationId xmlns:a16="http://schemas.microsoft.com/office/drawing/2014/main" id="{7A5F0986-115A-C808-078A-798FC3D0028D}"/>
                </a:ext>
              </a:extLst>
            </p:cNvPr>
            <p:cNvSpPr/>
            <p:nvPr/>
          </p:nvSpPr>
          <p:spPr>
            <a:xfrm>
              <a:off x="4675443" y="3313153"/>
              <a:ext cx="48544" cy="51106"/>
            </a:xfrm>
            <a:custGeom>
              <a:avLst/>
              <a:gdLst/>
              <a:ahLst/>
              <a:cxnLst/>
              <a:rect l="l" t="t" r="r" b="b"/>
              <a:pathLst>
                <a:path w="2861" h="3012" extrusionOk="0">
                  <a:moveTo>
                    <a:pt x="1355" y="1"/>
                  </a:moveTo>
                  <a:lnTo>
                    <a:pt x="904" y="151"/>
                  </a:lnTo>
                  <a:lnTo>
                    <a:pt x="452" y="452"/>
                  </a:lnTo>
                  <a:lnTo>
                    <a:pt x="151" y="904"/>
                  </a:lnTo>
                  <a:lnTo>
                    <a:pt x="0" y="1506"/>
                  </a:lnTo>
                  <a:lnTo>
                    <a:pt x="151" y="2108"/>
                  </a:lnTo>
                  <a:lnTo>
                    <a:pt x="452" y="2560"/>
                  </a:lnTo>
                  <a:lnTo>
                    <a:pt x="904" y="2861"/>
                  </a:lnTo>
                  <a:lnTo>
                    <a:pt x="1355" y="3011"/>
                  </a:lnTo>
                  <a:lnTo>
                    <a:pt x="1957" y="2861"/>
                  </a:lnTo>
                  <a:lnTo>
                    <a:pt x="2409" y="2560"/>
                  </a:lnTo>
                  <a:lnTo>
                    <a:pt x="2710" y="2108"/>
                  </a:lnTo>
                  <a:lnTo>
                    <a:pt x="2861" y="1506"/>
                  </a:lnTo>
                  <a:lnTo>
                    <a:pt x="2710" y="904"/>
                  </a:lnTo>
                  <a:lnTo>
                    <a:pt x="2409" y="452"/>
                  </a:lnTo>
                  <a:lnTo>
                    <a:pt x="1957" y="151"/>
                  </a:lnTo>
                  <a:lnTo>
                    <a:pt x="135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1825;p29">
              <a:extLst>
                <a:ext uri="{FF2B5EF4-FFF2-40B4-BE49-F238E27FC236}">
                  <a16:creationId xmlns:a16="http://schemas.microsoft.com/office/drawing/2014/main" id="{ADD9D3C2-123C-60F0-DD5D-111F6D31606E}"/>
                </a:ext>
              </a:extLst>
            </p:cNvPr>
            <p:cNvSpPr/>
            <p:nvPr/>
          </p:nvSpPr>
          <p:spPr>
            <a:xfrm>
              <a:off x="4568157" y="3313153"/>
              <a:ext cx="48544" cy="51106"/>
            </a:xfrm>
            <a:custGeom>
              <a:avLst/>
              <a:gdLst/>
              <a:ahLst/>
              <a:cxnLst/>
              <a:rect l="l" t="t" r="r" b="b"/>
              <a:pathLst>
                <a:path w="2861" h="3012" extrusionOk="0">
                  <a:moveTo>
                    <a:pt x="1356" y="1"/>
                  </a:moveTo>
                  <a:lnTo>
                    <a:pt x="753" y="151"/>
                  </a:lnTo>
                  <a:lnTo>
                    <a:pt x="302" y="452"/>
                  </a:lnTo>
                  <a:lnTo>
                    <a:pt x="1" y="904"/>
                  </a:lnTo>
                  <a:lnTo>
                    <a:pt x="1" y="1506"/>
                  </a:lnTo>
                  <a:lnTo>
                    <a:pt x="1" y="2108"/>
                  </a:lnTo>
                  <a:lnTo>
                    <a:pt x="302" y="2560"/>
                  </a:lnTo>
                  <a:lnTo>
                    <a:pt x="753" y="2861"/>
                  </a:lnTo>
                  <a:lnTo>
                    <a:pt x="1356" y="3011"/>
                  </a:lnTo>
                  <a:lnTo>
                    <a:pt x="1958" y="2861"/>
                  </a:lnTo>
                  <a:lnTo>
                    <a:pt x="2409" y="2560"/>
                  </a:lnTo>
                  <a:lnTo>
                    <a:pt x="2710" y="2108"/>
                  </a:lnTo>
                  <a:lnTo>
                    <a:pt x="2861" y="1506"/>
                  </a:lnTo>
                  <a:lnTo>
                    <a:pt x="2710" y="904"/>
                  </a:lnTo>
                  <a:lnTo>
                    <a:pt x="2409" y="452"/>
                  </a:lnTo>
                  <a:lnTo>
                    <a:pt x="1958" y="151"/>
                  </a:lnTo>
                  <a:lnTo>
                    <a:pt x="135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1826;p29">
              <a:extLst>
                <a:ext uri="{FF2B5EF4-FFF2-40B4-BE49-F238E27FC236}">
                  <a16:creationId xmlns:a16="http://schemas.microsoft.com/office/drawing/2014/main" id="{09CDD2AB-21CE-2298-9BB7-E3CCC72798EA}"/>
                </a:ext>
              </a:extLst>
            </p:cNvPr>
            <p:cNvSpPr/>
            <p:nvPr/>
          </p:nvSpPr>
          <p:spPr>
            <a:xfrm>
              <a:off x="4458327" y="3313153"/>
              <a:ext cx="51106" cy="51106"/>
            </a:xfrm>
            <a:custGeom>
              <a:avLst/>
              <a:gdLst/>
              <a:ahLst/>
              <a:cxnLst/>
              <a:rect l="l" t="t" r="r" b="b"/>
              <a:pathLst>
                <a:path w="3012" h="3012" extrusionOk="0">
                  <a:moveTo>
                    <a:pt x="1506" y="1"/>
                  </a:moveTo>
                  <a:lnTo>
                    <a:pt x="904" y="151"/>
                  </a:lnTo>
                  <a:lnTo>
                    <a:pt x="452" y="452"/>
                  </a:lnTo>
                  <a:lnTo>
                    <a:pt x="151" y="904"/>
                  </a:lnTo>
                  <a:lnTo>
                    <a:pt x="1" y="1506"/>
                  </a:lnTo>
                  <a:lnTo>
                    <a:pt x="151" y="2108"/>
                  </a:lnTo>
                  <a:lnTo>
                    <a:pt x="452" y="2560"/>
                  </a:lnTo>
                  <a:lnTo>
                    <a:pt x="904" y="2861"/>
                  </a:lnTo>
                  <a:lnTo>
                    <a:pt x="1506" y="3011"/>
                  </a:lnTo>
                  <a:lnTo>
                    <a:pt x="2108" y="2861"/>
                  </a:lnTo>
                  <a:lnTo>
                    <a:pt x="2560" y="2560"/>
                  </a:lnTo>
                  <a:lnTo>
                    <a:pt x="2861" y="2108"/>
                  </a:lnTo>
                  <a:lnTo>
                    <a:pt x="3011" y="1506"/>
                  </a:lnTo>
                  <a:lnTo>
                    <a:pt x="2861" y="904"/>
                  </a:lnTo>
                  <a:lnTo>
                    <a:pt x="2560" y="452"/>
                  </a:lnTo>
                  <a:lnTo>
                    <a:pt x="2108" y="151"/>
                  </a:lnTo>
                  <a:lnTo>
                    <a:pt x="1506"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1827;p29">
              <a:extLst>
                <a:ext uri="{FF2B5EF4-FFF2-40B4-BE49-F238E27FC236}">
                  <a16:creationId xmlns:a16="http://schemas.microsoft.com/office/drawing/2014/main" id="{EEBC292B-609D-3A6A-EBD3-6892DB753CF7}"/>
                </a:ext>
              </a:extLst>
            </p:cNvPr>
            <p:cNvSpPr/>
            <p:nvPr/>
          </p:nvSpPr>
          <p:spPr>
            <a:xfrm>
              <a:off x="5589872" y="2725670"/>
              <a:ext cx="538956" cy="372946"/>
            </a:xfrm>
            <a:custGeom>
              <a:avLst/>
              <a:gdLst/>
              <a:ahLst/>
              <a:cxnLst/>
              <a:rect l="l" t="t" r="r" b="b"/>
              <a:pathLst>
                <a:path w="31764" h="21980" extrusionOk="0">
                  <a:moveTo>
                    <a:pt x="0" y="1"/>
                  </a:moveTo>
                  <a:lnTo>
                    <a:pt x="0" y="21979"/>
                  </a:lnTo>
                  <a:lnTo>
                    <a:pt x="31764" y="21979"/>
                  </a:lnTo>
                  <a:lnTo>
                    <a:pt x="31764"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1828;p29">
              <a:extLst>
                <a:ext uri="{FF2B5EF4-FFF2-40B4-BE49-F238E27FC236}">
                  <a16:creationId xmlns:a16="http://schemas.microsoft.com/office/drawing/2014/main" id="{43FB1B60-9E1C-456C-A230-C04A1453D599}"/>
                </a:ext>
              </a:extLst>
            </p:cNvPr>
            <p:cNvSpPr/>
            <p:nvPr/>
          </p:nvSpPr>
          <p:spPr>
            <a:xfrm>
              <a:off x="5589872" y="2725670"/>
              <a:ext cx="538956" cy="372946"/>
            </a:xfrm>
            <a:custGeom>
              <a:avLst/>
              <a:gdLst/>
              <a:ahLst/>
              <a:cxnLst/>
              <a:rect l="l" t="t" r="r" b="b"/>
              <a:pathLst>
                <a:path w="31764" h="21980" fill="none" extrusionOk="0">
                  <a:moveTo>
                    <a:pt x="31764" y="1"/>
                  </a:moveTo>
                  <a:lnTo>
                    <a:pt x="0" y="1"/>
                  </a:lnTo>
                  <a:lnTo>
                    <a:pt x="0" y="21979"/>
                  </a:lnTo>
                  <a:lnTo>
                    <a:pt x="31764" y="21979"/>
                  </a:lnTo>
                  <a:lnTo>
                    <a:pt x="3176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1829;p29">
              <a:extLst>
                <a:ext uri="{FF2B5EF4-FFF2-40B4-BE49-F238E27FC236}">
                  <a16:creationId xmlns:a16="http://schemas.microsoft.com/office/drawing/2014/main" id="{178CC677-42E8-EFCC-707E-39360F6BCEA6}"/>
                </a:ext>
              </a:extLst>
            </p:cNvPr>
            <p:cNvSpPr/>
            <p:nvPr/>
          </p:nvSpPr>
          <p:spPr>
            <a:xfrm>
              <a:off x="5727801" y="2725670"/>
              <a:ext cx="97071" cy="137946"/>
            </a:xfrm>
            <a:custGeom>
              <a:avLst/>
              <a:gdLst/>
              <a:ahLst/>
              <a:cxnLst/>
              <a:rect l="l" t="t" r="r" b="b"/>
              <a:pathLst>
                <a:path w="5721" h="8130" extrusionOk="0">
                  <a:moveTo>
                    <a:pt x="0" y="1"/>
                  </a:moveTo>
                  <a:lnTo>
                    <a:pt x="0" y="8130"/>
                  </a:lnTo>
                  <a:lnTo>
                    <a:pt x="5721" y="8130"/>
                  </a:lnTo>
                  <a:lnTo>
                    <a:pt x="5721" y="1"/>
                  </a:lnTo>
                  <a:close/>
                </a:path>
              </a:pathLst>
            </a:custGeom>
            <a:solidFill>
              <a:srgbClr val="C6D8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830;p29">
              <a:extLst>
                <a:ext uri="{FF2B5EF4-FFF2-40B4-BE49-F238E27FC236}">
                  <a16:creationId xmlns:a16="http://schemas.microsoft.com/office/drawing/2014/main" id="{847E6F57-812D-1C8C-A7D4-85065C5E7C92}"/>
                </a:ext>
              </a:extLst>
            </p:cNvPr>
            <p:cNvSpPr/>
            <p:nvPr/>
          </p:nvSpPr>
          <p:spPr>
            <a:xfrm>
              <a:off x="5727801" y="2725670"/>
              <a:ext cx="97071" cy="137946"/>
            </a:xfrm>
            <a:custGeom>
              <a:avLst/>
              <a:gdLst/>
              <a:ahLst/>
              <a:cxnLst/>
              <a:rect l="l" t="t" r="r" b="b"/>
              <a:pathLst>
                <a:path w="5721" h="8130" fill="none" extrusionOk="0">
                  <a:moveTo>
                    <a:pt x="5721" y="1"/>
                  </a:moveTo>
                  <a:lnTo>
                    <a:pt x="3613" y="1"/>
                  </a:lnTo>
                  <a:lnTo>
                    <a:pt x="0" y="1"/>
                  </a:lnTo>
                  <a:lnTo>
                    <a:pt x="0" y="8130"/>
                  </a:lnTo>
                  <a:lnTo>
                    <a:pt x="5721" y="8130"/>
                  </a:lnTo>
                  <a:lnTo>
                    <a:pt x="572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831;p29">
              <a:extLst>
                <a:ext uri="{FF2B5EF4-FFF2-40B4-BE49-F238E27FC236}">
                  <a16:creationId xmlns:a16="http://schemas.microsoft.com/office/drawing/2014/main" id="{1F38227B-B979-65D2-A55B-0A44469FEC26}"/>
                </a:ext>
              </a:extLst>
            </p:cNvPr>
            <p:cNvSpPr/>
            <p:nvPr/>
          </p:nvSpPr>
          <p:spPr>
            <a:xfrm>
              <a:off x="5960239" y="2725670"/>
              <a:ext cx="168589" cy="372946"/>
            </a:xfrm>
            <a:custGeom>
              <a:avLst/>
              <a:gdLst/>
              <a:ahLst/>
              <a:cxnLst/>
              <a:rect l="l" t="t" r="r" b="b"/>
              <a:pathLst>
                <a:path w="9936" h="21980" extrusionOk="0">
                  <a:moveTo>
                    <a:pt x="0" y="1"/>
                  </a:moveTo>
                  <a:lnTo>
                    <a:pt x="0" y="21979"/>
                  </a:lnTo>
                  <a:lnTo>
                    <a:pt x="9936" y="21979"/>
                  </a:lnTo>
                  <a:lnTo>
                    <a:pt x="9936" y="1"/>
                  </a:lnTo>
                  <a:lnTo>
                    <a:pt x="6624" y="1"/>
                  </a:lnTo>
                  <a:lnTo>
                    <a:pt x="6624" y="8130"/>
                  </a:lnTo>
                  <a:lnTo>
                    <a:pt x="3463" y="8130"/>
                  </a:lnTo>
                  <a:lnTo>
                    <a:pt x="3463"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1832;p29">
              <a:extLst>
                <a:ext uri="{FF2B5EF4-FFF2-40B4-BE49-F238E27FC236}">
                  <a16:creationId xmlns:a16="http://schemas.microsoft.com/office/drawing/2014/main" id="{DD5D2089-BD93-CEBC-8B51-A6125B03AD63}"/>
                </a:ext>
              </a:extLst>
            </p:cNvPr>
            <p:cNvSpPr/>
            <p:nvPr/>
          </p:nvSpPr>
          <p:spPr>
            <a:xfrm>
              <a:off x="5960239" y="2725670"/>
              <a:ext cx="168589" cy="372946"/>
            </a:xfrm>
            <a:custGeom>
              <a:avLst/>
              <a:gdLst/>
              <a:ahLst/>
              <a:cxnLst/>
              <a:rect l="l" t="t" r="r" b="b"/>
              <a:pathLst>
                <a:path w="9936" h="21980" fill="none" extrusionOk="0">
                  <a:moveTo>
                    <a:pt x="9936" y="1"/>
                  </a:moveTo>
                  <a:lnTo>
                    <a:pt x="6624" y="1"/>
                  </a:lnTo>
                  <a:lnTo>
                    <a:pt x="6624" y="8130"/>
                  </a:lnTo>
                  <a:lnTo>
                    <a:pt x="3463" y="8130"/>
                  </a:lnTo>
                  <a:lnTo>
                    <a:pt x="3463" y="1"/>
                  </a:lnTo>
                  <a:lnTo>
                    <a:pt x="3463" y="1"/>
                  </a:lnTo>
                  <a:lnTo>
                    <a:pt x="0" y="1"/>
                  </a:lnTo>
                  <a:lnTo>
                    <a:pt x="0" y="21979"/>
                  </a:lnTo>
                  <a:lnTo>
                    <a:pt x="9936" y="21979"/>
                  </a:lnTo>
                  <a:lnTo>
                    <a:pt x="993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833;p29">
              <a:extLst>
                <a:ext uri="{FF2B5EF4-FFF2-40B4-BE49-F238E27FC236}">
                  <a16:creationId xmlns:a16="http://schemas.microsoft.com/office/drawing/2014/main" id="{CF5CF0ED-EC98-E1C6-2BA3-5B22B85D5CF5}"/>
                </a:ext>
              </a:extLst>
            </p:cNvPr>
            <p:cNvSpPr/>
            <p:nvPr/>
          </p:nvSpPr>
          <p:spPr>
            <a:xfrm>
              <a:off x="6018981" y="2725670"/>
              <a:ext cx="53668" cy="137946"/>
            </a:xfrm>
            <a:custGeom>
              <a:avLst/>
              <a:gdLst/>
              <a:ahLst/>
              <a:cxnLst/>
              <a:rect l="l" t="t" r="r" b="b"/>
              <a:pathLst>
                <a:path w="3163" h="8130" extrusionOk="0">
                  <a:moveTo>
                    <a:pt x="1" y="1"/>
                  </a:moveTo>
                  <a:lnTo>
                    <a:pt x="1" y="8130"/>
                  </a:lnTo>
                  <a:lnTo>
                    <a:pt x="3162" y="8130"/>
                  </a:lnTo>
                  <a:lnTo>
                    <a:pt x="3162" y="1"/>
                  </a:lnTo>
                  <a:close/>
                </a:path>
              </a:pathLst>
            </a:custGeom>
            <a:solidFill>
              <a:srgbClr val="3C74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834;p29">
              <a:extLst>
                <a:ext uri="{FF2B5EF4-FFF2-40B4-BE49-F238E27FC236}">
                  <a16:creationId xmlns:a16="http://schemas.microsoft.com/office/drawing/2014/main" id="{E794FC30-64EA-482E-9A0C-E73DAF650DEA}"/>
                </a:ext>
              </a:extLst>
            </p:cNvPr>
            <p:cNvSpPr/>
            <p:nvPr/>
          </p:nvSpPr>
          <p:spPr>
            <a:xfrm>
              <a:off x="6018981" y="2725670"/>
              <a:ext cx="53668" cy="137946"/>
            </a:xfrm>
            <a:custGeom>
              <a:avLst/>
              <a:gdLst/>
              <a:ahLst/>
              <a:cxnLst/>
              <a:rect l="l" t="t" r="r" b="b"/>
              <a:pathLst>
                <a:path w="3163" h="8130" fill="none" extrusionOk="0">
                  <a:moveTo>
                    <a:pt x="3162" y="1"/>
                  </a:moveTo>
                  <a:lnTo>
                    <a:pt x="1" y="1"/>
                  </a:lnTo>
                  <a:lnTo>
                    <a:pt x="1" y="8130"/>
                  </a:lnTo>
                  <a:lnTo>
                    <a:pt x="3162" y="8130"/>
                  </a:lnTo>
                  <a:lnTo>
                    <a:pt x="316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835;p29">
              <a:extLst>
                <a:ext uri="{FF2B5EF4-FFF2-40B4-BE49-F238E27FC236}">
                  <a16:creationId xmlns:a16="http://schemas.microsoft.com/office/drawing/2014/main" id="{88A59B4A-0FD8-0843-13F0-595296427AD8}"/>
                </a:ext>
              </a:extLst>
            </p:cNvPr>
            <p:cNvSpPr/>
            <p:nvPr/>
          </p:nvSpPr>
          <p:spPr>
            <a:xfrm>
              <a:off x="5623078" y="2983661"/>
              <a:ext cx="79187" cy="81749"/>
            </a:xfrm>
            <a:custGeom>
              <a:avLst/>
              <a:gdLst/>
              <a:ahLst/>
              <a:cxnLst/>
              <a:rect l="l" t="t" r="r" b="b"/>
              <a:pathLst>
                <a:path w="4667" h="4818" extrusionOk="0">
                  <a:moveTo>
                    <a:pt x="4215" y="602"/>
                  </a:moveTo>
                  <a:lnTo>
                    <a:pt x="4215" y="4215"/>
                  </a:lnTo>
                  <a:lnTo>
                    <a:pt x="602" y="4215"/>
                  </a:lnTo>
                  <a:lnTo>
                    <a:pt x="602" y="602"/>
                  </a:lnTo>
                  <a:close/>
                  <a:moveTo>
                    <a:pt x="0" y="0"/>
                  </a:moveTo>
                  <a:lnTo>
                    <a:pt x="0" y="4817"/>
                  </a:lnTo>
                  <a:lnTo>
                    <a:pt x="4667" y="4817"/>
                  </a:lnTo>
                  <a:lnTo>
                    <a:pt x="466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836;p29">
              <a:extLst>
                <a:ext uri="{FF2B5EF4-FFF2-40B4-BE49-F238E27FC236}">
                  <a16:creationId xmlns:a16="http://schemas.microsoft.com/office/drawing/2014/main" id="{8E2EF580-D54C-AF8A-AE0E-551B4A2916BE}"/>
                </a:ext>
              </a:extLst>
            </p:cNvPr>
            <p:cNvSpPr/>
            <p:nvPr/>
          </p:nvSpPr>
          <p:spPr>
            <a:xfrm>
              <a:off x="5633292" y="2993875"/>
              <a:ext cx="61321" cy="61321"/>
            </a:xfrm>
            <a:custGeom>
              <a:avLst/>
              <a:gdLst/>
              <a:ahLst/>
              <a:cxnLst/>
              <a:rect l="l" t="t" r="r" b="b"/>
              <a:pathLst>
                <a:path w="3614" h="3614" fill="none" extrusionOk="0">
                  <a:moveTo>
                    <a:pt x="3613" y="0"/>
                  </a:moveTo>
                  <a:lnTo>
                    <a:pt x="3613" y="3613"/>
                  </a:lnTo>
                  <a:lnTo>
                    <a:pt x="0" y="3613"/>
                  </a:lnTo>
                  <a:lnTo>
                    <a:pt x="0" y="0"/>
                  </a:lnTo>
                  <a:lnTo>
                    <a:pt x="361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837;p29">
              <a:extLst>
                <a:ext uri="{FF2B5EF4-FFF2-40B4-BE49-F238E27FC236}">
                  <a16:creationId xmlns:a16="http://schemas.microsoft.com/office/drawing/2014/main" id="{222C5891-6739-257E-93BF-060D84C9EB78}"/>
                </a:ext>
              </a:extLst>
            </p:cNvPr>
            <p:cNvSpPr/>
            <p:nvPr/>
          </p:nvSpPr>
          <p:spPr>
            <a:xfrm>
              <a:off x="5623078" y="2983661"/>
              <a:ext cx="79187" cy="81749"/>
            </a:xfrm>
            <a:custGeom>
              <a:avLst/>
              <a:gdLst/>
              <a:ahLst/>
              <a:cxnLst/>
              <a:rect l="l" t="t" r="r" b="b"/>
              <a:pathLst>
                <a:path w="4667" h="4818" fill="none" extrusionOk="0">
                  <a:moveTo>
                    <a:pt x="4667" y="0"/>
                  </a:moveTo>
                  <a:lnTo>
                    <a:pt x="0" y="0"/>
                  </a:lnTo>
                  <a:lnTo>
                    <a:pt x="0" y="4817"/>
                  </a:lnTo>
                  <a:lnTo>
                    <a:pt x="4667" y="4817"/>
                  </a:lnTo>
                  <a:lnTo>
                    <a:pt x="466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838;p29">
              <a:extLst>
                <a:ext uri="{FF2B5EF4-FFF2-40B4-BE49-F238E27FC236}">
                  <a16:creationId xmlns:a16="http://schemas.microsoft.com/office/drawing/2014/main" id="{3DB04082-E0ED-61BE-4CE1-E8BAF5D9ABD8}"/>
                </a:ext>
              </a:extLst>
            </p:cNvPr>
            <p:cNvSpPr/>
            <p:nvPr/>
          </p:nvSpPr>
          <p:spPr>
            <a:xfrm>
              <a:off x="5738016" y="2983661"/>
              <a:ext cx="79204" cy="81749"/>
            </a:xfrm>
            <a:custGeom>
              <a:avLst/>
              <a:gdLst/>
              <a:ahLst/>
              <a:cxnLst/>
              <a:rect l="l" t="t" r="r" b="b"/>
              <a:pathLst>
                <a:path w="4668" h="4818" extrusionOk="0">
                  <a:moveTo>
                    <a:pt x="0" y="0"/>
                  </a:moveTo>
                  <a:lnTo>
                    <a:pt x="0" y="4817"/>
                  </a:lnTo>
                  <a:lnTo>
                    <a:pt x="4667" y="4817"/>
                  </a:lnTo>
                  <a:lnTo>
                    <a:pt x="4667"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1839;p29">
              <a:extLst>
                <a:ext uri="{FF2B5EF4-FFF2-40B4-BE49-F238E27FC236}">
                  <a16:creationId xmlns:a16="http://schemas.microsoft.com/office/drawing/2014/main" id="{B8EF8740-128A-16C8-5329-8E105F75AA4B}"/>
                </a:ext>
              </a:extLst>
            </p:cNvPr>
            <p:cNvSpPr/>
            <p:nvPr/>
          </p:nvSpPr>
          <p:spPr>
            <a:xfrm>
              <a:off x="5738016" y="2983661"/>
              <a:ext cx="79204" cy="81749"/>
            </a:xfrm>
            <a:custGeom>
              <a:avLst/>
              <a:gdLst/>
              <a:ahLst/>
              <a:cxnLst/>
              <a:rect l="l" t="t" r="r" b="b"/>
              <a:pathLst>
                <a:path w="4668" h="4818" fill="none" extrusionOk="0">
                  <a:moveTo>
                    <a:pt x="4667" y="0"/>
                  </a:moveTo>
                  <a:lnTo>
                    <a:pt x="0" y="0"/>
                  </a:lnTo>
                  <a:lnTo>
                    <a:pt x="0" y="4817"/>
                  </a:lnTo>
                  <a:lnTo>
                    <a:pt x="4667" y="4817"/>
                  </a:lnTo>
                  <a:lnTo>
                    <a:pt x="466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1840;p29">
              <a:extLst>
                <a:ext uri="{FF2B5EF4-FFF2-40B4-BE49-F238E27FC236}">
                  <a16:creationId xmlns:a16="http://schemas.microsoft.com/office/drawing/2014/main" id="{57729063-7D83-5CE3-8D28-315F686F822C}"/>
                </a:ext>
              </a:extLst>
            </p:cNvPr>
            <p:cNvSpPr/>
            <p:nvPr/>
          </p:nvSpPr>
          <p:spPr>
            <a:xfrm>
              <a:off x="3965353" y="2786974"/>
              <a:ext cx="173713" cy="311642"/>
            </a:xfrm>
            <a:custGeom>
              <a:avLst/>
              <a:gdLst/>
              <a:ahLst/>
              <a:cxnLst/>
              <a:rect l="l" t="t" r="r" b="b"/>
              <a:pathLst>
                <a:path w="10238" h="18367" extrusionOk="0">
                  <a:moveTo>
                    <a:pt x="452" y="1"/>
                  </a:moveTo>
                  <a:lnTo>
                    <a:pt x="151" y="151"/>
                  </a:lnTo>
                  <a:lnTo>
                    <a:pt x="1" y="452"/>
                  </a:lnTo>
                  <a:lnTo>
                    <a:pt x="1" y="17915"/>
                  </a:lnTo>
                  <a:lnTo>
                    <a:pt x="151" y="18216"/>
                  </a:lnTo>
                  <a:lnTo>
                    <a:pt x="452" y="18366"/>
                  </a:lnTo>
                  <a:lnTo>
                    <a:pt x="9786" y="18366"/>
                  </a:lnTo>
                  <a:lnTo>
                    <a:pt x="10087" y="18216"/>
                  </a:lnTo>
                  <a:lnTo>
                    <a:pt x="10237" y="17915"/>
                  </a:lnTo>
                  <a:lnTo>
                    <a:pt x="10237" y="452"/>
                  </a:lnTo>
                  <a:lnTo>
                    <a:pt x="10087" y="151"/>
                  </a:lnTo>
                  <a:lnTo>
                    <a:pt x="978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1841;p29">
              <a:extLst>
                <a:ext uri="{FF2B5EF4-FFF2-40B4-BE49-F238E27FC236}">
                  <a16:creationId xmlns:a16="http://schemas.microsoft.com/office/drawing/2014/main" id="{97F7C8BA-EDC2-7584-E114-B33FCACC06B8}"/>
                </a:ext>
              </a:extLst>
            </p:cNvPr>
            <p:cNvSpPr/>
            <p:nvPr/>
          </p:nvSpPr>
          <p:spPr>
            <a:xfrm>
              <a:off x="3965353" y="2786974"/>
              <a:ext cx="173713" cy="311642"/>
            </a:xfrm>
            <a:custGeom>
              <a:avLst/>
              <a:gdLst/>
              <a:ahLst/>
              <a:cxnLst/>
              <a:rect l="l" t="t" r="r" b="b"/>
              <a:pathLst>
                <a:path w="10238" h="18367" fill="none" extrusionOk="0">
                  <a:moveTo>
                    <a:pt x="9786" y="1"/>
                  </a:moveTo>
                  <a:lnTo>
                    <a:pt x="452" y="1"/>
                  </a:lnTo>
                  <a:lnTo>
                    <a:pt x="452" y="1"/>
                  </a:lnTo>
                  <a:lnTo>
                    <a:pt x="151" y="151"/>
                  </a:lnTo>
                  <a:lnTo>
                    <a:pt x="1" y="452"/>
                  </a:lnTo>
                  <a:lnTo>
                    <a:pt x="1" y="17915"/>
                  </a:lnTo>
                  <a:lnTo>
                    <a:pt x="1" y="17915"/>
                  </a:lnTo>
                  <a:lnTo>
                    <a:pt x="151" y="18216"/>
                  </a:lnTo>
                  <a:lnTo>
                    <a:pt x="452" y="18366"/>
                  </a:lnTo>
                  <a:lnTo>
                    <a:pt x="9786" y="18366"/>
                  </a:lnTo>
                  <a:lnTo>
                    <a:pt x="9786" y="18366"/>
                  </a:lnTo>
                  <a:lnTo>
                    <a:pt x="10087" y="18216"/>
                  </a:lnTo>
                  <a:lnTo>
                    <a:pt x="10237" y="17915"/>
                  </a:lnTo>
                  <a:lnTo>
                    <a:pt x="10237" y="452"/>
                  </a:lnTo>
                  <a:lnTo>
                    <a:pt x="10237" y="452"/>
                  </a:lnTo>
                  <a:lnTo>
                    <a:pt x="10087" y="151"/>
                  </a:lnTo>
                  <a:lnTo>
                    <a:pt x="978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1842;p29">
              <a:extLst>
                <a:ext uri="{FF2B5EF4-FFF2-40B4-BE49-F238E27FC236}">
                  <a16:creationId xmlns:a16="http://schemas.microsoft.com/office/drawing/2014/main" id="{66AFFA96-4614-2B0C-E620-9034763C4A0D}"/>
                </a:ext>
              </a:extLst>
            </p:cNvPr>
            <p:cNvSpPr/>
            <p:nvPr/>
          </p:nvSpPr>
          <p:spPr>
            <a:xfrm>
              <a:off x="3955139" y="2786974"/>
              <a:ext cx="176258" cy="311642"/>
            </a:xfrm>
            <a:custGeom>
              <a:avLst/>
              <a:gdLst/>
              <a:ahLst/>
              <a:cxnLst/>
              <a:rect l="l" t="t" r="r" b="b"/>
              <a:pathLst>
                <a:path w="10388" h="18367" extrusionOk="0">
                  <a:moveTo>
                    <a:pt x="452" y="1"/>
                  </a:moveTo>
                  <a:lnTo>
                    <a:pt x="151" y="151"/>
                  </a:lnTo>
                  <a:lnTo>
                    <a:pt x="0" y="452"/>
                  </a:lnTo>
                  <a:lnTo>
                    <a:pt x="0" y="17915"/>
                  </a:lnTo>
                  <a:lnTo>
                    <a:pt x="151" y="18216"/>
                  </a:lnTo>
                  <a:lnTo>
                    <a:pt x="452" y="18366"/>
                  </a:lnTo>
                  <a:lnTo>
                    <a:pt x="9785" y="18366"/>
                  </a:lnTo>
                  <a:lnTo>
                    <a:pt x="10237" y="18216"/>
                  </a:lnTo>
                  <a:lnTo>
                    <a:pt x="10388" y="17915"/>
                  </a:lnTo>
                  <a:lnTo>
                    <a:pt x="10388" y="452"/>
                  </a:lnTo>
                  <a:lnTo>
                    <a:pt x="10237" y="151"/>
                  </a:lnTo>
                  <a:lnTo>
                    <a:pt x="978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1843;p29">
              <a:extLst>
                <a:ext uri="{FF2B5EF4-FFF2-40B4-BE49-F238E27FC236}">
                  <a16:creationId xmlns:a16="http://schemas.microsoft.com/office/drawing/2014/main" id="{B2CAEADE-3629-71D2-9F41-E01306889C98}"/>
                </a:ext>
              </a:extLst>
            </p:cNvPr>
            <p:cNvSpPr/>
            <p:nvPr/>
          </p:nvSpPr>
          <p:spPr>
            <a:xfrm>
              <a:off x="3965353" y="2797188"/>
              <a:ext cx="155830" cy="291213"/>
            </a:xfrm>
            <a:custGeom>
              <a:avLst/>
              <a:gdLst/>
              <a:ahLst/>
              <a:cxnLst/>
              <a:rect l="l" t="t" r="r" b="b"/>
              <a:pathLst>
                <a:path w="9184" h="17163" extrusionOk="0">
                  <a:moveTo>
                    <a:pt x="452" y="1"/>
                  </a:moveTo>
                  <a:lnTo>
                    <a:pt x="151" y="151"/>
                  </a:lnTo>
                  <a:lnTo>
                    <a:pt x="1" y="452"/>
                  </a:lnTo>
                  <a:lnTo>
                    <a:pt x="1" y="16711"/>
                  </a:lnTo>
                  <a:lnTo>
                    <a:pt x="151" y="17012"/>
                  </a:lnTo>
                  <a:lnTo>
                    <a:pt x="452" y="17162"/>
                  </a:lnTo>
                  <a:lnTo>
                    <a:pt x="8732" y="17162"/>
                  </a:lnTo>
                  <a:lnTo>
                    <a:pt x="9033" y="17012"/>
                  </a:lnTo>
                  <a:lnTo>
                    <a:pt x="9183" y="16711"/>
                  </a:lnTo>
                  <a:lnTo>
                    <a:pt x="9183" y="452"/>
                  </a:lnTo>
                  <a:lnTo>
                    <a:pt x="9033" y="151"/>
                  </a:lnTo>
                  <a:lnTo>
                    <a:pt x="873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1844;p29">
              <a:extLst>
                <a:ext uri="{FF2B5EF4-FFF2-40B4-BE49-F238E27FC236}">
                  <a16:creationId xmlns:a16="http://schemas.microsoft.com/office/drawing/2014/main" id="{2492E9CD-C1B7-6DD2-0C58-4EEFB5E324FF}"/>
                </a:ext>
              </a:extLst>
            </p:cNvPr>
            <p:cNvSpPr/>
            <p:nvPr/>
          </p:nvSpPr>
          <p:spPr>
            <a:xfrm>
              <a:off x="3965353" y="2797188"/>
              <a:ext cx="155830" cy="291213"/>
            </a:xfrm>
            <a:custGeom>
              <a:avLst/>
              <a:gdLst/>
              <a:ahLst/>
              <a:cxnLst/>
              <a:rect l="l" t="t" r="r" b="b"/>
              <a:pathLst>
                <a:path w="9184" h="17163" fill="none" extrusionOk="0">
                  <a:moveTo>
                    <a:pt x="1" y="16711"/>
                  </a:moveTo>
                  <a:lnTo>
                    <a:pt x="1" y="452"/>
                  </a:lnTo>
                  <a:lnTo>
                    <a:pt x="1" y="452"/>
                  </a:lnTo>
                  <a:lnTo>
                    <a:pt x="151" y="151"/>
                  </a:lnTo>
                  <a:lnTo>
                    <a:pt x="452" y="1"/>
                  </a:lnTo>
                  <a:lnTo>
                    <a:pt x="8732" y="1"/>
                  </a:lnTo>
                  <a:lnTo>
                    <a:pt x="8732" y="1"/>
                  </a:lnTo>
                  <a:lnTo>
                    <a:pt x="9033" y="151"/>
                  </a:lnTo>
                  <a:lnTo>
                    <a:pt x="9183" y="452"/>
                  </a:lnTo>
                  <a:lnTo>
                    <a:pt x="9183" y="16711"/>
                  </a:lnTo>
                  <a:lnTo>
                    <a:pt x="9183" y="16711"/>
                  </a:lnTo>
                  <a:lnTo>
                    <a:pt x="9033" y="17012"/>
                  </a:lnTo>
                  <a:lnTo>
                    <a:pt x="8732" y="17162"/>
                  </a:lnTo>
                  <a:lnTo>
                    <a:pt x="452" y="17162"/>
                  </a:lnTo>
                  <a:lnTo>
                    <a:pt x="452" y="17162"/>
                  </a:lnTo>
                  <a:lnTo>
                    <a:pt x="151" y="17012"/>
                  </a:lnTo>
                  <a:lnTo>
                    <a:pt x="1" y="1671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1845;p29">
              <a:extLst>
                <a:ext uri="{FF2B5EF4-FFF2-40B4-BE49-F238E27FC236}">
                  <a16:creationId xmlns:a16="http://schemas.microsoft.com/office/drawing/2014/main" id="{3EDBBA18-3E3F-B05C-26C5-D0CDBD11B4EC}"/>
                </a:ext>
              </a:extLst>
            </p:cNvPr>
            <p:cNvSpPr/>
            <p:nvPr/>
          </p:nvSpPr>
          <p:spPr>
            <a:xfrm>
              <a:off x="3983237" y="2797188"/>
              <a:ext cx="56213" cy="291213"/>
            </a:xfrm>
            <a:custGeom>
              <a:avLst/>
              <a:gdLst/>
              <a:ahLst/>
              <a:cxnLst/>
              <a:rect l="l" t="t" r="r" b="b"/>
              <a:pathLst>
                <a:path w="3313" h="17163" extrusionOk="0">
                  <a:moveTo>
                    <a:pt x="1506" y="1"/>
                  </a:moveTo>
                  <a:lnTo>
                    <a:pt x="0" y="17162"/>
                  </a:lnTo>
                  <a:lnTo>
                    <a:pt x="1957" y="17162"/>
                  </a:lnTo>
                  <a:lnTo>
                    <a:pt x="3312" y="1"/>
                  </a:lnTo>
                  <a:close/>
                </a:path>
              </a:pathLst>
            </a:custGeom>
            <a:solidFill>
              <a:srgbClr val="D9E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1846;p29">
              <a:extLst>
                <a:ext uri="{FF2B5EF4-FFF2-40B4-BE49-F238E27FC236}">
                  <a16:creationId xmlns:a16="http://schemas.microsoft.com/office/drawing/2014/main" id="{9816637C-9992-1A75-D940-C2BE7B4FB190}"/>
                </a:ext>
              </a:extLst>
            </p:cNvPr>
            <p:cNvSpPr/>
            <p:nvPr/>
          </p:nvSpPr>
          <p:spPr>
            <a:xfrm>
              <a:off x="3983237" y="2797188"/>
              <a:ext cx="56213" cy="291213"/>
            </a:xfrm>
            <a:custGeom>
              <a:avLst/>
              <a:gdLst/>
              <a:ahLst/>
              <a:cxnLst/>
              <a:rect l="l" t="t" r="r" b="b"/>
              <a:pathLst>
                <a:path w="3313" h="17163" fill="none" extrusionOk="0">
                  <a:moveTo>
                    <a:pt x="3312" y="1"/>
                  </a:moveTo>
                  <a:lnTo>
                    <a:pt x="1506" y="1"/>
                  </a:lnTo>
                  <a:lnTo>
                    <a:pt x="0" y="17162"/>
                  </a:lnTo>
                  <a:lnTo>
                    <a:pt x="1957" y="17162"/>
                  </a:lnTo>
                  <a:lnTo>
                    <a:pt x="331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1847;p29">
              <a:extLst>
                <a:ext uri="{FF2B5EF4-FFF2-40B4-BE49-F238E27FC236}">
                  <a16:creationId xmlns:a16="http://schemas.microsoft.com/office/drawing/2014/main" id="{0DE9E2AE-C3B3-E8A0-82C2-09A6734D69F8}"/>
                </a:ext>
              </a:extLst>
            </p:cNvPr>
            <p:cNvSpPr/>
            <p:nvPr/>
          </p:nvSpPr>
          <p:spPr>
            <a:xfrm>
              <a:off x="4026657" y="2797188"/>
              <a:ext cx="45999" cy="291213"/>
            </a:xfrm>
            <a:custGeom>
              <a:avLst/>
              <a:gdLst/>
              <a:ahLst/>
              <a:cxnLst/>
              <a:rect l="l" t="t" r="r" b="b"/>
              <a:pathLst>
                <a:path w="2711" h="17163" extrusionOk="0">
                  <a:moveTo>
                    <a:pt x="1506" y="1"/>
                  </a:moveTo>
                  <a:lnTo>
                    <a:pt x="0" y="17162"/>
                  </a:lnTo>
                  <a:lnTo>
                    <a:pt x="1205" y="17162"/>
                  </a:lnTo>
                  <a:lnTo>
                    <a:pt x="2710" y="1"/>
                  </a:lnTo>
                  <a:close/>
                </a:path>
              </a:pathLst>
            </a:custGeom>
            <a:solidFill>
              <a:srgbClr val="D9E5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1848;p29">
              <a:extLst>
                <a:ext uri="{FF2B5EF4-FFF2-40B4-BE49-F238E27FC236}">
                  <a16:creationId xmlns:a16="http://schemas.microsoft.com/office/drawing/2014/main" id="{647FE655-5B38-8BC8-C069-11831A19E502}"/>
                </a:ext>
              </a:extLst>
            </p:cNvPr>
            <p:cNvSpPr/>
            <p:nvPr/>
          </p:nvSpPr>
          <p:spPr>
            <a:xfrm>
              <a:off x="4026657" y="2797188"/>
              <a:ext cx="45999" cy="291213"/>
            </a:xfrm>
            <a:custGeom>
              <a:avLst/>
              <a:gdLst/>
              <a:ahLst/>
              <a:cxnLst/>
              <a:rect l="l" t="t" r="r" b="b"/>
              <a:pathLst>
                <a:path w="2711" h="17163" fill="none" extrusionOk="0">
                  <a:moveTo>
                    <a:pt x="2710" y="1"/>
                  </a:moveTo>
                  <a:lnTo>
                    <a:pt x="1506" y="1"/>
                  </a:lnTo>
                  <a:lnTo>
                    <a:pt x="0" y="17162"/>
                  </a:lnTo>
                  <a:lnTo>
                    <a:pt x="1205" y="17162"/>
                  </a:lnTo>
                  <a:lnTo>
                    <a:pt x="271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1849;p29">
              <a:extLst>
                <a:ext uri="{FF2B5EF4-FFF2-40B4-BE49-F238E27FC236}">
                  <a16:creationId xmlns:a16="http://schemas.microsoft.com/office/drawing/2014/main" id="{D734A3EC-D4A7-080B-D9CB-4DBA8204BC5C}"/>
                </a:ext>
              </a:extLst>
            </p:cNvPr>
            <p:cNvSpPr/>
            <p:nvPr/>
          </p:nvSpPr>
          <p:spPr>
            <a:xfrm>
              <a:off x="3712486" y="2115196"/>
              <a:ext cx="344831" cy="378053"/>
            </a:xfrm>
            <a:custGeom>
              <a:avLst/>
              <a:gdLst/>
              <a:ahLst/>
              <a:cxnLst/>
              <a:rect l="l" t="t" r="r" b="b"/>
              <a:pathLst>
                <a:path w="20323" h="22281" extrusionOk="0">
                  <a:moveTo>
                    <a:pt x="4667" y="1"/>
                  </a:moveTo>
                  <a:lnTo>
                    <a:pt x="4215" y="302"/>
                  </a:lnTo>
                  <a:lnTo>
                    <a:pt x="3914" y="603"/>
                  </a:lnTo>
                  <a:lnTo>
                    <a:pt x="0" y="21679"/>
                  </a:lnTo>
                  <a:lnTo>
                    <a:pt x="0" y="21980"/>
                  </a:lnTo>
                  <a:lnTo>
                    <a:pt x="0" y="22130"/>
                  </a:lnTo>
                  <a:lnTo>
                    <a:pt x="151" y="22281"/>
                  </a:lnTo>
                  <a:lnTo>
                    <a:pt x="15656" y="22281"/>
                  </a:lnTo>
                  <a:lnTo>
                    <a:pt x="16108" y="22130"/>
                  </a:lnTo>
                  <a:lnTo>
                    <a:pt x="16409" y="21679"/>
                  </a:lnTo>
                  <a:lnTo>
                    <a:pt x="20323" y="603"/>
                  </a:lnTo>
                  <a:lnTo>
                    <a:pt x="20323" y="453"/>
                  </a:lnTo>
                  <a:lnTo>
                    <a:pt x="20172" y="302"/>
                  </a:lnTo>
                  <a:lnTo>
                    <a:pt x="20022" y="152"/>
                  </a:lnTo>
                  <a:lnTo>
                    <a:pt x="19871"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1850;p29">
              <a:extLst>
                <a:ext uri="{FF2B5EF4-FFF2-40B4-BE49-F238E27FC236}">
                  <a16:creationId xmlns:a16="http://schemas.microsoft.com/office/drawing/2014/main" id="{98A34AC2-3788-EB05-A5DE-1C1679246AA8}"/>
                </a:ext>
              </a:extLst>
            </p:cNvPr>
            <p:cNvSpPr/>
            <p:nvPr/>
          </p:nvSpPr>
          <p:spPr>
            <a:xfrm>
              <a:off x="3717594" y="2122866"/>
              <a:ext cx="324402" cy="357624"/>
            </a:xfrm>
            <a:custGeom>
              <a:avLst/>
              <a:gdLst/>
              <a:ahLst/>
              <a:cxnLst/>
              <a:rect l="l" t="t" r="r" b="b"/>
              <a:pathLst>
                <a:path w="19119" h="21077" extrusionOk="0">
                  <a:moveTo>
                    <a:pt x="4366" y="1"/>
                  </a:moveTo>
                  <a:lnTo>
                    <a:pt x="3914" y="151"/>
                  </a:lnTo>
                  <a:lnTo>
                    <a:pt x="3764" y="603"/>
                  </a:lnTo>
                  <a:lnTo>
                    <a:pt x="0" y="20474"/>
                  </a:lnTo>
                  <a:lnTo>
                    <a:pt x="0" y="20624"/>
                  </a:lnTo>
                  <a:lnTo>
                    <a:pt x="151" y="20775"/>
                  </a:lnTo>
                  <a:lnTo>
                    <a:pt x="301" y="20925"/>
                  </a:lnTo>
                  <a:lnTo>
                    <a:pt x="452" y="21076"/>
                  </a:lnTo>
                  <a:lnTo>
                    <a:pt x="14753" y="21076"/>
                  </a:lnTo>
                  <a:lnTo>
                    <a:pt x="15205" y="20775"/>
                  </a:lnTo>
                  <a:lnTo>
                    <a:pt x="15506" y="20474"/>
                  </a:lnTo>
                  <a:lnTo>
                    <a:pt x="19119" y="603"/>
                  </a:lnTo>
                  <a:lnTo>
                    <a:pt x="19119" y="452"/>
                  </a:lnTo>
                  <a:lnTo>
                    <a:pt x="19119" y="151"/>
                  </a:lnTo>
                  <a:lnTo>
                    <a:pt x="18968" y="151"/>
                  </a:lnTo>
                  <a:lnTo>
                    <a:pt x="1866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1851;p29">
              <a:extLst>
                <a:ext uri="{FF2B5EF4-FFF2-40B4-BE49-F238E27FC236}">
                  <a16:creationId xmlns:a16="http://schemas.microsoft.com/office/drawing/2014/main" id="{FC376984-D9FC-4E4A-21AA-1162F26094DB}"/>
                </a:ext>
              </a:extLst>
            </p:cNvPr>
            <p:cNvSpPr/>
            <p:nvPr/>
          </p:nvSpPr>
          <p:spPr>
            <a:xfrm>
              <a:off x="3717594" y="2122866"/>
              <a:ext cx="324402" cy="357624"/>
            </a:xfrm>
            <a:custGeom>
              <a:avLst/>
              <a:gdLst/>
              <a:ahLst/>
              <a:cxnLst/>
              <a:rect l="l" t="t" r="r" b="b"/>
              <a:pathLst>
                <a:path w="19119" h="21077" fill="none" extrusionOk="0">
                  <a:moveTo>
                    <a:pt x="14753" y="21076"/>
                  </a:moveTo>
                  <a:lnTo>
                    <a:pt x="452" y="21076"/>
                  </a:lnTo>
                  <a:lnTo>
                    <a:pt x="452" y="21076"/>
                  </a:lnTo>
                  <a:lnTo>
                    <a:pt x="301" y="20925"/>
                  </a:lnTo>
                  <a:lnTo>
                    <a:pt x="151" y="20775"/>
                  </a:lnTo>
                  <a:lnTo>
                    <a:pt x="0" y="20624"/>
                  </a:lnTo>
                  <a:lnTo>
                    <a:pt x="0" y="20474"/>
                  </a:lnTo>
                  <a:lnTo>
                    <a:pt x="3764" y="603"/>
                  </a:lnTo>
                  <a:lnTo>
                    <a:pt x="3764" y="603"/>
                  </a:lnTo>
                  <a:lnTo>
                    <a:pt x="3914" y="151"/>
                  </a:lnTo>
                  <a:lnTo>
                    <a:pt x="4366" y="1"/>
                  </a:lnTo>
                  <a:lnTo>
                    <a:pt x="18667" y="1"/>
                  </a:lnTo>
                  <a:lnTo>
                    <a:pt x="18667" y="1"/>
                  </a:lnTo>
                  <a:lnTo>
                    <a:pt x="18968" y="151"/>
                  </a:lnTo>
                  <a:lnTo>
                    <a:pt x="19119" y="151"/>
                  </a:lnTo>
                  <a:lnTo>
                    <a:pt x="19119" y="452"/>
                  </a:lnTo>
                  <a:lnTo>
                    <a:pt x="19119" y="603"/>
                  </a:lnTo>
                  <a:lnTo>
                    <a:pt x="15506" y="20474"/>
                  </a:lnTo>
                  <a:lnTo>
                    <a:pt x="15506" y="20474"/>
                  </a:lnTo>
                  <a:lnTo>
                    <a:pt x="15205" y="20775"/>
                  </a:lnTo>
                  <a:lnTo>
                    <a:pt x="14753" y="2107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1852;p29">
              <a:extLst>
                <a:ext uri="{FF2B5EF4-FFF2-40B4-BE49-F238E27FC236}">
                  <a16:creationId xmlns:a16="http://schemas.microsoft.com/office/drawing/2014/main" id="{892A7127-A395-EE2B-694C-B39E68508530}"/>
                </a:ext>
              </a:extLst>
            </p:cNvPr>
            <p:cNvSpPr/>
            <p:nvPr/>
          </p:nvSpPr>
          <p:spPr>
            <a:xfrm>
              <a:off x="3265478" y="2097330"/>
              <a:ext cx="255446" cy="357607"/>
            </a:xfrm>
            <a:custGeom>
              <a:avLst/>
              <a:gdLst/>
              <a:ahLst/>
              <a:cxnLst/>
              <a:rect l="l" t="t" r="r" b="b"/>
              <a:pathLst>
                <a:path w="15055" h="21076" extrusionOk="0">
                  <a:moveTo>
                    <a:pt x="3313" y="0"/>
                  </a:moveTo>
                  <a:lnTo>
                    <a:pt x="3162" y="452"/>
                  </a:lnTo>
                  <a:lnTo>
                    <a:pt x="2861" y="1054"/>
                  </a:lnTo>
                  <a:lnTo>
                    <a:pt x="2410" y="1957"/>
                  </a:lnTo>
                  <a:lnTo>
                    <a:pt x="1807" y="3914"/>
                  </a:lnTo>
                  <a:lnTo>
                    <a:pt x="1205" y="5871"/>
                  </a:lnTo>
                  <a:lnTo>
                    <a:pt x="754" y="7828"/>
                  </a:lnTo>
                  <a:lnTo>
                    <a:pt x="453" y="9785"/>
                  </a:lnTo>
                  <a:lnTo>
                    <a:pt x="151" y="11742"/>
                  </a:lnTo>
                  <a:lnTo>
                    <a:pt x="1" y="13699"/>
                  </a:lnTo>
                  <a:lnTo>
                    <a:pt x="1" y="15656"/>
                  </a:lnTo>
                  <a:lnTo>
                    <a:pt x="1" y="16710"/>
                  </a:lnTo>
                  <a:lnTo>
                    <a:pt x="1" y="17613"/>
                  </a:lnTo>
                  <a:lnTo>
                    <a:pt x="302" y="18516"/>
                  </a:lnTo>
                  <a:lnTo>
                    <a:pt x="603" y="19119"/>
                  </a:lnTo>
                  <a:lnTo>
                    <a:pt x="904" y="19570"/>
                  </a:lnTo>
                  <a:lnTo>
                    <a:pt x="1356" y="20022"/>
                  </a:lnTo>
                  <a:lnTo>
                    <a:pt x="1807" y="20323"/>
                  </a:lnTo>
                  <a:lnTo>
                    <a:pt x="2861" y="20775"/>
                  </a:lnTo>
                  <a:lnTo>
                    <a:pt x="3764" y="21076"/>
                  </a:lnTo>
                  <a:lnTo>
                    <a:pt x="5119" y="20925"/>
                  </a:lnTo>
                  <a:lnTo>
                    <a:pt x="6324" y="20624"/>
                  </a:lnTo>
                  <a:lnTo>
                    <a:pt x="8431" y="19871"/>
                  </a:lnTo>
                  <a:lnTo>
                    <a:pt x="10238" y="18968"/>
                  </a:lnTo>
                  <a:lnTo>
                    <a:pt x="11893" y="18065"/>
                  </a:lnTo>
                  <a:lnTo>
                    <a:pt x="13549" y="16861"/>
                  </a:lnTo>
                  <a:lnTo>
                    <a:pt x="15055" y="15656"/>
                  </a:lnTo>
                  <a:lnTo>
                    <a:pt x="13549" y="13398"/>
                  </a:lnTo>
                  <a:lnTo>
                    <a:pt x="10238" y="14904"/>
                  </a:lnTo>
                  <a:lnTo>
                    <a:pt x="8582" y="15506"/>
                  </a:lnTo>
                  <a:lnTo>
                    <a:pt x="6926" y="16108"/>
                  </a:lnTo>
                  <a:lnTo>
                    <a:pt x="5420" y="16409"/>
                  </a:lnTo>
                  <a:lnTo>
                    <a:pt x="4878" y="16409"/>
                  </a:lnTo>
                  <a:lnTo>
                    <a:pt x="4969" y="15957"/>
                  </a:lnTo>
                  <a:lnTo>
                    <a:pt x="5270" y="12344"/>
                  </a:lnTo>
                  <a:lnTo>
                    <a:pt x="6022" y="8882"/>
                  </a:lnTo>
                  <a:lnTo>
                    <a:pt x="6926" y="5570"/>
                  </a:lnTo>
                  <a:lnTo>
                    <a:pt x="7528" y="4065"/>
                  </a:lnTo>
                  <a:lnTo>
                    <a:pt x="7829" y="3312"/>
                  </a:lnTo>
                  <a:lnTo>
                    <a:pt x="7979" y="2860"/>
                  </a:lnTo>
                  <a:lnTo>
                    <a:pt x="8130" y="2559"/>
                  </a:lnTo>
                  <a:lnTo>
                    <a:pt x="3313"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1853;p29">
              <a:extLst>
                <a:ext uri="{FF2B5EF4-FFF2-40B4-BE49-F238E27FC236}">
                  <a16:creationId xmlns:a16="http://schemas.microsoft.com/office/drawing/2014/main" id="{9929A765-14A8-A9FB-2CBF-6B605026751D}"/>
                </a:ext>
              </a:extLst>
            </p:cNvPr>
            <p:cNvSpPr/>
            <p:nvPr/>
          </p:nvSpPr>
          <p:spPr>
            <a:xfrm>
              <a:off x="3462165" y="1778035"/>
              <a:ext cx="181366" cy="260553"/>
            </a:xfrm>
            <a:custGeom>
              <a:avLst/>
              <a:gdLst/>
              <a:ahLst/>
              <a:cxnLst/>
              <a:rect l="l" t="t" r="r" b="b"/>
              <a:pathLst>
                <a:path w="10689" h="15356" extrusionOk="0">
                  <a:moveTo>
                    <a:pt x="151" y="1"/>
                  </a:moveTo>
                  <a:lnTo>
                    <a:pt x="753" y="2861"/>
                  </a:lnTo>
                  <a:lnTo>
                    <a:pt x="904" y="4668"/>
                  </a:lnTo>
                  <a:lnTo>
                    <a:pt x="1054" y="6474"/>
                  </a:lnTo>
                  <a:lnTo>
                    <a:pt x="1205" y="8130"/>
                  </a:lnTo>
                  <a:lnTo>
                    <a:pt x="1054" y="9786"/>
                  </a:lnTo>
                  <a:lnTo>
                    <a:pt x="603" y="11141"/>
                  </a:lnTo>
                  <a:lnTo>
                    <a:pt x="301" y="11592"/>
                  </a:lnTo>
                  <a:lnTo>
                    <a:pt x="0" y="12044"/>
                  </a:lnTo>
                  <a:lnTo>
                    <a:pt x="151" y="12646"/>
                  </a:lnTo>
                  <a:lnTo>
                    <a:pt x="452" y="13098"/>
                  </a:lnTo>
                  <a:lnTo>
                    <a:pt x="1054" y="13700"/>
                  </a:lnTo>
                  <a:lnTo>
                    <a:pt x="1957" y="14302"/>
                  </a:lnTo>
                  <a:lnTo>
                    <a:pt x="3162" y="14754"/>
                  </a:lnTo>
                  <a:lnTo>
                    <a:pt x="4667" y="15205"/>
                  </a:lnTo>
                  <a:lnTo>
                    <a:pt x="6624" y="15356"/>
                  </a:lnTo>
                  <a:lnTo>
                    <a:pt x="8732" y="15205"/>
                  </a:lnTo>
                  <a:lnTo>
                    <a:pt x="9334" y="15055"/>
                  </a:lnTo>
                  <a:lnTo>
                    <a:pt x="9936" y="14754"/>
                  </a:lnTo>
                  <a:lnTo>
                    <a:pt x="10237" y="14603"/>
                  </a:lnTo>
                  <a:lnTo>
                    <a:pt x="10538" y="14302"/>
                  </a:lnTo>
                  <a:lnTo>
                    <a:pt x="10538" y="14001"/>
                  </a:lnTo>
                  <a:lnTo>
                    <a:pt x="10689" y="13700"/>
                  </a:lnTo>
                  <a:lnTo>
                    <a:pt x="10538" y="13098"/>
                  </a:lnTo>
                  <a:lnTo>
                    <a:pt x="10237" y="12646"/>
                  </a:lnTo>
                  <a:lnTo>
                    <a:pt x="9785" y="12044"/>
                  </a:lnTo>
                  <a:lnTo>
                    <a:pt x="8581" y="11743"/>
                  </a:lnTo>
                  <a:lnTo>
                    <a:pt x="7678" y="11141"/>
                  </a:lnTo>
                  <a:lnTo>
                    <a:pt x="7226" y="10539"/>
                  </a:lnTo>
                  <a:lnTo>
                    <a:pt x="6775" y="9786"/>
                  </a:lnTo>
                  <a:lnTo>
                    <a:pt x="6624" y="8883"/>
                  </a:lnTo>
                  <a:lnTo>
                    <a:pt x="6624" y="7979"/>
                  </a:lnTo>
                  <a:lnTo>
                    <a:pt x="6775" y="7076"/>
                  </a:lnTo>
                  <a:lnTo>
                    <a:pt x="6925" y="6173"/>
                  </a:lnTo>
                  <a:lnTo>
                    <a:pt x="151"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1854;p29">
              <a:extLst>
                <a:ext uri="{FF2B5EF4-FFF2-40B4-BE49-F238E27FC236}">
                  <a16:creationId xmlns:a16="http://schemas.microsoft.com/office/drawing/2014/main" id="{2B7A30E3-D442-DE82-D7E8-FE12E7DB28B0}"/>
                </a:ext>
              </a:extLst>
            </p:cNvPr>
            <p:cNvSpPr/>
            <p:nvPr/>
          </p:nvSpPr>
          <p:spPr>
            <a:xfrm>
              <a:off x="3426397" y="1941517"/>
              <a:ext cx="232455" cy="74080"/>
            </a:xfrm>
            <a:custGeom>
              <a:avLst/>
              <a:gdLst/>
              <a:ahLst/>
              <a:cxnLst/>
              <a:rect l="l" t="t" r="r" b="b"/>
              <a:pathLst>
                <a:path w="13700" h="4366" extrusionOk="0">
                  <a:moveTo>
                    <a:pt x="2409" y="0"/>
                  </a:moveTo>
                  <a:lnTo>
                    <a:pt x="1055" y="151"/>
                  </a:lnTo>
                  <a:lnTo>
                    <a:pt x="302" y="301"/>
                  </a:lnTo>
                  <a:lnTo>
                    <a:pt x="1" y="452"/>
                  </a:lnTo>
                  <a:lnTo>
                    <a:pt x="1" y="753"/>
                  </a:lnTo>
                  <a:lnTo>
                    <a:pt x="452" y="2559"/>
                  </a:lnTo>
                  <a:lnTo>
                    <a:pt x="754" y="3613"/>
                  </a:lnTo>
                  <a:lnTo>
                    <a:pt x="13700" y="4366"/>
                  </a:lnTo>
                  <a:lnTo>
                    <a:pt x="13549" y="3914"/>
                  </a:lnTo>
                  <a:lnTo>
                    <a:pt x="12947" y="2861"/>
                  </a:lnTo>
                  <a:lnTo>
                    <a:pt x="12496" y="2108"/>
                  </a:lnTo>
                  <a:lnTo>
                    <a:pt x="11893" y="1506"/>
                  </a:lnTo>
                  <a:lnTo>
                    <a:pt x="11141" y="1054"/>
                  </a:lnTo>
                  <a:lnTo>
                    <a:pt x="10238" y="602"/>
                  </a:lnTo>
                  <a:lnTo>
                    <a:pt x="9033" y="452"/>
                  </a:lnTo>
                  <a:lnTo>
                    <a:pt x="7528" y="301"/>
                  </a:lnTo>
                  <a:lnTo>
                    <a:pt x="406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1855;p29">
              <a:extLst>
                <a:ext uri="{FF2B5EF4-FFF2-40B4-BE49-F238E27FC236}">
                  <a16:creationId xmlns:a16="http://schemas.microsoft.com/office/drawing/2014/main" id="{EC1A657A-93E8-09B5-33A3-3C3E016213E5}"/>
                </a:ext>
              </a:extLst>
            </p:cNvPr>
            <p:cNvSpPr/>
            <p:nvPr/>
          </p:nvSpPr>
          <p:spPr>
            <a:xfrm>
              <a:off x="3694603" y="1765276"/>
              <a:ext cx="25553" cy="53651"/>
            </a:xfrm>
            <a:custGeom>
              <a:avLst/>
              <a:gdLst/>
              <a:ahLst/>
              <a:cxnLst/>
              <a:rect l="l" t="t" r="r" b="b"/>
              <a:pathLst>
                <a:path w="1506" h="3162" extrusionOk="0">
                  <a:moveTo>
                    <a:pt x="603" y="0"/>
                  </a:moveTo>
                  <a:lnTo>
                    <a:pt x="0" y="3011"/>
                  </a:lnTo>
                  <a:lnTo>
                    <a:pt x="452" y="3161"/>
                  </a:lnTo>
                  <a:lnTo>
                    <a:pt x="904" y="3161"/>
                  </a:lnTo>
                  <a:lnTo>
                    <a:pt x="1506" y="3011"/>
                  </a:lnTo>
                  <a:lnTo>
                    <a:pt x="1054" y="2108"/>
                  </a:lnTo>
                  <a:lnTo>
                    <a:pt x="753" y="1054"/>
                  </a:lnTo>
                  <a:lnTo>
                    <a:pt x="603" y="0"/>
                  </a:lnTo>
                  <a:close/>
                </a:path>
              </a:pathLst>
            </a:custGeom>
            <a:solidFill>
              <a:srgbClr val="A027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1856;p29">
              <a:extLst>
                <a:ext uri="{FF2B5EF4-FFF2-40B4-BE49-F238E27FC236}">
                  <a16:creationId xmlns:a16="http://schemas.microsoft.com/office/drawing/2014/main" id="{2F9262F7-77E0-4EBE-4914-C71EEB87F692}"/>
                </a:ext>
              </a:extLst>
            </p:cNvPr>
            <p:cNvSpPr/>
            <p:nvPr/>
          </p:nvSpPr>
          <p:spPr>
            <a:xfrm>
              <a:off x="3684388" y="1691196"/>
              <a:ext cx="43437" cy="17901"/>
            </a:xfrm>
            <a:custGeom>
              <a:avLst/>
              <a:gdLst/>
              <a:ahLst/>
              <a:cxnLst/>
              <a:rect l="l" t="t" r="r" b="b"/>
              <a:pathLst>
                <a:path w="2560" h="1055" extrusionOk="0">
                  <a:moveTo>
                    <a:pt x="1506" y="1"/>
                  </a:moveTo>
                  <a:lnTo>
                    <a:pt x="904" y="151"/>
                  </a:lnTo>
                  <a:lnTo>
                    <a:pt x="151" y="753"/>
                  </a:lnTo>
                  <a:lnTo>
                    <a:pt x="0" y="904"/>
                  </a:lnTo>
                  <a:lnTo>
                    <a:pt x="151" y="1054"/>
                  </a:lnTo>
                  <a:lnTo>
                    <a:pt x="452" y="1054"/>
                  </a:lnTo>
                  <a:lnTo>
                    <a:pt x="1054" y="603"/>
                  </a:lnTo>
                  <a:lnTo>
                    <a:pt x="1656" y="452"/>
                  </a:lnTo>
                  <a:lnTo>
                    <a:pt x="2409" y="452"/>
                  </a:lnTo>
                  <a:lnTo>
                    <a:pt x="2559" y="302"/>
                  </a:lnTo>
                  <a:lnTo>
                    <a:pt x="240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1857;p29">
              <a:extLst>
                <a:ext uri="{FF2B5EF4-FFF2-40B4-BE49-F238E27FC236}">
                  <a16:creationId xmlns:a16="http://schemas.microsoft.com/office/drawing/2014/main" id="{96C3B4B3-123C-A0A3-9253-38F78034DFDE}"/>
                </a:ext>
              </a:extLst>
            </p:cNvPr>
            <p:cNvSpPr/>
            <p:nvPr/>
          </p:nvSpPr>
          <p:spPr>
            <a:xfrm>
              <a:off x="3699710" y="1739723"/>
              <a:ext cx="17901" cy="25570"/>
            </a:xfrm>
            <a:custGeom>
              <a:avLst/>
              <a:gdLst/>
              <a:ahLst/>
              <a:cxnLst/>
              <a:rect l="l" t="t" r="r" b="b"/>
              <a:pathLst>
                <a:path w="1055" h="1507" extrusionOk="0">
                  <a:moveTo>
                    <a:pt x="452" y="1"/>
                  </a:moveTo>
                  <a:lnTo>
                    <a:pt x="302" y="151"/>
                  </a:lnTo>
                  <a:lnTo>
                    <a:pt x="1" y="753"/>
                  </a:lnTo>
                  <a:lnTo>
                    <a:pt x="1" y="1205"/>
                  </a:lnTo>
                  <a:lnTo>
                    <a:pt x="151" y="1506"/>
                  </a:lnTo>
                  <a:lnTo>
                    <a:pt x="603" y="1506"/>
                  </a:lnTo>
                  <a:lnTo>
                    <a:pt x="753" y="1356"/>
                  </a:lnTo>
                  <a:lnTo>
                    <a:pt x="1054" y="904"/>
                  </a:lnTo>
                  <a:lnTo>
                    <a:pt x="1054" y="302"/>
                  </a:lnTo>
                  <a:lnTo>
                    <a:pt x="904" y="151"/>
                  </a:lnTo>
                  <a:lnTo>
                    <a:pt x="75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1858;p29">
              <a:extLst>
                <a:ext uri="{FF2B5EF4-FFF2-40B4-BE49-F238E27FC236}">
                  <a16:creationId xmlns:a16="http://schemas.microsoft.com/office/drawing/2014/main" id="{C0474D16-B1EA-D1D9-EBEA-51F24654E9F8}"/>
                </a:ext>
              </a:extLst>
            </p:cNvPr>
            <p:cNvSpPr/>
            <p:nvPr/>
          </p:nvSpPr>
          <p:spPr>
            <a:xfrm>
              <a:off x="3709924" y="1739723"/>
              <a:ext cx="17901" cy="5124"/>
            </a:xfrm>
            <a:custGeom>
              <a:avLst/>
              <a:gdLst/>
              <a:ahLst/>
              <a:cxnLst/>
              <a:rect l="l" t="t" r="r" b="b"/>
              <a:pathLst>
                <a:path w="1055" h="302" extrusionOk="0">
                  <a:moveTo>
                    <a:pt x="1" y="1"/>
                  </a:moveTo>
                  <a:lnTo>
                    <a:pt x="151" y="151"/>
                  </a:lnTo>
                  <a:lnTo>
                    <a:pt x="302" y="302"/>
                  </a:lnTo>
                  <a:lnTo>
                    <a:pt x="603" y="151"/>
                  </a:lnTo>
                  <a:lnTo>
                    <a:pt x="105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1859;p29">
              <a:extLst>
                <a:ext uri="{FF2B5EF4-FFF2-40B4-BE49-F238E27FC236}">
                  <a16:creationId xmlns:a16="http://schemas.microsoft.com/office/drawing/2014/main" id="{956C4394-773E-9BEF-B488-7274BD15D5C1}"/>
                </a:ext>
              </a:extLst>
            </p:cNvPr>
            <p:cNvSpPr/>
            <p:nvPr/>
          </p:nvSpPr>
          <p:spPr>
            <a:xfrm>
              <a:off x="3004942" y="4375726"/>
              <a:ext cx="120079" cy="209464"/>
            </a:xfrm>
            <a:custGeom>
              <a:avLst/>
              <a:gdLst/>
              <a:ahLst/>
              <a:cxnLst/>
              <a:rect l="l" t="t" r="r" b="b"/>
              <a:pathLst>
                <a:path w="7077" h="12345" extrusionOk="0">
                  <a:moveTo>
                    <a:pt x="1657" y="1"/>
                  </a:moveTo>
                  <a:lnTo>
                    <a:pt x="1" y="12345"/>
                  </a:lnTo>
                  <a:lnTo>
                    <a:pt x="5270" y="12345"/>
                  </a:lnTo>
                  <a:lnTo>
                    <a:pt x="7076"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1860;p29">
              <a:extLst>
                <a:ext uri="{FF2B5EF4-FFF2-40B4-BE49-F238E27FC236}">
                  <a16:creationId xmlns:a16="http://schemas.microsoft.com/office/drawing/2014/main" id="{42082950-241F-FB63-4FC4-C6206147685B}"/>
                </a:ext>
              </a:extLst>
            </p:cNvPr>
            <p:cNvSpPr/>
            <p:nvPr/>
          </p:nvSpPr>
          <p:spPr>
            <a:xfrm>
              <a:off x="3004942" y="4375726"/>
              <a:ext cx="120079" cy="209464"/>
            </a:xfrm>
            <a:custGeom>
              <a:avLst/>
              <a:gdLst/>
              <a:ahLst/>
              <a:cxnLst/>
              <a:rect l="l" t="t" r="r" b="b"/>
              <a:pathLst>
                <a:path w="7077" h="12345" fill="none" extrusionOk="0">
                  <a:moveTo>
                    <a:pt x="1" y="12345"/>
                  </a:moveTo>
                  <a:lnTo>
                    <a:pt x="5270" y="12345"/>
                  </a:lnTo>
                  <a:lnTo>
                    <a:pt x="7076" y="1"/>
                  </a:lnTo>
                  <a:lnTo>
                    <a:pt x="1657" y="1"/>
                  </a:lnTo>
                  <a:lnTo>
                    <a:pt x="1" y="1234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1861;p29">
              <a:extLst>
                <a:ext uri="{FF2B5EF4-FFF2-40B4-BE49-F238E27FC236}">
                  <a16:creationId xmlns:a16="http://schemas.microsoft.com/office/drawing/2014/main" id="{423AD5F2-08F6-059F-9536-3AE17CDAC7A9}"/>
                </a:ext>
              </a:extLst>
            </p:cNvPr>
            <p:cNvSpPr/>
            <p:nvPr/>
          </p:nvSpPr>
          <p:spPr>
            <a:xfrm>
              <a:off x="2989620" y="4521324"/>
              <a:ext cx="250338" cy="102195"/>
            </a:xfrm>
            <a:custGeom>
              <a:avLst/>
              <a:gdLst/>
              <a:ahLst/>
              <a:cxnLst/>
              <a:rect l="l" t="t" r="r" b="b"/>
              <a:pathLst>
                <a:path w="14754" h="6023" extrusionOk="0">
                  <a:moveTo>
                    <a:pt x="1205" y="1"/>
                  </a:moveTo>
                  <a:lnTo>
                    <a:pt x="904" y="151"/>
                  </a:lnTo>
                  <a:lnTo>
                    <a:pt x="753" y="452"/>
                  </a:lnTo>
                  <a:lnTo>
                    <a:pt x="1" y="5119"/>
                  </a:lnTo>
                  <a:lnTo>
                    <a:pt x="151" y="5570"/>
                  </a:lnTo>
                  <a:lnTo>
                    <a:pt x="302" y="5872"/>
                  </a:lnTo>
                  <a:lnTo>
                    <a:pt x="603" y="6022"/>
                  </a:lnTo>
                  <a:lnTo>
                    <a:pt x="3614" y="6022"/>
                  </a:lnTo>
                  <a:lnTo>
                    <a:pt x="6624" y="5872"/>
                  </a:lnTo>
                  <a:lnTo>
                    <a:pt x="12797" y="6022"/>
                  </a:lnTo>
                  <a:lnTo>
                    <a:pt x="13549" y="6022"/>
                  </a:lnTo>
                  <a:lnTo>
                    <a:pt x="14151" y="5721"/>
                  </a:lnTo>
                  <a:lnTo>
                    <a:pt x="14452" y="5420"/>
                  </a:lnTo>
                  <a:lnTo>
                    <a:pt x="14754" y="4968"/>
                  </a:lnTo>
                  <a:lnTo>
                    <a:pt x="14754" y="4517"/>
                  </a:lnTo>
                  <a:lnTo>
                    <a:pt x="14754" y="4216"/>
                  </a:lnTo>
                  <a:lnTo>
                    <a:pt x="14603" y="3915"/>
                  </a:lnTo>
                  <a:lnTo>
                    <a:pt x="14302" y="3613"/>
                  </a:lnTo>
                  <a:lnTo>
                    <a:pt x="12797" y="3312"/>
                  </a:lnTo>
                  <a:lnTo>
                    <a:pt x="11743" y="3011"/>
                  </a:lnTo>
                  <a:lnTo>
                    <a:pt x="10840" y="2560"/>
                  </a:lnTo>
                  <a:lnTo>
                    <a:pt x="10087" y="2108"/>
                  </a:lnTo>
                  <a:lnTo>
                    <a:pt x="9033" y="1205"/>
                  </a:lnTo>
                  <a:lnTo>
                    <a:pt x="7979" y="302"/>
                  </a:lnTo>
                  <a:lnTo>
                    <a:pt x="7528" y="151"/>
                  </a:lnTo>
                  <a:lnTo>
                    <a:pt x="707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1862;p29">
              <a:extLst>
                <a:ext uri="{FF2B5EF4-FFF2-40B4-BE49-F238E27FC236}">
                  <a16:creationId xmlns:a16="http://schemas.microsoft.com/office/drawing/2014/main" id="{C69E1480-E65C-B1F6-8737-7D9BC09C7E46}"/>
                </a:ext>
              </a:extLst>
            </p:cNvPr>
            <p:cNvSpPr/>
            <p:nvPr/>
          </p:nvSpPr>
          <p:spPr>
            <a:xfrm>
              <a:off x="3017718" y="4462582"/>
              <a:ext cx="5124" cy="20446"/>
            </a:xfrm>
            <a:custGeom>
              <a:avLst/>
              <a:gdLst/>
              <a:ahLst/>
              <a:cxnLst/>
              <a:rect l="l" t="t" r="r" b="b"/>
              <a:pathLst>
                <a:path w="302" h="1205" extrusionOk="0">
                  <a:moveTo>
                    <a:pt x="302" y="0"/>
                  </a:moveTo>
                  <a:lnTo>
                    <a:pt x="302" y="0"/>
                  </a:lnTo>
                  <a:lnTo>
                    <a:pt x="1" y="1204"/>
                  </a:lnTo>
                  <a:lnTo>
                    <a:pt x="1" y="1204"/>
                  </a:lnTo>
                  <a:lnTo>
                    <a:pt x="302"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1863;p29">
              <a:extLst>
                <a:ext uri="{FF2B5EF4-FFF2-40B4-BE49-F238E27FC236}">
                  <a16:creationId xmlns:a16="http://schemas.microsoft.com/office/drawing/2014/main" id="{6FC4A8C3-9A09-F5EF-1118-F4AC8BB23C63}"/>
                </a:ext>
              </a:extLst>
            </p:cNvPr>
            <p:cNvSpPr/>
            <p:nvPr/>
          </p:nvSpPr>
          <p:spPr>
            <a:xfrm>
              <a:off x="3017718" y="4462582"/>
              <a:ext cx="5124" cy="20446"/>
            </a:xfrm>
            <a:custGeom>
              <a:avLst/>
              <a:gdLst/>
              <a:ahLst/>
              <a:cxnLst/>
              <a:rect l="l" t="t" r="r" b="b"/>
              <a:pathLst>
                <a:path w="302" h="1205" fill="none" extrusionOk="0">
                  <a:moveTo>
                    <a:pt x="302" y="0"/>
                  </a:moveTo>
                  <a:lnTo>
                    <a:pt x="302" y="0"/>
                  </a:lnTo>
                  <a:lnTo>
                    <a:pt x="1" y="1204"/>
                  </a:lnTo>
                  <a:lnTo>
                    <a:pt x="1" y="1204"/>
                  </a:lnTo>
                  <a:lnTo>
                    <a:pt x="30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1864;p29">
              <a:extLst>
                <a:ext uri="{FF2B5EF4-FFF2-40B4-BE49-F238E27FC236}">
                  <a16:creationId xmlns:a16="http://schemas.microsoft.com/office/drawing/2014/main" id="{0C9F0345-7567-E17C-09ED-7B2BF828908F}"/>
                </a:ext>
              </a:extLst>
            </p:cNvPr>
            <p:cNvSpPr/>
            <p:nvPr/>
          </p:nvSpPr>
          <p:spPr>
            <a:xfrm>
              <a:off x="3017718" y="4462582"/>
              <a:ext cx="94526" cy="20446"/>
            </a:xfrm>
            <a:custGeom>
              <a:avLst/>
              <a:gdLst/>
              <a:ahLst/>
              <a:cxnLst/>
              <a:rect l="l" t="t" r="r" b="b"/>
              <a:pathLst>
                <a:path w="5571" h="1205" extrusionOk="0">
                  <a:moveTo>
                    <a:pt x="302" y="0"/>
                  </a:moveTo>
                  <a:lnTo>
                    <a:pt x="1" y="1204"/>
                  </a:lnTo>
                  <a:lnTo>
                    <a:pt x="5420" y="1204"/>
                  </a:lnTo>
                  <a:lnTo>
                    <a:pt x="5571" y="0"/>
                  </a:lnTo>
                  <a:close/>
                </a:path>
              </a:pathLst>
            </a:custGeom>
            <a:solidFill>
              <a:srgbClr val="9149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1865;p29">
              <a:extLst>
                <a:ext uri="{FF2B5EF4-FFF2-40B4-BE49-F238E27FC236}">
                  <a16:creationId xmlns:a16="http://schemas.microsoft.com/office/drawing/2014/main" id="{B8789118-BFFE-7093-370A-4DF6052B7D7E}"/>
                </a:ext>
              </a:extLst>
            </p:cNvPr>
            <p:cNvSpPr/>
            <p:nvPr/>
          </p:nvSpPr>
          <p:spPr>
            <a:xfrm>
              <a:off x="3017718" y="4462582"/>
              <a:ext cx="94526" cy="20446"/>
            </a:xfrm>
            <a:custGeom>
              <a:avLst/>
              <a:gdLst/>
              <a:ahLst/>
              <a:cxnLst/>
              <a:rect l="l" t="t" r="r" b="b"/>
              <a:pathLst>
                <a:path w="5571" h="1205" fill="none" extrusionOk="0">
                  <a:moveTo>
                    <a:pt x="5571" y="0"/>
                  </a:moveTo>
                  <a:lnTo>
                    <a:pt x="302" y="0"/>
                  </a:lnTo>
                  <a:lnTo>
                    <a:pt x="1" y="1204"/>
                  </a:lnTo>
                  <a:lnTo>
                    <a:pt x="5420" y="1204"/>
                  </a:lnTo>
                  <a:lnTo>
                    <a:pt x="557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1866;p29">
              <a:extLst>
                <a:ext uri="{FF2B5EF4-FFF2-40B4-BE49-F238E27FC236}">
                  <a16:creationId xmlns:a16="http://schemas.microsoft.com/office/drawing/2014/main" id="{240D3062-F8BB-258E-18E1-7C3BBFBCAF37}"/>
                </a:ext>
              </a:extLst>
            </p:cNvPr>
            <p:cNvSpPr/>
            <p:nvPr/>
          </p:nvSpPr>
          <p:spPr>
            <a:xfrm>
              <a:off x="3283361" y="2002821"/>
              <a:ext cx="173713" cy="255446"/>
            </a:xfrm>
            <a:custGeom>
              <a:avLst/>
              <a:gdLst/>
              <a:ahLst/>
              <a:cxnLst/>
              <a:rect l="l" t="t" r="r" b="b"/>
              <a:pathLst>
                <a:path w="10238" h="15055" extrusionOk="0">
                  <a:moveTo>
                    <a:pt x="4667" y="0"/>
                  </a:moveTo>
                  <a:lnTo>
                    <a:pt x="3764" y="151"/>
                  </a:lnTo>
                  <a:lnTo>
                    <a:pt x="3463" y="301"/>
                  </a:lnTo>
                  <a:lnTo>
                    <a:pt x="3011" y="753"/>
                  </a:lnTo>
                  <a:lnTo>
                    <a:pt x="2259" y="1807"/>
                  </a:lnTo>
                  <a:lnTo>
                    <a:pt x="1657" y="3162"/>
                  </a:lnTo>
                  <a:lnTo>
                    <a:pt x="1054" y="4818"/>
                  </a:lnTo>
                  <a:lnTo>
                    <a:pt x="302" y="7678"/>
                  </a:lnTo>
                  <a:lnTo>
                    <a:pt x="1" y="8882"/>
                  </a:lnTo>
                  <a:lnTo>
                    <a:pt x="6925" y="15054"/>
                  </a:lnTo>
                  <a:lnTo>
                    <a:pt x="7528" y="13699"/>
                  </a:lnTo>
                  <a:lnTo>
                    <a:pt x="8882" y="10689"/>
                  </a:lnTo>
                  <a:lnTo>
                    <a:pt x="9635" y="8882"/>
                  </a:lnTo>
                  <a:lnTo>
                    <a:pt x="10087" y="7226"/>
                  </a:lnTo>
                  <a:lnTo>
                    <a:pt x="10237" y="5570"/>
                  </a:lnTo>
                  <a:lnTo>
                    <a:pt x="10237" y="4968"/>
                  </a:lnTo>
                  <a:lnTo>
                    <a:pt x="10087" y="4366"/>
                  </a:lnTo>
                  <a:lnTo>
                    <a:pt x="9485" y="3463"/>
                  </a:lnTo>
                  <a:lnTo>
                    <a:pt x="8882" y="2409"/>
                  </a:lnTo>
                  <a:lnTo>
                    <a:pt x="8130" y="1656"/>
                  </a:lnTo>
                  <a:lnTo>
                    <a:pt x="7377" y="903"/>
                  </a:lnTo>
                  <a:lnTo>
                    <a:pt x="6474" y="452"/>
                  </a:lnTo>
                  <a:lnTo>
                    <a:pt x="572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1867;p29">
              <a:extLst>
                <a:ext uri="{FF2B5EF4-FFF2-40B4-BE49-F238E27FC236}">
                  <a16:creationId xmlns:a16="http://schemas.microsoft.com/office/drawing/2014/main" id="{F22E99F6-3E74-9A8C-670A-1DE33345D6B9}"/>
                </a:ext>
              </a:extLst>
            </p:cNvPr>
            <p:cNvSpPr/>
            <p:nvPr/>
          </p:nvSpPr>
          <p:spPr>
            <a:xfrm>
              <a:off x="3319129" y="1979830"/>
              <a:ext cx="472545" cy="572178"/>
            </a:xfrm>
            <a:custGeom>
              <a:avLst/>
              <a:gdLst/>
              <a:ahLst/>
              <a:cxnLst/>
              <a:rect l="l" t="t" r="r" b="b"/>
              <a:pathLst>
                <a:path w="27850" h="33722" extrusionOk="0">
                  <a:moveTo>
                    <a:pt x="13398" y="0"/>
                  </a:moveTo>
                  <a:lnTo>
                    <a:pt x="8430" y="151"/>
                  </a:lnTo>
                  <a:lnTo>
                    <a:pt x="5570" y="452"/>
                  </a:lnTo>
                  <a:lnTo>
                    <a:pt x="3011" y="753"/>
                  </a:lnTo>
                  <a:lnTo>
                    <a:pt x="2258" y="904"/>
                  </a:lnTo>
                  <a:lnTo>
                    <a:pt x="1656" y="1205"/>
                  </a:lnTo>
                  <a:lnTo>
                    <a:pt x="1054" y="1656"/>
                  </a:lnTo>
                  <a:lnTo>
                    <a:pt x="602" y="2258"/>
                  </a:lnTo>
                  <a:lnTo>
                    <a:pt x="301" y="2861"/>
                  </a:lnTo>
                  <a:lnTo>
                    <a:pt x="0" y="3613"/>
                  </a:lnTo>
                  <a:lnTo>
                    <a:pt x="0" y="4366"/>
                  </a:lnTo>
                  <a:lnTo>
                    <a:pt x="0" y="5119"/>
                  </a:lnTo>
                  <a:lnTo>
                    <a:pt x="1506" y="11893"/>
                  </a:lnTo>
                  <a:lnTo>
                    <a:pt x="2409" y="17312"/>
                  </a:lnTo>
                  <a:lnTo>
                    <a:pt x="2860" y="21829"/>
                  </a:lnTo>
                  <a:lnTo>
                    <a:pt x="3162" y="25893"/>
                  </a:lnTo>
                  <a:lnTo>
                    <a:pt x="3162" y="26495"/>
                  </a:lnTo>
                  <a:lnTo>
                    <a:pt x="2860" y="27097"/>
                  </a:lnTo>
                  <a:lnTo>
                    <a:pt x="2409" y="28151"/>
                  </a:lnTo>
                  <a:lnTo>
                    <a:pt x="2108" y="28753"/>
                  </a:lnTo>
                  <a:lnTo>
                    <a:pt x="1807" y="29355"/>
                  </a:lnTo>
                  <a:lnTo>
                    <a:pt x="1807" y="30259"/>
                  </a:lnTo>
                  <a:lnTo>
                    <a:pt x="1807" y="31312"/>
                  </a:lnTo>
                  <a:lnTo>
                    <a:pt x="2108" y="32216"/>
                  </a:lnTo>
                  <a:lnTo>
                    <a:pt x="2559" y="32818"/>
                  </a:lnTo>
                  <a:lnTo>
                    <a:pt x="2860" y="33269"/>
                  </a:lnTo>
                  <a:lnTo>
                    <a:pt x="3011" y="33721"/>
                  </a:lnTo>
                  <a:lnTo>
                    <a:pt x="24689" y="33721"/>
                  </a:lnTo>
                  <a:lnTo>
                    <a:pt x="24839" y="33269"/>
                  </a:lnTo>
                  <a:lnTo>
                    <a:pt x="25140" y="32968"/>
                  </a:lnTo>
                  <a:lnTo>
                    <a:pt x="25441" y="32667"/>
                  </a:lnTo>
                  <a:lnTo>
                    <a:pt x="25742" y="31915"/>
                  </a:lnTo>
                  <a:lnTo>
                    <a:pt x="25893" y="30409"/>
                  </a:lnTo>
                  <a:lnTo>
                    <a:pt x="25742" y="29355"/>
                  </a:lnTo>
                  <a:lnTo>
                    <a:pt x="25592" y="28151"/>
                  </a:lnTo>
                  <a:lnTo>
                    <a:pt x="25742" y="26796"/>
                  </a:lnTo>
                  <a:lnTo>
                    <a:pt x="26495" y="22732"/>
                  </a:lnTo>
                  <a:lnTo>
                    <a:pt x="26947" y="19119"/>
                  </a:lnTo>
                  <a:lnTo>
                    <a:pt x="27398" y="15958"/>
                  </a:lnTo>
                  <a:lnTo>
                    <a:pt x="27549" y="13248"/>
                  </a:lnTo>
                  <a:lnTo>
                    <a:pt x="27850" y="8882"/>
                  </a:lnTo>
                  <a:lnTo>
                    <a:pt x="27850" y="5721"/>
                  </a:lnTo>
                  <a:lnTo>
                    <a:pt x="27699" y="4818"/>
                  </a:lnTo>
                  <a:lnTo>
                    <a:pt x="27549" y="4065"/>
                  </a:lnTo>
                  <a:lnTo>
                    <a:pt x="27097" y="3312"/>
                  </a:lnTo>
                  <a:lnTo>
                    <a:pt x="26646" y="2560"/>
                  </a:lnTo>
                  <a:lnTo>
                    <a:pt x="26043" y="1957"/>
                  </a:lnTo>
                  <a:lnTo>
                    <a:pt x="25441" y="1506"/>
                  </a:lnTo>
                  <a:lnTo>
                    <a:pt x="24689" y="1205"/>
                  </a:lnTo>
                  <a:lnTo>
                    <a:pt x="23785" y="904"/>
                  </a:lnTo>
                  <a:lnTo>
                    <a:pt x="21076" y="603"/>
                  </a:lnTo>
                  <a:lnTo>
                    <a:pt x="18215" y="151"/>
                  </a:lnTo>
                  <a:lnTo>
                    <a:pt x="1580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1868;p29">
              <a:extLst>
                <a:ext uri="{FF2B5EF4-FFF2-40B4-BE49-F238E27FC236}">
                  <a16:creationId xmlns:a16="http://schemas.microsoft.com/office/drawing/2014/main" id="{37B91B62-7C9B-EE44-E071-BBEC8ACCC6EC}"/>
                </a:ext>
              </a:extLst>
            </p:cNvPr>
            <p:cNvSpPr/>
            <p:nvPr/>
          </p:nvSpPr>
          <p:spPr>
            <a:xfrm>
              <a:off x="3319129" y="1979830"/>
              <a:ext cx="472545" cy="572178"/>
            </a:xfrm>
            <a:custGeom>
              <a:avLst/>
              <a:gdLst/>
              <a:ahLst/>
              <a:cxnLst/>
              <a:rect l="l" t="t" r="r" b="b"/>
              <a:pathLst>
                <a:path w="27850" h="33722" fill="none" extrusionOk="0">
                  <a:moveTo>
                    <a:pt x="27850" y="5721"/>
                  </a:moveTo>
                  <a:lnTo>
                    <a:pt x="27850" y="5721"/>
                  </a:lnTo>
                  <a:lnTo>
                    <a:pt x="27850" y="8882"/>
                  </a:lnTo>
                  <a:lnTo>
                    <a:pt x="27549" y="13248"/>
                  </a:lnTo>
                  <a:lnTo>
                    <a:pt x="27398" y="15958"/>
                  </a:lnTo>
                  <a:lnTo>
                    <a:pt x="26947" y="19119"/>
                  </a:lnTo>
                  <a:lnTo>
                    <a:pt x="26495" y="22732"/>
                  </a:lnTo>
                  <a:lnTo>
                    <a:pt x="25742" y="26796"/>
                  </a:lnTo>
                  <a:lnTo>
                    <a:pt x="25742" y="26796"/>
                  </a:lnTo>
                  <a:lnTo>
                    <a:pt x="25592" y="28151"/>
                  </a:lnTo>
                  <a:lnTo>
                    <a:pt x="25742" y="29355"/>
                  </a:lnTo>
                  <a:lnTo>
                    <a:pt x="25893" y="30409"/>
                  </a:lnTo>
                  <a:lnTo>
                    <a:pt x="25742" y="31915"/>
                  </a:lnTo>
                  <a:lnTo>
                    <a:pt x="25742" y="31915"/>
                  </a:lnTo>
                  <a:lnTo>
                    <a:pt x="25441" y="32667"/>
                  </a:lnTo>
                  <a:lnTo>
                    <a:pt x="25140" y="32968"/>
                  </a:lnTo>
                  <a:lnTo>
                    <a:pt x="24839" y="33269"/>
                  </a:lnTo>
                  <a:lnTo>
                    <a:pt x="24689" y="33721"/>
                  </a:lnTo>
                  <a:lnTo>
                    <a:pt x="3011" y="33721"/>
                  </a:lnTo>
                  <a:lnTo>
                    <a:pt x="3011" y="33721"/>
                  </a:lnTo>
                  <a:lnTo>
                    <a:pt x="2860" y="33269"/>
                  </a:lnTo>
                  <a:lnTo>
                    <a:pt x="2559" y="32818"/>
                  </a:lnTo>
                  <a:lnTo>
                    <a:pt x="2108" y="32216"/>
                  </a:lnTo>
                  <a:lnTo>
                    <a:pt x="1807" y="31312"/>
                  </a:lnTo>
                  <a:lnTo>
                    <a:pt x="1807" y="31312"/>
                  </a:lnTo>
                  <a:lnTo>
                    <a:pt x="1807" y="30259"/>
                  </a:lnTo>
                  <a:lnTo>
                    <a:pt x="1807" y="29355"/>
                  </a:lnTo>
                  <a:lnTo>
                    <a:pt x="2108" y="28753"/>
                  </a:lnTo>
                  <a:lnTo>
                    <a:pt x="2409" y="28151"/>
                  </a:lnTo>
                  <a:lnTo>
                    <a:pt x="2860" y="27097"/>
                  </a:lnTo>
                  <a:lnTo>
                    <a:pt x="3162" y="26495"/>
                  </a:lnTo>
                  <a:lnTo>
                    <a:pt x="3162" y="25893"/>
                  </a:lnTo>
                  <a:lnTo>
                    <a:pt x="3162" y="25893"/>
                  </a:lnTo>
                  <a:lnTo>
                    <a:pt x="2860" y="21829"/>
                  </a:lnTo>
                  <a:lnTo>
                    <a:pt x="2409" y="17312"/>
                  </a:lnTo>
                  <a:lnTo>
                    <a:pt x="1506" y="11893"/>
                  </a:lnTo>
                  <a:lnTo>
                    <a:pt x="0" y="5119"/>
                  </a:lnTo>
                  <a:lnTo>
                    <a:pt x="0" y="5119"/>
                  </a:lnTo>
                  <a:lnTo>
                    <a:pt x="0" y="4366"/>
                  </a:lnTo>
                  <a:lnTo>
                    <a:pt x="0" y="3613"/>
                  </a:lnTo>
                  <a:lnTo>
                    <a:pt x="301" y="2861"/>
                  </a:lnTo>
                  <a:lnTo>
                    <a:pt x="602" y="2258"/>
                  </a:lnTo>
                  <a:lnTo>
                    <a:pt x="1054" y="1656"/>
                  </a:lnTo>
                  <a:lnTo>
                    <a:pt x="1656" y="1205"/>
                  </a:lnTo>
                  <a:lnTo>
                    <a:pt x="2258" y="904"/>
                  </a:lnTo>
                  <a:lnTo>
                    <a:pt x="3011" y="753"/>
                  </a:lnTo>
                  <a:lnTo>
                    <a:pt x="3011" y="753"/>
                  </a:lnTo>
                  <a:lnTo>
                    <a:pt x="5570" y="452"/>
                  </a:lnTo>
                  <a:lnTo>
                    <a:pt x="8430" y="151"/>
                  </a:lnTo>
                  <a:lnTo>
                    <a:pt x="8430" y="151"/>
                  </a:lnTo>
                  <a:lnTo>
                    <a:pt x="13398" y="0"/>
                  </a:lnTo>
                  <a:lnTo>
                    <a:pt x="15807" y="0"/>
                  </a:lnTo>
                  <a:lnTo>
                    <a:pt x="18215" y="151"/>
                  </a:lnTo>
                  <a:lnTo>
                    <a:pt x="18215" y="151"/>
                  </a:lnTo>
                  <a:lnTo>
                    <a:pt x="21076" y="603"/>
                  </a:lnTo>
                  <a:lnTo>
                    <a:pt x="23785" y="904"/>
                  </a:lnTo>
                  <a:lnTo>
                    <a:pt x="23785" y="904"/>
                  </a:lnTo>
                  <a:lnTo>
                    <a:pt x="24689" y="1205"/>
                  </a:lnTo>
                  <a:lnTo>
                    <a:pt x="25441" y="1506"/>
                  </a:lnTo>
                  <a:lnTo>
                    <a:pt x="26043" y="1957"/>
                  </a:lnTo>
                  <a:lnTo>
                    <a:pt x="26646" y="2560"/>
                  </a:lnTo>
                  <a:lnTo>
                    <a:pt x="27097" y="3312"/>
                  </a:lnTo>
                  <a:lnTo>
                    <a:pt x="27549" y="4065"/>
                  </a:lnTo>
                  <a:lnTo>
                    <a:pt x="27699" y="4818"/>
                  </a:lnTo>
                  <a:lnTo>
                    <a:pt x="27850" y="572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1869;p29">
              <a:extLst>
                <a:ext uri="{FF2B5EF4-FFF2-40B4-BE49-F238E27FC236}">
                  <a16:creationId xmlns:a16="http://schemas.microsoft.com/office/drawing/2014/main" id="{C886BDD5-5531-5CEC-69DB-6069A3E51EBB}"/>
                </a:ext>
              </a:extLst>
            </p:cNvPr>
            <p:cNvSpPr/>
            <p:nvPr/>
          </p:nvSpPr>
          <p:spPr>
            <a:xfrm>
              <a:off x="3712486" y="2181607"/>
              <a:ext cx="63866" cy="150722"/>
            </a:xfrm>
            <a:custGeom>
              <a:avLst/>
              <a:gdLst/>
              <a:ahLst/>
              <a:cxnLst/>
              <a:rect l="l" t="t" r="r" b="b"/>
              <a:pathLst>
                <a:path w="3764" h="8883" extrusionOk="0">
                  <a:moveTo>
                    <a:pt x="602" y="1"/>
                  </a:moveTo>
                  <a:lnTo>
                    <a:pt x="151" y="1055"/>
                  </a:lnTo>
                  <a:lnTo>
                    <a:pt x="0" y="2109"/>
                  </a:lnTo>
                  <a:lnTo>
                    <a:pt x="0" y="3313"/>
                  </a:lnTo>
                  <a:lnTo>
                    <a:pt x="301" y="4668"/>
                  </a:lnTo>
                  <a:lnTo>
                    <a:pt x="753" y="5872"/>
                  </a:lnTo>
                  <a:lnTo>
                    <a:pt x="1355" y="7076"/>
                  </a:lnTo>
                  <a:lnTo>
                    <a:pt x="2258" y="7980"/>
                  </a:lnTo>
                  <a:lnTo>
                    <a:pt x="3463" y="8883"/>
                  </a:lnTo>
                  <a:lnTo>
                    <a:pt x="3764" y="6173"/>
                  </a:lnTo>
                  <a:lnTo>
                    <a:pt x="3764" y="3614"/>
                  </a:lnTo>
                  <a:lnTo>
                    <a:pt x="2258" y="1807"/>
                  </a:lnTo>
                  <a:lnTo>
                    <a:pt x="1506" y="904"/>
                  </a:lnTo>
                  <a:lnTo>
                    <a:pt x="602" y="1"/>
                  </a:lnTo>
                  <a:close/>
                </a:path>
              </a:pathLst>
            </a:custGeom>
            <a:solidFill>
              <a:srgbClr val="171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1870;p29">
              <a:extLst>
                <a:ext uri="{FF2B5EF4-FFF2-40B4-BE49-F238E27FC236}">
                  <a16:creationId xmlns:a16="http://schemas.microsoft.com/office/drawing/2014/main" id="{26B35603-D451-F792-B606-28EABAC8BD7D}"/>
                </a:ext>
              </a:extLst>
            </p:cNvPr>
            <p:cNvSpPr/>
            <p:nvPr/>
          </p:nvSpPr>
          <p:spPr>
            <a:xfrm>
              <a:off x="3712486" y="2181607"/>
              <a:ext cx="63866" cy="150722"/>
            </a:xfrm>
            <a:custGeom>
              <a:avLst/>
              <a:gdLst/>
              <a:ahLst/>
              <a:cxnLst/>
              <a:rect l="l" t="t" r="r" b="b"/>
              <a:pathLst>
                <a:path w="3764" h="8883" fill="none" extrusionOk="0">
                  <a:moveTo>
                    <a:pt x="602" y="1"/>
                  </a:moveTo>
                  <a:lnTo>
                    <a:pt x="602" y="1"/>
                  </a:lnTo>
                  <a:lnTo>
                    <a:pt x="151" y="1055"/>
                  </a:lnTo>
                  <a:lnTo>
                    <a:pt x="0" y="2109"/>
                  </a:lnTo>
                  <a:lnTo>
                    <a:pt x="0" y="3313"/>
                  </a:lnTo>
                  <a:lnTo>
                    <a:pt x="301" y="4668"/>
                  </a:lnTo>
                  <a:lnTo>
                    <a:pt x="753" y="5872"/>
                  </a:lnTo>
                  <a:lnTo>
                    <a:pt x="1355" y="7076"/>
                  </a:lnTo>
                  <a:lnTo>
                    <a:pt x="2258" y="7980"/>
                  </a:lnTo>
                  <a:lnTo>
                    <a:pt x="3463" y="8883"/>
                  </a:lnTo>
                  <a:lnTo>
                    <a:pt x="3463" y="8883"/>
                  </a:lnTo>
                  <a:lnTo>
                    <a:pt x="3764" y="6173"/>
                  </a:lnTo>
                  <a:lnTo>
                    <a:pt x="3764" y="3614"/>
                  </a:lnTo>
                  <a:lnTo>
                    <a:pt x="3764" y="3614"/>
                  </a:lnTo>
                  <a:lnTo>
                    <a:pt x="2258" y="1807"/>
                  </a:lnTo>
                  <a:lnTo>
                    <a:pt x="1506" y="904"/>
                  </a:lnTo>
                  <a:lnTo>
                    <a:pt x="60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1871;p29">
              <a:extLst>
                <a:ext uri="{FF2B5EF4-FFF2-40B4-BE49-F238E27FC236}">
                  <a16:creationId xmlns:a16="http://schemas.microsoft.com/office/drawing/2014/main" id="{ED5664BA-1755-91BB-03AE-D4725EFE5276}"/>
                </a:ext>
              </a:extLst>
            </p:cNvPr>
            <p:cNvSpPr/>
            <p:nvPr/>
          </p:nvSpPr>
          <p:spPr>
            <a:xfrm>
              <a:off x="3715032" y="2102437"/>
              <a:ext cx="309080" cy="365276"/>
            </a:xfrm>
            <a:custGeom>
              <a:avLst/>
              <a:gdLst/>
              <a:ahLst/>
              <a:cxnLst/>
              <a:rect l="l" t="t" r="r" b="b"/>
              <a:pathLst>
                <a:path w="18216" h="21528" extrusionOk="0">
                  <a:moveTo>
                    <a:pt x="5270" y="0"/>
                  </a:moveTo>
                  <a:lnTo>
                    <a:pt x="1" y="1205"/>
                  </a:lnTo>
                  <a:lnTo>
                    <a:pt x="904" y="4968"/>
                  </a:lnTo>
                  <a:lnTo>
                    <a:pt x="1958" y="8581"/>
                  </a:lnTo>
                  <a:lnTo>
                    <a:pt x="3313" y="12344"/>
                  </a:lnTo>
                  <a:lnTo>
                    <a:pt x="4818" y="15957"/>
                  </a:lnTo>
                  <a:lnTo>
                    <a:pt x="5571" y="17764"/>
                  </a:lnTo>
                  <a:lnTo>
                    <a:pt x="6624" y="19570"/>
                  </a:lnTo>
                  <a:lnTo>
                    <a:pt x="7377" y="20474"/>
                  </a:lnTo>
                  <a:lnTo>
                    <a:pt x="7829" y="20925"/>
                  </a:lnTo>
                  <a:lnTo>
                    <a:pt x="8431" y="21226"/>
                  </a:lnTo>
                  <a:lnTo>
                    <a:pt x="9184" y="21377"/>
                  </a:lnTo>
                  <a:lnTo>
                    <a:pt x="9786" y="21527"/>
                  </a:lnTo>
                  <a:lnTo>
                    <a:pt x="10840" y="21377"/>
                  </a:lnTo>
                  <a:lnTo>
                    <a:pt x="11743" y="21076"/>
                  </a:lnTo>
                  <a:lnTo>
                    <a:pt x="12345" y="20624"/>
                  </a:lnTo>
                  <a:lnTo>
                    <a:pt x="13399" y="19871"/>
                  </a:lnTo>
                  <a:lnTo>
                    <a:pt x="14904" y="18366"/>
                  </a:lnTo>
                  <a:lnTo>
                    <a:pt x="16108" y="16861"/>
                  </a:lnTo>
                  <a:lnTo>
                    <a:pt x="17162" y="15205"/>
                  </a:lnTo>
                  <a:lnTo>
                    <a:pt x="18216" y="13398"/>
                  </a:lnTo>
                  <a:lnTo>
                    <a:pt x="15958" y="11893"/>
                  </a:lnTo>
                  <a:lnTo>
                    <a:pt x="13399" y="14301"/>
                  </a:lnTo>
                  <a:lnTo>
                    <a:pt x="12044" y="15506"/>
                  </a:lnTo>
                  <a:lnTo>
                    <a:pt x="10689" y="16409"/>
                  </a:lnTo>
                  <a:lnTo>
                    <a:pt x="10547" y="16480"/>
                  </a:lnTo>
                  <a:lnTo>
                    <a:pt x="10547" y="16480"/>
                  </a:lnTo>
                  <a:lnTo>
                    <a:pt x="9485" y="14000"/>
                  </a:lnTo>
                  <a:lnTo>
                    <a:pt x="8280" y="10538"/>
                  </a:lnTo>
                  <a:lnTo>
                    <a:pt x="7227" y="7076"/>
                  </a:lnTo>
                  <a:lnTo>
                    <a:pt x="5270"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1872;p29">
              <a:extLst>
                <a:ext uri="{FF2B5EF4-FFF2-40B4-BE49-F238E27FC236}">
                  <a16:creationId xmlns:a16="http://schemas.microsoft.com/office/drawing/2014/main" id="{1EE6926B-C062-425B-2784-12C662AD7F07}"/>
                </a:ext>
              </a:extLst>
            </p:cNvPr>
            <p:cNvSpPr/>
            <p:nvPr/>
          </p:nvSpPr>
          <p:spPr>
            <a:xfrm>
              <a:off x="3653728" y="2000259"/>
              <a:ext cx="189035" cy="265660"/>
            </a:xfrm>
            <a:custGeom>
              <a:avLst/>
              <a:gdLst/>
              <a:ahLst/>
              <a:cxnLst/>
              <a:rect l="l" t="t" r="r" b="b"/>
              <a:pathLst>
                <a:path w="11141" h="15657" extrusionOk="0">
                  <a:moveTo>
                    <a:pt x="4065" y="1"/>
                  </a:moveTo>
                  <a:lnTo>
                    <a:pt x="3162" y="151"/>
                  </a:lnTo>
                  <a:lnTo>
                    <a:pt x="2259" y="753"/>
                  </a:lnTo>
                  <a:lnTo>
                    <a:pt x="1356" y="1506"/>
                  </a:lnTo>
                  <a:lnTo>
                    <a:pt x="603" y="2560"/>
                  </a:lnTo>
                  <a:lnTo>
                    <a:pt x="151" y="3915"/>
                  </a:lnTo>
                  <a:lnTo>
                    <a:pt x="1" y="4517"/>
                  </a:lnTo>
                  <a:lnTo>
                    <a:pt x="1" y="5119"/>
                  </a:lnTo>
                  <a:lnTo>
                    <a:pt x="151" y="6926"/>
                  </a:lnTo>
                  <a:lnTo>
                    <a:pt x="603" y="8883"/>
                  </a:lnTo>
                  <a:lnTo>
                    <a:pt x="1205" y="10840"/>
                  </a:lnTo>
                  <a:lnTo>
                    <a:pt x="2560" y="14151"/>
                  </a:lnTo>
                  <a:lnTo>
                    <a:pt x="3162" y="15657"/>
                  </a:lnTo>
                  <a:lnTo>
                    <a:pt x="11141" y="10388"/>
                  </a:lnTo>
                  <a:lnTo>
                    <a:pt x="10990" y="9485"/>
                  </a:lnTo>
                  <a:lnTo>
                    <a:pt x="10237" y="7227"/>
                  </a:lnTo>
                  <a:lnTo>
                    <a:pt x="9635" y="5721"/>
                  </a:lnTo>
                  <a:lnTo>
                    <a:pt x="9033" y="4216"/>
                  </a:lnTo>
                  <a:lnTo>
                    <a:pt x="8130" y="2861"/>
                  </a:lnTo>
                  <a:lnTo>
                    <a:pt x="7227" y="1506"/>
                  </a:lnTo>
                  <a:lnTo>
                    <a:pt x="6173" y="603"/>
                  </a:lnTo>
                  <a:lnTo>
                    <a:pt x="5119" y="151"/>
                  </a:lnTo>
                  <a:lnTo>
                    <a:pt x="406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1873;p29">
              <a:extLst>
                <a:ext uri="{FF2B5EF4-FFF2-40B4-BE49-F238E27FC236}">
                  <a16:creationId xmlns:a16="http://schemas.microsoft.com/office/drawing/2014/main" id="{C8C879DA-C446-1B85-E606-1F2C1101248B}"/>
                </a:ext>
              </a:extLst>
            </p:cNvPr>
            <p:cNvSpPr/>
            <p:nvPr/>
          </p:nvSpPr>
          <p:spPr>
            <a:xfrm>
              <a:off x="3965353" y="2237804"/>
              <a:ext cx="66428" cy="109848"/>
            </a:xfrm>
            <a:custGeom>
              <a:avLst/>
              <a:gdLst/>
              <a:ahLst/>
              <a:cxnLst/>
              <a:rect l="l" t="t" r="r" b="b"/>
              <a:pathLst>
                <a:path w="3915" h="6474" extrusionOk="0">
                  <a:moveTo>
                    <a:pt x="3011" y="1"/>
                  </a:moveTo>
                  <a:lnTo>
                    <a:pt x="2861" y="151"/>
                  </a:lnTo>
                  <a:lnTo>
                    <a:pt x="2560" y="1055"/>
                  </a:lnTo>
                  <a:lnTo>
                    <a:pt x="1958" y="1958"/>
                  </a:lnTo>
                  <a:lnTo>
                    <a:pt x="753" y="3764"/>
                  </a:lnTo>
                  <a:lnTo>
                    <a:pt x="302" y="4517"/>
                  </a:lnTo>
                  <a:lnTo>
                    <a:pt x="1" y="5270"/>
                  </a:lnTo>
                  <a:lnTo>
                    <a:pt x="1" y="5571"/>
                  </a:lnTo>
                  <a:lnTo>
                    <a:pt x="1" y="5872"/>
                  </a:lnTo>
                  <a:lnTo>
                    <a:pt x="302" y="6173"/>
                  </a:lnTo>
                  <a:lnTo>
                    <a:pt x="603" y="6323"/>
                  </a:lnTo>
                  <a:lnTo>
                    <a:pt x="1054" y="6474"/>
                  </a:lnTo>
                  <a:lnTo>
                    <a:pt x="1656" y="6323"/>
                  </a:lnTo>
                  <a:lnTo>
                    <a:pt x="2108" y="6022"/>
                  </a:lnTo>
                  <a:lnTo>
                    <a:pt x="2710" y="5571"/>
                  </a:lnTo>
                  <a:lnTo>
                    <a:pt x="3463" y="4517"/>
                  </a:lnTo>
                  <a:lnTo>
                    <a:pt x="3764" y="4216"/>
                  </a:lnTo>
                  <a:lnTo>
                    <a:pt x="3915" y="3764"/>
                  </a:lnTo>
                  <a:lnTo>
                    <a:pt x="3915" y="3463"/>
                  </a:lnTo>
                  <a:lnTo>
                    <a:pt x="3613" y="2861"/>
                  </a:lnTo>
                  <a:lnTo>
                    <a:pt x="3463" y="2108"/>
                  </a:lnTo>
                  <a:lnTo>
                    <a:pt x="3312" y="1657"/>
                  </a:lnTo>
                  <a:lnTo>
                    <a:pt x="3463" y="904"/>
                  </a:lnTo>
                  <a:lnTo>
                    <a:pt x="3463" y="452"/>
                  </a:lnTo>
                  <a:lnTo>
                    <a:pt x="3162" y="151"/>
                  </a:lnTo>
                  <a:lnTo>
                    <a:pt x="3011"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1874;p29">
              <a:extLst>
                <a:ext uri="{FF2B5EF4-FFF2-40B4-BE49-F238E27FC236}">
                  <a16:creationId xmlns:a16="http://schemas.microsoft.com/office/drawing/2014/main" id="{ECD6B389-0C5E-92A4-7873-E4253B465054}"/>
                </a:ext>
              </a:extLst>
            </p:cNvPr>
            <p:cNvSpPr/>
            <p:nvPr/>
          </p:nvSpPr>
          <p:spPr>
            <a:xfrm>
              <a:off x="3967915" y="2260795"/>
              <a:ext cx="91964" cy="89419"/>
            </a:xfrm>
            <a:custGeom>
              <a:avLst/>
              <a:gdLst/>
              <a:ahLst/>
              <a:cxnLst/>
              <a:rect l="l" t="t" r="r" b="b"/>
              <a:pathLst>
                <a:path w="5420" h="5270" extrusionOk="0">
                  <a:moveTo>
                    <a:pt x="4366" y="1"/>
                  </a:moveTo>
                  <a:lnTo>
                    <a:pt x="4065" y="151"/>
                  </a:lnTo>
                  <a:lnTo>
                    <a:pt x="3764" y="302"/>
                  </a:lnTo>
                  <a:lnTo>
                    <a:pt x="3312" y="904"/>
                  </a:lnTo>
                  <a:lnTo>
                    <a:pt x="2860" y="1356"/>
                  </a:lnTo>
                  <a:lnTo>
                    <a:pt x="2710" y="1356"/>
                  </a:lnTo>
                  <a:lnTo>
                    <a:pt x="1957" y="1657"/>
                  </a:lnTo>
                  <a:lnTo>
                    <a:pt x="1054" y="2409"/>
                  </a:lnTo>
                  <a:lnTo>
                    <a:pt x="0" y="3764"/>
                  </a:lnTo>
                  <a:lnTo>
                    <a:pt x="1656" y="5270"/>
                  </a:lnTo>
                  <a:lnTo>
                    <a:pt x="2258" y="5270"/>
                  </a:lnTo>
                  <a:lnTo>
                    <a:pt x="3011" y="4968"/>
                  </a:lnTo>
                  <a:lnTo>
                    <a:pt x="3613" y="4818"/>
                  </a:lnTo>
                  <a:lnTo>
                    <a:pt x="4215" y="4517"/>
                  </a:lnTo>
                  <a:lnTo>
                    <a:pt x="4817" y="4065"/>
                  </a:lnTo>
                  <a:lnTo>
                    <a:pt x="4968" y="3915"/>
                  </a:lnTo>
                  <a:lnTo>
                    <a:pt x="5269" y="3463"/>
                  </a:lnTo>
                  <a:lnTo>
                    <a:pt x="5419" y="3011"/>
                  </a:lnTo>
                  <a:lnTo>
                    <a:pt x="5269" y="1807"/>
                  </a:lnTo>
                  <a:lnTo>
                    <a:pt x="5118" y="904"/>
                  </a:lnTo>
                  <a:lnTo>
                    <a:pt x="4817" y="452"/>
                  </a:lnTo>
                  <a:lnTo>
                    <a:pt x="4667" y="151"/>
                  </a:lnTo>
                  <a:lnTo>
                    <a:pt x="4366"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1875;p29">
              <a:extLst>
                <a:ext uri="{FF2B5EF4-FFF2-40B4-BE49-F238E27FC236}">
                  <a16:creationId xmlns:a16="http://schemas.microsoft.com/office/drawing/2014/main" id="{6998590F-9FAB-1E7C-3538-92CD6C47425E}"/>
                </a:ext>
              </a:extLst>
            </p:cNvPr>
            <p:cNvSpPr/>
            <p:nvPr/>
          </p:nvSpPr>
          <p:spPr>
            <a:xfrm>
              <a:off x="3454496" y="1571150"/>
              <a:ext cx="258008" cy="344831"/>
            </a:xfrm>
            <a:custGeom>
              <a:avLst/>
              <a:gdLst/>
              <a:ahLst/>
              <a:cxnLst/>
              <a:rect l="l" t="t" r="r" b="b"/>
              <a:pathLst>
                <a:path w="15206" h="20323" extrusionOk="0">
                  <a:moveTo>
                    <a:pt x="7377" y="0"/>
                  </a:moveTo>
                  <a:lnTo>
                    <a:pt x="6474" y="151"/>
                  </a:lnTo>
                  <a:lnTo>
                    <a:pt x="5571" y="301"/>
                  </a:lnTo>
                  <a:lnTo>
                    <a:pt x="4818" y="602"/>
                  </a:lnTo>
                  <a:lnTo>
                    <a:pt x="4065" y="1054"/>
                  </a:lnTo>
                  <a:lnTo>
                    <a:pt x="3313" y="1506"/>
                  </a:lnTo>
                  <a:lnTo>
                    <a:pt x="2710" y="2108"/>
                  </a:lnTo>
                  <a:lnTo>
                    <a:pt x="2108" y="2860"/>
                  </a:lnTo>
                  <a:lnTo>
                    <a:pt x="1506" y="3613"/>
                  </a:lnTo>
                  <a:lnTo>
                    <a:pt x="1205" y="4366"/>
                  </a:lnTo>
                  <a:lnTo>
                    <a:pt x="904" y="5269"/>
                  </a:lnTo>
                  <a:lnTo>
                    <a:pt x="603" y="6323"/>
                  </a:lnTo>
                  <a:lnTo>
                    <a:pt x="151" y="9635"/>
                  </a:lnTo>
                  <a:lnTo>
                    <a:pt x="1" y="10990"/>
                  </a:lnTo>
                  <a:lnTo>
                    <a:pt x="1" y="12344"/>
                  </a:lnTo>
                  <a:lnTo>
                    <a:pt x="151" y="13549"/>
                  </a:lnTo>
                  <a:lnTo>
                    <a:pt x="452" y="14602"/>
                  </a:lnTo>
                  <a:lnTo>
                    <a:pt x="904" y="15656"/>
                  </a:lnTo>
                  <a:lnTo>
                    <a:pt x="1506" y="16861"/>
                  </a:lnTo>
                  <a:lnTo>
                    <a:pt x="2108" y="17764"/>
                  </a:lnTo>
                  <a:lnTo>
                    <a:pt x="2861" y="18366"/>
                  </a:lnTo>
                  <a:lnTo>
                    <a:pt x="3614" y="18968"/>
                  </a:lnTo>
                  <a:lnTo>
                    <a:pt x="4366" y="19570"/>
                  </a:lnTo>
                  <a:lnTo>
                    <a:pt x="5270" y="19871"/>
                  </a:lnTo>
                  <a:lnTo>
                    <a:pt x="6022" y="20172"/>
                  </a:lnTo>
                  <a:lnTo>
                    <a:pt x="6926" y="20323"/>
                  </a:lnTo>
                  <a:lnTo>
                    <a:pt x="8732" y="20323"/>
                  </a:lnTo>
                  <a:lnTo>
                    <a:pt x="9485" y="20022"/>
                  </a:lnTo>
                  <a:lnTo>
                    <a:pt x="10388" y="19721"/>
                  </a:lnTo>
                  <a:lnTo>
                    <a:pt x="11141" y="19269"/>
                  </a:lnTo>
                  <a:lnTo>
                    <a:pt x="11743" y="18818"/>
                  </a:lnTo>
                  <a:lnTo>
                    <a:pt x="12496" y="18215"/>
                  </a:lnTo>
                  <a:lnTo>
                    <a:pt x="13098" y="17463"/>
                  </a:lnTo>
                  <a:lnTo>
                    <a:pt x="13549" y="16559"/>
                  </a:lnTo>
                  <a:lnTo>
                    <a:pt x="14151" y="14753"/>
                  </a:lnTo>
                  <a:lnTo>
                    <a:pt x="14754" y="12796"/>
                  </a:lnTo>
                  <a:lnTo>
                    <a:pt x="15055" y="10538"/>
                  </a:lnTo>
                  <a:lnTo>
                    <a:pt x="15205" y="8430"/>
                  </a:lnTo>
                  <a:lnTo>
                    <a:pt x="14904" y="6323"/>
                  </a:lnTo>
                  <a:lnTo>
                    <a:pt x="14754" y="5269"/>
                  </a:lnTo>
                  <a:lnTo>
                    <a:pt x="14302" y="4366"/>
                  </a:lnTo>
                  <a:lnTo>
                    <a:pt x="13850" y="3463"/>
                  </a:lnTo>
                  <a:lnTo>
                    <a:pt x="13248" y="2559"/>
                  </a:lnTo>
                  <a:lnTo>
                    <a:pt x="12646" y="1807"/>
                  </a:lnTo>
                  <a:lnTo>
                    <a:pt x="11893" y="1205"/>
                  </a:lnTo>
                  <a:lnTo>
                    <a:pt x="10990" y="753"/>
                  </a:lnTo>
                  <a:lnTo>
                    <a:pt x="10087" y="301"/>
                  </a:lnTo>
                  <a:lnTo>
                    <a:pt x="9184" y="151"/>
                  </a:lnTo>
                  <a:lnTo>
                    <a:pt x="8280" y="0"/>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1876;p29">
              <a:extLst>
                <a:ext uri="{FF2B5EF4-FFF2-40B4-BE49-F238E27FC236}">
                  <a16:creationId xmlns:a16="http://schemas.microsoft.com/office/drawing/2014/main" id="{473022B5-97AD-D6C2-EC84-A73F525344A4}"/>
                </a:ext>
              </a:extLst>
            </p:cNvPr>
            <p:cNvSpPr/>
            <p:nvPr/>
          </p:nvSpPr>
          <p:spPr>
            <a:xfrm>
              <a:off x="3454496" y="1571150"/>
              <a:ext cx="258008" cy="344831"/>
            </a:xfrm>
            <a:custGeom>
              <a:avLst/>
              <a:gdLst/>
              <a:ahLst/>
              <a:cxnLst/>
              <a:rect l="l" t="t" r="r" b="b"/>
              <a:pathLst>
                <a:path w="15206" h="20323" fill="none" extrusionOk="0">
                  <a:moveTo>
                    <a:pt x="603" y="6323"/>
                  </a:moveTo>
                  <a:lnTo>
                    <a:pt x="603" y="6323"/>
                  </a:lnTo>
                  <a:lnTo>
                    <a:pt x="151" y="9635"/>
                  </a:lnTo>
                  <a:lnTo>
                    <a:pt x="1" y="10990"/>
                  </a:lnTo>
                  <a:lnTo>
                    <a:pt x="1" y="12344"/>
                  </a:lnTo>
                  <a:lnTo>
                    <a:pt x="151" y="13549"/>
                  </a:lnTo>
                  <a:lnTo>
                    <a:pt x="452" y="14602"/>
                  </a:lnTo>
                  <a:lnTo>
                    <a:pt x="904" y="15656"/>
                  </a:lnTo>
                  <a:lnTo>
                    <a:pt x="1506" y="16861"/>
                  </a:lnTo>
                  <a:lnTo>
                    <a:pt x="1506" y="16861"/>
                  </a:lnTo>
                  <a:lnTo>
                    <a:pt x="2108" y="17764"/>
                  </a:lnTo>
                  <a:lnTo>
                    <a:pt x="2861" y="18366"/>
                  </a:lnTo>
                  <a:lnTo>
                    <a:pt x="3614" y="18968"/>
                  </a:lnTo>
                  <a:lnTo>
                    <a:pt x="4366" y="19570"/>
                  </a:lnTo>
                  <a:lnTo>
                    <a:pt x="5270" y="19871"/>
                  </a:lnTo>
                  <a:lnTo>
                    <a:pt x="6022" y="20172"/>
                  </a:lnTo>
                  <a:lnTo>
                    <a:pt x="6926" y="20323"/>
                  </a:lnTo>
                  <a:lnTo>
                    <a:pt x="7829" y="20323"/>
                  </a:lnTo>
                  <a:lnTo>
                    <a:pt x="8732" y="20323"/>
                  </a:lnTo>
                  <a:lnTo>
                    <a:pt x="9485" y="20022"/>
                  </a:lnTo>
                  <a:lnTo>
                    <a:pt x="10388" y="19721"/>
                  </a:lnTo>
                  <a:lnTo>
                    <a:pt x="11141" y="19269"/>
                  </a:lnTo>
                  <a:lnTo>
                    <a:pt x="11743" y="18818"/>
                  </a:lnTo>
                  <a:lnTo>
                    <a:pt x="12496" y="18215"/>
                  </a:lnTo>
                  <a:lnTo>
                    <a:pt x="13098" y="17463"/>
                  </a:lnTo>
                  <a:lnTo>
                    <a:pt x="13549" y="16559"/>
                  </a:lnTo>
                  <a:lnTo>
                    <a:pt x="13549" y="16559"/>
                  </a:lnTo>
                  <a:lnTo>
                    <a:pt x="14151" y="14753"/>
                  </a:lnTo>
                  <a:lnTo>
                    <a:pt x="14754" y="12796"/>
                  </a:lnTo>
                  <a:lnTo>
                    <a:pt x="15055" y="10538"/>
                  </a:lnTo>
                  <a:lnTo>
                    <a:pt x="15205" y="8430"/>
                  </a:lnTo>
                  <a:lnTo>
                    <a:pt x="14904" y="6323"/>
                  </a:lnTo>
                  <a:lnTo>
                    <a:pt x="14754" y="5269"/>
                  </a:lnTo>
                  <a:lnTo>
                    <a:pt x="14302" y="4366"/>
                  </a:lnTo>
                  <a:lnTo>
                    <a:pt x="13850" y="3463"/>
                  </a:lnTo>
                  <a:lnTo>
                    <a:pt x="13248" y="2559"/>
                  </a:lnTo>
                  <a:lnTo>
                    <a:pt x="12646" y="1807"/>
                  </a:lnTo>
                  <a:lnTo>
                    <a:pt x="11893" y="1205"/>
                  </a:lnTo>
                  <a:lnTo>
                    <a:pt x="11893" y="1205"/>
                  </a:lnTo>
                  <a:lnTo>
                    <a:pt x="10990" y="753"/>
                  </a:lnTo>
                  <a:lnTo>
                    <a:pt x="10087" y="301"/>
                  </a:lnTo>
                  <a:lnTo>
                    <a:pt x="9184" y="151"/>
                  </a:lnTo>
                  <a:lnTo>
                    <a:pt x="8280" y="0"/>
                  </a:lnTo>
                  <a:lnTo>
                    <a:pt x="7377" y="0"/>
                  </a:lnTo>
                  <a:lnTo>
                    <a:pt x="6474" y="151"/>
                  </a:lnTo>
                  <a:lnTo>
                    <a:pt x="5571" y="301"/>
                  </a:lnTo>
                  <a:lnTo>
                    <a:pt x="4818" y="602"/>
                  </a:lnTo>
                  <a:lnTo>
                    <a:pt x="4065" y="1054"/>
                  </a:lnTo>
                  <a:lnTo>
                    <a:pt x="3313" y="1506"/>
                  </a:lnTo>
                  <a:lnTo>
                    <a:pt x="2710" y="2108"/>
                  </a:lnTo>
                  <a:lnTo>
                    <a:pt x="2108" y="2860"/>
                  </a:lnTo>
                  <a:lnTo>
                    <a:pt x="1506" y="3613"/>
                  </a:lnTo>
                  <a:lnTo>
                    <a:pt x="1205" y="4366"/>
                  </a:lnTo>
                  <a:lnTo>
                    <a:pt x="904" y="5269"/>
                  </a:lnTo>
                  <a:lnTo>
                    <a:pt x="603" y="632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1877;p29">
              <a:extLst>
                <a:ext uri="{FF2B5EF4-FFF2-40B4-BE49-F238E27FC236}">
                  <a16:creationId xmlns:a16="http://schemas.microsoft.com/office/drawing/2014/main" id="{F4AE3AB0-EAD8-EB1E-7BFC-B646847CB173}"/>
                </a:ext>
              </a:extLst>
            </p:cNvPr>
            <p:cNvSpPr/>
            <p:nvPr/>
          </p:nvSpPr>
          <p:spPr>
            <a:xfrm>
              <a:off x="3377870" y="1555812"/>
              <a:ext cx="334633" cy="334633"/>
            </a:xfrm>
            <a:custGeom>
              <a:avLst/>
              <a:gdLst/>
              <a:ahLst/>
              <a:cxnLst/>
              <a:rect l="l" t="t" r="r" b="b"/>
              <a:pathLst>
                <a:path w="19722" h="19722" extrusionOk="0">
                  <a:moveTo>
                    <a:pt x="10538" y="1"/>
                  </a:moveTo>
                  <a:lnTo>
                    <a:pt x="9635" y="152"/>
                  </a:lnTo>
                  <a:lnTo>
                    <a:pt x="8732" y="302"/>
                  </a:lnTo>
                  <a:lnTo>
                    <a:pt x="8130" y="603"/>
                  </a:lnTo>
                  <a:lnTo>
                    <a:pt x="7076" y="1205"/>
                  </a:lnTo>
                  <a:lnTo>
                    <a:pt x="6323" y="1958"/>
                  </a:lnTo>
                  <a:lnTo>
                    <a:pt x="5872" y="2711"/>
                  </a:lnTo>
                  <a:lnTo>
                    <a:pt x="5721" y="3313"/>
                  </a:lnTo>
                  <a:lnTo>
                    <a:pt x="5721" y="3915"/>
                  </a:lnTo>
                  <a:lnTo>
                    <a:pt x="5269" y="4066"/>
                  </a:lnTo>
                  <a:lnTo>
                    <a:pt x="4818" y="4517"/>
                  </a:lnTo>
                  <a:lnTo>
                    <a:pt x="3312" y="5721"/>
                  </a:lnTo>
                  <a:lnTo>
                    <a:pt x="2560" y="6625"/>
                  </a:lnTo>
                  <a:lnTo>
                    <a:pt x="1807" y="7678"/>
                  </a:lnTo>
                  <a:lnTo>
                    <a:pt x="1054" y="8732"/>
                  </a:lnTo>
                  <a:lnTo>
                    <a:pt x="452" y="9937"/>
                  </a:lnTo>
                  <a:lnTo>
                    <a:pt x="151" y="11141"/>
                  </a:lnTo>
                  <a:lnTo>
                    <a:pt x="1" y="12345"/>
                  </a:lnTo>
                  <a:lnTo>
                    <a:pt x="151" y="13549"/>
                  </a:lnTo>
                  <a:lnTo>
                    <a:pt x="302" y="14152"/>
                  </a:lnTo>
                  <a:lnTo>
                    <a:pt x="603" y="14754"/>
                  </a:lnTo>
                  <a:lnTo>
                    <a:pt x="1054" y="15356"/>
                  </a:lnTo>
                  <a:lnTo>
                    <a:pt x="1506" y="15958"/>
                  </a:lnTo>
                  <a:lnTo>
                    <a:pt x="2259" y="16560"/>
                  </a:lnTo>
                  <a:lnTo>
                    <a:pt x="3011" y="17012"/>
                  </a:lnTo>
                  <a:lnTo>
                    <a:pt x="4818" y="18066"/>
                  </a:lnTo>
                  <a:lnTo>
                    <a:pt x="7377" y="18818"/>
                  </a:lnTo>
                  <a:lnTo>
                    <a:pt x="9936" y="19420"/>
                  </a:lnTo>
                  <a:lnTo>
                    <a:pt x="11893" y="19722"/>
                  </a:lnTo>
                  <a:lnTo>
                    <a:pt x="13549" y="19722"/>
                  </a:lnTo>
                  <a:lnTo>
                    <a:pt x="14904" y="19420"/>
                  </a:lnTo>
                  <a:lnTo>
                    <a:pt x="15807" y="18818"/>
                  </a:lnTo>
                  <a:lnTo>
                    <a:pt x="16409" y="18216"/>
                  </a:lnTo>
                  <a:lnTo>
                    <a:pt x="16861" y="17463"/>
                  </a:lnTo>
                  <a:lnTo>
                    <a:pt x="17012" y="16560"/>
                  </a:lnTo>
                  <a:lnTo>
                    <a:pt x="17012" y="15657"/>
                  </a:lnTo>
                  <a:lnTo>
                    <a:pt x="16861" y="14603"/>
                  </a:lnTo>
                  <a:lnTo>
                    <a:pt x="16409" y="12947"/>
                  </a:lnTo>
                  <a:lnTo>
                    <a:pt x="15807" y="11592"/>
                  </a:lnTo>
                  <a:lnTo>
                    <a:pt x="15657" y="11141"/>
                  </a:lnTo>
                  <a:lnTo>
                    <a:pt x="17162" y="9937"/>
                  </a:lnTo>
                  <a:lnTo>
                    <a:pt x="17915" y="9334"/>
                  </a:lnTo>
                  <a:lnTo>
                    <a:pt x="18517" y="8582"/>
                  </a:lnTo>
                  <a:lnTo>
                    <a:pt x="19119" y="7829"/>
                  </a:lnTo>
                  <a:lnTo>
                    <a:pt x="19420" y="6926"/>
                  </a:lnTo>
                  <a:lnTo>
                    <a:pt x="19721" y="6023"/>
                  </a:lnTo>
                  <a:lnTo>
                    <a:pt x="19721" y="5119"/>
                  </a:lnTo>
                  <a:lnTo>
                    <a:pt x="19571" y="4066"/>
                  </a:lnTo>
                  <a:lnTo>
                    <a:pt x="19119" y="3162"/>
                  </a:lnTo>
                  <a:lnTo>
                    <a:pt x="18366" y="2259"/>
                  </a:lnTo>
                  <a:lnTo>
                    <a:pt x="17313" y="1506"/>
                  </a:lnTo>
                  <a:lnTo>
                    <a:pt x="16108" y="904"/>
                  </a:lnTo>
                  <a:lnTo>
                    <a:pt x="14753" y="453"/>
                  </a:lnTo>
                  <a:lnTo>
                    <a:pt x="1324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1878;p29">
              <a:extLst>
                <a:ext uri="{FF2B5EF4-FFF2-40B4-BE49-F238E27FC236}">
                  <a16:creationId xmlns:a16="http://schemas.microsoft.com/office/drawing/2014/main" id="{4FACB934-DA8F-F78E-B61E-F96171DF91B7}"/>
                </a:ext>
              </a:extLst>
            </p:cNvPr>
            <p:cNvSpPr/>
            <p:nvPr/>
          </p:nvSpPr>
          <p:spPr>
            <a:xfrm>
              <a:off x="3377870" y="1555812"/>
              <a:ext cx="334633" cy="334633"/>
            </a:xfrm>
            <a:custGeom>
              <a:avLst/>
              <a:gdLst/>
              <a:ahLst/>
              <a:cxnLst/>
              <a:rect l="l" t="t" r="r" b="b"/>
              <a:pathLst>
                <a:path w="19722" h="19722" fill="none" extrusionOk="0">
                  <a:moveTo>
                    <a:pt x="15657" y="11141"/>
                  </a:moveTo>
                  <a:lnTo>
                    <a:pt x="15657" y="11141"/>
                  </a:lnTo>
                  <a:lnTo>
                    <a:pt x="17162" y="9937"/>
                  </a:lnTo>
                  <a:lnTo>
                    <a:pt x="17915" y="9334"/>
                  </a:lnTo>
                  <a:lnTo>
                    <a:pt x="18517" y="8582"/>
                  </a:lnTo>
                  <a:lnTo>
                    <a:pt x="19119" y="7829"/>
                  </a:lnTo>
                  <a:lnTo>
                    <a:pt x="19420" y="6926"/>
                  </a:lnTo>
                  <a:lnTo>
                    <a:pt x="19721" y="6023"/>
                  </a:lnTo>
                  <a:lnTo>
                    <a:pt x="19721" y="5119"/>
                  </a:lnTo>
                  <a:lnTo>
                    <a:pt x="19721" y="5119"/>
                  </a:lnTo>
                  <a:lnTo>
                    <a:pt x="19571" y="4066"/>
                  </a:lnTo>
                  <a:lnTo>
                    <a:pt x="19119" y="3162"/>
                  </a:lnTo>
                  <a:lnTo>
                    <a:pt x="18366" y="2259"/>
                  </a:lnTo>
                  <a:lnTo>
                    <a:pt x="17313" y="1506"/>
                  </a:lnTo>
                  <a:lnTo>
                    <a:pt x="16108" y="904"/>
                  </a:lnTo>
                  <a:lnTo>
                    <a:pt x="14753" y="453"/>
                  </a:lnTo>
                  <a:lnTo>
                    <a:pt x="13248" y="1"/>
                  </a:lnTo>
                  <a:lnTo>
                    <a:pt x="11592" y="1"/>
                  </a:lnTo>
                  <a:lnTo>
                    <a:pt x="11592" y="1"/>
                  </a:lnTo>
                  <a:lnTo>
                    <a:pt x="10538" y="1"/>
                  </a:lnTo>
                  <a:lnTo>
                    <a:pt x="9635" y="152"/>
                  </a:lnTo>
                  <a:lnTo>
                    <a:pt x="8732" y="302"/>
                  </a:lnTo>
                  <a:lnTo>
                    <a:pt x="8130" y="603"/>
                  </a:lnTo>
                  <a:lnTo>
                    <a:pt x="7076" y="1205"/>
                  </a:lnTo>
                  <a:lnTo>
                    <a:pt x="6323" y="1958"/>
                  </a:lnTo>
                  <a:lnTo>
                    <a:pt x="5872" y="2711"/>
                  </a:lnTo>
                  <a:lnTo>
                    <a:pt x="5721" y="3313"/>
                  </a:lnTo>
                  <a:lnTo>
                    <a:pt x="5721" y="3915"/>
                  </a:lnTo>
                  <a:lnTo>
                    <a:pt x="5721" y="3915"/>
                  </a:lnTo>
                  <a:lnTo>
                    <a:pt x="5269" y="4066"/>
                  </a:lnTo>
                  <a:lnTo>
                    <a:pt x="4818" y="4517"/>
                  </a:lnTo>
                  <a:lnTo>
                    <a:pt x="3312" y="5721"/>
                  </a:lnTo>
                  <a:lnTo>
                    <a:pt x="2560" y="6625"/>
                  </a:lnTo>
                  <a:lnTo>
                    <a:pt x="1807" y="7678"/>
                  </a:lnTo>
                  <a:lnTo>
                    <a:pt x="1054" y="8732"/>
                  </a:lnTo>
                  <a:lnTo>
                    <a:pt x="452" y="9937"/>
                  </a:lnTo>
                  <a:lnTo>
                    <a:pt x="151" y="11141"/>
                  </a:lnTo>
                  <a:lnTo>
                    <a:pt x="1" y="12345"/>
                  </a:lnTo>
                  <a:lnTo>
                    <a:pt x="151" y="13549"/>
                  </a:lnTo>
                  <a:lnTo>
                    <a:pt x="302" y="14152"/>
                  </a:lnTo>
                  <a:lnTo>
                    <a:pt x="603" y="14754"/>
                  </a:lnTo>
                  <a:lnTo>
                    <a:pt x="1054" y="15356"/>
                  </a:lnTo>
                  <a:lnTo>
                    <a:pt x="1506" y="15958"/>
                  </a:lnTo>
                  <a:lnTo>
                    <a:pt x="2259" y="16560"/>
                  </a:lnTo>
                  <a:lnTo>
                    <a:pt x="3011" y="17012"/>
                  </a:lnTo>
                  <a:lnTo>
                    <a:pt x="4818" y="18066"/>
                  </a:lnTo>
                  <a:lnTo>
                    <a:pt x="7377" y="18818"/>
                  </a:lnTo>
                  <a:lnTo>
                    <a:pt x="7377" y="18818"/>
                  </a:lnTo>
                  <a:lnTo>
                    <a:pt x="9936" y="19420"/>
                  </a:lnTo>
                  <a:lnTo>
                    <a:pt x="11893" y="19722"/>
                  </a:lnTo>
                  <a:lnTo>
                    <a:pt x="13549" y="19722"/>
                  </a:lnTo>
                  <a:lnTo>
                    <a:pt x="14904" y="19420"/>
                  </a:lnTo>
                  <a:lnTo>
                    <a:pt x="15807" y="18818"/>
                  </a:lnTo>
                  <a:lnTo>
                    <a:pt x="16409" y="18216"/>
                  </a:lnTo>
                  <a:lnTo>
                    <a:pt x="16861" y="17463"/>
                  </a:lnTo>
                  <a:lnTo>
                    <a:pt x="17012" y="16560"/>
                  </a:lnTo>
                  <a:lnTo>
                    <a:pt x="17012" y="15657"/>
                  </a:lnTo>
                  <a:lnTo>
                    <a:pt x="16861" y="14603"/>
                  </a:lnTo>
                  <a:lnTo>
                    <a:pt x="16409" y="12947"/>
                  </a:lnTo>
                  <a:lnTo>
                    <a:pt x="15807" y="11592"/>
                  </a:lnTo>
                  <a:lnTo>
                    <a:pt x="15657" y="1114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1879;p29">
              <a:extLst>
                <a:ext uri="{FF2B5EF4-FFF2-40B4-BE49-F238E27FC236}">
                  <a16:creationId xmlns:a16="http://schemas.microsoft.com/office/drawing/2014/main" id="{A77182E1-47DC-7808-03E9-17A5913C5B0E}"/>
                </a:ext>
              </a:extLst>
            </p:cNvPr>
            <p:cNvSpPr/>
            <p:nvPr/>
          </p:nvSpPr>
          <p:spPr>
            <a:xfrm>
              <a:off x="3426397" y="1629892"/>
              <a:ext cx="240124" cy="40892"/>
            </a:xfrm>
            <a:custGeom>
              <a:avLst/>
              <a:gdLst/>
              <a:ahLst/>
              <a:cxnLst/>
              <a:rect l="l" t="t" r="r" b="b"/>
              <a:pathLst>
                <a:path w="14152" h="2410" extrusionOk="0">
                  <a:moveTo>
                    <a:pt x="452" y="1"/>
                  </a:moveTo>
                  <a:lnTo>
                    <a:pt x="151" y="753"/>
                  </a:lnTo>
                  <a:lnTo>
                    <a:pt x="1" y="1355"/>
                  </a:lnTo>
                  <a:lnTo>
                    <a:pt x="1" y="1958"/>
                  </a:lnTo>
                  <a:lnTo>
                    <a:pt x="2259" y="2259"/>
                  </a:lnTo>
                  <a:lnTo>
                    <a:pt x="5721" y="2409"/>
                  </a:lnTo>
                  <a:lnTo>
                    <a:pt x="9334" y="2409"/>
                  </a:lnTo>
                  <a:lnTo>
                    <a:pt x="11141" y="2259"/>
                  </a:lnTo>
                  <a:lnTo>
                    <a:pt x="12646" y="2108"/>
                  </a:lnTo>
                  <a:lnTo>
                    <a:pt x="12947" y="1506"/>
                  </a:lnTo>
                  <a:lnTo>
                    <a:pt x="13399" y="904"/>
                  </a:lnTo>
                  <a:lnTo>
                    <a:pt x="14152" y="151"/>
                  </a:lnTo>
                  <a:lnTo>
                    <a:pt x="45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1880;p29">
              <a:extLst>
                <a:ext uri="{FF2B5EF4-FFF2-40B4-BE49-F238E27FC236}">
                  <a16:creationId xmlns:a16="http://schemas.microsoft.com/office/drawing/2014/main" id="{6389004D-D86F-8B4B-E242-C59448224E83}"/>
                </a:ext>
              </a:extLst>
            </p:cNvPr>
            <p:cNvSpPr/>
            <p:nvPr/>
          </p:nvSpPr>
          <p:spPr>
            <a:xfrm>
              <a:off x="3421290" y="1499632"/>
              <a:ext cx="329526" cy="150705"/>
            </a:xfrm>
            <a:custGeom>
              <a:avLst/>
              <a:gdLst/>
              <a:ahLst/>
              <a:cxnLst/>
              <a:rect l="l" t="t" r="r" b="b"/>
              <a:pathLst>
                <a:path w="19421" h="8882" extrusionOk="0">
                  <a:moveTo>
                    <a:pt x="7979" y="0"/>
                  </a:moveTo>
                  <a:lnTo>
                    <a:pt x="6926" y="151"/>
                  </a:lnTo>
                  <a:lnTo>
                    <a:pt x="5872" y="301"/>
                  </a:lnTo>
                  <a:lnTo>
                    <a:pt x="4818" y="753"/>
                  </a:lnTo>
                  <a:lnTo>
                    <a:pt x="3915" y="1054"/>
                  </a:lnTo>
                  <a:lnTo>
                    <a:pt x="3162" y="1506"/>
                  </a:lnTo>
                  <a:lnTo>
                    <a:pt x="2409" y="2108"/>
                  </a:lnTo>
                  <a:lnTo>
                    <a:pt x="1807" y="2559"/>
                  </a:lnTo>
                  <a:lnTo>
                    <a:pt x="1205" y="3312"/>
                  </a:lnTo>
                  <a:lnTo>
                    <a:pt x="753" y="3914"/>
                  </a:lnTo>
                  <a:lnTo>
                    <a:pt x="452" y="4667"/>
                  </a:lnTo>
                  <a:lnTo>
                    <a:pt x="151" y="5269"/>
                  </a:lnTo>
                  <a:lnTo>
                    <a:pt x="1" y="6022"/>
                  </a:lnTo>
                  <a:lnTo>
                    <a:pt x="1" y="6774"/>
                  </a:lnTo>
                  <a:lnTo>
                    <a:pt x="1" y="7527"/>
                  </a:lnTo>
                  <a:lnTo>
                    <a:pt x="151" y="8280"/>
                  </a:lnTo>
                  <a:lnTo>
                    <a:pt x="302" y="8430"/>
                  </a:lnTo>
                  <a:lnTo>
                    <a:pt x="753" y="8581"/>
                  </a:lnTo>
                  <a:lnTo>
                    <a:pt x="2259" y="8731"/>
                  </a:lnTo>
                  <a:lnTo>
                    <a:pt x="4517" y="8882"/>
                  </a:lnTo>
                  <a:lnTo>
                    <a:pt x="7076" y="8882"/>
                  </a:lnTo>
                  <a:lnTo>
                    <a:pt x="12345" y="8731"/>
                  </a:lnTo>
                  <a:lnTo>
                    <a:pt x="16560" y="8280"/>
                  </a:lnTo>
                  <a:lnTo>
                    <a:pt x="18517" y="7979"/>
                  </a:lnTo>
                  <a:lnTo>
                    <a:pt x="19420" y="7678"/>
                  </a:lnTo>
                  <a:lnTo>
                    <a:pt x="19420" y="7226"/>
                  </a:lnTo>
                  <a:lnTo>
                    <a:pt x="17614" y="7226"/>
                  </a:lnTo>
                  <a:lnTo>
                    <a:pt x="17463" y="6172"/>
                  </a:lnTo>
                  <a:lnTo>
                    <a:pt x="17012" y="4968"/>
                  </a:lnTo>
                  <a:lnTo>
                    <a:pt x="16259" y="3613"/>
                  </a:lnTo>
                  <a:lnTo>
                    <a:pt x="15657" y="2860"/>
                  </a:lnTo>
                  <a:lnTo>
                    <a:pt x="15055" y="2258"/>
                  </a:lnTo>
                  <a:lnTo>
                    <a:pt x="14453" y="1656"/>
                  </a:lnTo>
                  <a:lnTo>
                    <a:pt x="13549" y="1054"/>
                  </a:lnTo>
                  <a:lnTo>
                    <a:pt x="12646" y="602"/>
                  </a:lnTo>
                  <a:lnTo>
                    <a:pt x="11592" y="301"/>
                  </a:lnTo>
                  <a:lnTo>
                    <a:pt x="10539"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1881;p29">
              <a:extLst>
                <a:ext uri="{FF2B5EF4-FFF2-40B4-BE49-F238E27FC236}">
                  <a16:creationId xmlns:a16="http://schemas.microsoft.com/office/drawing/2014/main" id="{FE7C716F-01DA-9F0F-BE08-2370FD227AF5}"/>
                </a:ext>
              </a:extLst>
            </p:cNvPr>
            <p:cNvSpPr/>
            <p:nvPr/>
          </p:nvSpPr>
          <p:spPr>
            <a:xfrm>
              <a:off x="3421290" y="1499632"/>
              <a:ext cx="329526" cy="150705"/>
            </a:xfrm>
            <a:custGeom>
              <a:avLst/>
              <a:gdLst/>
              <a:ahLst/>
              <a:cxnLst/>
              <a:rect l="l" t="t" r="r" b="b"/>
              <a:pathLst>
                <a:path w="19421" h="8882" fill="none" extrusionOk="0">
                  <a:moveTo>
                    <a:pt x="151" y="8280"/>
                  </a:moveTo>
                  <a:lnTo>
                    <a:pt x="151" y="8280"/>
                  </a:lnTo>
                  <a:lnTo>
                    <a:pt x="302" y="8430"/>
                  </a:lnTo>
                  <a:lnTo>
                    <a:pt x="753" y="8581"/>
                  </a:lnTo>
                  <a:lnTo>
                    <a:pt x="2259" y="8731"/>
                  </a:lnTo>
                  <a:lnTo>
                    <a:pt x="4517" y="8882"/>
                  </a:lnTo>
                  <a:lnTo>
                    <a:pt x="7076" y="8882"/>
                  </a:lnTo>
                  <a:lnTo>
                    <a:pt x="12345" y="8731"/>
                  </a:lnTo>
                  <a:lnTo>
                    <a:pt x="16560" y="8280"/>
                  </a:lnTo>
                  <a:lnTo>
                    <a:pt x="16560" y="8280"/>
                  </a:lnTo>
                  <a:lnTo>
                    <a:pt x="18517" y="7979"/>
                  </a:lnTo>
                  <a:lnTo>
                    <a:pt x="19420" y="7678"/>
                  </a:lnTo>
                  <a:lnTo>
                    <a:pt x="19420" y="7226"/>
                  </a:lnTo>
                  <a:lnTo>
                    <a:pt x="17614" y="7226"/>
                  </a:lnTo>
                  <a:lnTo>
                    <a:pt x="17614" y="7226"/>
                  </a:lnTo>
                  <a:lnTo>
                    <a:pt x="17463" y="6172"/>
                  </a:lnTo>
                  <a:lnTo>
                    <a:pt x="17012" y="4968"/>
                  </a:lnTo>
                  <a:lnTo>
                    <a:pt x="16259" y="3613"/>
                  </a:lnTo>
                  <a:lnTo>
                    <a:pt x="15657" y="2860"/>
                  </a:lnTo>
                  <a:lnTo>
                    <a:pt x="15055" y="2258"/>
                  </a:lnTo>
                  <a:lnTo>
                    <a:pt x="14453" y="1656"/>
                  </a:lnTo>
                  <a:lnTo>
                    <a:pt x="13549" y="1054"/>
                  </a:lnTo>
                  <a:lnTo>
                    <a:pt x="12646" y="602"/>
                  </a:lnTo>
                  <a:lnTo>
                    <a:pt x="11592" y="301"/>
                  </a:lnTo>
                  <a:lnTo>
                    <a:pt x="10539" y="0"/>
                  </a:lnTo>
                  <a:lnTo>
                    <a:pt x="9184" y="0"/>
                  </a:lnTo>
                  <a:lnTo>
                    <a:pt x="9184" y="0"/>
                  </a:lnTo>
                  <a:lnTo>
                    <a:pt x="7979" y="0"/>
                  </a:lnTo>
                  <a:lnTo>
                    <a:pt x="6926" y="151"/>
                  </a:lnTo>
                  <a:lnTo>
                    <a:pt x="5872" y="301"/>
                  </a:lnTo>
                  <a:lnTo>
                    <a:pt x="4818" y="753"/>
                  </a:lnTo>
                  <a:lnTo>
                    <a:pt x="3915" y="1054"/>
                  </a:lnTo>
                  <a:lnTo>
                    <a:pt x="3162" y="1506"/>
                  </a:lnTo>
                  <a:lnTo>
                    <a:pt x="2409" y="2108"/>
                  </a:lnTo>
                  <a:lnTo>
                    <a:pt x="1807" y="2559"/>
                  </a:lnTo>
                  <a:lnTo>
                    <a:pt x="1205" y="3312"/>
                  </a:lnTo>
                  <a:lnTo>
                    <a:pt x="753" y="3914"/>
                  </a:lnTo>
                  <a:lnTo>
                    <a:pt x="452" y="4667"/>
                  </a:lnTo>
                  <a:lnTo>
                    <a:pt x="151" y="5269"/>
                  </a:lnTo>
                  <a:lnTo>
                    <a:pt x="1" y="6022"/>
                  </a:lnTo>
                  <a:lnTo>
                    <a:pt x="1" y="6774"/>
                  </a:lnTo>
                  <a:lnTo>
                    <a:pt x="1" y="7527"/>
                  </a:lnTo>
                  <a:lnTo>
                    <a:pt x="151" y="828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1882;p29">
              <a:extLst>
                <a:ext uri="{FF2B5EF4-FFF2-40B4-BE49-F238E27FC236}">
                  <a16:creationId xmlns:a16="http://schemas.microsoft.com/office/drawing/2014/main" id="{6B97495D-7EF6-758D-370A-ADD570D74E60}"/>
                </a:ext>
              </a:extLst>
            </p:cNvPr>
            <p:cNvSpPr/>
            <p:nvPr/>
          </p:nvSpPr>
          <p:spPr>
            <a:xfrm>
              <a:off x="3482594" y="1491963"/>
              <a:ext cx="125186" cy="48544"/>
            </a:xfrm>
            <a:custGeom>
              <a:avLst/>
              <a:gdLst/>
              <a:ahLst/>
              <a:cxnLst/>
              <a:rect l="l" t="t" r="r" b="b"/>
              <a:pathLst>
                <a:path w="7378" h="2861" extrusionOk="0">
                  <a:moveTo>
                    <a:pt x="3614" y="1"/>
                  </a:moveTo>
                  <a:lnTo>
                    <a:pt x="2710" y="302"/>
                  </a:lnTo>
                  <a:lnTo>
                    <a:pt x="1807" y="753"/>
                  </a:lnTo>
                  <a:lnTo>
                    <a:pt x="904" y="1506"/>
                  </a:lnTo>
                  <a:lnTo>
                    <a:pt x="1" y="2710"/>
                  </a:lnTo>
                  <a:lnTo>
                    <a:pt x="3162" y="2861"/>
                  </a:lnTo>
                  <a:lnTo>
                    <a:pt x="3463" y="2560"/>
                  </a:lnTo>
                  <a:lnTo>
                    <a:pt x="4517" y="1656"/>
                  </a:lnTo>
                  <a:lnTo>
                    <a:pt x="5119" y="1355"/>
                  </a:lnTo>
                  <a:lnTo>
                    <a:pt x="5872" y="904"/>
                  </a:lnTo>
                  <a:lnTo>
                    <a:pt x="6624" y="603"/>
                  </a:lnTo>
                  <a:lnTo>
                    <a:pt x="7377" y="603"/>
                  </a:lnTo>
                  <a:lnTo>
                    <a:pt x="7227"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1883;p29">
              <a:extLst>
                <a:ext uri="{FF2B5EF4-FFF2-40B4-BE49-F238E27FC236}">
                  <a16:creationId xmlns:a16="http://schemas.microsoft.com/office/drawing/2014/main" id="{3657718E-E243-16BC-B21A-0B71C730EFAA}"/>
                </a:ext>
              </a:extLst>
            </p:cNvPr>
            <p:cNvSpPr/>
            <p:nvPr/>
          </p:nvSpPr>
          <p:spPr>
            <a:xfrm>
              <a:off x="3482594" y="1491963"/>
              <a:ext cx="125186" cy="48544"/>
            </a:xfrm>
            <a:custGeom>
              <a:avLst/>
              <a:gdLst/>
              <a:ahLst/>
              <a:cxnLst/>
              <a:rect l="l" t="t" r="r" b="b"/>
              <a:pathLst>
                <a:path w="7378" h="2861" fill="none" extrusionOk="0">
                  <a:moveTo>
                    <a:pt x="7227" y="1"/>
                  </a:moveTo>
                  <a:lnTo>
                    <a:pt x="7227" y="1"/>
                  </a:lnTo>
                  <a:lnTo>
                    <a:pt x="5872" y="1"/>
                  </a:lnTo>
                  <a:lnTo>
                    <a:pt x="4667" y="1"/>
                  </a:lnTo>
                  <a:lnTo>
                    <a:pt x="3614" y="1"/>
                  </a:lnTo>
                  <a:lnTo>
                    <a:pt x="3614" y="1"/>
                  </a:lnTo>
                  <a:lnTo>
                    <a:pt x="2710" y="302"/>
                  </a:lnTo>
                  <a:lnTo>
                    <a:pt x="1807" y="753"/>
                  </a:lnTo>
                  <a:lnTo>
                    <a:pt x="904" y="1506"/>
                  </a:lnTo>
                  <a:lnTo>
                    <a:pt x="1" y="2710"/>
                  </a:lnTo>
                  <a:lnTo>
                    <a:pt x="3162" y="2861"/>
                  </a:lnTo>
                  <a:lnTo>
                    <a:pt x="3162" y="2861"/>
                  </a:lnTo>
                  <a:lnTo>
                    <a:pt x="3463" y="2560"/>
                  </a:lnTo>
                  <a:lnTo>
                    <a:pt x="4517" y="1656"/>
                  </a:lnTo>
                  <a:lnTo>
                    <a:pt x="5119" y="1355"/>
                  </a:lnTo>
                  <a:lnTo>
                    <a:pt x="5872" y="904"/>
                  </a:lnTo>
                  <a:lnTo>
                    <a:pt x="6624" y="603"/>
                  </a:lnTo>
                  <a:lnTo>
                    <a:pt x="7377" y="603"/>
                  </a:lnTo>
                  <a:lnTo>
                    <a:pt x="7377" y="603"/>
                  </a:lnTo>
                  <a:lnTo>
                    <a:pt x="7227" y="1"/>
                  </a:lnTo>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1884;p29">
              <a:extLst>
                <a:ext uri="{FF2B5EF4-FFF2-40B4-BE49-F238E27FC236}">
                  <a16:creationId xmlns:a16="http://schemas.microsoft.com/office/drawing/2014/main" id="{0325A6CD-E2D3-E6F1-94D5-F8D61B8DBA4D}"/>
                </a:ext>
              </a:extLst>
            </p:cNvPr>
            <p:cNvSpPr/>
            <p:nvPr/>
          </p:nvSpPr>
          <p:spPr>
            <a:xfrm>
              <a:off x="3515799" y="1502178"/>
              <a:ext cx="89419" cy="122624"/>
            </a:xfrm>
            <a:custGeom>
              <a:avLst/>
              <a:gdLst/>
              <a:ahLst/>
              <a:cxnLst/>
              <a:rect l="l" t="t" r="r" b="b"/>
              <a:pathLst>
                <a:path w="5270" h="7227" extrusionOk="0">
                  <a:moveTo>
                    <a:pt x="4517" y="1"/>
                  </a:moveTo>
                  <a:lnTo>
                    <a:pt x="3915" y="302"/>
                  </a:lnTo>
                  <a:lnTo>
                    <a:pt x="2861" y="1205"/>
                  </a:lnTo>
                  <a:lnTo>
                    <a:pt x="2259" y="1807"/>
                  </a:lnTo>
                  <a:lnTo>
                    <a:pt x="1657" y="2560"/>
                  </a:lnTo>
                  <a:lnTo>
                    <a:pt x="1205" y="3463"/>
                  </a:lnTo>
                  <a:lnTo>
                    <a:pt x="603" y="4517"/>
                  </a:lnTo>
                  <a:lnTo>
                    <a:pt x="302" y="5571"/>
                  </a:lnTo>
                  <a:lnTo>
                    <a:pt x="1" y="6925"/>
                  </a:lnTo>
                  <a:lnTo>
                    <a:pt x="1" y="7076"/>
                  </a:lnTo>
                  <a:lnTo>
                    <a:pt x="151" y="7227"/>
                  </a:lnTo>
                  <a:lnTo>
                    <a:pt x="302" y="7076"/>
                  </a:lnTo>
                  <a:lnTo>
                    <a:pt x="452" y="7076"/>
                  </a:lnTo>
                  <a:lnTo>
                    <a:pt x="904" y="5270"/>
                  </a:lnTo>
                  <a:lnTo>
                    <a:pt x="1506" y="3764"/>
                  </a:lnTo>
                  <a:lnTo>
                    <a:pt x="2259" y="2560"/>
                  </a:lnTo>
                  <a:lnTo>
                    <a:pt x="3012" y="1657"/>
                  </a:lnTo>
                  <a:lnTo>
                    <a:pt x="3764" y="904"/>
                  </a:lnTo>
                  <a:lnTo>
                    <a:pt x="4517" y="452"/>
                  </a:lnTo>
                  <a:lnTo>
                    <a:pt x="5119" y="151"/>
                  </a:lnTo>
                  <a:lnTo>
                    <a:pt x="527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1885;p29">
              <a:extLst>
                <a:ext uri="{FF2B5EF4-FFF2-40B4-BE49-F238E27FC236}">
                  <a16:creationId xmlns:a16="http://schemas.microsoft.com/office/drawing/2014/main" id="{514C45C4-846C-6F17-6A9E-40BF9AD4FC43}"/>
                </a:ext>
              </a:extLst>
            </p:cNvPr>
            <p:cNvSpPr/>
            <p:nvPr/>
          </p:nvSpPr>
          <p:spPr>
            <a:xfrm>
              <a:off x="3582210" y="1497070"/>
              <a:ext cx="23008" cy="10231"/>
            </a:xfrm>
            <a:custGeom>
              <a:avLst/>
              <a:gdLst/>
              <a:ahLst/>
              <a:cxnLst/>
              <a:rect l="l" t="t" r="r" b="b"/>
              <a:pathLst>
                <a:path w="1356" h="603" extrusionOk="0">
                  <a:moveTo>
                    <a:pt x="1055" y="1"/>
                  </a:moveTo>
                  <a:lnTo>
                    <a:pt x="1" y="603"/>
                  </a:lnTo>
                  <a:lnTo>
                    <a:pt x="603" y="302"/>
                  </a:lnTo>
                  <a:lnTo>
                    <a:pt x="1356" y="302"/>
                  </a:lnTo>
                  <a:lnTo>
                    <a:pt x="1356" y="151"/>
                  </a:lnTo>
                  <a:lnTo>
                    <a:pt x="1055" y="1"/>
                  </a:lnTo>
                  <a:close/>
                </a:path>
              </a:pathLst>
            </a:custGeom>
            <a:solidFill>
              <a:srgbClr val="3362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1886;p29">
              <a:extLst>
                <a:ext uri="{FF2B5EF4-FFF2-40B4-BE49-F238E27FC236}">
                  <a16:creationId xmlns:a16="http://schemas.microsoft.com/office/drawing/2014/main" id="{20C81D9B-9B0A-27BC-5A98-BF450F63000B}"/>
                </a:ext>
              </a:extLst>
            </p:cNvPr>
            <p:cNvSpPr/>
            <p:nvPr/>
          </p:nvSpPr>
          <p:spPr>
            <a:xfrm>
              <a:off x="3582210" y="1497070"/>
              <a:ext cx="23008" cy="10231"/>
            </a:xfrm>
            <a:custGeom>
              <a:avLst/>
              <a:gdLst/>
              <a:ahLst/>
              <a:cxnLst/>
              <a:rect l="l" t="t" r="r" b="b"/>
              <a:pathLst>
                <a:path w="1356" h="603" fill="none" extrusionOk="0">
                  <a:moveTo>
                    <a:pt x="1055" y="1"/>
                  </a:moveTo>
                  <a:lnTo>
                    <a:pt x="1055" y="1"/>
                  </a:lnTo>
                  <a:lnTo>
                    <a:pt x="1055" y="1"/>
                  </a:lnTo>
                  <a:lnTo>
                    <a:pt x="1055" y="1"/>
                  </a:lnTo>
                  <a:lnTo>
                    <a:pt x="1" y="603"/>
                  </a:lnTo>
                  <a:lnTo>
                    <a:pt x="1" y="603"/>
                  </a:lnTo>
                  <a:lnTo>
                    <a:pt x="603" y="302"/>
                  </a:lnTo>
                  <a:lnTo>
                    <a:pt x="1356" y="302"/>
                  </a:lnTo>
                  <a:lnTo>
                    <a:pt x="1356" y="302"/>
                  </a:lnTo>
                  <a:lnTo>
                    <a:pt x="1356" y="151"/>
                  </a:lnTo>
                  <a:lnTo>
                    <a:pt x="1356" y="151"/>
                  </a:lnTo>
                  <a:lnTo>
                    <a:pt x="105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1887;p29">
              <a:extLst>
                <a:ext uri="{FF2B5EF4-FFF2-40B4-BE49-F238E27FC236}">
                  <a16:creationId xmlns:a16="http://schemas.microsoft.com/office/drawing/2014/main" id="{92C560FE-03D3-5F4A-0EF6-B2518E4AC0D4}"/>
                </a:ext>
              </a:extLst>
            </p:cNvPr>
            <p:cNvSpPr/>
            <p:nvPr/>
          </p:nvSpPr>
          <p:spPr>
            <a:xfrm>
              <a:off x="3620523" y="1711624"/>
              <a:ext cx="58775" cy="94526"/>
            </a:xfrm>
            <a:custGeom>
              <a:avLst/>
              <a:gdLst/>
              <a:ahLst/>
              <a:cxnLst/>
              <a:rect l="l" t="t" r="r" b="b"/>
              <a:pathLst>
                <a:path w="3464" h="5571" extrusionOk="0">
                  <a:moveTo>
                    <a:pt x="1356" y="1"/>
                  </a:moveTo>
                  <a:lnTo>
                    <a:pt x="1055" y="151"/>
                  </a:lnTo>
                  <a:lnTo>
                    <a:pt x="603" y="452"/>
                  </a:lnTo>
                  <a:lnTo>
                    <a:pt x="302" y="754"/>
                  </a:lnTo>
                  <a:lnTo>
                    <a:pt x="151" y="1356"/>
                  </a:lnTo>
                  <a:lnTo>
                    <a:pt x="1" y="1807"/>
                  </a:lnTo>
                  <a:lnTo>
                    <a:pt x="1" y="2409"/>
                  </a:lnTo>
                  <a:lnTo>
                    <a:pt x="302" y="3463"/>
                  </a:lnTo>
                  <a:lnTo>
                    <a:pt x="603" y="4517"/>
                  </a:lnTo>
                  <a:lnTo>
                    <a:pt x="904" y="4818"/>
                  </a:lnTo>
                  <a:lnTo>
                    <a:pt x="1205" y="5119"/>
                  </a:lnTo>
                  <a:lnTo>
                    <a:pt x="1506" y="5420"/>
                  </a:lnTo>
                  <a:lnTo>
                    <a:pt x="1958" y="5571"/>
                  </a:lnTo>
                  <a:lnTo>
                    <a:pt x="2259" y="5420"/>
                  </a:lnTo>
                  <a:lnTo>
                    <a:pt x="2560" y="5270"/>
                  </a:lnTo>
                  <a:lnTo>
                    <a:pt x="2861" y="5119"/>
                  </a:lnTo>
                  <a:lnTo>
                    <a:pt x="3162" y="4668"/>
                  </a:lnTo>
                  <a:lnTo>
                    <a:pt x="3313" y="3915"/>
                  </a:lnTo>
                  <a:lnTo>
                    <a:pt x="3463" y="3012"/>
                  </a:lnTo>
                  <a:lnTo>
                    <a:pt x="3463" y="2259"/>
                  </a:lnTo>
                  <a:lnTo>
                    <a:pt x="3313" y="1356"/>
                  </a:lnTo>
                  <a:lnTo>
                    <a:pt x="3162" y="904"/>
                  </a:lnTo>
                  <a:lnTo>
                    <a:pt x="2861" y="452"/>
                  </a:lnTo>
                  <a:lnTo>
                    <a:pt x="2560" y="302"/>
                  </a:lnTo>
                  <a:lnTo>
                    <a:pt x="2259"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1888;p29">
              <a:extLst>
                <a:ext uri="{FF2B5EF4-FFF2-40B4-BE49-F238E27FC236}">
                  <a16:creationId xmlns:a16="http://schemas.microsoft.com/office/drawing/2014/main" id="{E5ACC7B4-A328-2DDC-B78E-CEAE6EBF97E8}"/>
                </a:ext>
              </a:extLst>
            </p:cNvPr>
            <p:cNvSpPr/>
            <p:nvPr/>
          </p:nvSpPr>
          <p:spPr>
            <a:xfrm>
              <a:off x="3002397" y="2551991"/>
              <a:ext cx="638589" cy="1910608"/>
            </a:xfrm>
            <a:custGeom>
              <a:avLst/>
              <a:gdLst/>
              <a:ahLst/>
              <a:cxnLst/>
              <a:rect l="l" t="t" r="r" b="b"/>
              <a:pathLst>
                <a:path w="37636" h="112604" extrusionOk="0">
                  <a:moveTo>
                    <a:pt x="21678" y="0"/>
                  </a:moveTo>
                  <a:lnTo>
                    <a:pt x="20022" y="2409"/>
                  </a:lnTo>
                  <a:lnTo>
                    <a:pt x="18667" y="4667"/>
                  </a:lnTo>
                  <a:lnTo>
                    <a:pt x="17613" y="6774"/>
                  </a:lnTo>
                  <a:lnTo>
                    <a:pt x="16861" y="8882"/>
                  </a:lnTo>
                  <a:lnTo>
                    <a:pt x="16259" y="11140"/>
                  </a:lnTo>
                  <a:lnTo>
                    <a:pt x="15807" y="13398"/>
                  </a:lnTo>
                  <a:lnTo>
                    <a:pt x="15355" y="15957"/>
                  </a:lnTo>
                  <a:lnTo>
                    <a:pt x="15054" y="18667"/>
                  </a:lnTo>
                  <a:lnTo>
                    <a:pt x="14452" y="25140"/>
                  </a:lnTo>
                  <a:lnTo>
                    <a:pt x="13850" y="29205"/>
                  </a:lnTo>
                  <a:lnTo>
                    <a:pt x="13248" y="33570"/>
                  </a:lnTo>
                  <a:lnTo>
                    <a:pt x="12345" y="38689"/>
                  </a:lnTo>
                  <a:lnTo>
                    <a:pt x="11291" y="44560"/>
                  </a:lnTo>
                  <a:lnTo>
                    <a:pt x="9936" y="51033"/>
                  </a:lnTo>
                  <a:lnTo>
                    <a:pt x="8130" y="58409"/>
                  </a:lnTo>
                  <a:lnTo>
                    <a:pt x="7377" y="61721"/>
                  </a:lnTo>
                  <a:lnTo>
                    <a:pt x="6624" y="65484"/>
                  </a:lnTo>
                  <a:lnTo>
                    <a:pt x="5119" y="73764"/>
                  </a:lnTo>
                  <a:lnTo>
                    <a:pt x="3764" y="82796"/>
                  </a:lnTo>
                  <a:lnTo>
                    <a:pt x="2560" y="91678"/>
                  </a:lnTo>
                  <a:lnTo>
                    <a:pt x="753" y="106431"/>
                  </a:lnTo>
                  <a:lnTo>
                    <a:pt x="0" y="112603"/>
                  </a:lnTo>
                  <a:lnTo>
                    <a:pt x="7377" y="112603"/>
                  </a:lnTo>
                  <a:lnTo>
                    <a:pt x="8732" y="106280"/>
                  </a:lnTo>
                  <a:lnTo>
                    <a:pt x="12345" y="91076"/>
                  </a:lnTo>
                  <a:lnTo>
                    <a:pt x="14603" y="81893"/>
                  </a:lnTo>
                  <a:lnTo>
                    <a:pt x="17011" y="72710"/>
                  </a:lnTo>
                  <a:lnTo>
                    <a:pt x="19269" y="64280"/>
                  </a:lnTo>
                  <a:lnTo>
                    <a:pt x="21527" y="57054"/>
                  </a:lnTo>
                  <a:lnTo>
                    <a:pt x="24087" y="48775"/>
                  </a:lnTo>
                  <a:lnTo>
                    <a:pt x="26796" y="39441"/>
                  </a:lnTo>
                  <a:lnTo>
                    <a:pt x="32065" y="20774"/>
                  </a:lnTo>
                  <a:lnTo>
                    <a:pt x="35979" y="6022"/>
                  </a:lnTo>
                  <a:lnTo>
                    <a:pt x="37635"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1889;p29">
              <a:extLst>
                <a:ext uri="{FF2B5EF4-FFF2-40B4-BE49-F238E27FC236}">
                  <a16:creationId xmlns:a16="http://schemas.microsoft.com/office/drawing/2014/main" id="{73EF327B-8D4D-D057-1FCC-CEB2F74E84A7}"/>
                </a:ext>
              </a:extLst>
            </p:cNvPr>
            <p:cNvSpPr/>
            <p:nvPr/>
          </p:nvSpPr>
          <p:spPr>
            <a:xfrm>
              <a:off x="3002397" y="2551991"/>
              <a:ext cx="638589" cy="1910608"/>
            </a:xfrm>
            <a:custGeom>
              <a:avLst/>
              <a:gdLst/>
              <a:ahLst/>
              <a:cxnLst/>
              <a:rect l="l" t="t" r="r" b="b"/>
              <a:pathLst>
                <a:path w="37636" h="112604" fill="none" extrusionOk="0">
                  <a:moveTo>
                    <a:pt x="37635" y="0"/>
                  </a:moveTo>
                  <a:lnTo>
                    <a:pt x="37635" y="0"/>
                  </a:lnTo>
                  <a:lnTo>
                    <a:pt x="35979" y="6022"/>
                  </a:lnTo>
                  <a:lnTo>
                    <a:pt x="32065" y="20774"/>
                  </a:lnTo>
                  <a:lnTo>
                    <a:pt x="26796" y="39441"/>
                  </a:lnTo>
                  <a:lnTo>
                    <a:pt x="24087" y="48775"/>
                  </a:lnTo>
                  <a:lnTo>
                    <a:pt x="21527" y="57054"/>
                  </a:lnTo>
                  <a:lnTo>
                    <a:pt x="21527" y="57054"/>
                  </a:lnTo>
                  <a:lnTo>
                    <a:pt x="19269" y="64280"/>
                  </a:lnTo>
                  <a:lnTo>
                    <a:pt x="17011" y="72710"/>
                  </a:lnTo>
                  <a:lnTo>
                    <a:pt x="14603" y="81893"/>
                  </a:lnTo>
                  <a:lnTo>
                    <a:pt x="12345" y="91076"/>
                  </a:lnTo>
                  <a:lnTo>
                    <a:pt x="8732" y="106280"/>
                  </a:lnTo>
                  <a:lnTo>
                    <a:pt x="7377" y="112603"/>
                  </a:lnTo>
                  <a:lnTo>
                    <a:pt x="0" y="112603"/>
                  </a:lnTo>
                  <a:lnTo>
                    <a:pt x="0" y="112603"/>
                  </a:lnTo>
                  <a:lnTo>
                    <a:pt x="753" y="106431"/>
                  </a:lnTo>
                  <a:lnTo>
                    <a:pt x="2560" y="91678"/>
                  </a:lnTo>
                  <a:lnTo>
                    <a:pt x="3764" y="82796"/>
                  </a:lnTo>
                  <a:lnTo>
                    <a:pt x="5119" y="73764"/>
                  </a:lnTo>
                  <a:lnTo>
                    <a:pt x="6624" y="65484"/>
                  </a:lnTo>
                  <a:lnTo>
                    <a:pt x="7377" y="61721"/>
                  </a:lnTo>
                  <a:lnTo>
                    <a:pt x="8130" y="58409"/>
                  </a:lnTo>
                  <a:lnTo>
                    <a:pt x="8130" y="58409"/>
                  </a:lnTo>
                  <a:lnTo>
                    <a:pt x="9936" y="51033"/>
                  </a:lnTo>
                  <a:lnTo>
                    <a:pt x="11291" y="44560"/>
                  </a:lnTo>
                  <a:lnTo>
                    <a:pt x="12345" y="38689"/>
                  </a:lnTo>
                  <a:lnTo>
                    <a:pt x="13248" y="33570"/>
                  </a:lnTo>
                  <a:lnTo>
                    <a:pt x="13850" y="29205"/>
                  </a:lnTo>
                  <a:lnTo>
                    <a:pt x="14452" y="25140"/>
                  </a:lnTo>
                  <a:lnTo>
                    <a:pt x="15054" y="18667"/>
                  </a:lnTo>
                  <a:lnTo>
                    <a:pt x="15355" y="15957"/>
                  </a:lnTo>
                  <a:lnTo>
                    <a:pt x="15807" y="13398"/>
                  </a:lnTo>
                  <a:lnTo>
                    <a:pt x="16259" y="11140"/>
                  </a:lnTo>
                  <a:lnTo>
                    <a:pt x="16861" y="8882"/>
                  </a:lnTo>
                  <a:lnTo>
                    <a:pt x="17613" y="6774"/>
                  </a:lnTo>
                  <a:lnTo>
                    <a:pt x="18667" y="4667"/>
                  </a:lnTo>
                  <a:lnTo>
                    <a:pt x="20022" y="2409"/>
                  </a:lnTo>
                  <a:lnTo>
                    <a:pt x="21678" y="0"/>
                  </a:lnTo>
                  <a:lnTo>
                    <a:pt x="3763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1890;p29">
              <a:extLst>
                <a:ext uri="{FF2B5EF4-FFF2-40B4-BE49-F238E27FC236}">
                  <a16:creationId xmlns:a16="http://schemas.microsoft.com/office/drawing/2014/main" id="{EE896D6B-212A-173F-27C5-33CA3F9D178A}"/>
                </a:ext>
              </a:extLst>
            </p:cNvPr>
            <p:cNvSpPr/>
            <p:nvPr/>
          </p:nvSpPr>
          <p:spPr>
            <a:xfrm>
              <a:off x="3469834" y="3129242"/>
              <a:ext cx="15339" cy="48561"/>
            </a:xfrm>
            <a:custGeom>
              <a:avLst/>
              <a:gdLst/>
              <a:ahLst/>
              <a:cxnLst/>
              <a:rect l="l" t="t" r="r" b="b"/>
              <a:pathLst>
                <a:path w="904" h="2862" extrusionOk="0">
                  <a:moveTo>
                    <a:pt x="903" y="1"/>
                  </a:moveTo>
                  <a:lnTo>
                    <a:pt x="903" y="1"/>
                  </a:lnTo>
                  <a:lnTo>
                    <a:pt x="0" y="2861"/>
                  </a:lnTo>
                  <a:lnTo>
                    <a:pt x="0" y="2861"/>
                  </a:lnTo>
                  <a:lnTo>
                    <a:pt x="0" y="2861"/>
                  </a:lnTo>
                  <a:lnTo>
                    <a:pt x="903"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1891;p29">
              <a:extLst>
                <a:ext uri="{FF2B5EF4-FFF2-40B4-BE49-F238E27FC236}">
                  <a16:creationId xmlns:a16="http://schemas.microsoft.com/office/drawing/2014/main" id="{F046B086-7DB5-44AE-4D20-ED1E1458D35C}"/>
                </a:ext>
              </a:extLst>
            </p:cNvPr>
            <p:cNvSpPr/>
            <p:nvPr/>
          </p:nvSpPr>
          <p:spPr>
            <a:xfrm>
              <a:off x="3469834" y="3129242"/>
              <a:ext cx="15339" cy="48561"/>
            </a:xfrm>
            <a:custGeom>
              <a:avLst/>
              <a:gdLst/>
              <a:ahLst/>
              <a:cxnLst/>
              <a:rect l="l" t="t" r="r" b="b"/>
              <a:pathLst>
                <a:path w="904" h="2862" fill="none" extrusionOk="0">
                  <a:moveTo>
                    <a:pt x="903" y="1"/>
                  </a:moveTo>
                  <a:lnTo>
                    <a:pt x="903" y="1"/>
                  </a:lnTo>
                  <a:lnTo>
                    <a:pt x="0" y="2861"/>
                  </a:lnTo>
                  <a:lnTo>
                    <a:pt x="0" y="2861"/>
                  </a:lnTo>
                  <a:lnTo>
                    <a:pt x="0" y="2861"/>
                  </a:lnTo>
                  <a:lnTo>
                    <a:pt x="90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1892;p29">
              <a:extLst>
                <a:ext uri="{FF2B5EF4-FFF2-40B4-BE49-F238E27FC236}">
                  <a16:creationId xmlns:a16="http://schemas.microsoft.com/office/drawing/2014/main" id="{B4E4AB5F-6A35-A2D7-F8DB-F66290EF0FFF}"/>
                </a:ext>
              </a:extLst>
            </p:cNvPr>
            <p:cNvSpPr/>
            <p:nvPr/>
          </p:nvSpPr>
          <p:spPr>
            <a:xfrm>
              <a:off x="3449388" y="3177786"/>
              <a:ext cx="20463" cy="76642"/>
            </a:xfrm>
            <a:custGeom>
              <a:avLst/>
              <a:gdLst/>
              <a:ahLst/>
              <a:cxnLst/>
              <a:rect l="l" t="t" r="r" b="b"/>
              <a:pathLst>
                <a:path w="1206" h="4517" extrusionOk="0">
                  <a:moveTo>
                    <a:pt x="1205" y="0"/>
                  </a:moveTo>
                  <a:lnTo>
                    <a:pt x="1205" y="0"/>
                  </a:lnTo>
                  <a:lnTo>
                    <a:pt x="1205" y="0"/>
                  </a:lnTo>
                  <a:lnTo>
                    <a:pt x="1" y="4516"/>
                  </a:lnTo>
                  <a:lnTo>
                    <a:pt x="1" y="4516"/>
                  </a:lnTo>
                  <a:lnTo>
                    <a:pt x="1" y="4516"/>
                  </a:lnTo>
                  <a:lnTo>
                    <a:pt x="1" y="4516"/>
                  </a:lnTo>
                  <a:lnTo>
                    <a:pt x="1205" y="0"/>
                  </a:lnTo>
                  <a:close/>
                </a:path>
              </a:pathLst>
            </a:custGeom>
            <a:solidFill>
              <a:srgbClr val="86868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1893;p29">
              <a:extLst>
                <a:ext uri="{FF2B5EF4-FFF2-40B4-BE49-F238E27FC236}">
                  <a16:creationId xmlns:a16="http://schemas.microsoft.com/office/drawing/2014/main" id="{FA4CA535-9D9D-5704-5524-37090C0CA358}"/>
                </a:ext>
              </a:extLst>
            </p:cNvPr>
            <p:cNvSpPr/>
            <p:nvPr/>
          </p:nvSpPr>
          <p:spPr>
            <a:xfrm>
              <a:off x="3449388" y="3177786"/>
              <a:ext cx="20463" cy="76642"/>
            </a:xfrm>
            <a:custGeom>
              <a:avLst/>
              <a:gdLst/>
              <a:ahLst/>
              <a:cxnLst/>
              <a:rect l="l" t="t" r="r" b="b"/>
              <a:pathLst>
                <a:path w="1206" h="4517" fill="none" extrusionOk="0">
                  <a:moveTo>
                    <a:pt x="1205" y="0"/>
                  </a:moveTo>
                  <a:lnTo>
                    <a:pt x="1205" y="0"/>
                  </a:lnTo>
                  <a:lnTo>
                    <a:pt x="1205" y="0"/>
                  </a:lnTo>
                  <a:lnTo>
                    <a:pt x="1" y="4516"/>
                  </a:lnTo>
                  <a:lnTo>
                    <a:pt x="1" y="4516"/>
                  </a:lnTo>
                  <a:lnTo>
                    <a:pt x="1" y="4516"/>
                  </a:lnTo>
                  <a:lnTo>
                    <a:pt x="1" y="4516"/>
                  </a:lnTo>
                  <a:lnTo>
                    <a:pt x="120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1894;p29">
              <a:extLst>
                <a:ext uri="{FF2B5EF4-FFF2-40B4-BE49-F238E27FC236}">
                  <a16:creationId xmlns:a16="http://schemas.microsoft.com/office/drawing/2014/main" id="{C9676792-69F7-60EE-F34A-187F62263F6D}"/>
                </a:ext>
              </a:extLst>
            </p:cNvPr>
            <p:cNvSpPr/>
            <p:nvPr/>
          </p:nvSpPr>
          <p:spPr>
            <a:xfrm>
              <a:off x="3431505" y="2746116"/>
              <a:ext cx="112410" cy="508312"/>
            </a:xfrm>
            <a:custGeom>
              <a:avLst/>
              <a:gdLst/>
              <a:ahLst/>
              <a:cxnLst/>
              <a:rect l="l" t="t" r="r" b="b"/>
              <a:pathLst>
                <a:path w="6625" h="29958" extrusionOk="0">
                  <a:moveTo>
                    <a:pt x="2560" y="0"/>
                  </a:moveTo>
                  <a:lnTo>
                    <a:pt x="1506" y="4366"/>
                  </a:lnTo>
                  <a:lnTo>
                    <a:pt x="754" y="8581"/>
                  </a:lnTo>
                  <a:lnTo>
                    <a:pt x="302" y="12946"/>
                  </a:lnTo>
                  <a:lnTo>
                    <a:pt x="151" y="17011"/>
                  </a:lnTo>
                  <a:lnTo>
                    <a:pt x="1" y="20774"/>
                  </a:lnTo>
                  <a:lnTo>
                    <a:pt x="151" y="24387"/>
                  </a:lnTo>
                  <a:lnTo>
                    <a:pt x="603" y="27398"/>
                  </a:lnTo>
                  <a:lnTo>
                    <a:pt x="1055" y="29957"/>
                  </a:lnTo>
                  <a:lnTo>
                    <a:pt x="2259" y="25441"/>
                  </a:lnTo>
                  <a:lnTo>
                    <a:pt x="3162" y="22581"/>
                  </a:lnTo>
                  <a:lnTo>
                    <a:pt x="6625" y="10086"/>
                  </a:lnTo>
                  <a:lnTo>
                    <a:pt x="6324" y="8882"/>
                  </a:lnTo>
                  <a:lnTo>
                    <a:pt x="5872" y="7527"/>
                  </a:lnTo>
                  <a:lnTo>
                    <a:pt x="4969" y="4817"/>
                  </a:lnTo>
                  <a:lnTo>
                    <a:pt x="3764" y="2258"/>
                  </a:lnTo>
                  <a:lnTo>
                    <a:pt x="2560" y="0"/>
                  </a:lnTo>
                  <a:close/>
                </a:path>
              </a:pathLst>
            </a:custGeom>
            <a:solidFill>
              <a:srgbClr val="264A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1895;p29">
              <a:extLst>
                <a:ext uri="{FF2B5EF4-FFF2-40B4-BE49-F238E27FC236}">
                  <a16:creationId xmlns:a16="http://schemas.microsoft.com/office/drawing/2014/main" id="{AC9E3B60-024E-D3EE-7177-9424DE84ABBF}"/>
                </a:ext>
              </a:extLst>
            </p:cNvPr>
            <p:cNvSpPr/>
            <p:nvPr/>
          </p:nvSpPr>
          <p:spPr>
            <a:xfrm>
              <a:off x="3431505" y="2746116"/>
              <a:ext cx="112410" cy="508312"/>
            </a:xfrm>
            <a:custGeom>
              <a:avLst/>
              <a:gdLst/>
              <a:ahLst/>
              <a:cxnLst/>
              <a:rect l="l" t="t" r="r" b="b"/>
              <a:pathLst>
                <a:path w="6625" h="29958" fill="none" extrusionOk="0">
                  <a:moveTo>
                    <a:pt x="2560" y="0"/>
                  </a:moveTo>
                  <a:lnTo>
                    <a:pt x="2560" y="0"/>
                  </a:lnTo>
                  <a:lnTo>
                    <a:pt x="1506" y="4366"/>
                  </a:lnTo>
                  <a:lnTo>
                    <a:pt x="754" y="8581"/>
                  </a:lnTo>
                  <a:lnTo>
                    <a:pt x="302" y="12946"/>
                  </a:lnTo>
                  <a:lnTo>
                    <a:pt x="151" y="17011"/>
                  </a:lnTo>
                  <a:lnTo>
                    <a:pt x="1" y="20774"/>
                  </a:lnTo>
                  <a:lnTo>
                    <a:pt x="151" y="24387"/>
                  </a:lnTo>
                  <a:lnTo>
                    <a:pt x="603" y="27398"/>
                  </a:lnTo>
                  <a:lnTo>
                    <a:pt x="1055" y="29957"/>
                  </a:lnTo>
                  <a:lnTo>
                    <a:pt x="1055" y="29957"/>
                  </a:lnTo>
                  <a:lnTo>
                    <a:pt x="2259" y="25441"/>
                  </a:lnTo>
                  <a:lnTo>
                    <a:pt x="2259" y="25441"/>
                  </a:lnTo>
                  <a:lnTo>
                    <a:pt x="3162" y="22581"/>
                  </a:lnTo>
                  <a:lnTo>
                    <a:pt x="3162" y="22581"/>
                  </a:lnTo>
                  <a:lnTo>
                    <a:pt x="6625" y="10086"/>
                  </a:lnTo>
                  <a:lnTo>
                    <a:pt x="6625" y="10086"/>
                  </a:lnTo>
                  <a:lnTo>
                    <a:pt x="6324" y="8882"/>
                  </a:lnTo>
                  <a:lnTo>
                    <a:pt x="5872" y="7527"/>
                  </a:lnTo>
                  <a:lnTo>
                    <a:pt x="4969" y="4817"/>
                  </a:lnTo>
                  <a:lnTo>
                    <a:pt x="3764" y="2258"/>
                  </a:lnTo>
                  <a:lnTo>
                    <a:pt x="2560" y="0"/>
                  </a:lnTo>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1896;p29">
              <a:extLst>
                <a:ext uri="{FF2B5EF4-FFF2-40B4-BE49-F238E27FC236}">
                  <a16:creationId xmlns:a16="http://schemas.microsoft.com/office/drawing/2014/main" id="{94188B64-031F-2CDE-2389-9AAC38AD6C3C}"/>
                </a:ext>
              </a:extLst>
            </p:cNvPr>
            <p:cNvSpPr/>
            <p:nvPr/>
          </p:nvSpPr>
          <p:spPr>
            <a:xfrm>
              <a:off x="2987075" y="4403824"/>
              <a:ext cx="171151" cy="61321"/>
            </a:xfrm>
            <a:custGeom>
              <a:avLst/>
              <a:gdLst/>
              <a:ahLst/>
              <a:cxnLst/>
              <a:rect l="l" t="t" r="r" b="b"/>
              <a:pathLst>
                <a:path w="10087" h="3614" extrusionOk="0">
                  <a:moveTo>
                    <a:pt x="10086" y="1"/>
                  </a:moveTo>
                  <a:lnTo>
                    <a:pt x="301" y="302"/>
                  </a:lnTo>
                  <a:lnTo>
                    <a:pt x="0" y="3614"/>
                  </a:lnTo>
                  <a:lnTo>
                    <a:pt x="9334" y="3614"/>
                  </a:lnTo>
                  <a:lnTo>
                    <a:pt x="1008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1897;p29">
              <a:extLst>
                <a:ext uri="{FF2B5EF4-FFF2-40B4-BE49-F238E27FC236}">
                  <a16:creationId xmlns:a16="http://schemas.microsoft.com/office/drawing/2014/main" id="{BE22B2A6-C494-8FF6-B3F5-B9AA63D7A265}"/>
                </a:ext>
              </a:extLst>
            </p:cNvPr>
            <p:cNvSpPr/>
            <p:nvPr/>
          </p:nvSpPr>
          <p:spPr>
            <a:xfrm>
              <a:off x="3605201" y="4375726"/>
              <a:ext cx="97088" cy="206919"/>
            </a:xfrm>
            <a:custGeom>
              <a:avLst/>
              <a:gdLst/>
              <a:ahLst/>
              <a:cxnLst/>
              <a:rect l="l" t="t" r="r" b="b"/>
              <a:pathLst>
                <a:path w="5722" h="12195" extrusionOk="0">
                  <a:moveTo>
                    <a:pt x="1" y="1"/>
                  </a:moveTo>
                  <a:lnTo>
                    <a:pt x="452" y="12194"/>
                  </a:lnTo>
                  <a:lnTo>
                    <a:pt x="5721" y="12194"/>
                  </a:lnTo>
                  <a:lnTo>
                    <a:pt x="5269" y="1"/>
                  </a:lnTo>
                  <a:close/>
                </a:path>
              </a:pathLst>
            </a:custGeom>
            <a:solidFill>
              <a:srgbClr val="B55B5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1898;p29">
              <a:extLst>
                <a:ext uri="{FF2B5EF4-FFF2-40B4-BE49-F238E27FC236}">
                  <a16:creationId xmlns:a16="http://schemas.microsoft.com/office/drawing/2014/main" id="{A632AD62-4BB5-EE46-C119-E263B53A8199}"/>
                </a:ext>
              </a:extLst>
            </p:cNvPr>
            <p:cNvSpPr/>
            <p:nvPr/>
          </p:nvSpPr>
          <p:spPr>
            <a:xfrm>
              <a:off x="3605201" y="4375726"/>
              <a:ext cx="97088" cy="206919"/>
            </a:xfrm>
            <a:custGeom>
              <a:avLst/>
              <a:gdLst/>
              <a:ahLst/>
              <a:cxnLst/>
              <a:rect l="l" t="t" r="r" b="b"/>
              <a:pathLst>
                <a:path w="5722" h="12195" fill="none" extrusionOk="0">
                  <a:moveTo>
                    <a:pt x="452" y="12194"/>
                  </a:moveTo>
                  <a:lnTo>
                    <a:pt x="5721" y="12194"/>
                  </a:lnTo>
                  <a:lnTo>
                    <a:pt x="5269" y="1"/>
                  </a:lnTo>
                  <a:lnTo>
                    <a:pt x="1" y="1"/>
                  </a:lnTo>
                  <a:lnTo>
                    <a:pt x="452" y="1219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1899;p29">
              <a:extLst>
                <a:ext uri="{FF2B5EF4-FFF2-40B4-BE49-F238E27FC236}">
                  <a16:creationId xmlns:a16="http://schemas.microsoft.com/office/drawing/2014/main" id="{049D4829-5BFC-64A8-1692-E611966B15B4}"/>
                </a:ext>
              </a:extLst>
            </p:cNvPr>
            <p:cNvSpPr/>
            <p:nvPr/>
          </p:nvSpPr>
          <p:spPr>
            <a:xfrm>
              <a:off x="3589879" y="4521324"/>
              <a:ext cx="250338" cy="102195"/>
            </a:xfrm>
            <a:custGeom>
              <a:avLst/>
              <a:gdLst/>
              <a:ahLst/>
              <a:cxnLst/>
              <a:rect l="l" t="t" r="r" b="b"/>
              <a:pathLst>
                <a:path w="14754" h="6023" extrusionOk="0">
                  <a:moveTo>
                    <a:pt x="1054" y="1"/>
                  </a:moveTo>
                  <a:lnTo>
                    <a:pt x="753" y="151"/>
                  </a:lnTo>
                  <a:lnTo>
                    <a:pt x="603" y="452"/>
                  </a:lnTo>
                  <a:lnTo>
                    <a:pt x="0" y="5119"/>
                  </a:lnTo>
                  <a:lnTo>
                    <a:pt x="0" y="5570"/>
                  </a:lnTo>
                  <a:lnTo>
                    <a:pt x="151" y="5872"/>
                  </a:lnTo>
                  <a:lnTo>
                    <a:pt x="452" y="6022"/>
                  </a:lnTo>
                  <a:lnTo>
                    <a:pt x="3463" y="6022"/>
                  </a:lnTo>
                  <a:lnTo>
                    <a:pt x="6624" y="5872"/>
                  </a:lnTo>
                  <a:lnTo>
                    <a:pt x="9484" y="6022"/>
                  </a:lnTo>
                  <a:lnTo>
                    <a:pt x="13549" y="6022"/>
                  </a:lnTo>
                  <a:lnTo>
                    <a:pt x="14000" y="5721"/>
                  </a:lnTo>
                  <a:lnTo>
                    <a:pt x="14452" y="5420"/>
                  </a:lnTo>
                  <a:lnTo>
                    <a:pt x="14603" y="4968"/>
                  </a:lnTo>
                  <a:lnTo>
                    <a:pt x="14753" y="4517"/>
                  </a:lnTo>
                  <a:lnTo>
                    <a:pt x="14603" y="4216"/>
                  </a:lnTo>
                  <a:lnTo>
                    <a:pt x="14452" y="3915"/>
                  </a:lnTo>
                  <a:lnTo>
                    <a:pt x="14151" y="3613"/>
                  </a:lnTo>
                  <a:lnTo>
                    <a:pt x="12796" y="3312"/>
                  </a:lnTo>
                  <a:lnTo>
                    <a:pt x="11592" y="3011"/>
                  </a:lnTo>
                  <a:lnTo>
                    <a:pt x="10689" y="2560"/>
                  </a:lnTo>
                  <a:lnTo>
                    <a:pt x="10086" y="2108"/>
                  </a:lnTo>
                  <a:lnTo>
                    <a:pt x="8882" y="1205"/>
                  </a:lnTo>
                  <a:lnTo>
                    <a:pt x="7979" y="302"/>
                  </a:lnTo>
                  <a:lnTo>
                    <a:pt x="7527" y="151"/>
                  </a:lnTo>
                  <a:lnTo>
                    <a:pt x="707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1900;p29">
              <a:extLst>
                <a:ext uri="{FF2B5EF4-FFF2-40B4-BE49-F238E27FC236}">
                  <a16:creationId xmlns:a16="http://schemas.microsoft.com/office/drawing/2014/main" id="{110B81D1-2905-03CB-0223-4757C0FD5918}"/>
                </a:ext>
              </a:extLst>
            </p:cNvPr>
            <p:cNvSpPr/>
            <p:nvPr/>
          </p:nvSpPr>
          <p:spPr>
            <a:xfrm>
              <a:off x="3605201" y="4375726"/>
              <a:ext cx="91964" cy="107302"/>
            </a:xfrm>
            <a:custGeom>
              <a:avLst/>
              <a:gdLst/>
              <a:ahLst/>
              <a:cxnLst/>
              <a:rect l="l" t="t" r="r" b="b"/>
              <a:pathLst>
                <a:path w="5420" h="6324" extrusionOk="0">
                  <a:moveTo>
                    <a:pt x="1" y="1"/>
                  </a:moveTo>
                  <a:lnTo>
                    <a:pt x="1" y="1"/>
                  </a:lnTo>
                  <a:lnTo>
                    <a:pt x="151" y="6323"/>
                  </a:lnTo>
                  <a:lnTo>
                    <a:pt x="151" y="6323"/>
                  </a:lnTo>
                  <a:lnTo>
                    <a:pt x="1" y="1"/>
                  </a:lnTo>
                  <a:close/>
                  <a:moveTo>
                    <a:pt x="5269" y="1"/>
                  </a:moveTo>
                  <a:lnTo>
                    <a:pt x="5269" y="1"/>
                  </a:lnTo>
                  <a:lnTo>
                    <a:pt x="5420" y="2108"/>
                  </a:lnTo>
                  <a:lnTo>
                    <a:pt x="5269" y="1"/>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1901;p29">
              <a:extLst>
                <a:ext uri="{FF2B5EF4-FFF2-40B4-BE49-F238E27FC236}">
                  <a16:creationId xmlns:a16="http://schemas.microsoft.com/office/drawing/2014/main" id="{57BF5B41-4E34-1C68-7594-D3EA6504FE38}"/>
                </a:ext>
              </a:extLst>
            </p:cNvPr>
            <p:cNvSpPr/>
            <p:nvPr/>
          </p:nvSpPr>
          <p:spPr>
            <a:xfrm>
              <a:off x="3605201" y="4375726"/>
              <a:ext cx="2579" cy="107302"/>
            </a:xfrm>
            <a:custGeom>
              <a:avLst/>
              <a:gdLst/>
              <a:ahLst/>
              <a:cxnLst/>
              <a:rect l="l" t="t" r="r" b="b"/>
              <a:pathLst>
                <a:path w="152" h="6324" fill="none" extrusionOk="0">
                  <a:moveTo>
                    <a:pt x="1" y="1"/>
                  </a:moveTo>
                  <a:lnTo>
                    <a:pt x="1" y="1"/>
                  </a:lnTo>
                  <a:lnTo>
                    <a:pt x="151" y="6323"/>
                  </a:lnTo>
                  <a:lnTo>
                    <a:pt x="151" y="6323"/>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1902;p29">
              <a:extLst>
                <a:ext uri="{FF2B5EF4-FFF2-40B4-BE49-F238E27FC236}">
                  <a16:creationId xmlns:a16="http://schemas.microsoft.com/office/drawing/2014/main" id="{B480E975-8034-BEB0-BBC2-B2241F16F895}"/>
                </a:ext>
              </a:extLst>
            </p:cNvPr>
            <p:cNvSpPr/>
            <p:nvPr/>
          </p:nvSpPr>
          <p:spPr>
            <a:xfrm>
              <a:off x="3694603" y="4375726"/>
              <a:ext cx="2562" cy="35784"/>
            </a:xfrm>
            <a:custGeom>
              <a:avLst/>
              <a:gdLst/>
              <a:ahLst/>
              <a:cxnLst/>
              <a:rect l="l" t="t" r="r" b="b"/>
              <a:pathLst>
                <a:path w="151" h="2109" fill="none" extrusionOk="0">
                  <a:moveTo>
                    <a:pt x="0" y="1"/>
                  </a:moveTo>
                  <a:lnTo>
                    <a:pt x="0" y="1"/>
                  </a:lnTo>
                  <a:lnTo>
                    <a:pt x="151" y="2108"/>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1903;p29">
              <a:extLst>
                <a:ext uri="{FF2B5EF4-FFF2-40B4-BE49-F238E27FC236}">
                  <a16:creationId xmlns:a16="http://schemas.microsoft.com/office/drawing/2014/main" id="{33BB54CE-073E-B2C1-64D9-9F281E1DF37C}"/>
                </a:ext>
              </a:extLst>
            </p:cNvPr>
            <p:cNvSpPr/>
            <p:nvPr/>
          </p:nvSpPr>
          <p:spPr>
            <a:xfrm>
              <a:off x="3605201" y="4375726"/>
              <a:ext cx="94526" cy="107302"/>
            </a:xfrm>
            <a:custGeom>
              <a:avLst/>
              <a:gdLst/>
              <a:ahLst/>
              <a:cxnLst/>
              <a:rect l="l" t="t" r="r" b="b"/>
              <a:pathLst>
                <a:path w="5571" h="6324" extrusionOk="0">
                  <a:moveTo>
                    <a:pt x="1" y="1"/>
                  </a:moveTo>
                  <a:lnTo>
                    <a:pt x="151" y="6323"/>
                  </a:lnTo>
                  <a:lnTo>
                    <a:pt x="5571" y="6323"/>
                  </a:lnTo>
                  <a:lnTo>
                    <a:pt x="5420" y="2108"/>
                  </a:lnTo>
                  <a:lnTo>
                    <a:pt x="5269" y="1"/>
                  </a:lnTo>
                  <a:close/>
                </a:path>
              </a:pathLst>
            </a:custGeom>
            <a:solidFill>
              <a:srgbClr val="91494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1904;p29">
              <a:extLst>
                <a:ext uri="{FF2B5EF4-FFF2-40B4-BE49-F238E27FC236}">
                  <a16:creationId xmlns:a16="http://schemas.microsoft.com/office/drawing/2014/main" id="{99E9C826-C22A-486D-FF98-5A0B705BD7A6}"/>
                </a:ext>
              </a:extLst>
            </p:cNvPr>
            <p:cNvSpPr/>
            <p:nvPr/>
          </p:nvSpPr>
          <p:spPr>
            <a:xfrm>
              <a:off x="3605201" y="4375726"/>
              <a:ext cx="94526" cy="107302"/>
            </a:xfrm>
            <a:custGeom>
              <a:avLst/>
              <a:gdLst/>
              <a:ahLst/>
              <a:cxnLst/>
              <a:rect l="l" t="t" r="r" b="b"/>
              <a:pathLst>
                <a:path w="5571" h="6324" fill="none" extrusionOk="0">
                  <a:moveTo>
                    <a:pt x="5269" y="1"/>
                  </a:moveTo>
                  <a:lnTo>
                    <a:pt x="1" y="1"/>
                  </a:lnTo>
                  <a:lnTo>
                    <a:pt x="151" y="6323"/>
                  </a:lnTo>
                  <a:lnTo>
                    <a:pt x="5571" y="6323"/>
                  </a:lnTo>
                  <a:lnTo>
                    <a:pt x="5420" y="2108"/>
                  </a:lnTo>
                  <a:lnTo>
                    <a:pt x="526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1905;p29">
              <a:extLst>
                <a:ext uri="{FF2B5EF4-FFF2-40B4-BE49-F238E27FC236}">
                  <a16:creationId xmlns:a16="http://schemas.microsoft.com/office/drawing/2014/main" id="{585F0436-B8B3-7A6B-50FC-64F64100672F}"/>
                </a:ext>
              </a:extLst>
            </p:cNvPr>
            <p:cNvSpPr/>
            <p:nvPr/>
          </p:nvSpPr>
          <p:spPr>
            <a:xfrm>
              <a:off x="3423852" y="2551991"/>
              <a:ext cx="314187" cy="1910608"/>
            </a:xfrm>
            <a:custGeom>
              <a:avLst/>
              <a:gdLst/>
              <a:ahLst/>
              <a:cxnLst/>
              <a:rect l="l" t="t" r="r" b="b"/>
              <a:pathLst>
                <a:path w="18517" h="112604" extrusionOk="0">
                  <a:moveTo>
                    <a:pt x="2559" y="0"/>
                  </a:moveTo>
                  <a:lnTo>
                    <a:pt x="1506" y="2409"/>
                  </a:lnTo>
                  <a:lnTo>
                    <a:pt x="753" y="4667"/>
                  </a:lnTo>
                  <a:lnTo>
                    <a:pt x="301" y="6774"/>
                  </a:lnTo>
                  <a:lnTo>
                    <a:pt x="0" y="8882"/>
                  </a:lnTo>
                  <a:lnTo>
                    <a:pt x="0" y="11140"/>
                  </a:lnTo>
                  <a:lnTo>
                    <a:pt x="151" y="13398"/>
                  </a:lnTo>
                  <a:lnTo>
                    <a:pt x="452" y="15957"/>
                  </a:lnTo>
                  <a:lnTo>
                    <a:pt x="753" y="18667"/>
                  </a:lnTo>
                  <a:lnTo>
                    <a:pt x="1807" y="25140"/>
                  </a:lnTo>
                  <a:lnTo>
                    <a:pt x="2258" y="29205"/>
                  </a:lnTo>
                  <a:lnTo>
                    <a:pt x="2710" y="33570"/>
                  </a:lnTo>
                  <a:lnTo>
                    <a:pt x="3162" y="38689"/>
                  </a:lnTo>
                  <a:lnTo>
                    <a:pt x="3613" y="44560"/>
                  </a:lnTo>
                  <a:lnTo>
                    <a:pt x="3914" y="51033"/>
                  </a:lnTo>
                  <a:lnTo>
                    <a:pt x="4065" y="58409"/>
                  </a:lnTo>
                  <a:lnTo>
                    <a:pt x="4065" y="61721"/>
                  </a:lnTo>
                  <a:lnTo>
                    <a:pt x="4215" y="65484"/>
                  </a:lnTo>
                  <a:lnTo>
                    <a:pt x="4968" y="73764"/>
                  </a:lnTo>
                  <a:lnTo>
                    <a:pt x="5871" y="82796"/>
                  </a:lnTo>
                  <a:lnTo>
                    <a:pt x="6925" y="91678"/>
                  </a:lnTo>
                  <a:lnTo>
                    <a:pt x="8882" y="106431"/>
                  </a:lnTo>
                  <a:lnTo>
                    <a:pt x="9936" y="112603"/>
                  </a:lnTo>
                  <a:lnTo>
                    <a:pt x="17162" y="112603"/>
                  </a:lnTo>
                  <a:lnTo>
                    <a:pt x="17011" y="106280"/>
                  </a:lnTo>
                  <a:lnTo>
                    <a:pt x="16560" y="91076"/>
                  </a:lnTo>
                  <a:lnTo>
                    <a:pt x="16560" y="81893"/>
                  </a:lnTo>
                  <a:lnTo>
                    <a:pt x="16560" y="72710"/>
                  </a:lnTo>
                  <a:lnTo>
                    <a:pt x="16710" y="64280"/>
                  </a:lnTo>
                  <a:lnTo>
                    <a:pt x="17011" y="57054"/>
                  </a:lnTo>
                  <a:lnTo>
                    <a:pt x="17463" y="48775"/>
                  </a:lnTo>
                  <a:lnTo>
                    <a:pt x="17914" y="39441"/>
                  </a:lnTo>
                  <a:lnTo>
                    <a:pt x="18366" y="20774"/>
                  </a:lnTo>
                  <a:lnTo>
                    <a:pt x="18517" y="6022"/>
                  </a:lnTo>
                  <a:lnTo>
                    <a:pt x="18517"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1906;p29">
              <a:extLst>
                <a:ext uri="{FF2B5EF4-FFF2-40B4-BE49-F238E27FC236}">
                  <a16:creationId xmlns:a16="http://schemas.microsoft.com/office/drawing/2014/main" id="{864330F9-FF7F-3990-4914-223E02715283}"/>
                </a:ext>
              </a:extLst>
            </p:cNvPr>
            <p:cNvSpPr/>
            <p:nvPr/>
          </p:nvSpPr>
          <p:spPr>
            <a:xfrm>
              <a:off x="3566888" y="4403824"/>
              <a:ext cx="166044" cy="61321"/>
            </a:xfrm>
            <a:custGeom>
              <a:avLst/>
              <a:gdLst/>
              <a:ahLst/>
              <a:cxnLst/>
              <a:rect l="l" t="t" r="r" b="b"/>
              <a:pathLst>
                <a:path w="9786" h="3614" extrusionOk="0">
                  <a:moveTo>
                    <a:pt x="9786" y="1"/>
                  </a:moveTo>
                  <a:lnTo>
                    <a:pt x="1" y="302"/>
                  </a:lnTo>
                  <a:lnTo>
                    <a:pt x="452" y="3614"/>
                  </a:lnTo>
                  <a:lnTo>
                    <a:pt x="9635" y="3614"/>
                  </a:lnTo>
                  <a:lnTo>
                    <a:pt x="978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1907;p29">
              <a:extLst>
                <a:ext uri="{FF2B5EF4-FFF2-40B4-BE49-F238E27FC236}">
                  <a16:creationId xmlns:a16="http://schemas.microsoft.com/office/drawing/2014/main" id="{A8D5F41A-73A4-DD3E-28FD-14DAA4F8F441}"/>
                </a:ext>
              </a:extLst>
            </p:cNvPr>
            <p:cNvSpPr/>
            <p:nvPr/>
          </p:nvSpPr>
          <p:spPr>
            <a:xfrm>
              <a:off x="3347227" y="2526438"/>
              <a:ext cx="401027" cy="40892"/>
            </a:xfrm>
            <a:custGeom>
              <a:avLst/>
              <a:gdLst/>
              <a:ahLst/>
              <a:cxnLst/>
              <a:rect l="l" t="t" r="r" b="b"/>
              <a:pathLst>
                <a:path w="23635" h="2410" extrusionOk="0">
                  <a:moveTo>
                    <a:pt x="1355" y="1"/>
                  </a:moveTo>
                  <a:lnTo>
                    <a:pt x="1204" y="151"/>
                  </a:lnTo>
                  <a:lnTo>
                    <a:pt x="1054" y="151"/>
                  </a:lnTo>
                  <a:lnTo>
                    <a:pt x="0" y="2108"/>
                  </a:lnTo>
                  <a:lnTo>
                    <a:pt x="151" y="2409"/>
                  </a:lnTo>
                  <a:lnTo>
                    <a:pt x="23334" y="2409"/>
                  </a:lnTo>
                  <a:lnTo>
                    <a:pt x="23484" y="2259"/>
                  </a:lnTo>
                  <a:lnTo>
                    <a:pt x="23635" y="302"/>
                  </a:lnTo>
                  <a:lnTo>
                    <a:pt x="23484" y="151"/>
                  </a:lnTo>
                  <a:lnTo>
                    <a:pt x="233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1908;p29">
              <a:extLst>
                <a:ext uri="{FF2B5EF4-FFF2-40B4-BE49-F238E27FC236}">
                  <a16:creationId xmlns:a16="http://schemas.microsoft.com/office/drawing/2014/main" id="{9FDD9CBB-415F-CAF2-D7F0-FAC0DABB28F0}"/>
                </a:ext>
              </a:extLst>
            </p:cNvPr>
            <p:cNvSpPr/>
            <p:nvPr/>
          </p:nvSpPr>
          <p:spPr>
            <a:xfrm>
              <a:off x="3400861" y="2523893"/>
              <a:ext cx="23008" cy="48544"/>
            </a:xfrm>
            <a:custGeom>
              <a:avLst/>
              <a:gdLst/>
              <a:ahLst/>
              <a:cxnLst/>
              <a:rect l="l" t="t" r="r" b="b"/>
              <a:pathLst>
                <a:path w="1356" h="2861" extrusionOk="0">
                  <a:moveTo>
                    <a:pt x="603" y="0"/>
                  </a:moveTo>
                  <a:lnTo>
                    <a:pt x="302" y="151"/>
                  </a:lnTo>
                  <a:lnTo>
                    <a:pt x="0" y="2710"/>
                  </a:lnTo>
                  <a:lnTo>
                    <a:pt x="151" y="2710"/>
                  </a:lnTo>
                  <a:lnTo>
                    <a:pt x="302" y="2860"/>
                  </a:lnTo>
                  <a:lnTo>
                    <a:pt x="753" y="2860"/>
                  </a:lnTo>
                  <a:lnTo>
                    <a:pt x="1054" y="2710"/>
                  </a:lnTo>
                  <a:lnTo>
                    <a:pt x="1355" y="151"/>
                  </a:lnTo>
                  <a:lnTo>
                    <a:pt x="120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1909;p29">
              <a:extLst>
                <a:ext uri="{FF2B5EF4-FFF2-40B4-BE49-F238E27FC236}">
                  <a16:creationId xmlns:a16="http://schemas.microsoft.com/office/drawing/2014/main" id="{5F6A96CF-4EE8-330D-7B5A-83F659D53F52}"/>
                </a:ext>
              </a:extLst>
            </p:cNvPr>
            <p:cNvSpPr/>
            <p:nvPr/>
          </p:nvSpPr>
          <p:spPr>
            <a:xfrm>
              <a:off x="3643514" y="2523893"/>
              <a:ext cx="20446" cy="48544"/>
            </a:xfrm>
            <a:custGeom>
              <a:avLst/>
              <a:gdLst/>
              <a:ahLst/>
              <a:cxnLst/>
              <a:rect l="l" t="t" r="r" b="b"/>
              <a:pathLst>
                <a:path w="1205" h="2861" extrusionOk="0">
                  <a:moveTo>
                    <a:pt x="452" y="0"/>
                  </a:moveTo>
                  <a:lnTo>
                    <a:pt x="151" y="151"/>
                  </a:lnTo>
                  <a:lnTo>
                    <a:pt x="1" y="2710"/>
                  </a:lnTo>
                  <a:lnTo>
                    <a:pt x="151" y="2860"/>
                  </a:lnTo>
                  <a:lnTo>
                    <a:pt x="753" y="2860"/>
                  </a:lnTo>
                  <a:lnTo>
                    <a:pt x="904" y="2710"/>
                  </a:lnTo>
                  <a:lnTo>
                    <a:pt x="1205" y="151"/>
                  </a:lnTo>
                  <a:lnTo>
                    <a:pt x="120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7" name="Google Shape;6200;p51">
            <a:extLst>
              <a:ext uri="{FF2B5EF4-FFF2-40B4-BE49-F238E27FC236}">
                <a16:creationId xmlns:a16="http://schemas.microsoft.com/office/drawing/2014/main" id="{1341B103-0667-81B8-A518-5C1BE3829417}"/>
              </a:ext>
            </a:extLst>
          </p:cNvPr>
          <p:cNvGrpSpPr/>
          <p:nvPr/>
        </p:nvGrpSpPr>
        <p:grpSpPr>
          <a:xfrm>
            <a:off x="1121986" y="3429000"/>
            <a:ext cx="3173315" cy="2441353"/>
            <a:chOff x="2620275" y="2619414"/>
            <a:chExt cx="1869735" cy="1438035"/>
          </a:xfrm>
        </p:grpSpPr>
        <p:sp>
          <p:nvSpPr>
            <p:cNvPr id="338" name="Google Shape;6201;p51">
              <a:extLst>
                <a:ext uri="{FF2B5EF4-FFF2-40B4-BE49-F238E27FC236}">
                  <a16:creationId xmlns:a16="http://schemas.microsoft.com/office/drawing/2014/main" id="{91D37631-FD07-52E9-0AAD-D318C95B9575}"/>
                </a:ext>
              </a:extLst>
            </p:cNvPr>
            <p:cNvSpPr/>
            <p:nvPr/>
          </p:nvSpPr>
          <p:spPr>
            <a:xfrm>
              <a:off x="3218778" y="3292429"/>
              <a:ext cx="132404" cy="125450"/>
            </a:xfrm>
            <a:custGeom>
              <a:avLst/>
              <a:gdLst/>
              <a:ahLst/>
              <a:cxnLst/>
              <a:rect l="l" t="t" r="r" b="b"/>
              <a:pathLst>
                <a:path w="4426" h="4427" extrusionOk="0">
                  <a:moveTo>
                    <a:pt x="2213" y="1033"/>
                  </a:moveTo>
                  <a:lnTo>
                    <a:pt x="2434" y="1107"/>
                  </a:lnTo>
                  <a:lnTo>
                    <a:pt x="2655" y="1181"/>
                  </a:lnTo>
                  <a:lnTo>
                    <a:pt x="3024" y="1402"/>
                  </a:lnTo>
                  <a:lnTo>
                    <a:pt x="3245" y="1771"/>
                  </a:lnTo>
                  <a:lnTo>
                    <a:pt x="3319" y="1992"/>
                  </a:lnTo>
                  <a:lnTo>
                    <a:pt x="3319" y="2214"/>
                  </a:lnTo>
                  <a:lnTo>
                    <a:pt x="3319" y="2435"/>
                  </a:lnTo>
                  <a:lnTo>
                    <a:pt x="3245" y="2656"/>
                  </a:lnTo>
                  <a:lnTo>
                    <a:pt x="3024" y="3025"/>
                  </a:lnTo>
                  <a:lnTo>
                    <a:pt x="2655" y="3246"/>
                  </a:lnTo>
                  <a:lnTo>
                    <a:pt x="2434" y="3320"/>
                  </a:lnTo>
                  <a:lnTo>
                    <a:pt x="2213" y="3394"/>
                  </a:lnTo>
                  <a:lnTo>
                    <a:pt x="1992" y="3320"/>
                  </a:lnTo>
                  <a:lnTo>
                    <a:pt x="1770" y="3320"/>
                  </a:lnTo>
                  <a:lnTo>
                    <a:pt x="1401" y="3025"/>
                  </a:lnTo>
                  <a:lnTo>
                    <a:pt x="1106" y="2656"/>
                  </a:lnTo>
                  <a:lnTo>
                    <a:pt x="1033" y="2435"/>
                  </a:lnTo>
                  <a:lnTo>
                    <a:pt x="1033" y="2214"/>
                  </a:lnTo>
                  <a:lnTo>
                    <a:pt x="1033" y="1992"/>
                  </a:lnTo>
                  <a:lnTo>
                    <a:pt x="1106" y="1771"/>
                  </a:lnTo>
                  <a:lnTo>
                    <a:pt x="1401" y="1402"/>
                  </a:lnTo>
                  <a:lnTo>
                    <a:pt x="1770" y="1181"/>
                  </a:lnTo>
                  <a:lnTo>
                    <a:pt x="1992" y="1107"/>
                  </a:lnTo>
                  <a:lnTo>
                    <a:pt x="2213" y="1033"/>
                  </a:lnTo>
                  <a:close/>
                  <a:moveTo>
                    <a:pt x="1992" y="1"/>
                  </a:moveTo>
                  <a:lnTo>
                    <a:pt x="1844" y="370"/>
                  </a:lnTo>
                  <a:lnTo>
                    <a:pt x="1401" y="517"/>
                  </a:lnTo>
                  <a:lnTo>
                    <a:pt x="1106" y="222"/>
                  </a:lnTo>
                  <a:lnTo>
                    <a:pt x="738" y="517"/>
                  </a:lnTo>
                  <a:lnTo>
                    <a:pt x="885" y="886"/>
                  </a:lnTo>
                  <a:lnTo>
                    <a:pt x="590" y="1255"/>
                  </a:lnTo>
                  <a:lnTo>
                    <a:pt x="148" y="1181"/>
                  </a:lnTo>
                  <a:lnTo>
                    <a:pt x="0" y="1623"/>
                  </a:lnTo>
                  <a:lnTo>
                    <a:pt x="369" y="1845"/>
                  </a:lnTo>
                  <a:lnTo>
                    <a:pt x="369" y="2140"/>
                  </a:lnTo>
                  <a:lnTo>
                    <a:pt x="369" y="2287"/>
                  </a:lnTo>
                  <a:lnTo>
                    <a:pt x="0" y="2509"/>
                  </a:lnTo>
                  <a:lnTo>
                    <a:pt x="74" y="2951"/>
                  </a:lnTo>
                  <a:lnTo>
                    <a:pt x="516" y="2951"/>
                  </a:lnTo>
                  <a:lnTo>
                    <a:pt x="738" y="3320"/>
                  </a:lnTo>
                  <a:lnTo>
                    <a:pt x="590" y="3689"/>
                  </a:lnTo>
                  <a:lnTo>
                    <a:pt x="959" y="3984"/>
                  </a:lnTo>
                  <a:lnTo>
                    <a:pt x="1254" y="3762"/>
                  </a:lnTo>
                  <a:lnTo>
                    <a:pt x="1696" y="3984"/>
                  </a:lnTo>
                  <a:lnTo>
                    <a:pt x="1770" y="4353"/>
                  </a:lnTo>
                  <a:lnTo>
                    <a:pt x="2213" y="4426"/>
                  </a:lnTo>
                  <a:lnTo>
                    <a:pt x="2360" y="3984"/>
                  </a:lnTo>
                  <a:lnTo>
                    <a:pt x="2803" y="3910"/>
                  </a:lnTo>
                  <a:lnTo>
                    <a:pt x="3098" y="4205"/>
                  </a:lnTo>
                  <a:lnTo>
                    <a:pt x="3467" y="3984"/>
                  </a:lnTo>
                  <a:lnTo>
                    <a:pt x="3393" y="3615"/>
                  </a:lnTo>
                  <a:lnTo>
                    <a:pt x="3688" y="3246"/>
                  </a:lnTo>
                  <a:lnTo>
                    <a:pt x="4057" y="3320"/>
                  </a:lnTo>
                  <a:lnTo>
                    <a:pt x="4278" y="2877"/>
                  </a:lnTo>
                  <a:lnTo>
                    <a:pt x="3983" y="2656"/>
                  </a:lnTo>
                  <a:lnTo>
                    <a:pt x="4057" y="2214"/>
                  </a:lnTo>
                  <a:lnTo>
                    <a:pt x="4426" y="2066"/>
                  </a:lnTo>
                  <a:lnTo>
                    <a:pt x="4352" y="1550"/>
                  </a:lnTo>
                  <a:lnTo>
                    <a:pt x="3909" y="1550"/>
                  </a:lnTo>
                  <a:lnTo>
                    <a:pt x="3688" y="1181"/>
                  </a:lnTo>
                  <a:lnTo>
                    <a:pt x="3909" y="812"/>
                  </a:lnTo>
                  <a:lnTo>
                    <a:pt x="3614" y="443"/>
                  </a:lnTo>
                  <a:lnTo>
                    <a:pt x="3245" y="665"/>
                  </a:lnTo>
                  <a:lnTo>
                    <a:pt x="2877" y="517"/>
                  </a:lnTo>
                  <a:lnTo>
                    <a:pt x="2508" y="370"/>
                  </a:lnTo>
                  <a:lnTo>
                    <a:pt x="243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6202;p51">
              <a:extLst>
                <a:ext uri="{FF2B5EF4-FFF2-40B4-BE49-F238E27FC236}">
                  <a16:creationId xmlns:a16="http://schemas.microsoft.com/office/drawing/2014/main" id="{BB08D1FC-31B5-1530-165F-5BA0096CECF1}"/>
                </a:ext>
              </a:extLst>
            </p:cNvPr>
            <p:cNvSpPr/>
            <p:nvPr/>
          </p:nvSpPr>
          <p:spPr>
            <a:xfrm>
              <a:off x="2795122" y="3296623"/>
              <a:ext cx="88279" cy="424326"/>
            </a:xfrm>
            <a:custGeom>
              <a:avLst/>
              <a:gdLst/>
              <a:ahLst/>
              <a:cxnLst/>
              <a:rect l="l" t="t" r="r" b="b"/>
              <a:pathLst>
                <a:path w="2951" h="14974" extrusionOk="0">
                  <a:moveTo>
                    <a:pt x="0" y="0"/>
                  </a:moveTo>
                  <a:lnTo>
                    <a:pt x="0" y="14973"/>
                  </a:lnTo>
                  <a:lnTo>
                    <a:pt x="2951" y="14973"/>
                  </a:lnTo>
                  <a:lnTo>
                    <a:pt x="295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6203;p51">
              <a:extLst>
                <a:ext uri="{FF2B5EF4-FFF2-40B4-BE49-F238E27FC236}">
                  <a16:creationId xmlns:a16="http://schemas.microsoft.com/office/drawing/2014/main" id="{F4A9650A-67FB-E842-C18D-1B40FA4D2CAF}"/>
                </a:ext>
              </a:extLst>
            </p:cNvPr>
            <p:cNvSpPr/>
            <p:nvPr/>
          </p:nvSpPr>
          <p:spPr>
            <a:xfrm>
              <a:off x="2790695" y="3292429"/>
              <a:ext cx="97134" cy="432685"/>
            </a:xfrm>
            <a:custGeom>
              <a:avLst/>
              <a:gdLst/>
              <a:ahLst/>
              <a:cxnLst/>
              <a:rect l="l" t="t" r="r" b="b"/>
              <a:pathLst>
                <a:path w="3247" h="15269" extrusionOk="0">
                  <a:moveTo>
                    <a:pt x="2951" y="296"/>
                  </a:moveTo>
                  <a:lnTo>
                    <a:pt x="2951" y="14974"/>
                  </a:lnTo>
                  <a:lnTo>
                    <a:pt x="296" y="14974"/>
                  </a:lnTo>
                  <a:lnTo>
                    <a:pt x="296" y="296"/>
                  </a:lnTo>
                  <a:close/>
                  <a:moveTo>
                    <a:pt x="148" y="1"/>
                  </a:moveTo>
                  <a:lnTo>
                    <a:pt x="75" y="75"/>
                  </a:lnTo>
                  <a:lnTo>
                    <a:pt x="1" y="148"/>
                  </a:lnTo>
                  <a:lnTo>
                    <a:pt x="1" y="15121"/>
                  </a:lnTo>
                  <a:lnTo>
                    <a:pt x="75" y="15195"/>
                  </a:lnTo>
                  <a:lnTo>
                    <a:pt x="148" y="15269"/>
                  </a:lnTo>
                  <a:lnTo>
                    <a:pt x="3099" y="15269"/>
                  </a:lnTo>
                  <a:lnTo>
                    <a:pt x="3172" y="15195"/>
                  </a:lnTo>
                  <a:lnTo>
                    <a:pt x="3246" y="15121"/>
                  </a:lnTo>
                  <a:lnTo>
                    <a:pt x="3246" y="148"/>
                  </a:lnTo>
                  <a:lnTo>
                    <a:pt x="3172" y="75"/>
                  </a:lnTo>
                  <a:lnTo>
                    <a:pt x="309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6204;p51">
              <a:extLst>
                <a:ext uri="{FF2B5EF4-FFF2-40B4-BE49-F238E27FC236}">
                  <a16:creationId xmlns:a16="http://schemas.microsoft.com/office/drawing/2014/main" id="{F4BAC51A-D879-54AB-AABF-DBA689EFC9F2}"/>
                </a:ext>
              </a:extLst>
            </p:cNvPr>
            <p:cNvSpPr/>
            <p:nvPr/>
          </p:nvSpPr>
          <p:spPr>
            <a:xfrm>
              <a:off x="2733348" y="3440833"/>
              <a:ext cx="211828" cy="587380"/>
            </a:xfrm>
            <a:custGeom>
              <a:avLst/>
              <a:gdLst/>
              <a:ahLst/>
              <a:cxnLst/>
              <a:rect l="l" t="t" r="r" b="b"/>
              <a:pathLst>
                <a:path w="7081" h="20728" extrusionOk="0">
                  <a:moveTo>
                    <a:pt x="0" y="1"/>
                  </a:moveTo>
                  <a:lnTo>
                    <a:pt x="0" y="20727"/>
                  </a:lnTo>
                  <a:lnTo>
                    <a:pt x="7081" y="20727"/>
                  </a:lnTo>
                  <a:lnTo>
                    <a:pt x="708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6205;p51">
              <a:extLst>
                <a:ext uri="{FF2B5EF4-FFF2-40B4-BE49-F238E27FC236}">
                  <a16:creationId xmlns:a16="http://schemas.microsoft.com/office/drawing/2014/main" id="{8D1D8D53-761D-A4D0-1BA7-2FD9191C2B60}"/>
                </a:ext>
              </a:extLst>
            </p:cNvPr>
            <p:cNvSpPr/>
            <p:nvPr/>
          </p:nvSpPr>
          <p:spPr>
            <a:xfrm>
              <a:off x="2728920" y="3436667"/>
              <a:ext cx="220683" cy="595711"/>
            </a:xfrm>
            <a:custGeom>
              <a:avLst/>
              <a:gdLst/>
              <a:ahLst/>
              <a:cxnLst/>
              <a:rect l="l" t="t" r="r" b="b"/>
              <a:pathLst>
                <a:path w="7377" h="21022" extrusionOk="0">
                  <a:moveTo>
                    <a:pt x="7081" y="295"/>
                  </a:moveTo>
                  <a:lnTo>
                    <a:pt x="7081" y="20726"/>
                  </a:lnTo>
                  <a:lnTo>
                    <a:pt x="296" y="20726"/>
                  </a:lnTo>
                  <a:lnTo>
                    <a:pt x="296" y="295"/>
                  </a:lnTo>
                  <a:close/>
                  <a:moveTo>
                    <a:pt x="148" y="0"/>
                  </a:moveTo>
                  <a:lnTo>
                    <a:pt x="74" y="74"/>
                  </a:lnTo>
                  <a:lnTo>
                    <a:pt x="1" y="148"/>
                  </a:lnTo>
                  <a:lnTo>
                    <a:pt x="1" y="20874"/>
                  </a:lnTo>
                  <a:lnTo>
                    <a:pt x="74" y="20948"/>
                  </a:lnTo>
                  <a:lnTo>
                    <a:pt x="148" y="21022"/>
                  </a:lnTo>
                  <a:lnTo>
                    <a:pt x="7229" y="21022"/>
                  </a:lnTo>
                  <a:lnTo>
                    <a:pt x="7303" y="20948"/>
                  </a:lnTo>
                  <a:lnTo>
                    <a:pt x="7376" y="20874"/>
                  </a:lnTo>
                  <a:lnTo>
                    <a:pt x="7376" y="148"/>
                  </a:lnTo>
                  <a:lnTo>
                    <a:pt x="7303" y="74"/>
                  </a:lnTo>
                  <a:lnTo>
                    <a:pt x="7229"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6206;p51">
              <a:extLst>
                <a:ext uri="{FF2B5EF4-FFF2-40B4-BE49-F238E27FC236}">
                  <a16:creationId xmlns:a16="http://schemas.microsoft.com/office/drawing/2014/main" id="{B4082E89-E0FB-05FC-BAAB-535DD085C263}"/>
                </a:ext>
              </a:extLst>
            </p:cNvPr>
            <p:cNvSpPr/>
            <p:nvPr/>
          </p:nvSpPr>
          <p:spPr>
            <a:xfrm>
              <a:off x="2823810" y="3440833"/>
              <a:ext cx="30902" cy="587380"/>
            </a:xfrm>
            <a:custGeom>
              <a:avLst/>
              <a:gdLst/>
              <a:ahLst/>
              <a:cxnLst/>
              <a:rect l="l" t="t" r="r" b="b"/>
              <a:pathLst>
                <a:path w="1033" h="20728" extrusionOk="0">
                  <a:moveTo>
                    <a:pt x="0" y="1"/>
                  </a:moveTo>
                  <a:lnTo>
                    <a:pt x="0" y="20727"/>
                  </a:lnTo>
                  <a:lnTo>
                    <a:pt x="1033" y="20727"/>
                  </a:lnTo>
                  <a:lnTo>
                    <a:pt x="103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6207;p51">
              <a:extLst>
                <a:ext uri="{FF2B5EF4-FFF2-40B4-BE49-F238E27FC236}">
                  <a16:creationId xmlns:a16="http://schemas.microsoft.com/office/drawing/2014/main" id="{E91911B9-481E-3A84-D88B-0B9C0A8E84A4}"/>
                </a:ext>
              </a:extLst>
            </p:cNvPr>
            <p:cNvSpPr/>
            <p:nvPr/>
          </p:nvSpPr>
          <p:spPr>
            <a:xfrm>
              <a:off x="2819383" y="3436667"/>
              <a:ext cx="39757" cy="595711"/>
            </a:xfrm>
            <a:custGeom>
              <a:avLst/>
              <a:gdLst/>
              <a:ahLst/>
              <a:cxnLst/>
              <a:rect l="l" t="t" r="r" b="b"/>
              <a:pathLst>
                <a:path w="1329" h="21022" extrusionOk="0">
                  <a:moveTo>
                    <a:pt x="1033" y="295"/>
                  </a:moveTo>
                  <a:lnTo>
                    <a:pt x="1033" y="20726"/>
                  </a:lnTo>
                  <a:lnTo>
                    <a:pt x="296" y="20726"/>
                  </a:lnTo>
                  <a:lnTo>
                    <a:pt x="296" y="295"/>
                  </a:lnTo>
                  <a:close/>
                  <a:moveTo>
                    <a:pt x="148" y="0"/>
                  </a:moveTo>
                  <a:lnTo>
                    <a:pt x="1" y="74"/>
                  </a:lnTo>
                  <a:lnTo>
                    <a:pt x="1" y="148"/>
                  </a:lnTo>
                  <a:lnTo>
                    <a:pt x="1" y="20874"/>
                  </a:lnTo>
                  <a:lnTo>
                    <a:pt x="1" y="20948"/>
                  </a:lnTo>
                  <a:lnTo>
                    <a:pt x="148" y="21022"/>
                  </a:lnTo>
                  <a:lnTo>
                    <a:pt x="1181" y="21022"/>
                  </a:lnTo>
                  <a:lnTo>
                    <a:pt x="1328" y="20948"/>
                  </a:lnTo>
                  <a:lnTo>
                    <a:pt x="1328" y="20874"/>
                  </a:lnTo>
                  <a:lnTo>
                    <a:pt x="1328" y="148"/>
                  </a:lnTo>
                  <a:lnTo>
                    <a:pt x="1328" y="74"/>
                  </a:lnTo>
                  <a:lnTo>
                    <a:pt x="118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6208;p51">
              <a:extLst>
                <a:ext uri="{FF2B5EF4-FFF2-40B4-BE49-F238E27FC236}">
                  <a16:creationId xmlns:a16="http://schemas.microsoft.com/office/drawing/2014/main" id="{F1AF937F-8634-554D-1CF2-4ADC462CE37C}"/>
                </a:ext>
              </a:extLst>
            </p:cNvPr>
            <p:cNvSpPr/>
            <p:nvPr/>
          </p:nvSpPr>
          <p:spPr>
            <a:xfrm>
              <a:off x="2677900" y="3279900"/>
              <a:ext cx="1487388" cy="73174"/>
            </a:xfrm>
            <a:custGeom>
              <a:avLst/>
              <a:gdLst/>
              <a:ahLst/>
              <a:cxnLst/>
              <a:rect l="l" t="t" r="r" b="b"/>
              <a:pathLst>
                <a:path w="73981" h="2582" extrusionOk="0">
                  <a:moveTo>
                    <a:pt x="0" y="0"/>
                  </a:moveTo>
                  <a:lnTo>
                    <a:pt x="0" y="2582"/>
                  </a:lnTo>
                  <a:lnTo>
                    <a:pt x="73981" y="2582"/>
                  </a:lnTo>
                  <a:lnTo>
                    <a:pt x="7398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6209;p51">
              <a:extLst>
                <a:ext uri="{FF2B5EF4-FFF2-40B4-BE49-F238E27FC236}">
                  <a16:creationId xmlns:a16="http://schemas.microsoft.com/office/drawing/2014/main" id="{0E15CF17-AAB3-8834-5E4E-311655A88814}"/>
                </a:ext>
              </a:extLst>
            </p:cNvPr>
            <p:cNvSpPr/>
            <p:nvPr/>
          </p:nvSpPr>
          <p:spPr>
            <a:xfrm>
              <a:off x="2673777" y="3275700"/>
              <a:ext cx="1495939" cy="81577"/>
            </a:xfrm>
            <a:custGeom>
              <a:avLst/>
              <a:gdLst/>
              <a:ahLst/>
              <a:cxnLst/>
              <a:rect l="l" t="t" r="r" b="b"/>
              <a:pathLst>
                <a:path w="74277" h="2878" extrusionOk="0">
                  <a:moveTo>
                    <a:pt x="73981" y="296"/>
                  </a:moveTo>
                  <a:lnTo>
                    <a:pt x="73981" y="2582"/>
                  </a:lnTo>
                  <a:lnTo>
                    <a:pt x="296" y="2582"/>
                  </a:lnTo>
                  <a:lnTo>
                    <a:pt x="296" y="296"/>
                  </a:lnTo>
                  <a:close/>
                  <a:moveTo>
                    <a:pt x="148" y="1"/>
                  </a:moveTo>
                  <a:lnTo>
                    <a:pt x="75" y="74"/>
                  </a:lnTo>
                  <a:lnTo>
                    <a:pt x="1" y="148"/>
                  </a:lnTo>
                  <a:lnTo>
                    <a:pt x="1" y="2730"/>
                  </a:lnTo>
                  <a:lnTo>
                    <a:pt x="75" y="2804"/>
                  </a:lnTo>
                  <a:lnTo>
                    <a:pt x="148" y="2877"/>
                  </a:lnTo>
                  <a:lnTo>
                    <a:pt x="74129" y="2877"/>
                  </a:lnTo>
                  <a:lnTo>
                    <a:pt x="74276" y="2804"/>
                  </a:lnTo>
                  <a:lnTo>
                    <a:pt x="74276" y="2730"/>
                  </a:lnTo>
                  <a:lnTo>
                    <a:pt x="74276" y="148"/>
                  </a:lnTo>
                  <a:lnTo>
                    <a:pt x="74276" y="74"/>
                  </a:lnTo>
                  <a:lnTo>
                    <a:pt x="7412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6210;p51">
              <a:extLst>
                <a:ext uri="{FF2B5EF4-FFF2-40B4-BE49-F238E27FC236}">
                  <a16:creationId xmlns:a16="http://schemas.microsoft.com/office/drawing/2014/main" id="{87705292-04B8-9A43-E829-8148EC2C3E2D}"/>
                </a:ext>
              </a:extLst>
            </p:cNvPr>
            <p:cNvSpPr/>
            <p:nvPr/>
          </p:nvSpPr>
          <p:spPr>
            <a:xfrm>
              <a:off x="2737745" y="3279904"/>
              <a:ext cx="8855" cy="75264"/>
            </a:xfrm>
            <a:custGeom>
              <a:avLst/>
              <a:gdLst/>
              <a:ahLst/>
              <a:cxnLst/>
              <a:rect l="l" t="t" r="r" b="b"/>
              <a:pathLst>
                <a:path w="296" h="2656" extrusionOk="0">
                  <a:moveTo>
                    <a:pt x="148" y="0"/>
                  </a:moveTo>
                  <a:lnTo>
                    <a:pt x="74" y="74"/>
                  </a:lnTo>
                  <a:lnTo>
                    <a:pt x="1" y="148"/>
                  </a:lnTo>
                  <a:lnTo>
                    <a:pt x="1" y="2508"/>
                  </a:lnTo>
                  <a:lnTo>
                    <a:pt x="74" y="2656"/>
                  </a:lnTo>
                  <a:lnTo>
                    <a:pt x="222" y="2656"/>
                  </a:lnTo>
                  <a:lnTo>
                    <a:pt x="296" y="2508"/>
                  </a:lnTo>
                  <a:lnTo>
                    <a:pt x="296" y="148"/>
                  </a:lnTo>
                  <a:lnTo>
                    <a:pt x="222"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6211;p51">
              <a:extLst>
                <a:ext uri="{FF2B5EF4-FFF2-40B4-BE49-F238E27FC236}">
                  <a16:creationId xmlns:a16="http://schemas.microsoft.com/office/drawing/2014/main" id="{A1930698-B345-C826-66AD-11AD8FAE9A61}"/>
                </a:ext>
              </a:extLst>
            </p:cNvPr>
            <p:cNvSpPr/>
            <p:nvPr/>
          </p:nvSpPr>
          <p:spPr>
            <a:xfrm>
              <a:off x="2810558" y="3279904"/>
              <a:ext cx="8855" cy="75264"/>
            </a:xfrm>
            <a:custGeom>
              <a:avLst/>
              <a:gdLst/>
              <a:ahLst/>
              <a:cxnLst/>
              <a:rect l="l" t="t" r="r" b="b"/>
              <a:pathLst>
                <a:path w="296" h="2656" extrusionOk="0">
                  <a:moveTo>
                    <a:pt x="148" y="0"/>
                  </a:moveTo>
                  <a:lnTo>
                    <a:pt x="74" y="74"/>
                  </a:lnTo>
                  <a:lnTo>
                    <a:pt x="1" y="148"/>
                  </a:lnTo>
                  <a:lnTo>
                    <a:pt x="1" y="2508"/>
                  </a:lnTo>
                  <a:lnTo>
                    <a:pt x="74" y="2656"/>
                  </a:lnTo>
                  <a:lnTo>
                    <a:pt x="296" y="2656"/>
                  </a:lnTo>
                  <a:lnTo>
                    <a:pt x="296" y="2508"/>
                  </a:lnTo>
                  <a:lnTo>
                    <a:pt x="296" y="148"/>
                  </a:lnTo>
                  <a:lnTo>
                    <a:pt x="296"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6212;p51">
              <a:extLst>
                <a:ext uri="{FF2B5EF4-FFF2-40B4-BE49-F238E27FC236}">
                  <a16:creationId xmlns:a16="http://schemas.microsoft.com/office/drawing/2014/main" id="{FB5AF755-780D-CC7E-C9C4-ECCAB79B45CB}"/>
                </a:ext>
              </a:extLst>
            </p:cNvPr>
            <p:cNvSpPr/>
            <p:nvPr/>
          </p:nvSpPr>
          <p:spPr>
            <a:xfrm>
              <a:off x="2885585" y="3279904"/>
              <a:ext cx="8855" cy="75264"/>
            </a:xfrm>
            <a:custGeom>
              <a:avLst/>
              <a:gdLst/>
              <a:ahLst/>
              <a:cxnLst/>
              <a:rect l="l" t="t" r="r" b="b"/>
              <a:pathLst>
                <a:path w="296" h="2656" extrusionOk="0">
                  <a:moveTo>
                    <a:pt x="148" y="0"/>
                  </a:moveTo>
                  <a:lnTo>
                    <a:pt x="0" y="74"/>
                  </a:lnTo>
                  <a:lnTo>
                    <a:pt x="0" y="148"/>
                  </a:lnTo>
                  <a:lnTo>
                    <a:pt x="0" y="2508"/>
                  </a:lnTo>
                  <a:lnTo>
                    <a:pt x="0" y="2656"/>
                  </a:lnTo>
                  <a:lnTo>
                    <a:pt x="222" y="2656"/>
                  </a:lnTo>
                  <a:lnTo>
                    <a:pt x="295" y="2508"/>
                  </a:lnTo>
                  <a:lnTo>
                    <a:pt x="295" y="148"/>
                  </a:lnTo>
                  <a:lnTo>
                    <a:pt x="222"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6213;p51">
              <a:extLst>
                <a:ext uri="{FF2B5EF4-FFF2-40B4-BE49-F238E27FC236}">
                  <a16:creationId xmlns:a16="http://schemas.microsoft.com/office/drawing/2014/main" id="{E8913A91-267A-0F8B-0DA8-87A425E4250D}"/>
                </a:ext>
              </a:extLst>
            </p:cNvPr>
            <p:cNvSpPr/>
            <p:nvPr/>
          </p:nvSpPr>
          <p:spPr>
            <a:xfrm>
              <a:off x="2958398" y="3279904"/>
              <a:ext cx="8855" cy="75264"/>
            </a:xfrm>
            <a:custGeom>
              <a:avLst/>
              <a:gdLst/>
              <a:ahLst/>
              <a:cxnLst/>
              <a:rect l="l" t="t" r="r" b="b"/>
              <a:pathLst>
                <a:path w="296" h="2656" extrusionOk="0">
                  <a:moveTo>
                    <a:pt x="148" y="0"/>
                  </a:moveTo>
                  <a:lnTo>
                    <a:pt x="74" y="74"/>
                  </a:lnTo>
                  <a:lnTo>
                    <a:pt x="0" y="148"/>
                  </a:lnTo>
                  <a:lnTo>
                    <a:pt x="0" y="2508"/>
                  </a:lnTo>
                  <a:lnTo>
                    <a:pt x="74" y="2656"/>
                  </a:lnTo>
                  <a:lnTo>
                    <a:pt x="296" y="2656"/>
                  </a:lnTo>
                  <a:lnTo>
                    <a:pt x="296" y="2508"/>
                  </a:lnTo>
                  <a:lnTo>
                    <a:pt x="296" y="148"/>
                  </a:lnTo>
                  <a:lnTo>
                    <a:pt x="296"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6214;p51">
              <a:extLst>
                <a:ext uri="{FF2B5EF4-FFF2-40B4-BE49-F238E27FC236}">
                  <a16:creationId xmlns:a16="http://schemas.microsoft.com/office/drawing/2014/main" id="{A204C222-E2CD-4C9B-7C46-0E4E1CD1D762}"/>
                </a:ext>
              </a:extLst>
            </p:cNvPr>
            <p:cNvSpPr/>
            <p:nvPr/>
          </p:nvSpPr>
          <p:spPr>
            <a:xfrm>
              <a:off x="3033425" y="3279904"/>
              <a:ext cx="8855" cy="75264"/>
            </a:xfrm>
            <a:custGeom>
              <a:avLst/>
              <a:gdLst/>
              <a:ahLst/>
              <a:cxnLst/>
              <a:rect l="l" t="t" r="r" b="b"/>
              <a:pathLst>
                <a:path w="296" h="2656" extrusionOk="0">
                  <a:moveTo>
                    <a:pt x="148" y="0"/>
                  </a:moveTo>
                  <a:lnTo>
                    <a:pt x="0" y="74"/>
                  </a:lnTo>
                  <a:lnTo>
                    <a:pt x="0" y="148"/>
                  </a:lnTo>
                  <a:lnTo>
                    <a:pt x="0" y="2508"/>
                  </a:lnTo>
                  <a:lnTo>
                    <a:pt x="0" y="2656"/>
                  </a:lnTo>
                  <a:lnTo>
                    <a:pt x="222" y="2656"/>
                  </a:lnTo>
                  <a:lnTo>
                    <a:pt x="295" y="2508"/>
                  </a:lnTo>
                  <a:lnTo>
                    <a:pt x="295" y="148"/>
                  </a:lnTo>
                  <a:lnTo>
                    <a:pt x="222"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6215;p51">
              <a:extLst>
                <a:ext uri="{FF2B5EF4-FFF2-40B4-BE49-F238E27FC236}">
                  <a16:creationId xmlns:a16="http://schemas.microsoft.com/office/drawing/2014/main" id="{D23D4CB5-C267-1819-4F0E-01FB66049491}"/>
                </a:ext>
              </a:extLst>
            </p:cNvPr>
            <p:cNvSpPr/>
            <p:nvPr/>
          </p:nvSpPr>
          <p:spPr>
            <a:xfrm>
              <a:off x="3106238" y="3279904"/>
              <a:ext cx="8855" cy="75264"/>
            </a:xfrm>
            <a:custGeom>
              <a:avLst/>
              <a:gdLst/>
              <a:ahLst/>
              <a:cxnLst/>
              <a:rect l="l" t="t" r="r" b="b"/>
              <a:pathLst>
                <a:path w="296" h="2656" extrusionOk="0">
                  <a:moveTo>
                    <a:pt x="148" y="0"/>
                  </a:moveTo>
                  <a:lnTo>
                    <a:pt x="0" y="74"/>
                  </a:lnTo>
                  <a:lnTo>
                    <a:pt x="0" y="148"/>
                  </a:lnTo>
                  <a:lnTo>
                    <a:pt x="0" y="2508"/>
                  </a:lnTo>
                  <a:lnTo>
                    <a:pt x="0" y="2656"/>
                  </a:lnTo>
                  <a:lnTo>
                    <a:pt x="222" y="2656"/>
                  </a:lnTo>
                  <a:lnTo>
                    <a:pt x="295" y="2508"/>
                  </a:lnTo>
                  <a:lnTo>
                    <a:pt x="295" y="148"/>
                  </a:lnTo>
                  <a:lnTo>
                    <a:pt x="222"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6216;p51">
              <a:extLst>
                <a:ext uri="{FF2B5EF4-FFF2-40B4-BE49-F238E27FC236}">
                  <a16:creationId xmlns:a16="http://schemas.microsoft.com/office/drawing/2014/main" id="{2F584352-AD6A-AC8F-919C-4E23DF8B1479}"/>
                </a:ext>
              </a:extLst>
            </p:cNvPr>
            <p:cNvSpPr/>
            <p:nvPr/>
          </p:nvSpPr>
          <p:spPr>
            <a:xfrm>
              <a:off x="3179051" y="3279904"/>
              <a:ext cx="8855" cy="75264"/>
            </a:xfrm>
            <a:custGeom>
              <a:avLst/>
              <a:gdLst/>
              <a:ahLst/>
              <a:cxnLst/>
              <a:rect l="l" t="t" r="r" b="b"/>
              <a:pathLst>
                <a:path w="296" h="2656" extrusionOk="0">
                  <a:moveTo>
                    <a:pt x="148" y="0"/>
                  </a:moveTo>
                  <a:lnTo>
                    <a:pt x="74" y="74"/>
                  </a:lnTo>
                  <a:lnTo>
                    <a:pt x="0" y="148"/>
                  </a:lnTo>
                  <a:lnTo>
                    <a:pt x="0" y="2508"/>
                  </a:lnTo>
                  <a:lnTo>
                    <a:pt x="74" y="2656"/>
                  </a:lnTo>
                  <a:lnTo>
                    <a:pt x="295" y="2656"/>
                  </a:lnTo>
                  <a:lnTo>
                    <a:pt x="295" y="2508"/>
                  </a:lnTo>
                  <a:lnTo>
                    <a:pt x="295" y="148"/>
                  </a:lnTo>
                  <a:lnTo>
                    <a:pt x="295"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6217;p51">
              <a:extLst>
                <a:ext uri="{FF2B5EF4-FFF2-40B4-BE49-F238E27FC236}">
                  <a16:creationId xmlns:a16="http://schemas.microsoft.com/office/drawing/2014/main" id="{93ADC9E6-0962-BD40-1DA3-7F5A3214D57D}"/>
                </a:ext>
              </a:extLst>
            </p:cNvPr>
            <p:cNvSpPr/>
            <p:nvPr/>
          </p:nvSpPr>
          <p:spPr>
            <a:xfrm>
              <a:off x="3254078" y="3279904"/>
              <a:ext cx="8855" cy="75264"/>
            </a:xfrm>
            <a:custGeom>
              <a:avLst/>
              <a:gdLst/>
              <a:ahLst/>
              <a:cxnLst/>
              <a:rect l="l" t="t" r="r" b="b"/>
              <a:pathLst>
                <a:path w="296" h="2656" extrusionOk="0">
                  <a:moveTo>
                    <a:pt x="148" y="0"/>
                  </a:moveTo>
                  <a:lnTo>
                    <a:pt x="0" y="74"/>
                  </a:lnTo>
                  <a:lnTo>
                    <a:pt x="0" y="148"/>
                  </a:lnTo>
                  <a:lnTo>
                    <a:pt x="0" y="2508"/>
                  </a:lnTo>
                  <a:lnTo>
                    <a:pt x="0" y="2656"/>
                  </a:lnTo>
                  <a:lnTo>
                    <a:pt x="221" y="2656"/>
                  </a:lnTo>
                  <a:lnTo>
                    <a:pt x="295" y="2508"/>
                  </a:lnTo>
                  <a:lnTo>
                    <a:pt x="295" y="148"/>
                  </a:lnTo>
                  <a:lnTo>
                    <a:pt x="221"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6218;p51">
              <a:extLst>
                <a:ext uri="{FF2B5EF4-FFF2-40B4-BE49-F238E27FC236}">
                  <a16:creationId xmlns:a16="http://schemas.microsoft.com/office/drawing/2014/main" id="{78DA511A-405D-C238-18C1-655DFE233CC3}"/>
                </a:ext>
              </a:extLst>
            </p:cNvPr>
            <p:cNvSpPr/>
            <p:nvPr/>
          </p:nvSpPr>
          <p:spPr>
            <a:xfrm>
              <a:off x="3326891" y="3279904"/>
              <a:ext cx="8855" cy="75264"/>
            </a:xfrm>
            <a:custGeom>
              <a:avLst/>
              <a:gdLst/>
              <a:ahLst/>
              <a:cxnLst/>
              <a:rect l="l" t="t" r="r" b="b"/>
              <a:pathLst>
                <a:path w="296" h="2656" extrusionOk="0">
                  <a:moveTo>
                    <a:pt x="148" y="0"/>
                  </a:moveTo>
                  <a:lnTo>
                    <a:pt x="74" y="74"/>
                  </a:lnTo>
                  <a:lnTo>
                    <a:pt x="0" y="148"/>
                  </a:lnTo>
                  <a:lnTo>
                    <a:pt x="0" y="2508"/>
                  </a:lnTo>
                  <a:lnTo>
                    <a:pt x="74" y="2656"/>
                  </a:lnTo>
                  <a:lnTo>
                    <a:pt x="221" y="2656"/>
                  </a:lnTo>
                  <a:lnTo>
                    <a:pt x="295" y="2508"/>
                  </a:lnTo>
                  <a:lnTo>
                    <a:pt x="295" y="148"/>
                  </a:lnTo>
                  <a:lnTo>
                    <a:pt x="221"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6219;p51">
              <a:extLst>
                <a:ext uri="{FF2B5EF4-FFF2-40B4-BE49-F238E27FC236}">
                  <a16:creationId xmlns:a16="http://schemas.microsoft.com/office/drawing/2014/main" id="{3160DEB2-88AF-268B-C1B0-98E1CDA75A4A}"/>
                </a:ext>
              </a:extLst>
            </p:cNvPr>
            <p:cNvSpPr/>
            <p:nvPr/>
          </p:nvSpPr>
          <p:spPr>
            <a:xfrm>
              <a:off x="3399704" y="3279904"/>
              <a:ext cx="8855" cy="75264"/>
            </a:xfrm>
            <a:custGeom>
              <a:avLst/>
              <a:gdLst/>
              <a:ahLst/>
              <a:cxnLst/>
              <a:rect l="l" t="t" r="r" b="b"/>
              <a:pathLst>
                <a:path w="296" h="2656" extrusionOk="0">
                  <a:moveTo>
                    <a:pt x="148" y="0"/>
                  </a:moveTo>
                  <a:lnTo>
                    <a:pt x="74" y="74"/>
                  </a:lnTo>
                  <a:lnTo>
                    <a:pt x="0" y="148"/>
                  </a:lnTo>
                  <a:lnTo>
                    <a:pt x="0" y="2508"/>
                  </a:lnTo>
                  <a:lnTo>
                    <a:pt x="74" y="2656"/>
                  </a:lnTo>
                  <a:lnTo>
                    <a:pt x="295" y="2656"/>
                  </a:lnTo>
                  <a:lnTo>
                    <a:pt x="295" y="2508"/>
                  </a:lnTo>
                  <a:lnTo>
                    <a:pt x="295" y="148"/>
                  </a:lnTo>
                  <a:lnTo>
                    <a:pt x="295"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6220;p51">
              <a:extLst>
                <a:ext uri="{FF2B5EF4-FFF2-40B4-BE49-F238E27FC236}">
                  <a16:creationId xmlns:a16="http://schemas.microsoft.com/office/drawing/2014/main" id="{0EEEA370-73E9-DC24-DE78-EE73C7D447AC}"/>
                </a:ext>
              </a:extLst>
            </p:cNvPr>
            <p:cNvSpPr/>
            <p:nvPr/>
          </p:nvSpPr>
          <p:spPr>
            <a:xfrm>
              <a:off x="3474731" y="3279904"/>
              <a:ext cx="8855" cy="75264"/>
            </a:xfrm>
            <a:custGeom>
              <a:avLst/>
              <a:gdLst/>
              <a:ahLst/>
              <a:cxnLst/>
              <a:rect l="l" t="t" r="r" b="b"/>
              <a:pathLst>
                <a:path w="296" h="2656" extrusionOk="0">
                  <a:moveTo>
                    <a:pt x="148" y="0"/>
                  </a:moveTo>
                  <a:lnTo>
                    <a:pt x="0" y="74"/>
                  </a:lnTo>
                  <a:lnTo>
                    <a:pt x="0" y="148"/>
                  </a:lnTo>
                  <a:lnTo>
                    <a:pt x="0" y="2508"/>
                  </a:lnTo>
                  <a:lnTo>
                    <a:pt x="0" y="2656"/>
                  </a:lnTo>
                  <a:lnTo>
                    <a:pt x="221" y="2656"/>
                  </a:lnTo>
                  <a:lnTo>
                    <a:pt x="295" y="2508"/>
                  </a:lnTo>
                  <a:lnTo>
                    <a:pt x="295" y="148"/>
                  </a:lnTo>
                  <a:lnTo>
                    <a:pt x="221"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6221;p51">
              <a:extLst>
                <a:ext uri="{FF2B5EF4-FFF2-40B4-BE49-F238E27FC236}">
                  <a16:creationId xmlns:a16="http://schemas.microsoft.com/office/drawing/2014/main" id="{0B856A7F-50F6-6BA3-F9F4-89D8AF75F63A}"/>
                </a:ext>
              </a:extLst>
            </p:cNvPr>
            <p:cNvSpPr/>
            <p:nvPr/>
          </p:nvSpPr>
          <p:spPr>
            <a:xfrm>
              <a:off x="3547544" y="3279904"/>
              <a:ext cx="8855" cy="75264"/>
            </a:xfrm>
            <a:custGeom>
              <a:avLst/>
              <a:gdLst/>
              <a:ahLst/>
              <a:cxnLst/>
              <a:rect l="l" t="t" r="r" b="b"/>
              <a:pathLst>
                <a:path w="296" h="2656" extrusionOk="0">
                  <a:moveTo>
                    <a:pt x="148" y="0"/>
                  </a:moveTo>
                  <a:lnTo>
                    <a:pt x="74" y="74"/>
                  </a:lnTo>
                  <a:lnTo>
                    <a:pt x="0" y="148"/>
                  </a:lnTo>
                  <a:lnTo>
                    <a:pt x="0" y="2508"/>
                  </a:lnTo>
                  <a:lnTo>
                    <a:pt x="74" y="2656"/>
                  </a:lnTo>
                  <a:lnTo>
                    <a:pt x="295" y="2656"/>
                  </a:lnTo>
                  <a:lnTo>
                    <a:pt x="295" y="2508"/>
                  </a:lnTo>
                  <a:lnTo>
                    <a:pt x="295" y="148"/>
                  </a:lnTo>
                  <a:lnTo>
                    <a:pt x="295"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6222;p51">
              <a:extLst>
                <a:ext uri="{FF2B5EF4-FFF2-40B4-BE49-F238E27FC236}">
                  <a16:creationId xmlns:a16="http://schemas.microsoft.com/office/drawing/2014/main" id="{2ACC5C62-7028-9D90-3869-AD6F471AD40E}"/>
                </a:ext>
              </a:extLst>
            </p:cNvPr>
            <p:cNvSpPr/>
            <p:nvPr/>
          </p:nvSpPr>
          <p:spPr>
            <a:xfrm>
              <a:off x="3620357" y="3279904"/>
              <a:ext cx="8855" cy="75264"/>
            </a:xfrm>
            <a:custGeom>
              <a:avLst/>
              <a:gdLst/>
              <a:ahLst/>
              <a:cxnLst/>
              <a:rect l="l" t="t" r="r" b="b"/>
              <a:pathLst>
                <a:path w="296" h="2656" extrusionOk="0">
                  <a:moveTo>
                    <a:pt x="148" y="0"/>
                  </a:moveTo>
                  <a:lnTo>
                    <a:pt x="74" y="74"/>
                  </a:lnTo>
                  <a:lnTo>
                    <a:pt x="0" y="148"/>
                  </a:lnTo>
                  <a:lnTo>
                    <a:pt x="0" y="2508"/>
                  </a:lnTo>
                  <a:lnTo>
                    <a:pt x="74" y="2656"/>
                  </a:lnTo>
                  <a:lnTo>
                    <a:pt x="295" y="2656"/>
                  </a:lnTo>
                  <a:lnTo>
                    <a:pt x="295" y="2508"/>
                  </a:lnTo>
                  <a:lnTo>
                    <a:pt x="295" y="148"/>
                  </a:lnTo>
                  <a:lnTo>
                    <a:pt x="295"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6223;p51">
              <a:extLst>
                <a:ext uri="{FF2B5EF4-FFF2-40B4-BE49-F238E27FC236}">
                  <a16:creationId xmlns:a16="http://schemas.microsoft.com/office/drawing/2014/main" id="{804CB863-8C2E-49F4-47D8-51704F508A51}"/>
                </a:ext>
              </a:extLst>
            </p:cNvPr>
            <p:cNvSpPr/>
            <p:nvPr/>
          </p:nvSpPr>
          <p:spPr>
            <a:xfrm>
              <a:off x="3017959" y="3066693"/>
              <a:ext cx="267021" cy="213240"/>
            </a:xfrm>
            <a:custGeom>
              <a:avLst/>
              <a:gdLst/>
              <a:ahLst/>
              <a:cxnLst/>
              <a:rect l="l" t="t" r="r" b="b"/>
              <a:pathLst>
                <a:path w="8926" h="7525" extrusionOk="0">
                  <a:moveTo>
                    <a:pt x="1" y="1"/>
                  </a:moveTo>
                  <a:lnTo>
                    <a:pt x="1" y="7524"/>
                  </a:lnTo>
                  <a:lnTo>
                    <a:pt x="8926" y="7524"/>
                  </a:lnTo>
                  <a:lnTo>
                    <a:pt x="89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6224;p51">
              <a:extLst>
                <a:ext uri="{FF2B5EF4-FFF2-40B4-BE49-F238E27FC236}">
                  <a16:creationId xmlns:a16="http://schemas.microsoft.com/office/drawing/2014/main" id="{F625CCCA-DD01-4C21-6D6F-5A7FC96D2BF3}"/>
                </a:ext>
              </a:extLst>
            </p:cNvPr>
            <p:cNvSpPr/>
            <p:nvPr/>
          </p:nvSpPr>
          <p:spPr>
            <a:xfrm>
              <a:off x="3013561" y="3062527"/>
              <a:ext cx="275846" cy="221571"/>
            </a:xfrm>
            <a:custGeom>
              <a:avLst/>
              <a:gdLst/>
              <a:ahLst/>
              <a:cxnLst/>
              <a:rect l="l" t="t" r="r" b="b"/>
              <a:pathLst>
                <a:path w="9221" h="7819" extrusionOk="0">
                  <a:moveTo>
                    <a:pt x="8925" y="295"/>
                  </a:moveTo>
                  <a:lnTo>
                    <a:pt x="8925" y="7524"/>
                  </a:lnTo>
                  <a:lnTo>
                    <a:pt x="295" y="7524"/>
                  </a:lnTo>
                  <a:lnTo>
                    <a:pt x="295" y="295"/>
                  </a:lnTo>
                  <a:close/>
                  <a:moveTo>
                    <a:pt x="148" y="0"/>
                  </a:moveTo>
                  <a:lnTo>
                    <a:pt x="74" y="74"/>
                  </a:lnTo>
                  <a:lnTo>
                    <a:pt x="0" y="148"/>
                  </a:lnTo>
                  <a:lnTo>
                    <a:pt x="0" y="7671"/>
                  </a:lnTo>
                  <a:lnTo>
                    <a:pt x="74" y="7745"/>
                  </a:lnTo>
                  <a:lnTo>
                    <a:pt x="148" y="7819"/>
                  </a:lnTo>
                  <a:lnTo>
                    <a:pt x="9073" y="7819"/>
                  </a:lnTo>
                  <a:lnTo>
                    <a:pt x="9147" y="7745"/>
                  </a:lnTo>
                  <a:lnTo>
                    <a:pt x="9220" y="7671"/>
                  </a:lnTo>
                  <a:lnTo>
                    <a:pt x="9220" y="148"/>
                  </a:lnTo>
                  <a:lnTo>
                    <a:pt x="9147" y="74"/>
                  </a:lnTo>
                  <a:lnTo>
                    <a:pt x="907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6225;p51">
              <a:extLst>
                <a:ext uri="{FF2B5EF4-FFF2-40B4-BE49-F238E27FC236}">
                  <a16:creationId xmlns:a16="http://schemas.microsoft.com/office/drawing/2014/main" id="{3AF8F99D-1230-7748-3A85-D9842BFF52B9}"/>
                </a:ext>
              </a:extLst>
            </p:cNvPr>
            <p:cNvSpPr/>
            <p:nvPr/>
          </p:nvSpPr>
          <p:spPr>
            <a:xfrm>
              <a:off x="3130499" y="3066693"/>
              <a:ext cx="196422" cy="213240"/>
            </a:xfrm>
            <a:custGeom>
              <a:avLst/>
              <a:gdLst/>
              <a:ahLst/>
              <a:cxnLst/>
              <a:rect l="l" t="t" r="r" b="b"/>
              <a:pathLst>
                <a:path w="6566" h="7525" extrusionOk="0">
                  <a:moveTo>
                    <a:pt x="1" y="1"/>
                  </a:moveTo>
                  <a:lnTo>
                    <a:pt x="1" y="7524"/>
                  </a:lnTo>
                  <a:lnTo>
                    <a:pt x="6565" y="7524"/>
                  </a:lnTo>
                  <a:lnTo>
                    <a:pt x="656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6226;p51">
              <a:extLst>
                <a:ext uri="{FF2B5EF4-FFF2-40B4-BE49-F238E27FC236}">
                  <a16:creationId xmlns:a16="http://schemas.microsoft.com/office/drawing/2014/main" id="{06FDC095-C860-7B62-906C-0A1DC980E119}"/>
                </a:ext>
              </a:extLst>
            </p:cNvPr>
            <p:cNvSpPr/>
            <p:nvPr/>
          </p:nvSpPr>
          <p:spPr>
            <a:xfrm>
              <a:off x="3126102" y="3062527"/>
              <a:ext cx="205217" cy="221571"/>
            </a:xfrm>
            <a:custGeom>
              <a:avLst/>
              <a:gdLst/>
              <a:ahLst/>
              <a:cxnLst/>
              <a:rect l="l" t="t" r="r" b="b"/>
              <a:pathLst>
                <a:path w="6860" h="7819" extrusionOk="0">
                  <a:moveTo>
                    <a:pt x="6565" y="295"/>
                  </a:moveTo>
                  <a:lnTo>
                    <a:pt x="6565" y="7524"/>
                  </a:lnTo>
                  <a:lnTo>
                    <a:pt x="295" y="7524"/>
                  </a:lnTo>
                  <a:lnTo>
                    <a:pt x="295" y="295"/>
                  </a:lnTo>
                  <a:close/>
                  <a:moveTo>
                    <a:pt x="148" y="0"/>
                  </a:moveTo>
                  <a:lnTo>
                    <a:pt x="74" y="74"/>
                  </a:lnTo>
                  <a:lnTo>
                    <a:pt x="0" y="148"/>
                  </a:lnTo>
                  <a:lnTo>
                    <a:pt x="0" y="7671"/>
                  </a:lnTo>
                  <a:lnTo>
                    <a:pt x="74" y="7745"/>
                  </a:lnTo>
                  <a:lnTo>
                    <a:pt x="148" y="7819"/>
                  </a:lnTo>
                  <a:lnTo>
                    <a:pt x="6712" y="7819"/>
                  </a:lnTo>
                  <a:lnTo>
                    <a:pt x="6786" y="7745"/>
                  </a:lnTo>
                  <a:lnTo>
                    <a:pt x="6860" y="7671"/>
                  </a:lnTo>
                  <a:lnTo>
                    <a:pt x="6860" y="148"/>
                  </a:lnTo>
                  <a:lnTo>
                    <a:pt x="6786" y="74"/>
                  </a:lnTo>
                  <a:lnTo>
                    <a:pt x="671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6227;p51">
              <a:extLst>
                <a:ext uri="{FF2B5EF4-FFF2-40B4-BE49-F238E27FC236}">
                  <a16:creationId xmlns:a16="http://schemas.microsoft.com/office/drawing/2014/main" id="{FB7926CA-43FA-F789-431D-ACFD2A15952C}"/>
                </a:ext>
              </a:extLst>
            </p:cNvPr>
            <p:cNvSpPr/>
            <p:nvPr/>
          </p:nvSpPr>
          <p:spPr>
            <a:xfrm>
              <a:off x="3686529" y="3033254"/>
              <a:ext cx="507538" cy="535097"/>
            </a:xfrm>
            <a:custGeom>
              <a:avLst/>
              <a:gdLst/>
              <a:ahLst/>
              <a:cxnLst/>
              <a:rect l="l" t="t" r="r" b="b"/>
              <a:pathLst>
                <a:path w="16966" h="18883" extrusionOk="0">
                  <a:moveTo>
                    <a:pt x="1181" y="1"/>
                  </a:moveTo>
                  <a:lnTo>
                    <a:pt x="886" y="148"/>
                  </a:lnTo>
                  <a:lnTo>
                    <a:pt x="665" y="222"/>
                  </a:lnTo>
                  <a:lnTo>
                    <a:pt x="443" y="443"/>
                  </a:lnTo>
                  <a:lnTo>
                    <a:pt x="222" y="664"/>
                  </a:lnTo>
                  <a:lnTo>
                    <a:pt x="148" y="886"/>
                  </a:lnTo>
                  <a:lnTo>
                    <a:pt x="1" y="1181"/>
                  </a:lnTo>
                  <a:lnTo>
                    <a:pt x="1" y="1476"/>
                  </a:lnTo>
                  <a:lnTo>
                    <a:pt x="1" y="18883"/>
                  </a:lnTo>
                  <a:lnTo>
                    <a:pt x="16965" y="18883"/>
                  </a:lnTo>
                  <a:lnTo>
                    <a:pt x="16965" y="3910"/>
                  </a:lnTo>
                  <a:lnTo>
                    <a:pt x="16892" y="3099"/>
                  </a:lnTo>
                  <a:lnTo>
                    <a:pt x="16670" y="2361"/>
                  </a:lnTo>
                  <a:lnTo>
                    <a:pt x="16302" y="1697"/>
                  </a:lnTo>
                  <a:lnTo>
                    <a:pt x="15785" y="1107"/>
                  </a:lnTo>
                  <a:lnTo>
                    <a:pt x="15269" y="664"/>
                  </a:lnTo>
                  <a:lnTo>
                    <a:pt x="14605" y="296"/>
                  </a:lnTo>
                  <a:lnTo>
                    <a:pt x="13868" y="74"/>
                  </a:lnTo>
                  <a:lnTo>
                    <a:pt x="1305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6228;p51">
              <a:extLst>
                <a:ext uri="{FF2B5EF4-FFF2-40B4-BE49-F238E27FC236}">
                  <a16:creationId xmlns:a16="http://schemas.microsoft.com/office/drawing/2014/main" id="{65F01DF1-479F-237D-81A0-F0F6A85D7717}"/>
                </a:ext>
              </a:extLst>
            </p:cNvPr>
            <p:cNvSpPr/>
            <p:nvPr/>
          </p:nvSpPr>
          <p:spPr>
            <a:xfrm>
              <a:off x="3682132" y="3029089"/>
              <a:ext cx="516333" cy="543457"/>
            </a:xfrm>
            <a:custGeom>
              <a:avLst/>
              <a:gdLst/>
              <a:ahLst/>
              <a:cxnLst/>
              <a:rect l="l" t="t" r="r" b="b"/>
              <a:pathLst>
                <a:path w="17260" h="19178" extrusionOk="0">
                  <a:moveTo>
                    <a:pt x="13203" y="295"/>
                  </a:moveTo>
                  <a:lnTo>
                    <a:pt x="13941" y="369"/>
                  </a:lnTo>
                  <a:lnTo>
                    <a:pt x="14678" y="590"/>
                  </a:lnTo>
                  <a:lnTo>
                    <a:pt x="15268" y="959"/>
                  </a:lnTo>
                  <a:lnTo>
                    <a:pt x="15859" y="1402"/>
                  </a:lnTo>
                  <a:lnTo>
                    <a:pt x="16301" y="1918"/>
                  </a:lnTo>
                  <a:lnTo>
                    <a:pt x="16670" y="2582"/>
                  </a:lnTo>
                  <a:lnTo>
                    <a:pt x="16891" y="3319"/>
                  </a:lnTo>
                  <a:lnTo>
                    <a:pt x="16965" y="4057"/>
                  </a:lnTo>
                  <a:lnTo>
                    <a:pt x="16965" y="18882"/>
                  </a:lnTo>
                  <a:lnTo>
                    <a:pt x="295" y="18882"/>
                  </a:lnTo>
                  <a:lnTo>
                    <a:pt x="295" y="1623"/>
                  </a:lnTo>
                  <a:lnTo>
                    <a:pt x="295" y="1328"/>
                  </a:lnTo>
                  <a:lnTo>
                    <a:pt x="369" y="1106"/>
                  </a:lnTo>
                  <a:lnTo>
                    <a:pt x="517" y="885"/>
                  </a:lnTo>
                  <a:lnTo>
                    <a:pt x="664" y="664"/>
                  </a:lnTo>
                  <a:lnTo>
                    <a:pt x="886" y="516"/>
                  </a:lnTo>
                  <a:lnTo>
                    <a:pt x="1107" y="369"/>
                  </a:lnTo>
                  <a:lnTo>
                    <a:pt x="1328" y="295"/>
                  </a:lnTo>
                  <a:close/>
                  <a:moveTo>
                    <a:pt x="1254" y="0"/>
                  </a:moveTo>
                  <a:lnTo>
                    <a:pt x="959" y="148"/>
                  </a:lnTo>
                  <a:lnTo>
                    <a:pt x="738" y="295"/>
                  </a:lnTo>
                  <a:lnTo>
                    <a:pt x="443" y="443"/>
                  </a:lnTo>
                  <a:lnTo>
                    <a:pt x="295" y="738"/>
                  </a:lnTo>
                  <a:lnTo>
                    <a:pt x="148" y="959"/>
                  </a:lnTo>
                  <a:lnTo>
                    <a:pt x="0" y="1254"/>
                  </a:lnTo>
                  <a:lnTo>
                    <a:pt x="0" y="1623"/>
                  </a:lnTo>
                  <a:lnTo>
                    <a:pt x="0" y="19030"/>
                  </a:lnTo>
                  <a:lnTo>
                    <a:pt x="74" y="19104"/>
                  </a:lnTo>
                  <a:lnTo>
                    <a:pt x="148" y="19178"/>
                  </a:lnTo>
                  <a:lnTo>
                    <a:pt x="17112" y="19178"/>
                  </a:lnTo>
                  <a:lnTo>
                    <a:pt x="17186" y="19104"/>
                  </a:lnTo>
                  <a:lnTo>
                    <a:pt x="17260" y="19030"/>
                  </a:lnTo>
                  <a:lnTo>
                    <a:pt x="17260" y="4057"/>
                  </a:lnTo>
                  <a:lnTo>
                    <a:pt x="17186" y="3246"/>
                  </a:lnTo>
                  <a:lnTo>
                    <a:pt x="16965" y="2508"/>
                  </a:lnTo>
                  <a:lnTo>
                    <a:pt x="16596" y="1770"/>
                  </a:lnTo>
                  <a:lnTo>
                    <a:pt x="16080" y="1180"/>
                  </a:lnTo>
                  <a:lnTo>
                    <a:pt x="15490" y="664"/>
                  </a:lnTo>
                  <a:lnTo>
                    <a:pt x="14752" y="295"/>
                  </a:lnTo>
                  <a:lnTo>
                    <a:pt x="14015" y="74"/>
                  </a:lnTo>
                  <a:lnTo>
                    <a:pt x="1320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6229;p51">
              <a:extLst>
                <a:ext uri="{FF2B5EF4-FFF2-40B4-BE49-F238E27FC236}">
                  <a16:creationId xmlns:a16="http://schemas.microsoft.com/office/drawing/2014/main" id="{FEAEC229-A539-E426-454C-CA257A2180AD}"/>
                </a:ext>
              </a:extLst>
            </p:cNvPr>
            <p:cNvSpPr/>
            <p:nvPr/>
          </p:nvSpPr>
          <p:spPr>
            <a:xfrm>
              <a:off x="3589455" y="3455455"/>
              <a:ext cx="701686" cy="158888"/>
            </a:xfrm>
            <a:custGeom>
              <a:avLst/>
              <a:gdLst/>
              <a:ahLst/>
              <a:cxnLst/>
              <a:rect l="l" t="t" r="r" b="b"/>
              <a:pathLst>
                <a:path w="23456" h="5607" extrusionOk="0">
                  <a:moveTo>
                    <a:pt x="1992" y="1"/>
                  </a:moveTo>
                  <a:lnTo>
                    <a:pt x="1623" y="75"/>
                  </a:lnTo>
                  <a:lnTo>
                    <a:pt x="1254" y="149"/>
                  </a:lnTo>
                  <a:lnTo>
                    <a:pt x="886" y="370"/>
                  </a:lnTo>
                  <a:lnTo>
                    <a:pt x="591" y="591"/>
                  </a:lnTo>
                  <a:lnTo>
                    <a:pt x="369" y="886"/>
                  </a:lnTo>
                  <a:lnTo>
                    <a:pt x="148" y="1181"/>
                  </a:lnTo>
                  <a:lnTo>
                    <a:pt x="74" y="1550"/>
                  </a:lnTo>
                  <a:lnTo>
                    <a:pt x="1" y="1992"/>
                  </a:lnTo>
                  <a:lnTo>
                    <a:pt x="1" y="5607"/>
                  </a:lnTo>
                  <a:lnTo>
                    <a:pt x="23456" y="5607"/>
                  </a:lnTo>
                  <a:lnTo>
                    <a:pt x="23456" y="1992"/>
                  </a:lnTo>
                  <a:lnTo>
                    <a:pt x="23382" y="1624"/>
                  </a:lnTo>
                  <a:lnTo>
                    <a:pt x="23308" y="1181"/>
                  </a:lnTo>
                  <a:lnTo>
                    <a:pt x="23087" y="886"/>
                  </a:lnTo>
                  <a:lnTo>
                    <a:pt x="22866" y="591"/>
                  </a:lnTo>
                  <a:lnTo>
                    <a:pt x="22571" y="370"/>
                  </a:lnTo>
                  <a:lnTo>
                    <a:pt x="22276" y="149"/>
                  </a:lnTo>
                  <a:lnTo>
                    <a:pt x="21833" y="75"/>
                  </a:lnTo>
                  <a:lnTo>
                    <a:pt x="2146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6230;p51">
              <a:extLst>
                <a:ext uri="{FF2B5EF4-FFF2-40B4-BE49-F238E27FC236}">
                  <a16:creationId xmlns:a16="http://schemas.microsoft.com/office/drawing/2014/main" id="{7447B24F-F810-1F8C-3B6F-703FA1CC9605}"/>
                </a:ext>
              </a:extLst>
            </p:cNvPr>
            <p:cNvSpPr/>
            <p:nvPr/>
          </p:nvSpPr>
          <p:spPr>
            <a:xfrm>
              <a:off x="3585057" y="3451289"/>
              <a:ext cx="710511" cy="167248"/>
            </a:xfrm>
            <a:custGeom>
              <a:avLst/>
              <a:gdLst/>
              <a:ahLst/>
              <a:cxnLst/>
              <a:rect l="l" t="t" r="r" b="b"/>
              <a:pathLst>
                <a:path w="23751" h="5902" extrusionOk="0">
                  <a:moveTo>
                    <a:pt x="21980" y="296"/>
                  </a:moveTo>
                  <a:lnTo>
                    <a:pt x="22349" y="443"/>
                  </a:lnTo>
                  <a:lnTo>
                    <a:pt x="22644" y="591"/>
                  </a:lnTo>
                  <a:lnTo>
                    <a:pt x="22939" y="812"/>
                  </a:lnTo>
                  <a:lnTo>
                    <a:pt x="23160" y="1107"/>
                  </a:lnTo>
                  <a:lnTo>
                    <a:pt x="23308" y="1402"/>
                  </a:lnTo>
                  <a:lnTo>
                    <a:pt x="23382" y="1771"/>
                  </a:lnTo>
                  <a:lnTo>
                    <a:pt x="23455" y="2139"/>
                  </a:lnTo>
                  <a:lnTo>
                    <a:pt x="23455" y="5606"/>
                  </a:lnTo>
                  <a:lnTo>
                    <a:pt x="295" y="5606"/>
                  </a:lnTo>
                  <a:lnTo>
                    <a:pt x="295" y="2139"/>
                  </a:lnTo>
                  <a:lnTo>
                    <a:pt x="369" y="1771"/>
                  </a:lnTo>
                  <a:lnTo>
                    <a:pt x="443" y="1402"/>
                  </a:lnTo>
                  <a:lnTo>
                    <a:pt x="590" y="1107"/>
                  </a:lnTo>
                  <a:lnTo>
                    <a:pt x="811" y="812"/>
                  </a:lnTo>
                  <a:lnTo>
                    <a:pt x="1106" y="591"/>
                  </a:lnTo>
                  <a:lnTo>
                    <a:pt x="1401" y="443"/>
                  </a:lnTo>
                  <a:lnTo>
                    <a:pt x="1770" y="296"/>
                  </a:lnTo>
                  <a:close/>
                  <a:moveTo>
                    <a:pt x="2139" y="0"/>
                  </a:moveTo>
                  <a:lnTo>
                    <a:pt x="1696" y="74"/>
                  </a:lnTo>
                  <a:lnTo>
                    <a:pt x="1328" y="148"/>
                  </a:lnTo>
                  <a:lnTo>
                    <a:pt x="959" y="369"/>
                  </a:lnTo>
                  <a:lnTo>
                    <a:pt x="664" y="591"/>
                  </a:lnTo>
                  <a:lnTo>
                    <a:pt x="369" y="959"/>
                  </a:lnTo>
                  <a:lnTo>
                    <a:pt x="148" y="1328"/>
                  </a:lnTo>
                  <a:lnTo>
                    <a:pt x="74" y="1697"/>
                  </a:lnTo>
                  <a:lnTo>
                    <a:pt x="0" y="2139"/>
                  </a:lnTo>
                  <a:lnTo>
                    <a:pt x="0" y="5754"/>
                  </a:lnTo>
                  <a:lnTo>
                    <a:pt x="74" y="5827"/>
                  </a:lnTo>
                  <a:lnTo>
                    <a:pt x="148" y="5901"/>
                  </a:lnTo>
                  <a:lnTo>
                    <a:pt x="23603" y="5901"/>
                  </a:lnTo>
                  <a:lnTo>
                    <a:pt x="23677" y="5827"/>
                  </a:lnTo>
                  <a:lnTo>
                    <a:pt x="23750" y="5754"/>
                  </a:lnTo>
                  <a:lnTo>
                    <a:pt x="23750" y="2139"/>
                  </a:lnTo>
                  <a:lnTo>
                    <a:pt x="23677" y="1697"/>
                  </a:lnTo>
                  <a:lnTo>
                    <a:pt x="23603" y="1328"/>
                  </a:lnTo>
                  <a:lnTo>
                    <a:pt x="23382" y="959"/>
                  </a:lnTo>
                  <a:lnTo>
                    <a:pt x="23087" y="591"/>
                  </a:lnTo>
                  <a:lnTo>
                    <a:pt x="22792" y="369"/>
                  </a:lnTo>
                  <a:lnTo>
                    <a:pt x="22423" y="148"/>
                  </a:lnTo>
                  <a:lnTo>
                    <a:pt x="22054" y="74"/>
                  </a:lnTo>
                  <a:lnTo>
                    <a:pt x="2161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6231;p51">
              <a:extLst>
                <a:ext uri="{FF2B5EF4-FFF2-40B4-BE49-F238E27FC236}">
                  <a16:creationId xmlns:a16="http://schemas.microsoft.com/office/drawing/2014/main" id="{A29B781A-EC43-BBE4-52FD-F7BF0148A4C3}"/>
                </a:ext>
              </a:extLst>
            </p:cNvPr>
            <p:cNvSpPr/>
            <p:nvPr/>
          </p:nvSpPr>
          <p:spPr>
            <a:xfrm>
              <a:off x="3474731" y="3601790"/>
              <a:ext cx="931164" cy="426423"/>
            </a:xfrm>
            <a:custGeom>
              <a:avLst/>
              <a:gdLst/>
              <a:ahLst/>
              <a:cxnLst/>
              <a:rect l="l" t="t" r="r" b="b"/>
              <a:pathLst>
                <a:path w="31127" h="15048" extrusionOk="0">
                  <a:moveTo>
                    <a:pt x="1033" y="0"/>
                  </a:moveTo>
                  <a:lnTo>
                    <a:pt x="738" y="74"/>
                  </a:lnTo>
                  <a:lnTo>
                    <a:pt x="516" y="221"/>
                  </a:lnTo>
                  <a:lnTo>
                    <a:pt x="369" y="369"/>
                  </a:lnTo>
                  <a:lnTo>
                    <a:pt x="221" y="516"/>
                  </a:lnTo>
                  <a:lnTo>
                    <a:pt x="74" y="738"/>
                  </a:lnTo>
                  <a:lnTo>
                    <a:pt x="0" y="959"/>
                  </a:lnTo>
                  <a:lnTo>
                    <a:pt x="0" y="1254"/>
                  </a:lnTo>
                  <a:lnTo>
                    <a:pt x="0" y="15047"/>
                  </a:lnTo>
                  <a:lnTo>
                    <a:pt x="31126" y="15047"/>
                  </a:lnTo>
                  <a:lnTo>
                    <a:pt x="31126" y="1254"/>
                  </a:lnTo>
                  <a:lnTo>
                    <a:pt x="31126" y="959"/>
                  </a:lnTo>
                  <a:lnTo>
                    <a:pt x="31053" y="738"/>
                  </a:lnTo>
                  <a:lnTo>
                    <a:pt x="30905" y="516"/>
                  </a:lnTo>
                  <a:lnTo>
                    <a:pt x="30758" y="369"/>
                  </a:lnTo>
                  <a:lnTo>
                    <a:pt x="30610" y="221"/>
                  </a:lnTo>
                  <a:lnTo>
                    <a:pt x="30389" y="74"/>
                  </a:lnTo>
                  <a:lnTo>
                    <a:pt x="3009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6232;p51">
              <a:extLst>
                <a:ext uri="{FF2B5EF4-FFF2-40B4-BE49-F238E27FC236}">
                  <a16:creationId xmlns:a16="http://schemas.microsoft.com/office/drawing/2014/main" id="{617D5F27-45DF-CE14-85CA-FE1E6F2C5D3D}"/>
                </a:ext>
              </a:extLst>
            </p:cNvPr>
            <p:cNvSpPr/>
            <p:nvPr/>
          </p:nvSpPr>
          <p:spPr>
            <a:xfrm>
              <a:off x="3470304" y="3597596"/>
              <a:ext cx="939989" cy="434782"/>
            </a:xfrm>
            <a:custGeom>
              <a:avLst/>
              <a:gdLst/>
              <a:ahLst/>
              <a:cxnLst/>
              <a:rect l="l" t="t" r="r" b="b"/>
              <a:pathLst>
                <a:path w="31422" h="15343" extrusionOk="0">
                  <a:moveTo>
                    <a:pt x="30242" y="296"/>
                  </a:moveTo>
                  <a:lnTo>
                    <a:pt x="30463" y="369"/>
                  </a:lnTo>
                  <a:lnTo>
                    <a:pt x="30832" y="591"/>
                  </a:lnTo>
                  <a:lnTo>
                    <a:pt x="31053" y="959"/>
                  </a:lnTo>
                  <a:lnTo>
                    <a:pt x="31127" y="1181"/>
                  </a:lnTo>
                  <a:lnTo>
                    <a:pt x="31127" y="1402"/>
                  </a:lnTo>
                  <a:lnTo>
                    <a:pt x="31127" y="15047"/>
                  </a:lnTo>
                  <a:lnTo>
                    <a:pt x="296" y="15047"/>
                  </a:lnTo>
                  <a:lnTo>
                    <a:pt x="296" y="1402"/>
                  </a:lnTo>
                  <a:lnTo>
                    <a:pt x="296" y="1181"/>
                  </a:lnTo>
                  <a:lnTo>
                    <a:pt x="369" y="959"/>
                  </a:lnTo>
                  <a:lnTo>
                    <a:pt x="591" y="591"/>
                  </a:lnTo>
                  <a:lnTo>
                    <a:pt x="959" y="369"/>
                  </a:lnTo>
                  <a:lnTo>
                    <a:pt x="1181" y="296"/>
                  </a:lnTo>
                  <a:close/>
                  <a:moveTo>
                    <a:pt x="1107" y="1"/>
                  </a:moveTo>
                  <a:lnTo>
                    <a:pt x="886" y="74"/>
                  </a:lnTo>
                  <a:lnTo>
                    <a:pt x="591" y="222"/>
                  </a:lnTo>
                  <a:lnTo>
                    <a:pt x="443" y="369"/>
                  </a:lnTo>
                  <a:lnTo>
                    <a:pt x="222" y="591"/>
                  </a:lnTo>
                  <a:lnTo>
                    <a:pt x="74" y="886"/>
                  </a:lnTo>
                  <a:lnTo>
                    <a:pt x="1" y="1107"/>
                  </a:lnTo>
                  <a:lnTo>
                    <a:pt x="1" y="1402"/>
                  </a:lnTo>
                  <a:lnTo>
                    <a:pt x="1" y="15195"/>
                  </a:lnTo>
                  <a:lnTo>
                    <a:pt x="74" y="15269"/>
                  </a:lnTo>
                  <a:lnTo>
                    <a:pt x="148" y="15343"/>
                  </a:lnTo>
                  <a:lnTo>
                    <a:pt x="31274" y="15343"/>
                  </a:lnTo>
                  <a:lnTo>
                    <a:pt x="31422" y="15269"/>
                  </a:lnTo>
                  <a:lnTo>
                    <a:pt x="31422" y="15195"/>
                  </a:lnTo>
                  <a:lnTo>
                    <a:pt x="31422" y="1402"/>
                  </a:lnTo>
                  <a:lnTo>
                    <a:pt x="31422" y="1107"/>
                  </a:lnTo>
                  <a:lnTo>
                    <a:pt x="31348" y="886"/>
                  </a:lnTo>
                  <a:lnTo>
                    <a:pt x="31201" y="591"/>
                  </a:lnTo>
                  <a:lnTo>
                    <a:pt x="30979" y="369"/>
                  </a:lnTo>
                  <a:lnTo>
                    <a:pt x="30832" y="222"/>
                  </a:lnTo>
                  <a:lnTo>
                    <a:pt x="30537" y="74"/>
                  </a:lnTo>
                  <a:lnTo>
                    <a:pt x="3031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6233;p51">
              <a:extLst>
                <a:ext uri="{FF2B5EF4-FFF2-40B4-BE49-F238E27FC236}">
                  <a16:creationId xmlns:a16="http://schemas.microsoft.com/office/drawing/2014/main" id="{2A870F32-5DAC-BF67-7B8C-5168D21D0326}"/>
                </a:ext>
              </a:extLst>
            </p:cNvPr>
            <p:cNvSpPr/>
            <p:nvPr/>
          </p:nvSpPr>
          <p:spPr>
            <a:xfrm>
              <a:off x="3880707" y="3029089"/>
              <a:ext cx="207461" cy="426394"/>
            </a:xfrm>
            <a:custGeom>
              <a:avLst/>
              <a:gdLst/>
              <a:ahLst/>
              <a:cxnLst/>
              <a:rect l="l" t="t" r="r" b="b"/>
              <a:pathLst>
                <a:path w="6935" h="15047" extrusionOk="0">
                  <a:moveTo>
                    <a:pt x="6787" y="0"/>
                  </a:moveTo>
                  <a:lnTo>
                    <a:pt x="6713" y="74"/>
                  </a:lnTo>
                  <a:lnTo>
                    <a:pt x="6639" y="148"/>
                  </a:lnTo>
                  <a:lnTo>
                    <a:pt x="6639" y="11138"/>
                  </a:lnTo>
                  <a:lnTo>
                    <a:pt x="148" y="11138"/>
                  </a:lnTo>
                  <a:lnTo>
                    <a:pt x="74" y="11212"/>
                  </a:lnTo>
                  <a:lnTo>
                    <a:pt x="1" y="11285"/>
                  </a:lnTo>
                  <a:lnTo>
                    <a:pt x="1" y="14899"/>
                  </a:lnTo>
                  <a:lnTo>
                    <a:pt x="74" y="15047"/>
                  </a:lnTo>
                  <a:lnTo>
                    <a:pt x="296" y="15047"/>
                  </a:lnTo>
                  <a:lnTo>
                    <a:pt x="296" y="14899"/>
                  </a:lnTo>
                  <a:lnTo>
                    <a:pt x="296" y="11433"/>
                  </a:lnTo>
                  <a:lnTo>
                    <a:pt x="6934" y="11433"/>
                  </a:lnTo>
                  <a:lnTo>
                    <a:pt x="6934" y="11285"/>
                  </a:lnTo>
                  <a:lnTo>
                    <a:pt x="6934" y="148"/>
                  </a:lnTo>
                  <a:lnTo>
                    <a:pt x="6934" y="74"/>
                  </a:lnTo>
                  <a:lnTo>
                    <a:pt x="678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6234;p51">
              <a:extLst>
                <a:ext uri="{FF2B5EF4-FFF2-40B4-BE49-F238E27FC236}">
                  <a16:creationId xmlns:a16="http://schemas.microsoft.com/office/drawing/2014/main" id="{DC2B09BE-F06E-3D1C-C87F-80DB1EC8D1C0}"/>
                </a:ext>
              </a:extLst>
            </p:cNvPr>
            <p:cNvSpPr/>
            <p:nvPr/>
          </p:nvSpPr>
          <p:spPr>
            <a:xfrm>
              <a:off x="4081497" y="3215096"/>
              <a:ext cx="112570" cy="8388"/>
            </a:xfrm>
            <a:custGeom>
              <a:avLst/>
              <a:gdLst/>
              <a:ahLst/>
              <a:cxnLst/>
              <a:rect l="l" t="t" r="r" b="b"/>
              <a:pathLst>
                <a:path w="3763" h="296" extrusionOk="0">
                  <a:moveTo>
                    <a:pt x="148" y="1"/>
                  </a:moveTo>
                  <a:lnTo>
                    <a:pt x="1" y="74"/>
                  </a:lnTo>
                  <a:lnTo>
                    <a:pt x="1" y="148"/>
                  </a:lnTo>
                  <a:lnTo>
                    <a:pt x="1" y="296"/>
                  </a:lnTo>
                  <a:lnTo>
                    <a:pt x="3689" y="296"/>
                  </a:lnTo>
                  <a:lnTo>
                    <a:pt x="3762" y="148"/>
                  </a:lnTo>
                  <a:lnTo>
                    <a:pt x="3689" y="74"/>
                  </a:lnTo>
                  <a:lnTo>
                    <a:pt x="361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6235;p51">
              <a:extLst>
                <a:ext uri="{FF2B5EF4-FFF2-40B4-BE49-F238E27FC236}">
                  <a16:creationId xmlns:a16="http://schemas.microsoft.com/office/drawing/2014/main" id="{8304684C-3DA4-6D69-C985-791023C2C3E7}"/>
                </a:ext>
              </a:extLst>
            </p:cNvPr>
            <p:cNvSpPr/>
            <p:nvPr/>
          </p:nvSpPr>
          <p:spPr>
            <a:xfrm>
              <a:off x="3565194" y="2675834"/>
              <a:ext cx="401609" cy="73196"/>
            </a:xfrm>
            <a:custGeom>
              <a:avLst/>
              <a:gdLst/>
              <a:ahLst/>
              <a:cxnLst/>
              <a:rect l="l" t="t" r="r" b="b"/>
              <a:pathLst>
                <a:path w="13425" h="2583" extrusionOk="0">
                  <a:moveTo>
                    <a:pt x="0" y="1"/>
                  </a:moveTo>
                  <a:lnTo>
                    <a:pt x="0" y="2582"/>
                  </a:lnTo>
                  <a:lnTo>
                    <a:pt x="13424" y="2582"/>
                  </a:lnTo>
                  <a:lnTo>
                    <a:pt x="134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6236;p51">
              <a:extLst>
                <a:ext uri="{FF2B5EF4-FFF2-40B4-BE49-F238E27FC236}">
                  <a16:creationId xmlns:a16="http://schemas.microsoft.com/office/drawing/2014/main" id="{1442E26D-B347-3F3B-7392-CD905EAF8DAB}"/>
                </a:ext>
              </a:extLst>
            </p:cNvPr>
            <p:cNvSpPr/>
            <p:nvPr/>
          </p:nvSpPr>
          <p:spPr>
            <a:xfrm>
              <a:off x="3560767" y="2671668"/>
              <a:ext cx="410434" cy="81527"/>
            </a:xfrm>
            <a:custGeom>
              <a:avLst/>
              <a:gdLst/>
              <a:ahLst/>
              <a:cxnLst/>
              <a:rect l="l" t="t" r="r" b="b"/>
              <a:pathLst>
                <a:path w="13720" h="2877" extrusionOk="0">
                  <a:moveTo>
                    <a:pt x="13425" y="295"/>
                  </a:moveTo>
                  <a:lnTo>
                    <a:pt x="13425" y="2582"/>
                  </a:lnTo>
                  <a:lnTo>
                    <a:pt x="296" y="2582"/>
                  </a:lnTo>
                  <a:lnTo>
                    <a:pt x="296" y="295"/>
                  </a:lnTo>
                  <a:close/>
                  <a:moveTo>
                    <a:pt x="148" y="0"/>
                  </a:moveTo>
                  <a:lnTo>
                    <a:pt x="74" y="74"/>
                  </a:lnTo>
                  <a:lnTo>
                    <a:pt x="1" y="148"/>
                  </a:lnTo>
                  <a:lnTo>
                    <a:pt x="1" y="2729"/>
                  </a:lnTo>
                  <a:lnTo>
                    <a:pt x="74" y="2803"/>
                  </a:lnTo>
                  <a:lnTo>
                    <a:pt x="148" y="2877"/>
                  </a:lnTo>
                  <a:lnTo>
                    <a:pt x="13572" y="2877"/>
                  </a:lnTo>
                  <a:lnTo>
                    <a:pt x="13646" y="2803"/>
                  </a:lnTo>
                  <a:lnTo>
                    <a:pt x="13720" y="2729"/>
                  </a:lnTo>
                  <a:lnTo>
                    <a:pt x="13720" y="148"/>
                  </a:lnTo>
                  <a:lnTo>
                    <a:pt x="13646" y="74"/>
                  </a:lnTo>
                  <a:lnTo>
                    <a:pt x="1357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6237;p51">
              <a:extLst>
                <a:ext uri="{FF2B5EF4-FFF2-40B4-BE49-F238E27FC236}">
                  <a16:creationId xmlns:a16="http://schemas.microsoft.com/office/drawing/2014/main" id="{7E32051E-8E68-2385-1FA9-F02DFD7EB709}"/>
                </a:ext>
              </a:extLst>
            </p:cNvPr>
            <p:cNvSpPr/>
            <p:nvPr/>
          </p:nvSpPr>
          <p:spPr>
            <a:xfrm>
              <a:off x="3688743" y="2671668"/>
              <a:ext cx="8855" cy="79458"/>
            </a:xfrm>
            <a:custGeom>
              <a:avLst/>
              <a:gdLst/>
              <a:ahLst/>
              <a:cxnLst/>
              <a:rect l="l" t="t" r="r" b="b"/>
              <a:pathLst>
                <a:path w="296" h="2804" extrusionOk="0">
                  <a:moveTo>
                    <a:pt x="74" y="0"/>
                  </a:moveTo>
                  <a:lnTo>
                    <a:pt x="1" y="148"/>
                  </a:lnTo>
                  <a:lnTo>
                    <a:pt x="1" y="2656"/>
                  </a:lnTo>
                  <a:lnTo>
                    <a:pt x="74" y="2729"/>
                  </a:lnTo>
                  <a:lnTo>
                    <a:pt x="148" y="2803"/>
                  </a:lnTo>
                  <a:lnTo>
                    <a:pt x="296" y="2729"/>
                  </a:lnTo>
                  <a:lnTo>
                    <a:pt x="296" y="2656"/>
                  </a:lnTo>
                  <a:lnTo>
                    <a:pt x="296" y="148"/>
                  </a:lnTo>
                  <a:lnTo>
                    <a:pt x="296"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6238;p51">
              <a:extLst>
                <a:ext uri="{FF2B5EF4-FFF2-40B4-BE49-F238E27FC236}">
                  <a16:creationId xmlns:a16="http://schemas.microsoft.com/office/drawing/2014/main" id="{42E76E56-6D12-305E-2F9B-FFB93844DC65}"/>
                </a:ext>
              </a:extLst>
            </p:cNvPr>
            <p:cNvSpPr/>
            <p:nvPr/>
          </p:nvSpPr>
          <p:spPr>
            <a:xfrm>
              <a:off x="3715218" y="2671668"/>
              <a:ext cx="8855" cy="79458"/>
            </a:xfrm>
            <a:custGeom>
              <a:avLst/>
              <a:gdLst/>
              <a:ahLst/>
              <a:cxnLst/>
              <a:rect l="l" t="t" r="r" b="b"/>
              <a:pathLst>
                <a:path w="296" h="2804" extrusionOk="0">
                  <a:moveTo>
                    <a:pt x="75" y="0"/>
                  </a:moveTo>
                  <a:lnTo>
                    <a:pt x="1" y="148"/>
                  </a:lnTo>
                  <a:lnTo>
                    <a:pt x="1" y="2656"/>
                  </a:lnTo>
                  <a:lnTo>
                    <a:pt x="75" y="2729"/>
                  </a:lnTo>
                  <a:lnTo>
                    <a:pt x="148" y="2803"/>
                  </a:lnTo>
                  <a:lnTo>
                    <a:pt x="296" y="2729"/>
                  </a:lnTo>
                  <a:lnTo>
                    <a:pt x="296" y="2656"/>
                  </a:lnTo>
                  <a:lnTo>
                    <a:pt x="296" y="148"/>
                  </a:lnTo>
                  <a:lnTo>
                    <a:pt x="296"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6239;p51">
              <a:extLst>
                <a:ext uri="{FF2B5EF4-FFF2-40B4-BE49-F238E27FC236}">
                  <a16:creationId xmlns:a16="http://schemas.microsoft.com/office/drawing/2014/main" id="{F98C8FFA-B057-B214-74CF-8EE58048993B}"/>
                </a:ext>
              </a:extLst>
            </p:cNvPr>
            <p:cNvSpPr/>
            <p:nvPr/>
          </p:nvSpPr>
          <p:spPr>
            <a:xfrm>
              <a:off x="3741692" y="2671668"/>
              <a:ext cx="8855" cy="79458"/>
            </a:xfrm>
            <a:custGeom>
              <a:avLst/>
              <a:gdLst/>
              <a:ahLst/>
              <a:cxnLst/>
              <a:rect l="l" t="t" r="r" b="b"/>
              <a:pathLst>
                <a:path w="296" h="2804" extrusionOk="0">
                  <a:moveTo>
                    <a:pt x="75" y="0"/>
                  </a:moveTo>
                  <a:lnTo>
                    <a:pt x="1" y="148"/>
                  </a:lnTo>
                  <a:lnTo>
                    <a:pt x="1" y="2656"/>
                  </a:lnTo>
                  <a:lnTo>
                    <a:pt x="75" y="2729"/>
                  </a:lnTo>
                  <a:lnTo>
                    <a:pt x="148" y="2803"/>
                  </a:lnTo>
                  <a:lnTo>
                    <a:pt x="296" y="2729"/>
                  </a:lnTo>
                  <a:lnTo>
                    <a:pt x="296" y="2656"/>
                  </a:lnTo>
                  <a:lnTo>
                    <a:pt x="296" y="148"/>
                  </a:lnTo>
                  <a:lnTo>
                    <a:pt x="296"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6240;p51">
              <a:extLst>
                <a:ext uri="{FF2B5EF4-FFF2-40B4-BE49-F238E27FC236}">
                  <a16:creationId xmlns:a16="http://schemas.microsoft.com/office/drawing/2014/main" id="{D6C3FBBF-DCD3-F30A-6EF5-1C7765EC5841}"/>
                </a:ext>
              </a:extLst>
            </p:cNvPr>
            <p:cNvSpPr/>
            <p:nvPr/>
          </p:nvSpPr>
          <p:spPr>
            <a:xfrm>
              <a:off x="3770381" y="2671668"/>
              <a:ext cx="8855" cy="79458"/>
            </a:xfrm>
            <a:custGeom>
              <a:avLst/>
              <a:gdLst/>
              <a:ahLst/>
              <a:cxnLst/>
              <a:rect l="l" t="t" r="r" b="b"/>
              <a:pathLst>
                <a:path w="296" h="2804" extrusionOk="0">
                  <a:moveTo>
                    <a:pt x="1" y="0"/>
                  </a:moveTo>
                  <a:lnTo>
                    <a:pt x="1" y="148"/>
                  </a:lnTo>
                  <a:lnTo>
                    <a:pt x="1" y="2656"/>
                  </a:lnTo>
                  <a:lnTo>
                    <a:pt x="1" y="2729"/>
                  </a:lnTo>
                  <a:lnTo>
                    <a:pt x="148" y="2803"/>
                  </a:lnTo>
                  <a:lnTo>
                    <a:pt x="222" y="2729"/>
                  </a:lnTo>
                  <a:lnTo>
                    <a:pt x="296" y="2656"/>
                  </a:lnTo>
                  <a:lnTo>
                    <a:pt x="296" y="148"/>
                  </a:lnTo>
                  <a:lnTo>
                    <a:pt x="22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6241;p51">
              <a:extLst>
                <a:ext uri="{FF2B5EF4-FFF2-40B4-BE49-F238E27FC236}">
                  <a16:creationId xmlns:a16="http://schemas.microsoft.com/office/drawing/2014/main" id="{94C732E3-41D2-1424-3C1D-BCF4ED97A39E}"/>
                </a:ext>
              </a:extLst>
            </p:cNvPr>
            <p:cNvSpPr/>
            <p:nvPr/>
          </p:nvSpPr>
          <p:spPr>
            <a:xfrm>
              <a:off x="3796856" y="2671668"/>
              <a:ext cx="8855" cy="79458"/>
            </a:xfrm>
            <a:custGeom>
              <a:avLst/>
              <a:gdLst/>
              <a:ahLst/>
              <a:cxnLst/>
              <a:rect l="l" t="t" r="r" b="b"/>
              <a:pathLst>
                <a:path w="296" h="2804" extrusionOk="0">
                  <a:moveTo>
                    <a:pt x="1" y="0"/>
                  </a:moveTo>
                  <a:lnTo>
                    <a:pt x="1" y="148"/>
                  </a:lnTo>
                  <a:lnTo>
                    <a:pt x="1" y="2656"/>
                  </a:lnTo>
                  <a:lnTo>
                    <a:pt x="1" y="2729"/>
                  </a:lnTo>
                  <a:lnTo>
                    <a:pt x="148" y="2803"/>
                  </a:lnTo>
                  <a:lnTo>
                    <a:pt x="222" y="2729"/>
                  </a:lnTo>
                  <a:lnTo>
                    <a:pt x="296" y="2656"/>
                  </a:lnTo>
                  <a:lnTo>
                    <a:pt x="296" y="148"/>
                  </a:lnTo>
                  <a:lnTo>
                    <a:pt x="22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6242;p51">
              <a:extLst>
                <a:ext uri="{FF2B5EF4-FFF2-40B4-BE49-F238E27FC236}">
                  <a16:creationId xmlns:a16="http://schemas.microsoft.com/office/drawing/2014/main" id="{D500B275-237B-DD67-B3AC-8EC39270AB63}"/>
                </a:ext>
              </a:extLst>
            </p:cNvPr>
            <p:cNvSpPr/>
            <p:nvPr/>
          </p:nvSpPr>
          <p:spPr>
            <a:xfrm>
              <a:off x="3823330" y="2671668"/>
              <a:ext cx="8855" cy="79458"/>
            </a:xfrm>
            <a:custGeom>
              <a:avLst/>
              <a:gdLst/>
              <a:ahLst/>
              <a:cxnLst/>
              <a:rect l="l" t="t" r="r" b="b"/>
              <a:pathLst>
                <a:path w="296" h="2804" extrusionOk="0">
                  <a:moveTo>
                    <a:pt x="1" y="0"/>
                  </a:moveTo>
                  <a:lnTo>
                    <a:pt x="1" y="148"/>
                  </a:lnTo>
                  <a:lnTo>
                    <a:pt x="1" y="2656"/>
                  </a:lnTo>
                  <a:lnTo>
                    <a:pt x="1" y="2729"/>
                  </a:lnTo>
                  <a:lnTo>
                    <a:pt x="148" y="2803"/>
                  </a:lnTo>
                  <a:lnTo>
                    <a:pt x="222" y="2729"/>
                  </a:lnTo>
                  <a:lnTo>
                    <a:pt x="296" y="2656"/>
                  </a:lnTo>
                  <a:lnTo>
                    <a:pt x="296" y="148"/>
                  </a:lnTo>
                  <a:lnTo>
                    <a:pt x="22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6243;p51">
              <a:extLst>
                <a:ext uri="{FF2B5EF4-FFF2-40B4-BE49-F238E27FC236}">
                  <a16:creationId xmlns:a16="http://schemas.microsoft.com/office/drawing/2014/main" id="{738E60AD-6644-1EFF-9A24-9B3795938062}"/>
                </a:ext>
              </a:extLst>
            </p:cNvPr>
            <p:cNvSpPr/>
            <p:nvPr/>
          </p:nvSpPr>
          <p:spPr>
            <a:xfrm>
              <a:off x="3849835" y="2671668"/>
              <a:ext cx="8855" cy="79458"/>
            </a:xfrm>
            <a:custGeom>
              <a:avLst/>
              <a:gdLst/>
              <a:ahLst/>
              <a:cxnLst/>
              <a:rect l="l" t="t" r="r" b="b"/>
              <a:pathLst>
                <a:path w="296" h="2804" extrusionOk="0">
                  <a:moveTo>
                    <a:pt x="0" y="0"/>
                  </a:moveTo>
                  <a:lnTo>
                    <a:pt x="0" y="148"/>
                  </a:lnTo>
                  <a:lnTo>
                    <a:pt x="0" y="2656"/>
                  </a:lnTo>
                  <a:lnTo>
                    <a:pt x="0" y="2729"/>
                  </a:lnTo>
                  <a:lnTo>
                    <a:pt x="148" y="2803"/>
                  </a:lnTo>
                  <a:lnTo>
                    <a:pt x="221" y="2729"/>
                  </a:lnTo>
                  <a:lnTo>
                    <a:pt x="295" y="2656"/>
                  </a:lnTo>
                  <a:lnTo>
                    <a:pt x="295" y="148"/>
                  </a:lnTo>
                  <a:lnTo>
                    <a:pt x="22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6244;p51">
              <a:extLst>
                <a:ext uri="{FF2B5EF4-FFF2-40B4-BE49-F238E27FC236}">
                  <a16:creationId xmlns:a16="http://schemas.microsoft.com/office/drawing/2014/main" id="{1F1565F7-9D74-E8C8-E023-AA1007DE287D}"/>
                </a:ext>
              </a:extLst>
            </p:cNvPr>
            <p:cNvSpPr/>
            <p:nvPr/>
          </p:nvSpPr>
          <p:spPr>
            <a:xfrm>
              <a:off x="3763770" y="2631939"/>
              <a:ext cx="280244" cy="560204"/>
            </a:xfrm>
            <a:custGeom>
              <a:avLst/>
              <a:gdLst/>
              <a:ahLst/>
              <a:cxnLst/>
              <a:rect l="l" t="t" r="r" b="b"/>
              <a:pathLst>
                <a:path w="9368" h="19769" extrusionOk="0">
                  <a:moveTo>
                    <a:pt x="6491" y="1"/>
                  </a:moveTo>
                  <a:lnTo>
                    <a:pt x="5975" y="75"/>
                  </a:lnTo>
                  <a:lnTo>
                    <a:pt x="5459" y="222"/>
                  </a:lnTo>
                  <a:lnTo>
                    <a:pt x="5016" y="517"/>
                  </a:lnTo>
                  <a:lnTo>
                    <a:pt x="4647" y="886"/>
                  </a:lnTo>
                  <a:lnTo>
                    <a:pt x="4352" y="1329"/>
                  </a:lnTo>
                  <a:lnTo>
                    <a:pt x="4131" y="1771"/>
                  </a:lnTo>
                  <a:lnTo>
                    <a:pt x="148" y="16154"/>
                  </a:lnTo>
                  <a:lnTo>
                    <a:pt x="0" y="16744"/>
                  </a:lnTo>
                  <a:lnTo>
                    <a:pt x="0" y="17261"/>
                  </a:lnTo>
                  <a:lnTo>
                    <a:pt x="74" y="17777"/>
                  </a:lnTo>
                  <a:lnTo>
                    <a:pt x="222" y="18219"/>
                  </a:lnTo>
                  <a:lnTo>
                    <a:pt x="517" y="18662"/>
                  </a:lnTo>
                  <a:lnTo>
                    <a:pt x="886" y="19104"/>
                  </a:lnTo>
                  <a:lnTo>
                    <a:pt x="1328" y="19400"/>
                  </a:lnTo>
                  <a:lnTo>
                    <a:pt x="1771" y="19621"/>
                  </a:lnTo>
                  <a:lnTo>
                    <a:pt x="2361" y="19768"/>
                  </a:lnTo>
                  <a:lnTo>
                    <a:pt x="2877" y="19768"/>
                  </a:lnTo>
                  <a:lnTo>
                    <a:pt x="3393" y="19695"/>
                  </a:lnTo>
                  <a:lnTo>
                    <a:pt x="3836" y="19473"/>
                  </a:lnTo>
                  <a:lnTo>
                    <a:pt x="4278" y="19252"/>
                  </a:lnTo>
                  <a:lnTo>
                    <a:pt x="4721" y="18883"/>
                  </a:lnTo>
                  <a:lnTo>
                    <a:pt x="5016" y="18441"/>
                  </a:lnTo>
                  <a:lnTo>
                    <a:pt x="5237" y="17924"/>
                  </a:lnTo>
                  <a:lnTo>
                    <a:pt x="9220" y="3541"/>
                  </a:lnTo>
                  <a:lnTo>
                    <a:pt x="9368" y="3025"/>
                  </a:lnTo>
                  <a:lnTo>
                    <a:pt x="9368" y="2509"/>
                  </a:lnTo>
                  <a:lnTo>
                    <a:pt x="9294" y="1992"/>
                  </a:lnTo>
                  <a:lnTo>
                    <a:pt x="9073" y="1476"/>
                  </a:lnTo>
                  <a:lnTo>
                    <a:pt x="8852" y="1033"/>
                  </a:lnTo>
                  <a:lnTo>
                    <a:pt x="8483" y="665"/>
                  </a:lnTo>
                  <a:lnTo>
                    <a:pt x="8040" y="370"/>
                  </a:lnTo>
                  <a:lnTo>
                    <a:pt x="7524" y="148"/>
                  </a:lnTo>
                  <a:lnTo>
                    <a:pt x="7008"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6245;p51">
              <a:extLst>
                <a:ext uri="{FF2B5EF4-FFF2-40B4-BE49-F238E27FC236}">
                  <a16:creationId xmlns:a16="http://schemas.microsoft.com/office/drawing/2014/main" id="{FA0AC0C1-6D22-1249-7891-1590E829327E}"/>
                </a:ext>
              </a:extLst>
            </p:cNvPr>
            <p:cNvSpPr/>
            <p:nvPr/>
          </p:nvSpPr>
          <p:spPr>
            <a:xfrm>
              <a:off x="3759342" y="2627773"/>
              <a:ext cx="289099" cy="568535"/>
            </a:xfrm>
            <a:custGeom>
              <a:avLst/>
              <a:gdLst/>
              <a:ahLst/>
              <a:cxnLst/>
              <a:rect l="l" t="t" r="r" b="b"/>
              <a:pathLst>
                <a:path w="9664" h="20063" extrusionOk="0">
                  <a:moveTo>
                    <a:pt x="7229" y="295"/>
                  </a:moveTo>
                  <a:lnTo>
                    <a:pt x="7598" y="443"/>
                  </a:lnTo>
                  <a:lnTo>
                    <a:pt x="8114" y="664"/>
                  </a:lnTo>
                  <a:lnTo>
                    <a:pt x="8483" y="959"/>
                  </a:lnTo>
                  <a:lnTo>
                    <a:pt x="8852" y="1254"/>
                  </a:lnTo>
                  <a:lnTo>
                    <a:pt x="9073" y="1697"/>
                  </a:lnTo>
                  <a:lnTo>
                    <a:pt x="9295" y="2139"/>
                  </a:lnTo>
                  <a:lnTo>
                    <a:pt x="9368" y="2656"/>
                  </a:lnTo>
                  <a:lnTo>
                    <a:pt x="9368" y="3172"/>
                  </a:lnTo>
                  <a:lnTo>
                    <a:pt x="9221" y="3688"/>
                  </a:lnTo>
                  <a:lnTo>
                    <a:pt x="5238" y="18071"/>
                  </a:lnTo>
                  <a:lnTo>
                    <a:pt x="5238" y="18145"/>
                  </a:lnTo>
                  <a:lnTo>
                    <a:pt x="4943" y="18661"/>
                  </a:lnTo>
                  <a:lnTo>
                    <a:pt x="4648" y="19030"/>
                  </a:lnTo>
                  <a:lnTo>
                    <a:pt x="4279" y="19399"/>
                  </a:lnTo>
                  <a:lnTo>
                    <a:pt x="3836" y="19620"/>
                  </a:lnTo>
                  <a:lnTo>
                    <a:pt x="3394" y="19768"/>
                  </a:lnTo>
                  <a:lnTo>
                    <a:pt x="2878" y="19842"/>
                  </a:lnTo>
                  <a:lnTo>
                    <a:pt x="2435" y="19768"/>
                  </a:lnTo>
                  <a:lnTo>
                    <a:pt x="1919" y="19694"/>
                  </a:lnTo>
                  <a:lnTo>
                    <a:pt x="1476" y="19473"/>
                  </a:lnTo>
                  <a:lnTo>
                    <a:pt x="1034" y="19104"/>
                  </a:lnTo>
                  <a:lnTo>
                    <a:pt x="739" y="18735"/>
                  </a:lnTo>
                  <a:lnTo>
                    <a:pt x="444" y="18366"/>
                  </a:lnTo>
                  <a:lnTo>
                    <a:pt x="296" y="17850"/>
                  </a:lnTo>
                  <a:lnTo>
                    <a:pt x="222" y="17408"/>
                  </a:lnTo>
                  <a:lnTo>
                    <a:pt x="296" y="16891"/>
                  </a:lnTo>
                  <a:lnTo>
                    <a:pt x="444" y="16375"/>
                  </a:lnTo>
                  <a:lnTo>
                    <a:pt x="4426" y="1992"/>
                  </a:lnTo>
                  <a:lnTo>
                    <a:pt x="4574" y="1623"/>
                  </a:lnTo>
                  <a:lnTo>
                    <a:pt x="4795" y="1254"/>
                  </a:lnTo>
                  <a:lnTo>
                    <a:pt x="5017" y="959"/>
                  </a:lnTo>
                  <a:lnTo>
                    <a:pt x="5312" y="738"/>
                  </a:lnTo>
                  <a:lnTo>
                    <a:pt x="5680" y="517"/>
                  </a:lnTo>
                  <a:lnTo>
                    <a:pt x="6049" y="369"/>
                  </a:lnTo>
                  <a:lnTo>
                    <a:pt x="6418" y="295"/>
                  </a:lnTo>
                  <a:close/>
                  <a:moveTo>
                    <a:pt x="6639" y="0"/>
                  </a:moveTo>
                  <a:lnTo>
                    <a:pt x="6049" y="74"/>
                  </a:lnTo>
                  <a:lnTo>
                    <a:pt x="5533" y="295"/>
                  </a:lnTo>
                  <a:lnTo>
                    <a:pt x="5090" y="517"/>
                  </a:lnTo>
                  <a:lnTo>
                    <a:pt x="4648" y="885"/>
                  </a:lnTo>
                  <a:lnTo>
                    <a:pt x="4353" y="1402"/>
                  </a:lnTo>
                  <a:lnTo>
                    <a:pt x="4131" y="1918"/>
                  </a:lnTo>
                  <a:lnTo>
                    <a:pt x="148" y="16301"/>
                  </a:lnTo>
                  <a:lnTo>
                    <a:pt x="1" y="16817"/>
                  </a:lnTo>
                  <a:lnTo>
                    <a:pt x="1" y="17408"/>
                  </a:lnTo>
                  <a:lnTo>
                    <a:pt x="75" y="17924"/>
                  </a:lnTo>
                  <a:lnTo>
                    <a:pt x="296" y="18440"/>
                  </a:lnTo>
                  <a:lnTo>
                    <a:pt x="517" y="18956"/>
                  </a:lnTo>
                  <a:lnTo>
                    <a:pt x="960" y="19325"/>
                  </a:lnTo>
                  <a:lnTo>
                    <a:pt x="1402" y="19694"/>
                  </a:lnTo>
                  <a:lnTo>
                    <a:pt x="1919" y="19915"/>
                  </a:lnTo>
                  <a:lnTo>
                    <a:pt x="2361" y="19989"/>
                  </a:lnTo>
                  <a:lnTo>
                    <a:pt x="2804" y="20063"/>
                  </a:lnTo>
                  <a:lnTo>
                    <a:pt x="3246" y="20063"/>
                  </a:lnTo>
                  <a:lnTo>
                    <a:pt x="3689" y="19915"/>
                  </a:lnTo>
                  <a:lnTo>
                    <a:pt x="4131" y="19768"/>
                  </a:lnTo>
                  <a:lnTo>
                    <a:pt x="4500" y="19547"/>
                  </a:lnTo>
                  <a:lnTo>
                    <a:pt x="4795" y="19251"/>
                  </a:lnTo>
                  <a:lnTo>
                    <a:pt x="5090" y="18956"/>
                  </a:lnTo>
                  <a:lnTo>
                    <a:pt x="5385" y="18514"/>
                  </a:lnTo>
                  <a:lnTo>
                    <a:pt x="5533" y="18145"/>
                  </a:lnTo>
                  <a:lnTo>
                    <a:pt x="9516" y="3762"/>
                  </a:lnTo>
                  <a:lnTo>
                    <a:pt x="9663" y="3172"/>
                  </a:lnTo>
                  <a:lnTo>
                    <a:pt x="9663" y="2656"/>
                  </a:lnTo>
                  <a:lnTo>
                    <a:pt x="9590" y="2066"/>
                  </a:lnTo>
                  <a:lnTo>
                    <a:pt x="9368" y="1549"/>
                  </a:lnTo>
                  <a:lnTo>
                    <a:pt x="9073" y="1107"/>
                  </a:lnTo>
                  <a:lnTo>
                    <a:pt x="8705" y="664"/>
                  </a:lnTo>
                  <a:lnTo>
                    <a:pt x="8262" y="369"/>
                  </a:lnTo>
                  <a:lnTo>
                    <a:pt x="7746" y="148"/>
                  </a:lnTo>
                  <a:lnTo>
                    <a:pt x="7156"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6246;p51">
              <a:extLst>
                <a:ext uri="{FF2B5EF4-FFF2-40B4-BE49-F238E27FC236}">
                  <a16:creationId xmlns:a16="http://schemas.microsoft.com/office/drawing/2014/main" id="{474CAFA3-C5FE-1F75-BA7D-9041C883C84A}"/>
                </a:ext>
              </a:extLst>
            </p:cNvPr>
            <p:cNvSpPr/>
            <p:nvPr/>
          </p:nvSpPr>
          <p:spPr>
            <a:xfrm>
              <a:off x="3335716" y="2941299"/>
              <a:ext cx="108143" cy="119159"/>
            </a:xfrm>
            <a:custGeom>
              <a:avLst/>
              <a:gdLst/>
              <a:ahLst/>
              <a:cxnLst/>
              <a:rect l="l" t="t" r="r" b="b"/>
              <a:pathLst>
                <a:path w="3615" h="4205" extrusionOk="0">
                  <a:moveTo>
                    <a:pt x="517" y="0"/>
                  </a:moveTo>
                  <a:lnTo>
                    <a:pt x="0" y="4204"/>
                  </a:lnTo>
                  <a:lnTo>
                    <a:pt x="3614" y="2065"/>
                  </a:lnTo>
                  <a:lnTo>
                    <a:pt x="51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6247;p51">
              <a:extLst>
                <a:ext uri="{FF2B5EF4-FFF2-40B4-BE49-F238E27FC236}">
                  <a16:creationId xmlns:a16="http://schemas.microsoft.com/office/drawing/2014/main" id="{6F7180BB-90D0-61C0-138C-15269A2402D3}"/>
                </a:ext>
              </a:extLst>
            </p:cNvPr>
            <p:cNvSpPr/>
            <p:nvPr/>
          </p:nvSpPr>
          <p:spPr>
            <a:xfrm>
              <a:off x="3331289" y="2937105"/>
              <a:ext cx="116968" cy="127547"/>
            </a:xfrm>
            <a:custGeom>
              <a:avLst/>
              <a:gdLst/>
              <a:ahLst/>
              <a:cxnLst/>
              <a:rect l="l" t="t" r="r" b="b"/>
              <a:pathLst>
                <a:path w="3910" h="4501" extrusionOk="0">
                  <a:moveTo>
                    <a:pt x="812" y="443"/>
                  </a:moveTo>
                  <a:lnTo>
                    <a:pt x="3467" y="2213"/>
                  </a:lnTo>
                  <a:lnTo>
                    <a:pt x="296" y="4057"/>
                  </a:lnTo>
                  <a:lnTo>
                    <a:pt x="812" y="443"/>
                  </a:lnTo>
                  <a:close/>
                  <a:moveTo>
                    <a:pt x="591" y="1"/>
                  </a:moveTo>
                  <a:lnTo>
                    <a:pt x="517" y="148"/>
                  </a:lnTo>
                  <a:lnTo>
                    <a:pt x="1" y="4279"/>
                  </a:lnTo>
                  <a:lnTo>
                    <a:pt x="1" y="4352"/>
                  </a:lnTo>
                  <a:lnTo>
                    <a:pt x="74" y="4426"/>
                  </a:lnTo>
                  <a:lnTo>
                    <a:pt x="148" y="4500"/>
                  </a:lnTo>
                  <a:lnTo>
                    <a:pt x="222" y="4426"/>
                  </a:lnTo>
                  <a:lnTo>
                    <a:pt x="3836" y="2287"/>
                  </a:lnTo>
                  <a:lnTo>
                    <a:pt x="3910" y="2213"/>
                  </a:lnTo>
                  <a:lnTo>
                    <a:pt x="3836" y="2066"/>
                  </a:lnTo>
                  <a:lnTo>
                    <a:pt x="73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6248;p51">
              <a:extLst>
                <a:ext uri="{FF2B5EF4-FFF2-40B4-BE49-F238E27FC236}">
                  <a16:creationId xmlns:a16="http://schemas.microsoft.com/office/drawing/2014/main" id="{A1556717-12E6-8750-6EF5-FDA1446306D6}"/>
                </a:ext>
              </a:extLst>
            </p:cNvPr>
            <p:cNvSpPr/>
            <p:nvPr/>
          </p:nvSpPr>
          <p:spPr>
            <a:xfrm>
              <a:off x="3404102" y="2671668"/>
              <a:ext cx="216285" cy="267563"/>
            </a:xfrm>
            <a:custGeom>
              <a:avLst/>
              <a:gdLst/>
              <a:ahLst/>
              <a:cxnLst/>
              <a:rect l="l" t="t" r="r" b="b"/>
              <a:pathLst>
                <a:path w="7230" h="9442" extrusionOk="0">
                  <a:moveTo>
                    <a:pt x="5533" y="0"/>
                  </a:moveTo>
                  <a:lnTo>
                    <a:pt x="1" y="8261"/>
                  </a:lnTo>
                  <a:lnTo>
                    <a:pt x="1771" y="9441"/>
                  </a:lnTo>
                  <a:lnTo>
                    <a:pt x="7229" y="1180"/>
                  </a:lnTo>
                  <a:lnTo>
                    <a:pt x="553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6249;p51">
              <a:extLst>
                <a:ext uri="{FF2B5EF4-FFF2-40B4-BE49-F238E27FC236}">
                  <a16:creationId xmlns:a16="http://schemas.microsoft.com/office/drawing/2014/main" id="{B2877BF1-B0C6-F564-8316-C3E04851D5A5}"/>
                </a:ext>
              </a:extLst>
            </p:cNvPr>
            <p:cNvSpPr/>
            <p:nvPr/>
          </p:nvSpPr>
          <p:spPr>
            <a:xfrm>
              <a:off x="3401918" y="2667474"/>
              <a:ext cx="222867" cy="275922"/>
            </a:xfrm>
            <a:custGeom>
              <a:avLst/>
              <a:gdLst/>
              <a:ahLst/>
              <a:cxnLst/>
              <a:rect l="l" t="t" r="r" b="b"/>
              <a:pathLst>
                <a:path w="7450" h="9737" extrusionOk="0">
                  <a:moveTo>
                    <a:pt x="5606" y="370"/>
                  </a:moveTo>
                  <a:lnTo>
                    <a:pt x="7081" y="1328"/>
                  </a:lnTo>
                  <a:lnTo>
                    <a:pt x="1770" y="9368"/>
                  </a:lnTo>
                  <a:lnTo>
                    <a:pt x="295" y="8409"/>
                  </a:lnTo>
                  <a:lnTo>
                    <a:pt x="5606" y="370"/>
                  </a:lnTo>
                  <a:close/>
                  <a:moveTo>
                    <a:pt x="5532" y="1"/>
                  </a:moveTo>
                  <a:lnTo>
                    <a:pt x="5458" y="75"/>
                  </a:lnTo>
                  <a:lnTo>
                    <a:pt x="0" y="8336"/>
                  </a:lnTo>
                  <a:lnTo>
                    <a:pt x="0" y="8483"/>
                  </a:lnTo>
                  <a:lnTo>
                    <a:pt x="0" y="8557"/>
                  </a:lnTo>
                  <a:lnTo>
                    <a:pt x="1770" y="9663"/>
                  </a:lnTo>
                  <a:lnTo>
                    <a:pt x="1844" y="9737"/>
                  </a:lnTo>
                  <a:lnTo>
                    <a:pt x="1918" y="9663"/>
                  </a:lnTo>
                  <a:lnTo>
                    <a:pt x="7450" y="1402"/>
                  </a:lnTo>
                  <a:lnTo>
                    <a:pt x="7450" y="1255"/>
                  </a:lnTo>
                  <a:lnTo>
                    <a:pt x="7376" y="1181"/>
                  </a:lnTo>
                  <a:lnTo>
                    <a:pt x="5679" y="75"/>
                  </a:lnTo>
                  <a:lnTo>
                    <a:pt x="567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6250;p51">
              <a:extLst>
                <a:ext uri="{FF2B5EF4-FFF2-40B4-BE49-F238E27FC236}">
                  <a16:creationId xmlns:a16="http://schemas.microsoft.com/office/drawing/2014/main" id="{C66A37E1-6E81-3E4C-069A-27479BA5D514}"/>
                </a:ext>
              </a:extLst>
            </p:cNvPr>
            <p:cNvSpPr/>
            <p:nvPr/>
          </p:nvSpPr>
          <p:spPr>
            <a:xfrm>
              <a:off x="3346755" y="2761526"/>
              <a:ext cx="229478" cy="240415"/>
            </a:xfrm>
            <a:custGeom>
              <a:avLst/>
              <a:gdLst/>
              <a:ahLst/>
              <a:cxnLst/>
              <a:rect l="l" t="t" r="r" b="b"/>
              <a:pathLst>
                <a:path w="7671" h="8484" extrusionOk="0">
                  <a:moveTo>
                    <a:pt x="3983" y="1"/>
                  </a:moveTo>
                  <a:lnTo>
                    <a:pt x="74" y="5828"/>
                  </a:lnTo>
                  <a:lnTo>
                    <a:pt x="0" y="5975"/>
                  </a:lnTo>
                  <a:lnTo>
                    <a:pt x="0" y="6197"/>
                  </a:lnTo>
                  <a:lnTo>
                    <a:pt x="74" y="6344"/>
                  </a:lnTo>
                  <a:lnTo>
                    <a:pt x="221" y="6492"/>
                  </a:lnTo>
                  <a:lnTo>
                    <a:pt x="3098" y="8409"/>
                  </a:lnTo>
                  <a:lnTo>
                    <a:pt x="3245" y="8483"/>
                  </a:lnTo>
                  <a:lnTo>
                    <a:pt x="3467" y="8483"/>
                  </a:lnTo>
                  <a:lnTo>
                    <a:pt x="3614" y="8409"/>
                  </a:lnTo>
                  <a:lnTo>
                    <a:pt x="3762" y="8262"/>
                  </a:lnTo>
                  <a:lnTo>
                    <a:pt x="7671" y="2435"/>
                  </a:lnTo>
                  <a:lnTo>
                    <a:pt x="398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6251;p51">
              <a:extLst>
                <a:ext uri="{FF2B5EF4-FFF2-40B4-BE49-F238E27FC236}">
                  <a16:creationId xmlns:a16="http://schemas.microsoft.com/office/drawing/2014/main" id="{C3797CDE-3730-9939-4305-F0EF8808BE3A}"/>
                </a:ext>
              </a:extLst>
            </p:cNvPr>
            <p:cNvSpPr/>
            <p:nvPr/>
          </p:nvSpPr>
          <p:spPr>
            <a:xfrm>
              <a:off x="3342327" y="2757361"/>
              <a:ext cx="238333" cy="248747"/>
            </a:xfrm>
            <a:custGeom>
              <a:avLst/>
              <a:gdLst/>
              <a:ahLst/>
              <a:cxnLst/>
              <a:rect l="l" t="t" r="r" b="b"/>
              <a:pathLst>
                <a:path w="7967" h="8778" extrusionOk="0">
                  <a:moveTo>
                    <a:pt x="4131" y="295"/>
                  </a:moveTo>
                  <a:lnTo>
                    <a:pt x="7598" y="2582"/>
                  </a:lnTo>
                  <a:lnTo>
                    <a:pt x="3762" y="8335"/>
                  </a:lnTo>
                  <a:lnTo>
                    <a:pt x="3688" y="8409"/>
                  </a:lnTo>
                  <a:lnTo>
                    <a:pt x="3541" y="8483"/>
                  </a:lnTo>
                  <a:lnTo>
                    <a:pt x="3393" y="8483"/>
                  </a:lnTo>
                  <a:lnTo>
                    <a:pt x="3246" y="8409"/>
                  </a:lnTo>
                  <a:lnTo>
                    <a:pt x="443" y="6565"/>
                  </a:lnTo>
                  <a:lnTo>
                    <a:pt x="369" y="6417"/>
                  </a:lnTo>
                  <a:lnTo>
                    <a:pt x="296" y="6344"/>
                  </a:lnTo>
                  <a:lnTo>
                    <a:pt x="296" y="6196"/>
                  </a:lnTo>
                  <a:lnTo>
                    <a:pt x="369" y="6049"/>
                  </a:lnTo>
                  <a:lnTo>
                    <a:pt x="4131" y="295"/>
                  </a:lnTo>
                  <a:close/>
                  <a:moveTo>
                    <a:pt x="3984" y="0"/>
                  </a:moveTo>
                  <a:lnTo>
                    <a:pt x="148" y="5827"/>
                  </a:lnTo>
                  <a:lnTo>
                    <a:pt x="1" y="6122"/>
                  </a:lnTo>
                  <a:lnTo>
                    <a:pt x="1" y="6344"/>
                  </a:lnTo>
                  <a:lnTo>
                    <a:pt x="148" y="6565"/>
                  </a:lnTo>
                  <a:lnTo>
                    <a:pt x="296" y="6786"/>
                  </a:lnTo>
                  <a:lnTo>
                    <a:pt x="3098" y="8630"/>
                  </a:lnTo>
                  <a:lnTo>
                    <a:pt x="3320" y="8704"/>
                  </a:lnTo>
                  <a:lnTo>
                    <a:pt x="3467" y="8778"/>
                  </a:lnTo>
                  <a:lnTo>
                    <a:pt x="3836" y="8704"/>
                  </a:lnTo>
                  <a:lnTo>
                    <a:pt x="4057" y="8483"/>
                  </a:lnTo>
                  <a:lnTo>
                    <a:pt x="7893" y="2656"/>
                  </a:lnTo>
                  <a:lnTo>
                    <a:pt x="7966" y="2508"/>
                  </a:lnTo>
                  <a:lnTo>
                    <a:pt x="7893" y="2434"/>
                  </a:lnTo>
                  <a:lnTo>
                    <a:pt x="420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6252;p51">
              <a:extLst>
                <a:ext uri="{FF2B5EF4-FFF2-40B4-BE49-F238E27FC236}">
                  <a16:creationId xmlns:a16="http://schemas.microsoft.com/office/drawing/2014/main" id="{B39B3A98-29CE-147D-0DC1-11AC9DBA6D05}"/>
                </a:ext>
              </a:extLst>
            </p:cNvPr>
            <p:cNvSpPr/>
            <p:nvPr/>
          </p:nvSpPr>
          <p:spPr>
            <a:xfrm>
              <a:off x="3498992" y="2623579"/>
              <a:ext cx="167733" cy="158888"/>
            </a:xfrm>
            <a:custGeom>
              <a:avLst/>
              <a:gdLst/>
              <a:ahLst/>
              <a:cxnLst/>
              <a:rect l="l" t="t" r="r" b="b"/>
              <a:pathLst>
                <a:path w="5607" h="5607" extrusionOk="0">
                  <a:moveTo>
                    <a:pt x="2803" y="1"/>
                  </a:moveTo>
                  <a:lnTo>
                    <a:pt x="2287" y="75"/>
                  </a:lnTo>
                  <a:lnTo>
                    <a:pt x="1771" y="222"/>
                  </a:lnTo>
                  <a:lnTo>
                    <a:pt x="1254" y="517"/>
                  </a:lnTo>
                  <a:lnTo>
                    <a:pt x="812" y="886"/>
                  </a:lnTo>
                  <a:lnTo>
                    <a:pt x="517" y="1255"/>
                  </a:lnTo>
                  <a:lnTo>
                    <a:pt x="222" y="1771"/>
                  </a:lnTo>
                  <a:lnTo>
                    <a:pt x="74" y="2287"/>
                  </a:lnTo>
                  <a:lnTo>
                    <a:pt x="0" y="2804"/>
                  </a:lnTo>
                  <a:lnTo>
                    <a:pt x="74" y="3394"/>
                  </a:lnTo>
                  <a:lnTo>
                    <a:pt x="222" y="3910"/>
                  </a:lnTo>
                  <a:lnTo>
                    <a:pt x="517" y="4426"/>
                  </a:lnTo>
                  <a:lnTo>
                    <a:pt x="812" y="4795"/>
                  </a:lnTo>
                  <a:lnTo>
                    <a:pt x="1254" y="5164"/>
                  </a:lnTo>
                  <a:lnTo>
                    <a:pt x="1771" y="5385"/>
                  </a:lnTo>
                  <a:lnTo>
                    <a:pt x="2287" y="5607"/>
                  </a:lnTo>
                  <a:lnTo>
                    <a:pt x="3393" y="5607"/>
                  </a:lnTo>
                  <a:lnTo>
                    <a:pt x="3910" y="5385"/>
                  </a:lnTo>
                  <a:lnTo>
                    <a:pt x="4426" y="5164"/>
                  </a:lnTo>
                  <a:lnTo>
                    <a:pt x="4795" y="4795"/>
                  </a:lnTo>
                  <a:lnTo>
                    <a:pt x="5164" y="4426"/>
                  </a:lnTo>
                  <a:lnTo>
                    <a:pt x="5385" y="3910"/>
                  </a:lnTo>
                  <a:lnTo>
                    <a:pt x="5606" y="3394"/>
                  </a:lnTo>
                  <a:lnTo>
                    <a:pt x="5606" y="2804"/>
                  </a:lnTo>
                  <a:lnTo>
                    <a:pt x="5606" y="2287"/>
                  </a:lnTo>
                  <a:lnTo>
                    <a:pt x="5385" y="1771"/>
                  </a:lnTo>
                  <a:lnTo>
                    <a:pt x="5164" y="1255"/>
                  </a:lnTo>
                  <a:lnTo>
                    <a:pt x="4795" y="886"/>
                  </a:lnTo>
                  <a:lnTo>
                    <a:pt x="4426" y="517"/>
                  </a:lnTo>
                  <a:lnTo>
                    <a:pt x="3910" y="222"/>
                  </a:lnTo>
                  <a:lnTo>
                    <a:pt x="3393" y="75"/>
                  </a:lnTo>
                  <a:lnTo>
                    <a:pt x="28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6253;p51">
              <a:extLst>
                <a:ext uri="{FF2B5EF4-FFF2-40B4-BE49-F238E27FC236}">
                  <a16:creationId xmlns:a16="http://schemas.microsoft.com/office/drawing/2014/main" id="{61DEAB7E-C9AB-4940-519C-66424AF21184}"/>
                </a:ext>
              </a:extLst>
            </p:cNvPr>
            <p:cNvSpPr/>
            <p:nvPr/>
          </p:nvSpPr>
          <p:spPr>
            <a:xfrm>
              <a:off x="3494565" y="2619414"/>
              <a:ext cx="176558" cy="167248"/>
            </a:xfrm>
            <a:custGeom>
              <a:avLst/>
              <a:gdLst/>
              <a:ahLst/>
              <a:cxnLst/>
              <a:rect l="l" t="t" r="r" b="b"/>
              <a:pathLst>
                <a:path w="5902" h="5902" extrusionOk="0">
                  <a:moveTo>
                    <a:pt x="2951" y="295"/>
                  </a:moveTo>
                  <a:lnTo>
                    <a:pt x="3541" y="369"/>
                  </a:lnTo>
                  <a:lnTo>
                    <a:pt x="3984" y="517"/>
                  </a:lnTo>
                  <a:lnTo>
                    <a:pt x="4426" y="812"/>
                  </a:lnTo>
                  <a:lnTo>
                    <a:pt x="4869" y="1107"/>
                  </a:lnTo>
                  <a:lnTo>
                    <a:pt x="5164" y="1475"/>
                  </a:lnTo>
                  <a:lnTo>
                    <a:pt x="5459" y="1918"/>
                  </a:lnTo>
                  <a:lnTo>
                    <a:pt x="5607" y="2434"/>
                  </a:lnTo>
                  <a:lnTo>
                    <a:pt x="5607" y="2951"/>
                  </a:lnTo>
                  <a:lnTo>
                    <a:pt x="5607" y="3541"/>
                  </a:lnTo>
                  <a:lnTo>
                    <a:pt x="5459" y="3983"/>
                  </a:lnTo>
                  <a:lnTo>
                    <a:pt x="5164" y="4500"/>
                  </a:lnTo>
                  <a:lnTo>
                    <a:pt x="4869" y="4868"/>
                  </a:lnTo>
                  <a:lnTo>
                    <a:pt x="4426" y="5163"/>
                  </a:lnTo>
                  <a:lnTo>
                    <a:pt x="3984" y="5458"/>
                  </a:lnTo>
                  <a:lnTo>
                    <a:pt x="3541" y="5606"/>
                  </a:lnTo>
                  <a:lnTo>
                    <a:pt x="2435" y="5606"/>
                  </a:lnTo>
                  <a:lnTo>
                    <a:pt x="1919" y="5458"/>
                  </a:lnTo>
                  <a:lnTo>
                    <a:pt x="1476" y="5163"/>
                  </a:lnTo>
                  <a:lnTo>
                    <a:pt x="1107" y="4868"/>
                  </a:lnTo>
                  <a:lnTo>
                    <a:pt x="812" y="4500"/>
                  </a:lnTo>
                  <a:lnTo>
                    <a:pt x="517" y="3983"/>
                  </a:lnTo>
                  <a:lnTo>
                    <a:pt x="370" y="3541"/>
                  </a:lnTo>
                  <a:lnTo>
                    <a:pt x="296" y="2951"/>
                  </a:lnTo>
                  <a:lnTo>
                    <a:pt x="370" y="2434"/>
                  </a:lnTo>
                  <a:lnTo>
                    <a:pt x="517" y="1918"/>
                  </a:lnTo>
                  <a:lnTo>
                    <a:pt x="812" y="1475"/>
                  </a:lnTo>
                  <a:lnTo>
                    <a:pt x="1107" y="1107"/>
                  </a:lnTo>
                  <a:lnTo>
                    <a:pt x="1476" y="812"/>
                  </a:lnTo>
                  <a:lnTo>
                    <a:pt x="1919" y="517"/>
                  </a:lnTo>
                  <a:lnTo>
                    <a:pt x="2435" y="369"/>
                  </a:lnTo>
                  <a:lnTo>
                    <a:pt x="2951" y="295"/>
                  </a:lnTo>
                  <a:close/>
                  <a:moveTo>
                    <a:pt x="2951" y="0"/>
                  </a:moveTo>
                  <a:lnTo>
                    <a:pt x="2361" y="74"/>
                  </a:lnTo>
                  <a:lnTo>
                    <a:pt x="1845" y="295"/>
                  </a:lnTo>
                  <a:lnTo>
                    <a:pt x="1329" y="517"/>
                  </a:lnTo>
                  <a:lnTo>
                    <a:pt x="886" y="885"/>
                  </a:lnTo>
                  <a:lnTo>
                    <a:pt x="517" y="1328"/>
                  </a:lnTo>
                  <a:lnTo>
                    <a:pt x="296" y="1844"/>
                  </a:lnTo>
                  <a:lnTo>
                    <a:pt x="75" y="2361"/>
                  </a:lnTo>
                  <a:lnTo>
                    <a:pt x="1" y="2951"/>
                  </a:lnTo>
                  <a:lnTo>
                    <a:pt x="75" y="3614"/>
                  </a:lnTo>
                  <a:lnTo>
                    <a:pt x="296" y="4131"/>
                  </a:lnTo>
                  <a:lnTo>
                    <a:pt x="517" y="4647"/>
                  </a:lnTo>
                  <a:lnTo>
                    <a:pt x="886" y="5090"/>
                  </a:lnTo>
                  <a:lnTo>
                    <a:pt x="1329" y="5458"/>
                  </a:lnTo>
                  <a:lnTo>
                    <a:pt x="1845" y="5680"/>
                  </a:lnTo>
                  <a:lnTo>
                    <a:pt x="2361" y="5901"/>
                  </a:lnTo>
                  <a:lnTo>
                    <a:pt x="3541" y="5901"/>
                  </a:lnTo>
                  <a:lnTo>
                    <a:pt x="4131" y="5680"/>
                  </a:lnTo>
                  <a:lnTo>
                    <a:pt x="4648" y="5458"/>
                  </a:lnTo>
                  <a:lnTo>
                    <a:pt x="5090" y="5090"/>
                  </a:lnTo>
                  <a:lnTo>
                    <a:pt x="5459" y="4647"/>
                  </a:lnTo>
                  <a:lnTo>
                    <a:pt x="5680" y="4131"/>
                  </a:lnTo>
                  <a:lnTo>
                    <a:pt x="5902" y="3614"/>
                  </a:lnTo>
                  <a:lnTo>
                    <a:pt x="5902" y="2951"/>
                  </a:lnTo>
                  <a:lnTo>
                    <a:pt x="5902" y="2361"/>
                  </a:lnTo>
                  <a:lnTo>
                    <a:pt x="5680" y="1844"/>
                  </a:lnTo>
                  <a:lnTo>
                    <a:pt x="5459" y="1328"/>
                  </a:lnTo>
                  <a:lnTo>
                    <a:pt x="5090" y="885"/>
                  </a:lnTo>
                  <a:lnTo>
                    <a:pt x="4648" y="517"/>
                  </a:lnTo>
                  <a:lnTo>
                    <a:pt x="4131" y="295"/>
                  </a:lnTo>
                  <a:lnTo>
                    <a:pt x="3541" y="74"/>
                  </a:lnTo>
                  <a:lnTo>
                    <a:pt x="295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6254;p51">
              <a:extLst>
                <a:ext uri="{FF2B5EF4-FFF2-40B4-BE49-F238E27FC236}">
                  <a16:creationId xmlns:a16="http://schemas.microsoft.com/office/drawing/2014/main" id="{A96375BF-9E1B-7DCD-6FCE-91125B5CE2CA}"/>
                </a:ext>
              </a:extLst>
            </p:cNvPr>
            <p:cNvSpPr/>
            <p:nvPr/>
          </p:nvSpPr>
          <p:spPr>
            <a:xfrm>
              <a:off x="3543117" y="2665377"/>
              <a:ext cx="79454" cy="75293"/>
            </a:xfrm>
            <a:custGeom>
              <a:avLst/>
              <a:gdLst/>
              <a:ahLst/>
              <a:cxnLst/>
              <a:rect l="l" t="t" r="r" b="b"/>
              <a:pathLst>
                <a:path w="2656" h="2657" extrusionOk="0">
                  <a:moveTo>
                    <a:pt x="1328" y="1"/>
                  </a:moveTo>
                  <a:lnTo>
                    <a:pt x="1107" y="75"/>
                  </a:lnTo>
                  <a:lnTo>
                    <a:pt x="812" y="149"/>
                  </a:lnTo>
                  <a:lnTo>
                    <a:pt x="591" y="296"/>
                  </a:lnTo>
                  <a:lnTo>
                    <a:pt x="443" y="444"/>
                  </a:lnTo>
                  <a:lnTo>
                    <a:pt x="222" y="591"/>
                  </a:lnTo>
                  <a:lnTo>
                    <a:pt x="148" y="812"/>
                  </a:lnTo>
                  <a:lnTo>
                    <a:pt x="74" y="1107"/>
                  </a:lnTo>
                  <a:lnTo>
                    <a:pt x="1" y="1329"/>
                  </a:lnTo>
                  <a:lnTo>
                    <a:pt x="74" y="1624"/>
                  </a:lnTo>
                  <a:lnTo>
                    <a:pt x="148" y="1845"/>
                  </a:lnTo>
                  <a:lnTo>
                    <a:pt x="222" y="2140"/>
                  </a:lnTo>
                  <a:lnTo>
                    <a:pt x="443" y="2288"/>
                  </a:lnTo>
                  <a:lnTo>
                    <a:pt x="591" y="2435"/>
                  </a:lnTo>
                  <a:lnTo>
                    <a:pt x="812" y="2583"/>
                  </a:lnTo>
                  <a:lnTo>
                    <a:pt x="1107" y="2656"/>
                  </a:lnTo>
                  <a:lnTo>
                    <a:pt x="1623" y="2656"/>
                  </a:lnTo>
                  <a:lnTo>
                    <a:pt x="1845" y="2583"/>
                  </a:lnTo>
                  <a:lnTo>
                    <a:pt x="2066" y="2435"/>
                  </a:lnTo>
                  <a:lnTo>
                    <a:pt x="2287" y="2288"/>
                  </a:lnTo>
                  <a:lnTo>
                    <a:pt x="2435" y="2140"/>
                  </a:lnTo>
                  <a:lnTo>
                    <a:pt x="2582" y="1845"/>
                  </a:lnTo>
                  <a:lnTo>
                    <a:pt x="2656" y="1624"/>
                  </a:lnTo>
                  <a:lnTo>
                    <a:pt x="2656" y="1329"/>
                  </a:lnTo>
                  <a:lnTo>
                    <a:pt x="2656" y="1107"/>
                  </a:lnTo>
                  <a:lnTo>
                    <a:pt x="2582" y="812"/>
                  </a:lnTo>
                  <a:lnTo>
                    <a:pt x="2435" y="591"/>
                  </a:lnTo>
                  <a:lnTo>
                    <a:pt x="2287" y="444"/>
                  </a:lnTo>
                  <a:lnTo>
                    <a:pt x="2066" y="296"/>
                  </a:lnTo>
                  <a:lnTo>
                    <a:pt x="1845" y="149"/>
                  </a:lnTo>
                  <a:lnTo>
                    <a:pt x="1623" y="75"/>
                  </a:lnTo>
                  <a:lnTo>
                    <a:pt x="132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6255;p51">
              <a:extLst>
                <a:ext uri="{FF2B5EF4-FFF2-40B4-BE49-F238E27FC236}">
                  <a16:creationId xmlns:a16="http://schemas.microsoft.com/office/drawing/2014/main" id="{E984F67F-FC64-A514-76FA-786A1688C664}"/>
                </a:ext>
              </a:extLst>
            </p:cNvPr>
            <p:cNvSpPr/>
            <p:nvPr/>
          </p:nvSpPr>
          <p:spPr>
            <a:xfrm>
              <a:off x="3538719" y="2661211"/>
              <a:ext cx="88279" cy="83624"/>
            </a:xfrm>
            <a:custGeom>
              <a:avLst/>
              <a:gdLst/>
              <a:ahLst/>
              <a:cxnLst/>
              <a:rect l="l" t="t" r="r" b="b"/>
              <a:pathLst>
                <a:path w="2951" h="2951" extrusionOk="0">
                  <a:moveTo>
                    <a:pt x="1475" y="296"/>
                  </a:moveTo>
                  <a:lnTo>
                    <a:pt x="1770" y="369"/>
                  </a:lnTo>
                  <a:lnTo>
                    <a:pt x="1992" y="443"/>
                  </a:lnTo>
                  <a:lnTo>
                    <a:pt x="2360" y="664"/>
                  </a:lnTo>
                  <a:lnTo>
                    <a:pt x="2582" y="1033"/>
                  </a:lnTo>
                  <a:lnTo>
                    <a:pt x="2655" y="1254"/>
                  </a:lnTo>
                  <a:lnTo>
                    <a:pt x="2655" y="1476"/>
                  </a:lnTo>
                  <a:lnTo>
                    <a:pt x="2655" y="1771"/>
                  </a:lnTo>
                  <a:lnTo>
                    <a:pt x="2582" y="1992"/>
                  </a:lnTo>
                  <a:lnTo>
                    <a:pt x="2360" y="2361"/>
                  </a:lnTo>
                  <a:lnTo>
                    <a:pt x="1992" y="2582"/>
                  </a:lnTo>
                  <a:lnTo>
                    <a:pt x="1770" y="2656"/>
                  </a:lnTo>
                  <a:lnTo>
                    <a:pt x="1254" y="2656"/>
                  </a:lnTo>
                  <a:lnTo>
                    <a:pt x="1033" y="2582"/>
                  </a:lnTo>
                  <a:lnTo>
                    <a:pt x="664" y="2361"/>
                  </a:lnTo>
                  <a:lnTo>
                    <a:pt x="443" y="1992"/>
                  </a:lnTo>
                  <a:lnTo>
                    <a:pt x="369" y="1771"/>
                  </a:lnTo>
                  <a:lnTo>
                    <a:pt x="295" y="1476"/>
                  </a:lnTo>
                  <a:lnTo>
                    <a:pt x="369" y="1254"/>
                  </a:lnTo>
                  <a:lnTo>
                    <a:pt x="443" y="1033"/>
                  </a:lnTo>
                  <a:lnTo>
                    <a:pt x="664" y="664"/>
                  </a:lnTo>
                  <a:lnTo>
                    <a:pt x="1033" y="443"/>
                  </a:lnTo>
                  <a:lnTo>
                    <a:pt x="1254" y="369"/>
                  </a:lnTo>
                  <a:lnTo>
                    <a:pt x="1475" y="296"/>
                  </a:lnTo>
                  <a:close/>
                  <a:moveTo>
                    <a:pt x="1475" y="0"/>
                  </a:moveTo>
                  <a:lnTo>
                    <a:pt x="1180" y="74"/>
                  </a:lnTo>
                  <a:lnTo>
                    <a:pt x="959" y="148"/>
                  </a:lnTo>
                  <a:lnTo>
                    <a:pt x="664" y="296"/>
                  </a:lnTo>
                  <a:lnTo>
                    <a:pt x="443" y="443"/>
                  </a:lnTo>
                  <a:lnTo>
                    <a:pt x="295" y="664"/>
                  </a:lnTo>
                  <a:lnTo>
                    <a:pt x="148" y="959"/>
                  </a:lnTo>
                  <a:lnTo>
                    <a:pt x="74" y="1181"/>
                  </a:lnTo>
                  <a:lnTo>
                    <a:pt x="0" y="1476"/>
                  </a:lnTo>
                  <a:lnTo>
                    <a:pt x="74" y="1844"/>
                  </a:lnTo>
                  <a:lnTo>
                    <a:pt x="148" y="2066"/>
                  </a:lnTo>
                  <a:lnTo>
                    <a:pt x="295" y="2361"/>
                  </a:lnTo>
                  <a:lnTo>
                    <a:pt x="443" y="2582"/>
                  </a:lnTo>
                  <a:lnTo>
                    <a:pt x="664" y="2730"/>
                  </a:lnTo>
                  <a:lnTo>
                    <a:pt x="959" y="2877"/>
                  </a:lnTo>
                  <a:lnTo>
                    <a:pt x="1180" y="2951"/>
                  </a:lnTo>
                  <a:lnTo>
                    <a:pt x="1770" y="2951"/>
                  </a:lnTo>
                  <a:lnTo>
                    <a:pt x="2065" y="2877"/>
                  </a:lnTo>
                  <a:lnTo>
                    <a:pt x="2360" y="2730"/>
                  </a:lnTo>
                  <a:lnTo>
                    <a:pt x="2582" y="2582"/>
                  </a:lnTo>
                  <a:lnTo>
                    <a:pt x="2729" y="2361"/>
                  </a:lnTo>
                  <a:lnTo>
                    <a:pt x="2877" y="2066"/>
                  </a:lnTo>
                  <a:lnTo>
                    <a:pt x="2950" y="1844"/>
                  </a:lnTo>
                  <a:lnTo>
                    <a:pt x="2950" y="1476"/>
                  </a:lnTo>
                  <a:lnTo>
                    <a:pt x="2950" y="1181"/>
                  </a:lnTo>
                  <a:lnTo>
                    <a:pt x="2877" y="959"/>
                  </a:lnTo>
                  <a:lnTo>
                    <a:pt x="2729" y="664"/>
                  </a:lnTo>
                  <a:lnTo>
                    <a:pt x="2582" y="443"/>
                  </a:lnTo>
                  <a:lnTo>
                    <a:pt x="2360" y="296"/>
                  </a:lnTo>
                  <a:lnTo>
                    <a:pt x="2065" y="148"/>
                  </a:lnTo>
                  <a:lnTo>
                    <a:pt x="1770" y="74"/>
                  </a:lnTo>
                  <a:lnTo>
                    <a:pt x="147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6256;p51">
              <a:extLst>
                <a:ext uri="{FF2B5EF4-FFF2-40B4-BE49-F238E27FC236}">
                  <a16:creationId xmlns:a16="http://schemas.microsoft.com/office/drawing/2014/main" id="{AA29CE69-2519-CDDB-0D95-400E6B29B3F8}"/>
                </a:ext>
              </a:extLst>
            </p:cNvPr>
            <p:cNvSpPr/>
            <p:nvPr/>
          </p:nvSpPr>
          <p:spPr>
            <a:xfrm>
              <a:off x="3882921" y="2623579"/>
              <a:ext cx="167733" cy="158888"/>
            </a:xfrm>
            <a:custGeom>
              <a:avLst/>
              <a:gdLst/>
              <a:ahLst/>
              <a:cxnLst/>
              <a:rect l="l" t="t" r="r" b="b"/>
              <a:pathLst>
                <a:path w="5607" h="5607" extrusionOk="0">
                  <a:moveTo>
                    <a:pt x="2803" y="1"/>
                  </a:moveTo>
                  <a:lnTo>
                    <a:pt x="2213" y="75"/>
                  </a:lnTo>
                  <a:lnTo>
                    <a:pt x="1697" y="222"/>
                  </a:lnTo>
                  <a:lnTo>
                    <a:pt x="1181" y="517"/>
                  </a:lnTo>
                  <a:lnTo>
                    <a:pt x="812" y="886"/>
                  </a:lnTo>
                  <a:lnTo>
                    <a:pt x="443" y="1255"/>
                  </a:lnTo>
                  <a:lnTo>
                    <a:pt x="222" y="1771"/>
                  </a:lnTo>
                  <a:lnTo>
                    <a:pt x="0" y="2287"/>
                  </a:lnTo>
                  <a:lnTo>
                    <a:pt x="0" y="2804"/>
                  </a:lnTo>
                  <a:lnTo>
                    <a:pt x="0" y="3394"/>
                  </a:lnTo>
                  <a:lnTo>
                    <a:pt x="222" y="3910"/>
                  </a:lnTo>
                  <a:lnTo>
                    <a:pt x="443" y="4426"/>
                  </a:lnTo>
                  <a:lnTo>
                    <a:pt x="812" y="4795"/>
                  </a:lnTo>
                  <a:lnTo>
                    <a:pt x="1181" y="5164"/>
                  </a:lnTo>
                  <a:lnTo>
                    <a:pt x="1697" y="5385"/>
                  </a:lnTo>
                  <a:lnTo>
                    <a:pt x="2213" y="5607"/>
                  </a:lnTo>
                  <a:lnTo>
                    <a:pt x="3320" y="5607"/>
                  </a:lnTo>
                  <a:lnTo>
                    <a:pt x="3836" y="5385"/>
                  </a:lnTo>
                  <a:lnTo>
                    <a:pt x="4352" y="5164"/>
                  </a:lnTo>
                  <a:lnTo>
                    <a:pt x="4795" y="4795"/>
                  </a:lnTo>
                  <a:lnTo>
                    <a:pt x="5090" y="4426"/>
                  </a:lnTo>
                  <a:lnTo>
                    <a:pt x="5385" y="3910"/>
                  </a:lnTo>
                  <a:lnTo>
                    <a:pt x="5532" y="3394"/>
                  </a:lnTo>
                  <a:lnTo>
                    <a:pt x="5606" y="2804"/>
                  </a:lnTo>
                  <a:lnTo>
                    <a:pt x="5532" y="2287"/>
                  </a:lnTo>
                  <a:lnTo>
                    <a:pt x="5385" y="1771"/>
                  </a:lnTo>
                  <a:lnTo>
                    <a:pt x="5090" y="1255"/>
                  </a:lnTo>
                  <a:lnTo>
                    <a:pt x="4795" y="886"/>
                  </a:lnTo>
                  <a:lnTo>
                    <a:pt x="4352" y="517"/>
                  </a:lnTo>
                  <a:lnTo>
                    <a:pt x="3836" y="222"/>
                  </a:lnTo>
                  <a:lnTo>
                    <a:pt x="3320" y="75"/>
                  </a:lnTo>
                  <a:lnTo>
                    <a:pt x="28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6257;p51">
              <a:extLst>
                <a:ext uri="{FF2B5EF4-FFF2-40B4-BE49-F238E27FC236}">
                  <a16:creationId xmlns:a16="http://schemas.microsoft.com/office/drawing/2014/main" id="{8869459D-0BF9-ED9D-60D0-A3D0AF028C29}"/>
                </a:ext>
              </a:extLst>
            </p:cNvPr>
            <p:cNvSpPr/>
            <p:nvPr/>
          </p:nvSpPr>
          <p:spPr>
            <a:xfrm>
              <a:off x="3878494" y="2619414"/>
              <a:ext cx="176558" cy="167248"/>
            </a:xfrm>
            <a:custGeom>
              <a:avLst/>
              <a:gdLst/>
              <a:ahLst/>
              <a:cxnLst/>
              <a:rect l="l" t="t" r="r" b="b"/>
              <a:pathLst>
                <a:path w="5902" h="5902" extrusionOk="0">
                  <a:moveTo>
                    <a:pt x="2951" y="295"/>
                  </a:moveTo>
                  <a:lnTo>
                    <a:pt x="3468" y="369"/>
                  </a:lnTo>
                  <a:lnTo>
                    <a:pt x="3984" y="517"/>
                  </a:lnTo>
                  <a:lnTo>
                    <a:pt x="4426" y="812"/>
                  </a:lnTo>
                  <a:lnTo>
                    <a:pt x="4795" y="1107"/>
                  </a:lnTo>
                  <a:lnTo>
                    <a:pt x="5164" y="1475"/>
                  </a:lnTo>
                  <a:lnTo>
                    <a:pt x="5385" y="1918"/>
                  </a:lnTo>
                  <a:lnTo>
                    <a:pt x="5533" y="2434"/>
                  </a:lnTo>
                  <a:lnTo>
                    <a:pt x="5607" y="2951"/>
                  </a:lnTo>
                  <a:lnTo>
                    <a:pt x="5533" y="3541"/>
                  </a:lnTo>
                  <a:lnTo>
                    <a:pt x="5385" y="3983"/>
                  </a:lnTo>
                  <a:lnTo>
                    <a:pt x="5164" y="4500"/>
                  </a:lnTo>
                  <a:lnTo>
                    <a:pt x="4795" y="4868"/>
                  </a:lnTo>
                  <a:lnTo>
                    <a:pt x="4426" y="5163"/>
                  </a:lnTo>
                  <a:lnTo>
                    <a:pt x="3984" y="5458"/>
                  </a:lnTo>
                  <a:lnTo>
                    <a:pt x="3468" y="5606"/>
                  </a:lnTo>
                  <a:lnTo>
                    <a:pt x="2361" y="5606"/>
                  </a:lnTo>
                  <a:lnTo>
                    <a:pt x="1919" y="5458"/>
                  </a:lnTo>
                  <a:lnTo>
                    <a:pt x="1476" y="5163"/>
                  </a:lnTo>
                  <a:lnTo>
                    <a:pt x="1034" y="4868"/>
                  </a:lnTo>
                  <a:lnTo>
                    <a:pt x="739" y="4500"/>
                  </a:lnTo>
                  <a:lnTo>
                    <a:pt x="517" y="3983"/>
                  </a:lnTo>
                  <a:lnTo>
                    <a:pt x="296" y="3541"/>
                  </a:lnTo>
                  <a:lnTo>
                    <a:pt x="296" y="2951"/>
                  </a:lnTo>
                  <a:lnTo>
                    <a:pt x="296" y="2434"/>
                  </a:lnTo>
                  <a:lnTo>
                    <a:pt x="517" y="1918"/>
                  </a:lnTo>
                  <a:lnTo>
                    <a:pt x="739" y="1475"/>
                  </a:lnTo>
                  <a:lnTo>
                    <a:pt x="1034" y="1107"/>
                  </a:lnTo>
                  <a:lnTo>
                    <a:pt x="1476" y="812"/>
                  </a:lnTo>
                  <a:lnTo>
                    <a:pt x="1919" y="517"/>
                  </a:lnTo>
                  <a:lnTo>
                    <a:pt x="2361" y="369"/>
                  </a:lnTo>
                  <a:lnTo>
                    <a:pt x="2951" y="295"/>
                  </a:lnTo>
                  <a:close/>
                  <a:moveTo>
                    <a:pt x="2951" y="0"/>
                  </a:moveTo>
                  <a:lnTo>
                    <a:pt x="2361" y="74"/>
                  </a:lnTo>
                  <a:lnTo>
                    <a:pt x="1771" y="295"/>
                  </a:lnTo>
                  <a:lnTo>
                    <a:pt x="1255" y="517"/>
                  </a:lnTo>
                  <a:lnTo>
                    <a:pt x="812" y="885"/>
                  </a:lnTo>
                  <a:lnTo>
                    <a:pt x="517" y="1328"/>
                  </a:lnTo>
                  <a:lnTo>
                    <a:pt x="222" y="1844"/>
                  </a:lnTo>
                  <a:lnTo>
                    <a:pt x="1" y="2361"/>
                  </a:lnTo>
                  <a:lnTo>
                    <a:pt x="1" y="2951"/>
                  </a:lnTo>
                  <a:lnTo>
                    <a:pt x="1" y="3614"/>
                  </a:lnTo>
                  <a:lnTo>
                    <a:pt x="222" y="4131"/>
                  </a:lnTo>
                  <a:lnTo>
                    <a:pt x="517" y="4647"/>
                  </a:lnTo>
                  <a:lnTo>
                    <a:pt x="812" y="5090"/>
                  </a:lnTo>
                  <a:lnTo>
                    <a:pt x="1255" y="5458"/>
                  </a:lnTo>
                  <a:lnTo>
                    <a:pt x="1771" y="5680"/>
                  </a:lnTo>
                  <a:lnTo>
                    <a:pt x="2361" y="5901"/>
                  </a:lnTo>
                  <a:lnTo>
                    <a:pt x="3541" y="5901"/>
                  </a:lnTo>
                  <a:lnTo>
                    <a:pt x="4058" y="5680"/>
                  </a:lnTo>
                  <a:lnTo>
                    <a:pt x="4574" y="5458"/>
                  </a:lnTo>
                  <a:lnTo>
                    <a:pt x="5017" y="5090"/>
                  </a:lnTo>
                  <a:lnTo>
                    <a:pt x="5385" y="4647"/>
                  </a:lnTo>
                  <a:lnTo>
                    <a:pt x="5680" y="4131"/>
                  </a:lnTo>
                  <a:lnTo>
                    <a:pt x="5828" y="3614"/>
                  </a:lnTo>
                  <a:lnTo>
                    <a:pt x="5902" y="2951"/>
                  </a:lnTo>
                  <a:lnTo>
                    <a:pt x="5828" y="2361"/>
                  </a:lnTo>
                  <a:lnTo>
                    <a:pt x="5680" y="1844"/>
                  </a:lnTo>
                  <a:lnTo>
                    <a:pt x="5385" y="1328"/>
                  </a:lnTo>
                  <a:lnTo>
                    <a:pt x="5017" y="885"/>
                  </a:lnTo>
                  <a:lnTo>
                    <a:pt x="4574" y="517"/>
                  </a:lnTo>
                  <a:lnTo>
                    <a:pt x="4058" y="295"/>
                  </a:lnTo>
                  <a:lnTo>
                    <a:pt x="3541" y="74"/>
                  </a:lnTo>
                  <a:lnTo>
                    <a:pt x="295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6258;p51">
              <a:extLst>
                <a:ext uri="{FF2B5EF4-FFF2-40B4-BE49-F238E27FC236}">
                  <a16:creationId xmlns:a16="http://schemas.microsoft.com/office/drawing/2014/main" id="{D54EBB6E-593E-ABB6-7F83-55B061569E2A}"/>
                </a:ext>
              </a:extLst>
            </p:cNvPr>
            <p:cNvSpPr/>
            <p:nvPr/>
          </p:nvSpPr>
          <p:spPr>
            <a:xfrm>
              <a:off x="3927046" y="2665377"/>
              <a:ext cx="79454" cy="75293"/>
            </a:xfrm>
            <a:custGeom>
              <a:avLst/>
              <a:gdLst/>
              <a:ahLst/>
              <a:cxnLst/>
              <a:rect l="l" t="t" r="r" b="b"/>
              <a:pathLst>
                <a:path w="2656" h="2657" extrusionOk="0">
                  <a:moveTo>
                    <a:pt x="1328" y="1"/>
                  </a:moveTo>
                  <a:lnTo>
                    <a:pt x="1033" y="75"/>
                  </a:lnTo>
                  <a:lnTo>
                    <a:pt x="812" y="149"/>
                  </a:lnTo>
                  <a:lnTo>
                    <a:pt x="591" y="296"/>
                  </a:lnTo>
                  <a:lnTo>
                    <a:pt x="369" y="444"/>
                  </a:lnTo>
                  <a:lnTo>
                    <a:pt x="222" y="591"/>
                  </a:lnTo>
                  <a:lnTo>
                    <a:pt x="74" y="812"/>
                  </a:lnTo>
                  <a:lnTo>
                    <a:pt x="1" y="1107"/>
                  </a:lnTo>
                  <a:lnTo>
                    <a:pt x="1" y="1329"/>
                  </a:lnTo>
                  <a:lnTo>
                    <a:pt x="1" y="1624"/>
                  </a:lnTo>
                  <a:lnTo>
                    <a:pt x="74" y="1845"/>
                  </a:lnTo>
                  <a:lnTo>
                    <a:pt x="222" y="2140"/>
                  </a:lnTo>
                  <a:lnTo>
                    <a:pt x="369" y="2288"/>
                  </a:lnTo>
                  <a:lnTo>
                    <a:pt x="591" y="2435"/>
                  </a:lnTo>
                  <a:lnTo>
                    <a:pt x="812" y="2583"/>
                  </a:lnTo>
                  <a:lnTo>
                    <a:pt x="1033" y="2656"/>
                  </a:lnTo>
                  <a:lnTo>
                    <a:pt x="1550" y="2656"/>
                  </a:lnTo>
                  <a:lnTo>
                    <a:pt x="1845" y="2583"/>
                  </a:lnTo>
                  <a:lnTo>
                    <a:pt x="2066" y="2435"/>
                  </a:lnTo>
                  <a:lnTo>
                    <a:pt x="2213" y="2288"/>
                  </a:lnTo>
                  <a:lnTo>
                    <a:pt x="2435" y="2140"/>
                  </a:lnTo>
                  <a:lnTo>
                    <a:pt x="2508" y="1845"/>
                  </a:lnTo>
                  <a:lnTo>
                    <a:pt x="2582" y="1624"/>
                  </a:lnTo>
                  <a:lnTo>
                    <a:pt x="2656" y="1329"/>
                  </a:lnTo>
                  <a:lnTo>
                    <a:pt x="2582" y="1107"/>
                  </a:lnTo>
                  <a:lnTo>
                    <a:pt x="2508" y="812"/>
                  </a:lnTo>
                  <a:lnTo>
                    <a:pt x="2435" y="591"/>
                  </a:lnTo>
                  <a:lnTo>
                    <a:pt x="2213" y="444"/>
                  </a:lnTo>
                  <a:lnTo>
                    <a:pt x="2066" y="296"/>
                  </a:lnTo>
                  <a:lnTo>
                    <a:pt x="1845" y="149"/>
                  </a:lnTo>
                  <a:lnTo>
                    <a:pt x="1550" y="75"/>
                  </a:lnTo>
                  <a:lnTo>
                    <a:pt x="132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6259;p51">
              <a:extLst>
                <a:ext uri="{FF2B5EF4-FFF2-40B4-BE49-F238E27FC236}">
                  <a16:creationId xmlns:a16="http://schemas.microsoft.com/office/drawing/2014/main" id="{C286CF60-1DAC-222A-584E-9DA48432980F}"/>
                </a:ext>
              </a:extLst>
            </p:cNvPr>
            <p:cNvSpPr/>
            <p:nvPr/>
          </p:nvSpPr>
          <p:spPr>
            <a:xfrm>
              <a:off x="3922648" y="2661211"/>
              <a:ext cx="88279" cy="83624"/>
            </a:xfrm>
            <a:custGeom>
              <a:avLst/>
              <a:gdLst/>
              <a:ahLst/>
              <a:cxnLst/>
              <a:rect l="l" t="t" r="r" b="b"/>
              <a:pathLst>
                <a:path w="2951" h="2951" extrusionOk="0">
                  <a:moveTo>
                    <a:pt x="1475" y="296"/>
                  </a:moveTo>
                  <a:lnTo>
                    <a:pt x="1697" y="369"/>
                  </a:lnTo>
                  <a:lnTo>
                    <a:pt x="1918" y="443"/>
                  </a:lnTo>
                  <a:lnTo>
                    <a:pt x="2287" y="664"/>
                  </a:lnTo>
                  <a:lnTo>
                    <a:pt x="2508" y="1033"/>
                  </a:lnTo>
                  <a:lnTo>
                    <a:pt x="2582" y="1254"/>
                  </a:lnTo>
                  <a:lnTo>
                    <a:pt x="2655" y="1476"/>
                  </a:lnTo>
                  <a:lnTo>
                    <a:pt x="2582" y="1771"/>
                  </a:lnTo>
                  <a:lnTo>
                    <a:pt x="2508" y="1992"/>
                  </a:lnTo>
                  <a:lnTo>
                    <a:pt x="2287" y="2361"/>
                  </a:lnTo>
                  <a:lnTo>
                    <a:pt x="1918" y="2582"/>
                  </a:lnTo>
                  <a:lnTo>
                    <a:pt x="1697" y="2656"/>
                  </a:lnTo>
                  <a:lnTo>
                    <a:pt x="1180" y="2656"/>
                  </a:lnTo>
                  <a:lnTo>
                    <a:pt x="959" y="2582"/>
                  </a:lnTo>
                  <a:lnTo>
                    <a:pt x="590" y="2361"/>
                  </a:lnTo>
                  <a:lnTo>
                    <a:pt x="369" y="1992"/>
                  </a:lnTo>
                  <a:lnTo>
                    <a:pt x="295" y="1771"/>
                  </a:lnTo>
                  <a:lnTo>
                    <a:pt x="295" y="1476"/>
                  </a:lnTo>
                  <a:lnTo>
                    <a:pt x="295" y="1254"/>
                  </a:lnTo>
                  <a:lnTo>
                    <a:pt x="369" y="1033"/>
                  </a:lnTo>
                  <a:lnTo>
                    <a:pt x="590" y="664"/>
                  </a:lnTo>
                  <a:lnTo>
                    <a:pt x="959" y="443"/>
                  </a:lnTo>
                  <a:lnTo>
                    <a:pt x="1180" y="369"/>
                  </a:lnTo>
                  <a:lnTo>
                    <a:pt x="1475" y="296"/>
                  </a:lnTo>
                  <a:close/>
                  <a:moveTo>
                    <a:pt x="1475" y="0"/>
                  </a:moveTo>
                  <a:lnTo>
                    <a:pt x="1180" y="74"/>
                  </a:lnTo>
                  <a:lnTo>
                    <a:pt x="885" y="148"/>
                  </a:lnTo>
                  <a:lnTo>
                    <a:pt x="590" y="296"/>
                  </a:lnTo>
                  <a:lnTo>
                    <a:pt x="443" y="443"/>
                  </a:lnTo>
                  <a:lnTo>
                    <a:pt x="221" y="664"/>
                  </a:lnTo>
                  <a:lnTo>
                    <a:pt x="74" y="959"/>
                  </a:lnTo>
                  <a:lnTo>
                    <a:pt x="0" y="1181"/>
                  </a:lnTo>
                  <a:lnTo>
                    <a:pt x="0" y="1476"/>
                  </a:lnTo>
                  <a:lnTo>
                    <a:pt x="0" y="1844"/>
                  </a:lnTo>
                  <a:lnTo>
                    <a:pt x="74" y="2066"/>
                  </a:lnTo>
                  <a:lnTo>
                    <a:pt x="221" y="2361"/>
                  </a:lnTo>
                  <a:lnTo>
                    <a:pt x="443" y="2582"/>
                  </a:lnTo>
                  <a:lnTo>
                    <a:pt x="590" y="2730"/>
                  </a:lnTo>
                  <a:lnTo>
                    <a:pt x="885" y="2877"/>
                  </a:lnTo>
                  <a:lnTo>
                    <a:pt x="1180" y="2951"/>
                  </a:lnTo>
                  <a:lnTo>
                    <a:pt x="1770" y="2951"/>
                  </a:lnTo>
                  <a:lnTo>
                    <a:pt x="1992" y="2877"/>
                  </a:lnTo>
                  <a:lnTo>
                    <a:pt x="2287" y="2730"/>
                  </a:lnTo>
                  <a:lnTo>
                    <a:pt x="2508" y="2582"/>
                  </a:lnTo>
                  <a:lnTo>
                    <a:pt x="2655" y="2361"/>
                  </a:lnTo>
                  <a:lnTo>
                    <a:pt x="2803" y="2066"/>
                  </a:lnTo>
                  <a:lnTo>
                    <a:pt x="2877" y="1844"/>
                  </a:lnTo>
                  <a:lnTo>
                    <a:pt x="2950" y="1476"/>
                  </a:lnTo>
                  <a:lnTo>
                    <a:pt x="2877" y="1181"/>
                  </a:lnTo>
                  <a:lnTo>
                    <a:pt x="2803" y="959"/>
                  </a:lnTo>
                  <a:lnTo>
                    <a:pt x="2655" y="664"/>
                  </a:lnTo>
                  <a:lnTo>
                    <a:pt x="2508" y="443"/>
                  </a:lnTo>
                  <a:lnTo>
                    <a:pt x="2287" y="296"/>
                  </a:lnTo>
                  <a:lnTo>
                    <a:pt x="1992" y="148"/>
                  </a:lnTo>
                  <a:lnTo>
                    <a:pt x="1770" y="74"/>
                  </a:lnTo>
                  <a:lnTo>
                    <a:pt x="147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6260;p51">
              <a:extLst>
                <a:ext uri="{FF2B5EF4-FFF2-40B4-BE49-F238E27FC236}">
                  <a16:creationId xmlns:a16="http://schemas.microsoft.com/office/drawing/2014/main" id="{222905FD-1B4A-2C4A-0270-FB740A4C8626}"/>
                </a:ext>
              </a:extLst>
            </p:cNvPr>
            <p:cNvSpPr/>
            <p:nvPr/>
          </p:nvSpPr>
          <p:spPr>
            <a:xfrm>
              <a:off x="3761556" y="3035351"/>
              <a:ext cx="167733" cy="158888"/>
            </a:xfrm>
            <a:custGeom>
              <a:avLst/>
              <a:gdLst/>
              <a:ahLst/>
              <a:cxnLst/>
              <a:rect l="l" t="t" r="r" b="b"/>
              <a:pathLst>
                <a:path w="5607" h="5607" extrusionOk="0">
                  <a:moveTo>
                    <a:pt x="2804" y="0"/>
                  </a:moveTo>
                  <a:lnTo>
                    <a:pt x="2213" y="74"/>
                  </a:lnTo>
                  <a:lnTo>
                    <a:pt x="1697" y="222"/>
                  </a:lnTo>
                  <a:lnTo>
                    <a:pt x="1181" y="517"/>
                  </a:lnTo>
                  <a:lnTo>
                    <a:pt x="812" y="812"/>
                  </a:lnTo>
                  <a:lnTo>
                    <a:pt x="443" y="1254"/>
                  </a:lnTo>
                  <a:lnTo>
                    <a:pt x="222" y="1771"/>
                  </a:lnTo>
                  <a:lnTo>
                    <a:pt x="1" y="2287"/>
                  </a:lnTo>
                  <a:lnTo>
                    <a:pt x="1" y="2803"/>
                  </a:lnTo>
                  <a:lnTo>
                    <a:pt x="1" y="3393"/>
                  </a:lnTo>
                  <a:lnTo>
                    <a:pt x="222" y="3910"/>
                  </a:lnTo>
                  <a:lnTo>
                    <a:pt x="443" y="4426"/>
                  </a:lnTo>
                  <a:lnTo>
                    <a:pt x="812" y="4795"/>
                  </a:lnTo>
                  <a:lnTo>
                    <a:pt x="1181" y="5164"/>
                  </a:lnTo>
                  <a:lnTo>
                    <a:pt x="1697" y="5385"/>
                  </a:lnTo>
                  <a:lnTo>
                    <a:pt x="2213" y="5606"/>
                  </a:lnTo>
                  <a:lnTo>
                    <a:pt x="3320" y="5606"/>
                  </a:lnTo>
                  <a:lnTo>
                    <a:pt x="3836" y="5385"/>
                  </a:lnTo>
                  <a:lnTo>
                    <a:pt x="4352" y="5164"/>
                  </a:lnTo>
                  <a:lnTo>
                    <a:pt x="4795" y="4795"/>
                  </a:lnTo>
                  <a:lnTo>
                    <a:pt x="5090" y="4426"/>
                  </a:lnTo>
                  <a:lnTo>
                    <a:pt x="5385" y="3910"/>
                  </a:lnTo>
                  <a:lnTo>
                    <a:pt x="5533" y="3393"/>
                  </a:lnTo>
                  <a:lnTo>
                    <a:pt x="5606" y="2803"/>
                  </a:lnTo>
                  <a:lnTo>
                    <a:pt x="5533" y="2287"/>
                  </a:lnTo>
                  <a:lnTo>
                    <a:pt x="5385" y="1771"/>
                  </a:lnTo>
                  <a:lnTo>
                    <a:pt x="5090" y="1254"/>
                  </a:lnTo>
                  <a:lnTo>
                    <a:pt x="4795" y="812"/>
                  </a:lnTo>
                  <a:lnTo>
                    <a:pt x="4352" y="517"/>
                  </a:lnTo>
                  <a:lnTo>
                    <a:pt x="3836" y="222"/>
                  </a:lnTo>
                  <a:lnTo>
                    <a:pt x="3320" y="74"/>
                  </a:lnTo>
                  <a:lnTo>
                    <a:pt x="28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6261;p51">
              <a:extLst>
                <a:ext uri="{FF2B5EF4-FFF2-40B4-BE49-F238E27FC236}">
                  <a16:creationId xmlns:a16="http://schemas.microsoft.com/office/drawing/2014/main" id="{8618B94B-EBD1-5804-C3CD-B6A0E92B59C1}"/>
                </a:ext>
              </a:extLst>
            </p:cNvPr>
            <p:cNvSpPr/>
            <p:nvPr/>
          </p:nvSpPr>
          <p:spPr>
            <a:xfrm>
              <a:off x="3757158" y="3031157"/>
              <a:ext cx="176528" cy="167248"/>
            </a:xfrm>
            <a:custGeom>
              <a:avLst/>
              <a:gdLst/>
              <a:ahLst/>
              <a:cxnLst/>
              <a:rect l="l" t="t" r="r" b="b"/>
              <a:pathLst>
                <a:path w="5901" h="5902" extrusionOk="0">
                  <a:moveTo>
                    <a:pt x="2951" y="296"/>
                  </a:moveTo>
                  <a:lnTo>
                    <a:pt x="3467" y="370"/>
                  </a:lnTo>
                  <a:lnTo>
                    <a:pt x="3983" y="517"/>
                  </a:lnTo>
                  <a:lnTo>
                    <a:pt x="4426" y="812"/>
                  </a:lnTo>
                  <a:lnTo>
                    <a:pt x="4795" y="1107"/>
                  </a:lnTo>
                  <a:lnTo>
                    <a:pt x="5090" y="1476"/>
                  </a:lnTo>
                  <a:lnTo>
                    <a:pt x="5385" y="1919"/>
                  </a:lnTo>
                  <a:lnTo>
                    <a:pt x="5532" y="2435"/>
                  </a:lnTo>
                  <a:lnTo>
                    <a:pt x="5606" y="2951"/>
                  </a:lnTo>
                  <a:lnTo>
                    <a:pt x="5532" y="3541"/>
                  </a:lnTo>
                  <a:lnTo>
                    <a:pt x="5385" y="3984"/>
                  </a:lnTo>
                  <a:lnTo>
                    <a:pt x="5090" y="4426"/>
                  </a:lnTo>
                  <a:lnTo>
                    <a:pt x="4795" y="4869"/>
                  </a:lnTo>
                  <a:lnTo>
                    <a:pt x="4426" y="5164"/>
                  </a:lnTo>
                  <a:lnTo>
                    <a:pt x="3983" y="5459"/>
                  </a:lnTo>
                  <a:lnTo>
                    <a:pt x="3467" y="5607"/>
                  </a:lnTo>
                  <a:lnTo>
                    <a:pt x="2360" y="5607"/>
                  </a:lnTo>
                  <a:lnTo>
                    <a:pt x="1918" y="5459"/>
                  </a:lnTo>
                  <a:lnTo>
                    <a:pt x="1475" y="5164"/>
                  </a:lnTo>
                  <a:lnTo>
                    <a:pt x="1033" y="4869"/>
                  </a:lnTo>
                  <a:lnTo>
                    <a:pt x="738" y="4426"/>
                  </a:lnTo>
                  <a:lnTo>
                    <a:pt x="443" y="3984"/>
                  </a:lnTo>
                  <a:lnTo>
                    <a:pt x="295" y="3541"/>
                  </a:lnTo>
                  <a:lnTo>
                    <a:pt x="295" y="2951"/>
                  </a:lnTo>
                  <a:lnTo>
                    <a:pt x="295" y="2435"/>
                  </a:lnTo>
                  <a:lnTo>
                    <a:pt x="443" y="1919"/>
                  </a:lnTo>
                  <a:lnTo>
                    <a:pt x="738" y="1476"/>
                  </a:lnTo>
                  <a:lnTo>
                    <a:pt x="1033" y="1107"/>
                  </a:lnTo>
                  <a:lnTo>
                    <a:pt x="1475" y="812"/>
                  </a:lnTo>
                  <a:lnTo>
                    <a:pt x="1918" y="517"/>
                  </a:lnTo>
                  <a:lnTo>
                    <a:pt x="2360" y="370"/>
                  </a:lnTo>
                  <a:lnTo>
                    <a:pt x="2951" y="296"/>
                  </a:lnTo>
                  <a:close/>
                  <a:moveTo>
                    <a:pt x="2951" y="1"/>
                  </a:moveTo>
                  <a:lnTo>
                    <a:pt x="2360" y="75"/>
                  </a:lnTo>
                  <a:lnTo>
                    <a:pt x="1770" y="296"/>
                  </a:lnTo>
                  <a:lnTo>
                    <a:pt x="1254" y="517"/>
                  </a:lnTo>
                  <a:lnTo>
                    <a:pt x="812" y="886"/>
                  </a:lnTo>
                  <a:lnTo>
                    <a:pt x="443" y="1329"/>
                  </a:lnTo>
                  <a:lnTo>
                    <a:pt x="221" y="1845"/>
                  </a:lnTo>
                  <a:lnTo>
                    <a:pt x="0" y="2361"/>
                  </a:lnTo>
                  <a:lnTo>
                    <a:pt x="0" y="2951"/>
                  </a:lnTo>
                  <a:lnTo>
                    <a:pt x="0" y="3541"/>
                  </a:lnTo>
                  <a:lnTo>
                    <a:pt x="221" y="4131"/>
                  </a:lnTo>
                  <a:lnTo>
                    <a:pt x="443" y="4648"/>
                  </a:lnTo>
                  <a:lnTo>
                    <a:pt x="812" y="5090"/>
                  </a:lnTo>
                  <a:lnTo>
                    <a:pt x="1254" y="5459"/>
                  </a:lnTo>
                  <a:lnTo>
                    <a:pt x="1770" y="5680"/>
                  </a:lnTo>
                  <a:lnTo>
                    <a:pt x="2360" y="5902"/>
                  </a:lnTo>
                  <a:lnTo>
                    <a:pt x="3541" y="5902"/>
                  </a:lnTo>
                  <a:lnTo>
                    <a:pt x="4057" y="5680"/>
                  </a:lnTo>
                  <a:lnTo>
                    <a:pt x="4573" y="5459"/>
                  </a:lnTo>
                  <a:lnTo>
                    <a:pt x="5016" y="5090"/>
                  </a:lnTo>
                  <a:lnTo>
                    <a:pt x="5385" y="4648"/>
                  </a:lnTo>
                  <a:lnTo>
                    <a:pt x="5606" y="4131"/>
                  </a:lnTo>
                  <a:lnTo>
                    <a:pt x="5827" y="3541"/>
                  </a:lnTo>
                  <a:lnTo>
                    <a:pt x="5901" y="2951"/>
                  </a:lnTo>
                  <a:lnTo>
                    <a:pt x="5827" y="2361"/>
                  </a:lnTo>
                  <a:lnTo>
                    <a:pt x="5606" y="1845"/>
                  </a:lnTo>
                  <a:lnTo>
                    <a:pt x="5385" y="1329"/>
                  </a:lnTo>
                  <a:lnTo>
                    <a:pt x="5016" y="886"/>
                  </a:lnTo>
                  <a:lnTo>
                    <a:pt x="4573" y="517"/>
                  </a:lnTo>
                  <a:lnTo>
                    <a:pt x="4057" y="296"/>
                  </a:lnTo>
                  <a:lnTo>
                    <a:pt x="3541" y="75"/>
                  </a:lnTo>
                  <a:lnTo>
                    <a:pt x="295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6262;p51">
              <a:extLst>
                <a:ext uri="{FF2B5EF4-FFF2-40B4-BE49-F238E27FC236}">
                  <a16:creationId xmlns:a16="http://schemas.microsoft.com/office/drawing/2014/main" id="{B18F4C8D-4B82-943C-9747-F3274211CEDC}"/>
                </a:ext>
              </a:extLst>
            </p:cNvPr>
            <p:cNvSpPr/>
            <p:nvPr/>
          </p:nvSpPr>
          <p:spPr>
            <a:xfrm>
              <a:off x="3805681" y="3077149"/>
              <a:ext cx="79484" cy="75264"/>
            </a:xfrm>
            <a:custGeom>
              <a:avLst/>
              <a:gdLst/>
              <a:ahLst/>
              <a:cxnLst/>
              <a:rect l="l" t="t" r="r" b="b"/>
              <a:pathLst>
                <a:path w="2657" h="2656" extrusionOk="0">
                  <a:moveTo>
                    <a:pt x="1329" y="1"/>
                  </a:moveTo>
                  <a:lnTo>
                    <a:pt x="1034" y="74"/>
                  </a:lnTo>
                  <a:lnTo>
                    <a:pt x="812" y="148"/>
                  </a:lnTo>
                  <a:lnTo>
                    <a:pt x="591" y="222"/>
                  </a:lnTo>
                  <a:lnTo>
                    <a:pt x="370" y="443"/>
                  </a:lnTo>
                  <a:lnTo>
                    <a:pt x="222" y="591"/>
                  </a:lnTo>
                  <a:lnTo>
                    <a:pt x="75" y="812"/>
                  </a:lnTo>
                  <a:lnTo>
                    <a:pt x="1" y="1107"/>
                  </a:lnTo>
                  <a:lnTo>
                    <a:pt x="1" y="1328"/>
                  </a:lnTo>
                  <a:lnTo>
                    <a:pt x="1" y="1623"/>
                  </a:lnTo>
                  <a:lnTo>
                    <a:pt x="75" y="1845"/>
                  </a:lnTo>
                  <a:lnTo>
                    <a:pt x="222" y="2066"/>
                  </a:lnTo>
                  <a:lnTo>
                    <a:pt x="370" y="2287"/>
                  </a:lnTo>
                  <a:lnTo>
                    <a:pt x="591" y="2435"/>
                  </a:lnTo>
                  <a:lnTo>
                    <a:pt x="812" y="2582"/>
                  </a:lnTo>
                  <a:lnTo>
                    <a:pt x="1034" y="2656"/>
                  </a:lnTo>
                  <a:lnTo>
                    <a:pt x="1550" y="2656"/>
                  </a:lnTo>
                  <a:lnTo>
                    <a:pt x="1845" y="2582"/>
                  </a:lnTo>
                  <a:lnTo>
                    <a:pt x="2066" y="2435"/>
                  </a:lnTo>
                  <a:lnTo>
                    <a:pt x="2214" y="2287"/>
                  </a:lnTo>
                  <a:lnTo>
                    <a:pt x="2435" y="2066"/>
                  </a:lnTo>
                  <a:lnTo>
                    <a:pt x="2509" y="1845"/>
                  </a:lnTo>
                  <a:lnTo>
                    <a:pt x="2582" y="1623"/>
                  </a:lnTo>
                  <a:lnTo>
                    <a:pt x="2656" y="1328"/>
                  </a:lnTo>
                  <a:lnTo>
                    <a:pt x="2582" y="1107"/>
                  </a:lnTo>
                  <a:lnTo>
                    <a:pt x="2509" y="812"/>
                  </a:lnTo>
                  <a:lnTo>
                    <a:pt x="2435" y="591"/>
                  </a:lnTo>
                  <a:lnTo>
                    <a:pt x="2214" y="443"/>
                  </a:lnTo>
                  <a:lnTo>
                    <a:pt x="2066" y="222"/>
                  </a:lnTo>
                  <a:lnTo>
                    <a:pt x="1845" y="148"/>
                  </a:lnTo>
                  <a:lnTo>
                    <a:pt x="1550" y="74"/>
                  </a:lnTo>
                  <a:lnTo>
                    <a:pt x="132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6263;p51">
              <a:extLst>
                <a:ext uri="{FF2B5EF4-FFF2-40B4-BE49-F238E27FC236}">
                  <a16:creationId xmlns:a16="http://schemas.microsoft.com/office/drawing/2014/main" id="{12144928-9E55-4BF1-DB4F-D1903C127E8F}"/>
                </a:ext>
              </a:extLst>
            </p:cNvPr>
            <p:cNvSpPr/>
            <p:nvPr/>
          </p:nvSpPr>
          <p:spPr>
            <a:xfrm>
              <a:off x="3801283" y="3072984"/>
              <a:ext cx="88279" cy="83624"/>
            </a:xfrm>
            <a:custGeom>
              <a:avLst/>
              <a:gdLst/>
              <a:ahLst/>
              <a:cxnLst/>
              <a:rect l="l" t="t" r="r" b="b"/>
              <a:pathLst>
                <a:path w="2951" h="2951" extrusionOk="0">
                  <a:moveTo>
                    <a:pt x="1476" y="295"/>
                  </a:moveTo>
                  <a:lnTo>
                    <a:pt x="1697" y="369"/>
                  </a:lnTo>
                  <a:lnTo>
                    <a:pt x="1918" y="443"/>
                  </a:lnTo>
                  <a:lnTo>
                    <a:pt x="2287" y="664"/>
                  </a:lnTo>
                  <a:lnTo>
                    <a:pt x="2508" y="1033"/>
                  </a:lnTo>
                  <a:lnTo>
                    <a:pt x="2582" y="1254"/>
                  </a:lnTo>
                  <a:lnTo>
                    <a:pt x="2656" y="1475"/>
                  </a:lnTo>
                  <a:lnTo>
                    <a:pt x="2582" y="1770"/>
                  </a:lnTo>
                  <a:lnTo>
                    <a:pt x="2508" y="1992"/>
                  </a:lnTo>
                  <a:lnTo>
                    <a:pt x="2287" y="2360"/>
                  </a:lnTo>
                  <a:lnTo>
                    <a:pt x="1918" y="2582"/>
                  </a:lnTo>
                  <a:lnTo>
                    <a:pt x="1697" y="2655"/>
                  </a:lnTo>
                  <a:lnTo>
                    <a:pt x="1181" y="2655"/>
                  </a:lnTo>
                  <a:lnTo>
                    <a:pt x="959" y="2582"/>
                  </a:lnTo>
                  <a:lnTo>
                    <a:pt x="590" y="2360"/>
                  </a:lnTo>
                  <a:lnTo>
                    <a:pt x="369" y="1992"/>
                  </a:lnTo>
                  <a:lnTo>
                    <a:pt x="295" y="1770"/>
                  </a:lnTo>
                  <a:lnTo>
                    <a:pt x="295" y="1475"/>
                  </a:lnTo>
                  <a:lnTo>
                    <a:pt x="295" y="1254"/>
                  </a:lnTo>
                  <a:lnTo>
                    <a:pt x="369" y="1033"/>
                  </a:lnTo>
                  <a:lnTo>
                    <a:pt x="590" y="664"/>
                  </a:lnTo>
                  <a:lnTo>
                    <a:pt x="959" y="443"/>
                  </a:lnTo>
                  <a:lnTo>
                    <a:pt x="1181" y="369"/>
                  </a:lnTo>
                  <a:lnTo>
                    <a:pt x="1476" y="295"/>
                  </a:lnTo>
                  <a:close/>
                  <a:moveTo>
                    <a:pt x="1476" y="0"/>
                  </a:moveTo>
                  <a:lnTo>
                    <a:pt x="1181" y="74"/>
                  </a:lnTo>
                  <a:lnTo>
                    <a:pt x="885" y="148"/>
                  </a:lnTo>
                  <a:lnTo>
                    <a:pt x="590" y="295"/>
                  </a:lnTo>
                  <a:lnTo>
                    <a:pt x="369" y="443"/>
                  </a:lnTo>
                  <a:lnTo>
                    <a:pt x="222" y="664"/>
                  </a:lnTo>
                  <a:lnTo>
                    <a:pt x="74" y="959"/>
                  </a:lnTo>
                  <a:lnTo>
                    <a:pt x="0" y="1180"/>
                  </a:lnTo>
                  <a:lnTo>
                    <a:pt x="0" y="1475"/>
                  </a:lnTo>
                  <a:lnTo>
                    <a:pt x="0" y="1770"/>
                  </a:lnTo>
                  <a:lnTo>
                    <a:pt x="74" y="2065"/>
                  </a:lnTo>
                  <a:lnTo>
                    <a:pt x="222" y="2360"/>
                  </a:lnTo>
                  <a:lnTo>
                    <a:pt x="369" y="2582"/>
                  </a:lnTo>
                  <a:lnTo>
                    <a:pt x="590" y="2729"/>
                  </a:lnTo>
                  <a:lnTo>
                    <a:pt x="885" y="2877"/>
                  </a:lnTo>
                  <a:lnTo>
                    <a:pt x="1181" y="2950"/>
                  </a:lnTo>
                  <a:lnTo>
                    <a:pt x="1771" y="2950"/>
                  </a:lnTo>
                  <a:lnTo>
                    <a:pt x="1992" y="2877"/>
                  </a:lnTo>
                  <a:lnTo>
                    <a:pt x="2287" y="2729"/>
                  </a:lnTo>
                  <a:lnTo>
                    <a:pt x="2508" y="2582"/>
                  </a:lnTo>
                  <a:lnTo>
                    <a:pt x="2656" y="2360"/>
                  </a:lnTo>
                  <a:lnTo>
                    <a:pt x="2803" y="2065"/>
                  </a:lnTo>
                  <a:lnTo>
                    <a:pt x="2877" y="1770"/>
                  </a:lnTo>
                  <a:lnTo>
                    <a:pt x="2951" y="1475"/>
                  </a:lnTo>
                  <a:lnTo>
                    <a:pt x="2877" y="1180"/>
                  </a:lnTo>
                  <a:lnTo>
                    <a:pt x="2803" y="959"/>
                  </a:lnTo>
                  <a:lnTo>
                    <a:pt x="2656" y="664"/>
                  </a:lnTo>
                  <a:lnTo>
                    <a:pt x="2508" y="443"/>
                  </a:lnTo>
                  <a:lnTo>
                    <a:pt x="2287" y="295"/>
                  </a:lnTo>
                  <a:lnTo>
                    <a:pt x="1992" y="148"/>
                  </a:lnTo>
                  <a:lnTo>
                    <a:pt x="1771" y="74"/>
                  </a:lnTo>
                  <a:lnTo>
                    <a:pt x="1476"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6264;p51">
              <a:extLst>
                <a:ext uri="{FF2B5EF4-FFF2-40B4-BE49-F238E27FC236}">
                  <a16:creationId xmlns:a16="http://schemas.microsoft.com/office/drawing/2014/main" id="{3D7BDA7D-77AD-65DD-ED9A-69F497CD868D}"/>
                </a:ext>
              </a:extLst>
            </p:cNvPr>
            <p:cNvSpPr/>
            <p:nvPr/>
          </p:nvSpPr>
          <p:spPr>
            <a:xfrm>
              <a:off x="3300416" y="2983097"/>
              <a:ext cx="22077" cy="48089"/>
            </a:xfrm>
            <a:custGeom>
              <a:avLst/>
              <a:gdLst/>
              <a:ahLst/>
              <a:cxnLst/>
              <a:rect l="l" t="t" r="r" b="b"/>
              <a:pathLst>
                <a:path w="738" h="1697" extrusionOk="0">
                  <a:moveTo>
                    <a:pt x="148" y="0"/>
                  </a:moveTo>
                  <a:lnTo>
                    <a:pt x="74" y="74"/>
                  </a:lnTo>
                  <a:lnTo>
                    <a:pt x="0" y="222"/>
                  </a:lnTo>
                  <a:lnTo>
                    <a:pt x="443" y="1623"/>
                  </a:lnTo>
                  <a:lnTo>
                    <a:pt x="516" y="1697"/>
                  </a:lnTo>
                  <a:lnTo>
                    <a:pt x="664" y="1697"/>
                  </a:lnTo>
                  <a:lnTo>
                    <a:pt x="738" y="1623"/>
                  </a:lnTo>
                  <a:lnTo>
                    <a:pt x="738" y="1549"/>
                  </a:lnTo>
                  <a:lnTo>
                    <a:pt x="295" y="148"/>
                  </a:lnTo>
                  <a:lnTo>
                    <a:pt x="221"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6265;p51">
              <a:extLst>
                <a:ext uri="{FF2B5EF4-FFF2-40B4-BE49-F238E27FC236}">
                  <a16:creationId xmlns:a16="http://schemas.microsoft.com/office/drawing/2014/main" id="{E4983DA4-1E5B-E2B8-3D46-1358C9CE9622}"/>
                </a:ext>
              </a:extLst>
            </p:cNvPr>
            <p:cNvSpPr/>
            <p:nvPr/>
          </p:nvSpPr>
          <p:spPr>
            <a:xfrm>
              <a:off x="3254078" y="3012370"/>
              <a:ext cx="46368" cy="33467"/>
            </a:xfrm>
            <a:custGeom>
              <a:avLst/>
              <a:gdLst/>
              <a:ahLst/>
              <a:cxnLst/>
              <a:rect l="l" t="t" r="r" b="b"/>
              <a:pathLst>
                <a:path w="1550" h="1181" extrusionOk="0">
                  <a:moveTo>
                    <a:pt x="148" y="0"/>
                  </a:moveTo>
                  <a:lnTo>
                    <a:pt x="0" y="74"/>
                  </a:lnTo>
                  <a:lnTo>
                    <a:pt x="0" y="221"/>
                  </a:lnTo>
                  <a:lnTo>
                    <a:pt x="74" y="295"/>
                  </a:lnTo>
                  <a:lnTo>
                    <a:pt x="1254" y="1180"/>
                  </a:lnTo>
                  <a:lnTo>
                    <a:pt x="1475" y="1180"/>
                  </a:lnTo>
                  <a:lnTo>
                    <a:pt x="1549" y="1033"/>
                  </a:lnTo>
                  <a:lnTo>
                    <a:pt x="1475" y="959"/>
                  </a:lnTo>
                  <a:lnTo>
                    <a:pt x="221"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6266;p51">
              <a:extLst>
                <a:ext uri="{FF2B5EF4-FFF2-40B4-BE49-F238E27FC236}">
                  <a16:creationId xmlns:a16="http://schemas.microsoft.com/office/drawing/2014/main" id="{473091A7-E313-3B74-6162-983087513394}"/>
                </a:ext>
              </a:extLst>
            </p:cNvPr>
            <p:cNvSpPr/>
            <p:nvPr/>
          </p:nvSpPr>
          <p:spPr>
            <a:xfrm>
              <a:off x="3366588" y="3062527"/>
              <a:ext cx="53009" cy="10485"/>
            </a:xfrm>
            <a:custGeom>
              <a:avLst/>
              <a:gdLst/>
              <a:ahLst/>
              <a:cxnLst/>
              <a:rect l="l" t="t" r="r" b="b"/>
              <a:pathLst>
                <a:path w="1772" h="370" extrusionOk="0">
                  <a:moveTo>
                    <a:pt x="148" y="0"/>
                  </a:moveTo>
                  <a:lnTo>
                    <a:pt x="75" y="74"/>
                  </a:lnTo>
                  <a:lnTo>
                    <a:pt x="1" y="148"/>
                  </a:lnTo>
                  <a:lnTo>
                    <a:pt x="75" y="295"/>
                  </a:lnTo>
                  <a:lnTo>
                    <a:pt x="148" y="295"/>
                  </a:lnTo>
                  <a:lnTo>
                    <a:pt x="1624" y="369"/>
                  </a:lnTo>
                  <a:lnTo>
                    <a:pt x="1771" y="369"/>
                  </a:lnTo>
                  <a:lnTo>
                    <a:pt x="1771" y="295"/>
                  </a:lnTo>
                  <a:lnTo>
                    <a:pt x="1771" y="148"/>
                  </a:lnTo>
                  <a:lnTo>
                    <a:pt x="1624"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6267;p51">
              <a:extLst>
                <a:ext uri="{FF2B5EF4-FFF2-40B4-BE49-F238E27FC236}">
                  <a16:creationId xmlns:a16="http://schemas.microsoft.com/office/drawing/2014/main" id="{328FA78F-2133-1253-200A-305C3BE4D4B1}"/>
                </a:ext>
              </a:extLst>
            </p:cNvPr>
            <p:cNvSpPr/>
            <p:nvPr/>
          </p:nvSpPr>
          <p:spPr>
            <a:xfrm>
              <a:off x="3342327" y="3081343"/>
              <a:ext cx="35330" cy="56448"/>
            </a:xfrm>
            <a:custGeom>
              <a:avLst/>
              <a:gdLst/>
              <a:ahLst/>
              <a:cxnLst/>
              <a:rect l="l" t="t" r="r" b="b"/>
              <a:pathLst>
                <a:path w="1181" h="1992" extrusionOk="0">
                  <a:moveTo>
                    <a:pt x="74" y="0"/>
                  </a:moveTo>
                  <a:lnTo>
                    <a:pt x="1" y="74"/>
                  </a:lnTo>
                  <a:lnTo>
                    <a:pt x="1" y="148"/>
                  </a:lnTo>
                  <a:lnTo>
                    <a:pt x="886" y="1918"/>
                  </a:lnTo>
                  <a:lnTo>
                    <a:pt x="959" y="1992"/>
                  </a:lnTo>
                  <a:lnTo>
                    <a:pt x="1107" y="1992"/>
                  </a:lnTo>
                  <a:lnTo>
                    <a:pt x="1181" y="1918"/>
                  </a:lnTo>
                  <a:lnTo>
                    <a:pt x="1181" y="1770"/>
                  </a:lnTo>
                  <a:lnTo>
                    <a:pt x="296" y="74"/>
                  </a:lnTo>
                  <a:lnTo>
                    <a:pt x="22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6268;p51">
              <a:extLst>
                <a:ext uri="{FF2B5EF4-FFF2-40B4-BE49-F238E27FC236}">
                  <a16:creationId xmlns:a16="http://schemas.microsoft.com/office/drawing/2014/main" id="{FB4FE00F-B92D-6A73-70C5-CB03197D265D}"/>
                </a:ext>
              </a:extLst>
            </p:cNvPr>
            <p:cNvSpPr/>
            <p:nvPr/>
          </p:nvSpPr>
          <p:spPr>
            <a:xfrm>
              <a:off x="3382054" y="3089703"/>
              <a:ext cx="26505" cy="18816"/>
            </a:xfrm>
            <a:custGeom>
              <a:avLst/>
              <a:gdLst/>
              <a:ahLst/>
              <a:cxnLst/>
              <a:rect l="l" t="t" r="r" b="b"/>
              <a:pathLst>
                <a:path w="886" h="664" extrusionOk="0">
                  <a:moveTo>
                    <a:pt x="148" y="0"/>
                  </a:moveTo>
                  <a:lnTo>
                    <a:pt x="0" y="74"/>
                  </a:lnTo>
                  <a:lnTo>
                    <a:pt x="0" y="221"/>
                  </a:lnTo>
                  <a:lnTo>
                    <a:pt x="74" y="295"/>
                  </a:lnTo>
                  <a:lnTo>
                    <a:pt x="664" y="664"/>
                  </a:lnTo>
                  <a:lnTo>
                    <a:pt x="738" y="664"/>
                  </a:lnTo>
                  <a:lnTo>
                    <a:pt x="885" y="590"/>
                  </a:lnTo>
                  <a:lnTo>
                    <a:pt x="885" y="516"/>
                  </a:lnTo>
                  <a:lnTo>
                    <a:pt x="812" y="369"/>
                  </a:lnTo>
                  <a:lnTo>
                    <a:pt x="221"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6269;p51">
              <a:extLst>
                <a:ext uri="{FF2B5EF4-FFF2-40B4-BE49-F238E27FC236}">
                  <a16:creationId xmlns:a16="http://schemas.microsoft.com/office/drawing/2014/main" id="{672443BC-CB0B-173E-2810-F7E44A7270C8}"/>
                </a:ext>
              </a:extLst>
            </p:cNvPr>
            <p:cNvSpPr/>
            <p:nvPr/>
          </p:nvSpPr>
          <p:spPr>
            <a:xfrm>
              <a:off x="2620275" y="4024000"/>
              <a:ext cx="1869735" cy="33449"/>
            </a:xfrm>
            <a:custGeom>
              <a:avLst/>
              <a:gdLst/>
              <a:ahLst/>
              <a:cxnLst/>
              <a:rect l="l" t="t" r="r" b="b"/>
              <a:pathLst>
                <a:path w="119491" h="1181" extrusionOk="0">
                  <a:moveTo>
                    <a:pt x="1" y="0"/>
                  </a:moveTo>
                  <a:lnTo>
                    <a:pt x="1" y="1181"/>
                  </a:lnTo>
                  <a:lnTo>
                    <a:pt x="119490" y="1181"/>
                  </a:lnTo>
                  <a:lnTo>
                    <a:pt x="11949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6270;p51">
              <a:extLst>
                <a:ext uri="{FF2B5EF4-FFF2-40B4-BE49-F238E27FC236}">
                  <a16:creationId xmlns:a16="http://schemas.microsoft.com/office/drawing/2014/main" id="{16B8CEEA-EAD3-4A6C-0AB8-CE3E92E7BC7C}"/>
                </a:ext>
              </a:extLst>
            </p:cNvPr>
            <p:cNvSpPr/>
            <p:nvPr/>
          </p:nvSpPr>
          <p:spPr>
            <a:xfrm>
              <a:off x="2673745" y="3279904"/>
              <a:ext cx="8855" cy="75264"/>
            </a:xfrm>
            <a:custGeom>
              <a:avLst/>
              <a:gdLst/>
              <a:ahLst/>
              <a:cxnLst/>
              <a:rect l="l" t="t" r="r" b="b"/>
              <a:pathLst>
                <a:path w="296" h="2656" extrusionOk="0">
                  <a:moveTo>
                    <a:pt x="148" y="0"/>
                  </a:moveTo>
                  <a:lnTo>
                    <a:pt x="74" y="74"/>
                  </a:lnTo>
                  <a:lnTo>
                    <a:pt x="1" y="148"/>
                  </a:lnTo>
                  <a:lnTo>
                    <a:pt x="1" y="2508"/>
                  </a:lnTo>
                  <a:lnTo>
                    <a:pt x="74" y="2656"/>
                  </a:lnTo>
                  <a:lnTo>
                    <a:pt x="222" y="2656"/>
                  </a:lnTo>
                  <a:lnTo>
                    <a:pt x="296" y="2508"/>
                  </a:lnTo>
                  <a:lnTo>
                    <a:pt x="296" y="148"/>
                  </a:lnTo>
                  <a:lnTo>
                    <a:pt x="222"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8" name="Google Shape;5833;p48">
            <a:extLst>
              <a:ext uri="{FF2B5EF4-FFF2-40B4-BE49-F238E27FC236}">
                <a16:creationId xmlns:a16="http://schemas.microsoft.com/office/drawing/2014/main" id="{35496704-4ECF-FA63-89C0-9D141EF4740D}"/>
              </a:ext>
            </a:extLst>
          </p:cNvPr>
          <p:cNvGrpSpPr/>
          <p:nvPr/>
        </p:nvGrpSpPr>
        <p:grpSpPr>
          <a:xfrm>
            <a:off x="4511645" y="3429000"/>
            <a:ext cx="3583368" cy="2437167"/>
            <a:chOff x="2351400" y="315550"/>
            <a:chExt cx="2994625" cy="2150125"/>
          </a:xfrm>
        </p:grpSpPr>
        <p:sp>
          <p:nvSpPr>
            <p:cNvPr id="409" name="Google Shape;5834;p48">
              <a:extLst>
                <a:ext uri="{FF2B5EF4-FFF2-40B4-BE49-F238E27FC236}">
                  <a16:creationId xmlns:a16="http://schemas.microsoft.com/office/drawing/2014/main" id="{47F9BE21-D1FA-06A0-51C5-150850AD763C}"/>
                </a:ext>
              </a:extLst>
            </p:cNvPr>
            <p:cNvSpPr/>
            <p:nvPr/>
          </p:nvSpPr>
          <p:spPr>
            <a:xfrm>
              <a:off x="3454100" y="1787050"/>
              <a:ext cx="110650" cy="110675"/>
            </a:xfrm>
            <a:custGeom>
              <a:avLst/>
              <a:gdLst/>
              <a:ahLst/>
              <a:cxnLst/>
              <a:rect l="l" t="t" r="r" b="b"/>
              <a:pathLst>
                <a:path w="4426" h="4427" extrusionOk="0">
                  <a:moveTo>
                    <a:pt x="2213" y="1033"/>
                  </a:moveTo>
                  <a:lnTo>
                    <a:pt x="2434" y="1107"/>
                  </a:lnTo>
                  <a:lnTo>
                    <a:pt x="2655" y="1181"/>
                  </a:lnTo>
                  <a:lnTo>
                    <a:pt x="3024" y="1402"/>
                  </a:lnTo>
                  <a:lnTo>
                    <a:pt x="3245" y="1771"/>
                  </a:lnTo>
                  <a:lnTo>
                    <a:pt x="3319" y="1992"/>
                  </a:lnTo>
                  <a:lnTo>
                    <a:pt x="3393" y="2214"/>
                  </a:lnTo>
                  <a:lnTo>
                    <a:pt x="3319" y="2435"/>
                  </a:lnTo>
                  <a:lnTo>
                    <a:pt x="3245" y="2656"/>
                  </a:lnTo>
                  <a:lnTo>
                    <a:pt x="3024" y="3025"/>
                  </a:lnTo>
                  <a:lnTo>
                    <a:pt x="2655" y="3246"/>
                  </a:lnTo>
                  <a:lnTo>
                    <a:pt x="2434" y="3320"/>
                  </a:lnTo>
                  <a:lnTo>
                    <a:pt x="2213" y="3394"/>
                  </a:lnTo>
                  <a:lnTo>
                    <a:pt x="1992" y="3320"/>
                  </a:lnTo>
                  <a:lnTo>
                    <a:pt x="1770" y="3320"/>
                  </a:lnTo>
                  <a:lnTo>
                    <a:pt x="1401" y="3025"/>
                  </a:lnTo>
                  <a:lnTo>
                    <a:pt x="1106" y="2656"/>
                  </a:lnTo>
                  <a:lnTo>
                    <a:pt x="1106" y="2435"/>
                  </a:lnTo>
                  <a:lnTo>
                    <a:pt x="1033" y="2214"/>
                  </a:lnTo>
                  <a:lnTo>
                    <a:pt x="1106" y="1992"/>
                  </a:lnTo>
                  <a:lnTo>
                    <a:pt x="1106" y="1771"/>
                  </a:lnTo>
                  <a:lnTo>
                    <a:pt x="1401" y="1402"/>
                  </a:lnTo>
                  <a:lnTo>
                    <a:pt x="1770" y="1181"/>
                  </a:lnTo>
                  <a:lnTo>
                    <a:pt x="1992" y="1107"/>
                  </a:lnTo>
                  <a:lnTo>
                    <a:pt x="2213" y="1033"/>
                  </a:lnTo>
                  <a:close/>
                  <a:moveTo>
                    <a:pt x="1992" y="1"/>
                  </a:moveTo>
                  <a:lnTo>
                    <a:pt x="1844" y="370"/>
                  </a:lnTo>
                  <a:lnTo>
                    <a:pt x="1475" y="517"/>
                  </a:lnTo>
                  <a:lnTo>
                    <a:pt x="1106" y="222"/>
                  </a:lnTo>
                  <a:lnTo>
                    <a:pt x="738" y="517"/>
                  </a:lnTo>
                  <a:lnTo>
                    <a:pt x="885" y="886"/>
                  </a:lnTo>
                  <a:lnTo>
                    <a:pt x="664" y="1255"/>
                  </a:lnTo>
                  <a:lnTo>
                    <a:pt x="221" y="1181"/>
                  </a:lnTo>
                  <a:lnTo>
                    <a:pt x="0" y="1623"/>
                  </a:lnTo>
                  <a:lnTo>
                    <a:pt x="369" y="1845"/>
                  </a:lnTo>
                  <a:lnTo>
                    <a:pt x="369" y="2140"/>
                  </a:lnTo>
                  <a:lnTo>
                    <a:pt x="369" y="2287"/>
                  </a:lnTo>
                  <a:lnTo>
                    <a:pt x="0" y="2509"/>
                  </a:lnTo>
                  <a:lnTo>
                    <a:pt x="148" y="2951"/>
                  </a:lnTo>
                  <a:lnTo>
                    <a:pt x="516" y="2951"/>
                  </a:lnTo>
                  <a:lnTo>
                    <a:pt x="811" y="3320"/>
                  </a:lnTo>
                  <a:lnTo>
                    <a:pt x="590" y="3689"/>
                  </a:lnTo>
                  <a:lnTo>
                    <a:pt x="959" y="3984"/>
                  </a:lnTo>
                  <a:lnTo>
                    <a:pt x="1254" y="3762"/>
                  </a:lnTo>
                  <a:lnTo>
                    <a:pt x="1696" y="3984"/>
                  </a:lnTo>
                  <a:lnTo>
                    <a:pt x="1770" y="4353"/>
                  </a:lnTo>
                  <a:lnTo>
                    <a:pt x="2213" y="4426"/>
                  </a:lnTo>
                  <a:lnTo>
                    <a:pt x="2360" y="3984"/>
                  </a:lnTo>
                  <a:lnTo>
                    <a:pt x="2803" y="3910"/>
                  </a:lnTo>
                  <a:lnTo>
                    <a:pt x="3098" y="4205"/>
                  </a:lnTo>
                  <a:lnTo>
                    <a:pt x="3540" y="3984"/>
                  </a:lnTo>
                  <a:lnTo>
                    <a:pt x="3393" y="3615"/>
                  </a:lnTo>
                  <a:lnTo>
                    <a:pt x="3688" y="3246"/>
                  </a:lnTo>
                  <a:lnTo>
                    <a:pt x="4131" y="3320"/>
                  </a:lnTo>
                  <a:lnTo>
                    <a:pt x="4278" y="2877"/>
                  </a:lnTo>
                  <a:lnTo>
                    <a:pt x="3983" y="2656"/>
                  </a:lnTo>
                  <a:lnTo>
                    <a:pt x="4057" y="2214"/>
                  </a:lnTo>
                  <a:lnTo>
                    <a:pt x="4426" y="2066"/>
                  </a:lnTo>
                  <a:lnTo>
                    <a:pt x="4352" y="1550"/>
                  </a:lnTo>
                  <a:lnTo>
                    <a:pt x="3909" y="1550"/>
                  </a:lnTo>
                  <a:lnTo>
                    <a:pt x="3688" y="1181"/>
                  </a:lnTo>
                  <a:lnTo>
                    <a:pt x="3909" y="812"/>
                  </a:lnTo>
                  <a:lnTo>
                    <a:pt x="3614" y="443"/>
                  </a:lnTo>
                  <a:lnTo>
                    <a:pt x="3245" y="665"/>
                  </a:lnTo>
                  <a:lnTo>
                    <a:pt x="2877" y="517"/>
                  </a:lnTo>
                  <a:lnTo>
                    <a:pt x="2508" y="370"/>
                  </a:lnTo>
                  <a:lnTo>
                    <a:pt x="243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10" name="Google Shape;5835;p48">
              <a:extLst>
                <a:ext uri="{FF2B5EF4-FFF2-40B4-BE49-F238E27FC236}">
                  <a16:creationId xmlns:a16="http://schemas.microsoft.com/office/drawing/2014/main" id="{64C836A8-62E8-DCFF-A041-E9DA4F1996B0}"/>
                </a:ext>
              </a:extLst>
            </p:cNvPr>
            <p:cNvSpPr/>
            <p:nvPr/>
          </p:nvSpPr>
          <p:spPr>
            <a:xfrm>
              <a:off x="4280200" y="1787050"/>
              <a:ext cx="110650" cy="110675"/>
            </a:xfrm>
            <a:custGeom>
              <a:avLst/>
              <a:gdLst/>
              <a:ahLst/>
              <a:cxnLst/>
              <a:rect l="l" t="t" r="r" b="b"/>
              <a:pathLst>
                <a:path w="4426" h="4427" extrusionOk="0">
                  <a:moveTo>
                    <a:pt x="2213" y="1033"/>
                  </a:moveTo>
                  <a:lnTo>
                    <a:pt x="2434" y="1107"/>
                  </a:lnTo>
                  <a:lnTo>
                    <a:pt x="2655" y="1181"/>
                  </a:lnTo>
                  <a:lnTo>
                    <a:pt x="3024" y="1402"/>
                  </a:lnTo>
                  <a:lnTo>
                    <a:pt x="3245" y="1771"/>
                  </a:lnTo>
                  <a:lnTo>
                    <a:pt x="3319" y="1992"/>
                  </a:lnTo>
                  <a:lnTo>
                    <a:pt x="3319" y="2214"/>
                  </a:lnTo>
                  <a:lnTo>
                    <a:pt x="3319" y="2435"/>
                  </a:lnTo>
                  <a:lnTo>
                    <a:pt x="3245" y="2656"/>
                  </a:lnTo>
                  <a:lnTo>
                    <a:pt x="3024" y="3025"/>
                  </a:lnTo>
                  <a:lnTo>
                    <a:pt x="2655" y="3246"/>
                  </a:lnTo>
                  <a:lnTo>
                    <a:pt x="2434" y="3320"/>
                  </a:lnTo>
                  <a:lnTo>
                    <a:pt x="2213" y="3394"/>
                  </a:lnTo>
                  <a:lnTo>
                    <a:pt x="1992" y="3320"/>
                  </a:lnTo>
                  <a:lnTo>
                    <a:pt x="1770" y="3320"/>
                  </a:lnTo>
                  <a:lnTo>
                    <a:pt x="1401" y="3025"/>
                  </a:lnTo>
                  <a:lnTo>
                    <a:pt x="1106" y="2656"/>
                  </a:lnTo>
                  <a:lnTo>
                    <a:pt x="1033" y="2435"/>
                  </a:lnTo>
                  <a:lnTo>
                    <a:pt x="1033" y="2214"/>
                  </a:lnTo>
                  <a:lnTo>
                    <a:pt x="1033" y="1992"/>
                  </a:lnTo>
                  <a:lnTo>
                    <a:pt x="1106" y="1771"/>
                  </a:lnTo>
                  <a:lnTo>
                    <a:pt x="1401" y="1402"/>
                  </a:lnTo>
                  <a:lnTo>
                    <a:pt x="1770" y="1181"/>
                  </a:lnTo>
                  <a:lnTo>
                    <a:pt x="1992" y="1107"/>
                  </a:lnTo>
                  <a:lnTo>
                    <a:pt x="2213" y="1033"/>
                  </a:lnTo>
                  <a:close/>
                  <a:moveTo>
                    <a:pt x="1992" y="1"/>
                  </a:moveTo>
                  <a:lnTo>
                    <a:pt x="1844" y="370"/>
                  </a:lnTo>
                  <a:lnTo>
                    <a:pt x="1401" y="517"/>
                  </a:lnTo>
                  <a:lnTo>
                    <a:pt x="1106" y="222"/>
                  </a:lnTo>
                  <a:lnTo>
                    <a:pt x="738" y="517"/>
                  </a:lnTo>
                  <a:lnTo>
                    <a:pt x="885" y="886"/>
                  </a:lnTo>
                  <a:lnTo>
                    <a:pt x="590" y="1255"/>
                  </a:lnTo>
                  <a:lnTo>
                    <a:pt x="148" y="1181"/>
                  </a:lnTo>
                  <a:lnTo>
                    <a:pt x="0" y="1623"/>
                  </a:lnTo>
                  <a:lnTo>
                    <a:pt x="369" y="1845"/>
                  </a:lnTo>
                  <a:lnTo>
                    <a:pt x="369" y="2140"/>
                  </a:lnTo>
                  <a:lnTo>
                    <a:pt x="369" y="2287"/>
                  </a:lnTo>
                  <a:lnTo>
                    <a:pt x="0" y="2509"/>
                  </a:lnTo>
                  <a:lnTo>
                    <a:pt x="74" y="2951"/>
                  </a:lnTo>
                  <a:lnTo>
                    <a:pt x="516" y="2951"/>
                  </a:lnTo>
                  <a:lnTo>
                    <a:pt x="738" y="3320"/>
                  </a:lnTo>
                  <a:lnTo>
                    <a:pt x="590" y="3689"/>
                  </a:lnTo>
                  <a:lnTo>
                    <a:pt x="959" y="3984"/>
                  </a:lnTo>
                  <a:lnTo>
                    <a:pt x="1254" y="3762"/>
                  </a:lnTo>
                  <a:lnTo>
                    <a:pt x="1696" y="3984"/>
                  </a:lnTo>
                  <a:lnTo>
                    <a:pt x="1770" y="4353"/>
                  </a:lnTo>
                  <a:lnTo>
                    <a:pt x="2213" y="4426"/>
                  </a:lnTo>
                  <a:lnTo>
                    <a:pt x="2360" y="3984"/>
                  </a:lnTo>
                  <a:lnTo>
                    <a:pt x="2803" y="3910"/>
                  </a:lnTo>
                  <a:lnTo>
                    <a:pt x="3098" y="4205"/>
                  </a:lnTo>
                  <a:lnTo>
                    <a:pt x="3467" y="3984"/>
                  </a:lnTo>
                  <a:lnTo>
                    <a:pt x="3393" y="3615"/>
                  </a:lnTo>
                  <a:lnTo>
                    <a:pt x="3688" y="3246"/>
                  </a:lnTo>
                  <a:lnTo>
                    <a:pt x="4057" y="3320"/>
                  </a:lnTo>
                  <a:lnTo>
                    <a:pt x="4278" y="2877"/>
                  </a:lnTo>
                  <a:lnTo>
                    <a:pt x="3983" y="2656"/>
                  </a:lnTo>
                  <a:lnTo>
                    <a:pt x="4057" y="2214"/>
                  </a:lnTo>
                  <a:lnTo>
                    <a:pt x="4426" y="2066"/>
                  </a:lnTo>
                  <a:lnTo>
                    <a:pt x="4352" y="1550"/>
                  </a:lnTo>
                  <a:lnTo>
                    <a:pt x="3909" y="1550"/>
                  </a:lnTo>
                  <a:lnTo>
                    <a:pt x="3688" y="1181"/>
                  </a:lnTo>
                  <a:lnTo>
                    <a:pt x="3909" y="812"/>
                  </a:lnTo>
                  <a:lnTo>
                    <a:pt x="3614" y="443"/>
                  </a:lnTo>
                  <a:lnTo>
                    <a:pt x="3245" y="665"/>
                  </a:lnTo>
                  <a:lnTo>
                    <a:pt x="2877" y="517"/>
                  </a:lnTo>
                  <a:lnTo>
                    <a:pt x="2508" y="370"/>
                  </a:lnTo>
                  <a:lnTo>
                    <a:pt x="243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11" name="Google Shape;5836;p48">
              <a:extLst>
                <a:ext uri="{FF2B5EF4-FFF2-40B4-BE49-F238E27FC236}">
                  <a16:creationId xmlns:a16="http://schemas.microsoft.com/office/drawing/2014/main" id="{B5AAC9F3-EEF6-58ED-5533-1FA0EFFD1665}"/>
                </a:ext>
              </a:extLst>
            </p:cNvPr>
            <p:cNvSpPr/>
            <p:nvPr/>
          </p:nvSpPr>
          <p:spPr>
            <a:xfrm>
              <a:off x="3926150" y="1790750"/>
              <a:ext cx="73775" cy="374350"/>
            </a:xfrm>
            <a:custGeom>
              <a:avLst/>
              <a:gdLst/>
              <a:ahLst/>
              <a:cxnLst/>
              <a:rect l="l" t="t" r="r" b="b"/>
              <a:pathLst>
                <a:path w="2951" h="14974" extrusionOk="0">
                  <a:moveTo>
                    <a:pt x="0" y="0"/>
                  </a:moveTo>
                  <a:lnTo>
                    <a:pt x="0" y="14973"/>
                  </a:lnTo>
                  <a:lnTo>
                    <a:pt x="2951" y="14973"/>
                  </a:lnTo>
                  <a:lnTo>
                    <a:pt x="295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12" name="Google Shape;5837;p48">
              <a:extLst>
                <a:ext uri="{FF2B5EF4-FFF2-40B4-BE49-F238E27FC236}">
                  <a16:creationId xmlns:a16="http://schemas.microsoft.com/office/drawing/2014/main" id="{0966F0AB-979E-9CEE-3519-080AFB8B727B}"/>
                </a:ext>
              </a:extLst>
            </p:cNvPr>
            <p:cNvSpPr/>
            <p:nvPr/>
          </p:nvSpPr>
          <p:spPr>
            <a:xfrm>
              <a:off x="3922450" y="1787050"/>
              <a:ext cx="81175" cy="381725"/>
            </a:xfrm>
            <a:custGeom>
              <a:avLst/>
              <a:gdLst/>
              <a:ahLst/>
              <a:cxnLst/>
              <a:rect l="l" t="t" r="r" b="b"/>
              <a:pathLst>
                <a:path w="3247" h="15269" extrusionOk="0">
                  <a:moveTo>
                    <a:pt x="2951" y="296"/>
                  </a:moveTo>
                  <a:lnTo>
                    <a:pt x="2951" y="14974"/>
                  </a:lnTo>
                  <a:lnTo>
                    <a:pt x="296" y="14974"/>
                  </a:lnTo>
                  <a:lnTo>
                    <a:pt x="296" y="296"/>
                  </a:lnTo>
                  <a:close/>
                  <a:moveTo>
                    <a:pt x="148" y="1"/>
                  </a:moveTo>
                  <a:lnTo>
                    <a:pt x="75" y="75"/>
                  </a:lnTo>
                  <a:lnTo>
                    <a:pt x="1" y="148"/>
                  </a:lnTo>
                  <a:lnTo>
                    <a:pt x="1" y="15121"/>
                  </a:lnTo>
                  <a:lnTo>
                    <a:pt x="75" y="15195"/>
                  </a:lnTo>
                  <a:lnTo>
                    <a:pt x="148" y="15269"/>
                  </a:lnTo>
                  <a:lnTo>
                    <a:pt x="3099" y="15269"/>
                  </a:lnTo>
                  <a:lnTo>
                    <a:pt x="3172" y="15195"/>
                  </a:lnTo>
                  <a:lnTo>
                    <a:pt x="3246" y="15121"/>
                  </a:lnTo>
                  <a:lnTo>
                    <a:pt x="3246" y="148"/>
                  </a:lnTo>
                  <a:lnTo>
                    <a:pt x="3172" y="75"/>
                  </a:lnTo>
                  <a:lnTo>
                    <a:pt x="309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13" name="Google Shape;5838;p48">
              <a:extLst>
                <a:ext uri="{FF2B5EF4-FFF2-40B4-BE49-F238E27FC236}">
                  <a16:creationId xmlns:a16="http://schemas.microsoft.com/office/drawing/2014/main" id="{505E6124-070B-A4DC-6B67-B156FCC3257B}"/>
                </a:ext>
              </a:extLst>
            </p:cNvPr>
            <p:cNvSpPr/>
            <p:nvPr/>
          </p:nvSpPr>
          <p:spPr>
            <a:xfrm>
              <a:off x="3874525" y="1917975"/>
              <a:ext cx="177025" cy="518200"/>
            </a:xfrm>
            <a:custGeom>
              <a:avLst/>
              <a:gdLst/>
              <a:ahLst/>
              <a:cxnLst/>
              <a:rect l="l" t="t" r="r" b="b"/>
              <a:pathLst>
                <a:path w="7081" h="20728" extrusionOk="0">
                  <a:moveTo>
                    <a:pt x="0" y="1"/>
                  </a:moveTo>
                  <a:lnTo>
                    <a:pt x="0" y="20727"/>
                  </a:lnTo>
                  <a:lnTo>
                    <a:pt x="7081" y="20727"/>
                  </a:lnTo>
                  <a:lnTo>
                    <a:pt x="708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14" name="Google Shape;5839;p48">
              <a:extLst>
                <a:ext uri="{FF2B5EF4-FFF2-40B4-BE49-F238E27FC236}">
                  <a16:creationId xmlns:a16="http://schemas.microsoft.com/office/drawing/2014/main" id="{2CF42837-4419-F046-9715-1573849A8D02}"/>
                </a:ext>
              </a:extLst>
            </p:cNvPr>
            <p:cNvSpPr/>
            <p:nvPr/>
          </p:nvSpPr>
          <p:spPr>
            <a:xfrm>
              <a:off x="3870825" y="1914300"/>
              <a:ext cx="184425" cy="525550"/>
            </a:xfrm>
            <a:custGeom>
              <a:avLst/>
              <a:gdLst/>
              <a:ahLst/>
              <a:cxnLst/>
              <a:rect l="l" t="t" r="r" b="b"/>
              <a:pathLst>
                <a:path w="7377" h="21022" extrusionOk="0">
                  <a:moveTo>
                    <a:pt x="7081" y="295"/>
                  </a:moveTo>
                  <a:lnTo>
                    <a:pt x="7081" y="20726"/>
                  </a:lnTo>
                  <a:lnTo>
                    <a:pt x="296" y="20726"/>
                  </a:lnTo>
                  <a:lnTo>
                    <a:pt x="296" y="295"/>
                  </a:lnTo>
                  <a:close/>
                  <a:moveTo>
                    <a:pt x="148" y="0"/>
                  </a:moveTo>
                  <a:lnTo>
                    <a:pt x="74" y="74"/>
                  </a:lnTo>
                  <a:lnTo>
                    <a:pt x="1" y="148"/>
                  </a:lnTo>
                  <a:lnTo>
                    <a:pt x="1" y="20874"/>
                  </a:lnTo>
                  <a:lnTo>
                    <a:pt x="74" y="20948"/>
                  </a:lnTo>
                  <a:lnTo>
                    <a:pt x="148" y="21022"/>
                  </a:lnTo>
                  <a:lnTo>
                    <a:pt x="7229" y="21022"/>
                  </a:lnTo>
                  <a:lnTo>
                    <a:pt x="7303" y="20948"/>
                  </a:lnTo>
                  <a:lnTo>
                    <a:pt x="7376" y="20874"/>
                  </a:lnTo>
                  <a:lnTo>
                    <a:pt x="7376" y="148"/>
                  </a:lnTo>
                  <a:lnTo>
                    <a:pt x="7303" y="74"/>
                  </a:lnTo>
                  <a:lnTo>
                    <a:pt x="7229"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15" name="Google Shape;5840;p48">
              <a:extLst>
                <a:ext uri="{FF2B5EF4-FFF2-40B4-BE49-F238E27FC236}">
                  <a16:creationId xmlns:a16="http://schemas.microsoft.com/office/drawing/2014/main" id="{ABED3B8A-79D3-2799-0E65-7BE91D0563D5}"/>
                </a:ext>
              </a:extLst>
            </p:cNvPr>
            <p:cNvSpPr/>
            <p:nvPr/>
          </p:nvSpPr>
          <p:spPr>
            <a:xfrm>
              <a:off x="3950125" y="1917975"/>
              <a:ext cx="25825" cy="518200"/>
            </a:xfrm>
            <a:custGeom>
              <a:avLst/>
              <a:gdLst/>
              <a:ahLst/>
              <a:cxnLst/>
              <a:rect l="l" t="t" r="r" b="b"/>
              <a:pathLst>
                <a:path w="1033" h="20728" extrusionOk="0">
                  <a:moveTo>
                    <a:pt x="0" y="1"/>
                  </a:moveTo>
                  <a:lnTo>
                    <a:pt x="0" y="20727"/>
                  </a:lnTo>
                  <a:lnTo>
                    <a:pt x="1033" y="20727"/>
                  </a:lnTo>
                  <a:lnTo>
                    <a:pt x="103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16" name="Google Shape;5841;p48">
              <a:extLst>
                <a:ext uri="{FF2B5EF4-FFF2-40B4-BE49-F238E27FC236}">
                  <a16:creationId xmlns:a16="http://schemas.microsoft.com/office/drawing/2014/main" id="{A1E72F0C-355D-F7F2-46B9-01268EDB9505}"/>
                </a:ext>
              </a:extLst>
            </p:cNvPr>
            <p:cNvSpPr/>
            <p:nvPr/>
          </p:nvSpPr>
          <p:spPr>
            <a:xfrm>
              <a:off x="3946425" y="1914300"/>
              <a:ext cx="33225" cy="525550"/>
            </a:xfrm>
            <a:custGeom>
              <a:avLst/>
              <a:gdLst/>
              <a:ahLst/>
              <a:cxnLst/>
              <a:rect l="l" t="t" r="r" b="b"/>
              <a:pathLst>
                <a:path w="1329" h="21022" extrusionOk="0">
                  <a:moveTo>
                    <a:pt x="1033" y="295"/>
                  </a:moveTo>
                  <a:lnTo>
                    <a:pt x="1033" y="20726"/>
                  </a:lnTo>
                  <a:lnTo>
                    <a:pt x="296" y="20726"/>
                  </a:lnTo>
                  <a:lnTo>
                    <a:pt x="296" y="295"/>
                  </a:lnTo>
                  <a:close/>
                  <a:moveTo>
                    <a:pt x="148" y="0"/>
                  </a:moveTo>
                  <a:lnTo>
                    <a:pt x="1" y="74"/>
                  </a:lnTo>
                  <a:lnTo>
                    <a:pt x="1" y="148"/>
                  </a:lnTo>
                  <a:lnTo>
                    <a:pt x="1" y="20874"/>
                  </a:lnTo>
                  <a:lnTo>
                    <a:pt x="1" y="20948"/>
                  </a:lnTo>
                  <a:lnTo>
                    <a:pt x="148" y="21022"/>
                  </a:lnTo>
                  <a:lnTo>
                    <a:pt x="1181" y="21022"/>
                  </a:lnTo>
                  <a:lnTo>
                    <a:pt x="1328" y="20948"/>
                  </a:lnTo>
                  <a:lnTo>
                    <a:pt x="1328" y="20874"/>
                  </a:lnTo>
                  <a:lnTo>
                    <a:pt x="1328" y="148"/>
                  </a:lnTo>
                  <a:lnTo>
                    <a:pt x="1328" y="74"/>
                  </a:lnTo>
                  <a:lnTo>
                    <a:pt x="118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17" name="Google Shape;5842;p48">
              <a:extLst>
                <a:ext uri="{FF2B5EF4-FFF2-40B4-BE49-F238E27FC236}">
                  <a16:creationId xmlns:a16="http://schemas.microsoft.com/office/drawing/2014/main" id="{1D04D0E2-E822-4B08-9BBE-7E1D230CFDA8}"/>
                </a:ext>
              </a:extLst>
            </p:cNvPr>
            <p:cNvSpPr/>
            <p:nvPr/>
          </p:nvSpPr>
          <p:spPr>
            <a:xfrm>
              <a:off x="3221750" y="1776000"/>
              <a:ext cx="1849525" cy="64550"/>
            </a:xfrm>
            <a:custGeom>
              <a:avLst/>
              <a:gdLst/>
              <a:ahLst/>
              <a:cxnLst/>
              <a:rect l="l" t="t" r="r" b="b"/>
              <a:pathLst>
                <a:path w="73981" h="2582" extrusionOk="0">
                  <a:moveTo>
                    <a:pt x="0" y="0"/>
                  </a:moveTo>
                  <a:lnTo>
                    <a:pt x="0" y="2582"/>
                  </a:lnTo>
                  <a:lnTo>
                    <a:pt x="73981" y="2582"/>
                  </a:lnTo>
                  <a:lnTo>
                    <a:pt x="73981"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18" name="Google Shape;5843;p48">
              <a:extLst>
                <a:ext uri="{FF2B5EF4-FFF2-40B4-BE49-F238E27FC236}">
                  <a16:creationId xmlns:a16="http://schemas.microsoft.com/office/drawing/2014/main" id="{F4E085C2-C000-D7EB-B7B9-6722CAFC9F8B}"/>
                </a:ext>
              </a:extLst>
            </p:cNvPr>
            <p:cNvSpPr/>
            <p:nvPr/>
          </p:nvSpPr>
          <p:spPr>
            <a:xfrm>
              <a:off x="3218050" y="1772300"/>
              <a:ext cx="1856925" cy="71950"/>
            </a:xfrm>
            <a:custGeom>
              <a:avLst/>
              <a:gdLst/>
              <a:ahLst/>
              <a:cxnLst/>
              <a:rect l="l" t="t" r="r" b="b"/>
              <a:pathLst>
                <a:path w="74277" h="2878" extrusionOk="0">
                  <a:moveTo>
                    <a:pt x="73981" y="296"/>
                  </a:moveTo>
                  <a:lnTo>
                    <a:pt x="73981" y="2582"/>
                  </a:lnTo>
                  <a:lnTo>
                    <a:pt x="296" y="2582"/>
                  </a:lnTo>
                  <a:lnTo>
                    <a:pt x="296" y="296"/>
                  </a:lnTo>
                  <a:close/>
                  <a:moveTo>
                    <a:pt x="148" y="1"/>
                  </a:moveTo>
                  <a:lnTo>
                    <a:pt x="75" y="74"/>
                  </a:lnTo>
                  <a:lnTo>
                    <a:pt x="1" y="148"/>
                  </a:lnTo>
                  <a:lnTo>
                    <a:pt x="1" y="2730"/>
                  </a:lnTo>
                  <a:lnTo>
                    <a:pt x="75" y="2804"/>
                  </a:lnTo>
                  <a:lnTo>
                    <a:pt x="148" y="2877"/>
                  </a:lnTo>
                  <a:lnTo>
                    <a:pt x="74129" y="2877"/>
                  </a:lnTo>
                  <a:lnTo>
                    <a:pt x="74276" y="2804"/>
                  </a:lnTo>
                  <a:lnTo>
                    <a:pt x="74276" y="2730"/>
                  </a:lnTo>
                  <a:lnTo>
                    <a:pt x="74276" y="148"/>
                  </a:lnTo>
                  <a:lnTo>
                    <a:pt x="74276" y="74"/>
                  </a:lnTo>
                  <a:lnTo>
                    <a:pt x="7412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19" name="Google Shape;5844;p48">
              <a:extLst>
                <a:ext uri="{FF2B5EF4-FFF2-40B4-BE49-F238E27FC236}">
                  <a16:creationId xmlns:a16="http://schemas.microsoft.com/office/drawing/2014/main" id="{2A7069E8-8EAD-A8DF-A73C-D95164661C11}"/>
                </a:ext>
              </a:extLst>
            </p:cNvPr>
            <p:cNvSpPr/>
            <p:nvPr/>
          </p:nvSpPr>
          <p:spPr>
            <a:xfrm>
              <a:off x="3446725" y="1776000"/>
              <a:ext cx="7400" cy="66400"/>
            </a:xfrm>
            <a:custGeom>
              <a:avLst/>
              <a:gdLst/>
              <a:ahLst/>
              <a:cxnLst/>
              <a:rect l="l" t="t" r="r" b="b"/>
              <a:pathLst>
                <a:path w="296" h="2656" extrusionOk="0">
                  <a:moveTo>
                    <a:pt x="148" y="0"/>
                  </a:moveTo>
                  <a:lnTo>
                    <a:pt x="74" y="74"/>
                  </a:lnTo>
                  <a:lnTo>
                    <a:pt x="0" y="148"/>
                  </a:lnTo>
                  <a:lnTo>
                    <a:pt x="0" y="2508"/>
                  </a:lnTo>
                  <a:lnTo>
                    <a:pt x="74" y="2656"/>
                  </a:lnTo>
                  <a:lnTo>
                    <a:pt x="295" y="2656"/>
                  </a:lnTo>
                  <a:lnTo>
                    <a:pt x="295" y="2508"/>
                  </a:lnTo>
                  <a:lnTo>
                    <a:pt x="295" y="148"/>
                  </a:lnTo>
                  <a:lnTo>
                    <a:pt x="295"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20" name="Google Shape;5845;p48">
              <a:extLst>
                <a:ext uri="{FF2B5EF4-FFF2-40B4-BE49-F238E27FC236}">
                  <a16:creationId xmlns:a16="http://schemas.microsoft.com/office/drawing/2014/main" id="{AEC0ACAD-68B3-EACE-1CB6-B80263E7CC6A}"/>
                </a:ext>
              </a:extLst>
            </p:cNvPr>
            <p:cNvSpPr/>
            <p:nvPr/>
          </p:nvSpPr>
          <p:spPr>
            <a:xfrm>
              <a:off x="3509400" y="1776000"/>
              <a:ext cx="7400" cy="66400"/>
            </a:xfrm>
            <a:custGeom>
              <a:avLst/>
              <a:gdLst/>
              <a:ahLst/>
              <a:cxnLst/>
              <a:rect l="l" t="t" r="r" b="b"/>
              <a:pathLst>
                <a:path w="296" h="2656" extrusionOk="0">
                  <a:moveTo>
                    <a:pt x="148" y="0"/>
                  </a:moveTo>
                  <a:lnTo>
                    <a:pt x="1" y="74"/>
                  </a:lnTo>
                  <a:lnTo>
                    <a:pt x="1" y="148"/>
                  </a:lnTo>
                  <a:lnTo>
                    <a:pt x="1" y="2508"/>
                  </a:lnTo>
                  <a:lnTo>
                    <a:pt x="1" y="2656"/>
                  </a:lnTo>
                  <a:lnTo>
                    <a:pt x="222" y="2656"/>
                  </a:lnTo>
                  <a:lnTo>
                    <a:pt x="296" y="2508"/>
                  </a:lnTo>
                  <a:lnTo>
                    <a:pt x="296" y="148"/>
                  </a:lnTo>
                  <a:lnTo>
                    <a:pt x="222"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21" name="Google Shape;5846;p48">
              <a:extLst>
                <a:ext uri="{FF2B5EF4-FFF2-40B4-BE49-F238E27FC236}">
                  <a16:creationId xmlns:a16="http://schemas.microsoft.com/office/drawing/2014/main" id="{4487056D-ABBC-5719-E3FA-E6156CE2C1C1}"/>
                </a:ext>
              </a:extLst>
            </p:cNvPr>
            <p:cNvSpPr/>
            <p:nvPr/>
          </p:nvSpPr>
          <p:spPr>
            <a:xfrm>
              <a:off x="3570250" y="1776000"/>
              <a:ext cx="7400" cy="66400"/>
            </a:xfrm>
            <a:custGeom>
              <a:avLst/>
              <a:gdLst/>
              <a:ahLst/>
              <a:cxnLst/>
              <a:rect l="l" t="t" r="r" b="b"/>
              <a:pathLst>
                <a:path w="296" h="2656" extrusionOk="0">
                  <a:moveTo>
                    <a:pt x="148" y="0"/>
                  </a:moveTo>
                  <a:lnTo>
                    <a:pt x="75" y="74"/>
                  </a:lnTo>
                  <a:lnTo>
                    <a:pt x="1" y="148"/>
                  </a:lnTo>
                  <a:lnTo>
                    <a:pt x="1" y="2508"/>
                  </a:lnTo>
                  <a:lnTo>
                    <a:pt x="75" y="2656"/>
                  </a:lnTo>
                  <a:lnTo>
                    <a:pt x="296" y="2656"/>
                  </a:lnTo>
                  <a:lnTo>
                    <a:pt x="296" y="2508"/>
                  </a:lnTo>
                  <a:lnTo>
                    <a:pt x="296" y="148"/>
                  </a:lnTo>
                  <a:lnTo>
                    <a:pt x="296"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22" name="Google Shape;5847;p48">
              <a:extLst>
                <a:ext uri="{FF2B5EF4-FFF2-40B4-BE49-F238E27FC236}">
                  <a16:creationId xmlns:a16="http://schemas.microsoft.com/office/drawing/2014/main" id="{3809A541-450B-3CD2-D2D1-DBA5696EC18C}"/>
                </a:ext>
              </a:extLst>
            </p:cNvPr>
            <p:cNvSpPr/>
            <p:nvPr/>
          </p:nvSpPr>
          <p:spPr>
            <a:xfrm>
              <a:off x="3632950" y="1776000"/>
              <a:ext cx="7400" cy="66400"/>
            </a:xfrm>
            <a:custGeom>
              <a:avLst/>
              <a:gdLst/>
              <a:ahLst/>
              <a:cxnLst/>
              <a:rect l="l" t="t" r="r" b="b"/>
              <a:pathLst>
                <a:path w="296" h="2656" extrusionOk="0">
                  <a:moveTo>
                    <a:pt x="148" y="0"/>
                  </a:moveTo>
                  <a:lnTo>
                    <a:pt x="1" y="74"/>
                  </a:lnTo>
                  <a:lnTo>
                    <a:pt x="1" y="148"/>
                  </a:lnTo>
                  <a:lnTo>
                    <a:pt x="1" y="2508"/>
                  </a:lnTo>
                  <a:lnTo>
                    <a:pt x="1" y="2656"/>
                  </a:lnTo>
                  <a:lnTo>
                    <a:pt x="222" y="2656"/>
                  </a:lnTo>
                  <a:lnTo>
                    <a:pt x="296" y="2508"/>
                  </a:lnTo>
                  <a:lnTo>
                    <a:pt x="296" y="148"/>
                  </a:lnTo>
                  <a:lnTo>
                    <a:pt x="222"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23" name="Google Shape;5848;p48">
              <a:extLst>
                <a:ext uri="{FF2B5EF4-FFF2-40B4-BE49-F238E27FC236}">
                  <a16:creationId xmlns:a16="http://schemas.microsoft.com/office/drawing/2014/main" id="{A16E63B8-4CAF-6F94-6C34-BB532A5FF8E1}"/>
                </a:ext>
              </a:extLst>
            </p:cNvPr>
            <p:cNvSpPr/>
            <p:nvPr/>
          </p:nvSpPr>
          <p:spPr>
            <a:xfrm>
              <a:off x="3693800" y="1776000"/>
              <a:ext cx="7400" cy="66400"/>
            </a:xfrm>
            <a:custGeom>
              <a:avLst/>
              <a:gdLst/>
              <a:ahLst/>
              <a:cxnLst/>
              <a:rect l="l" t="t" r="r" b="b"/>
              <a:pathLst>
                <a:path w="296" h="2656" extrusionOk="0">
                  <a:moveTo>
                    <a:pt x="148" y="0"/>
                  </a:moveTo>
                  <a:lnTo>
                    <a:pt x="74" y="74"/>
                  </a:lnTo>
                  <a:lnTo>
                    <a:pt x="1" y="148"/>
                  </a:lnTo>
                  <a:lnTo>
                    <a:pt x="1" y="2508"/>
                  </a:lnTo>
                  <a:lnTo>
                    <a:pt x="74" y="2656"/>
                  </a:lnTo>
                  <a:lnTo>
                    <a:pt x="222" y="2656"/>
                  </a:lnTo>
                  <a:lnTo>
                    <a:pt x="296" y="2508"/>
                  </a:lnTo>
                  <a:lnTo>
                    <a:pt x="296" y="148"/>
                  </a:lnTo>
                  <a:lnTo>
                    <a:pt x="222"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24" name="Google Shape;5849;p48">
              <a:extLst>
                <a:ext uri="{FF2B5EF4-FFF2-40B4-BE49-F238E27FC236}">
                  <a16:creationId xmlns:a16="http://schemas.microsoft.com/office/drawing/2014/main" id="{5F79EFFE-2999-177F-E065-B5CB75BE1873}"/>
                </a:ext>
              </a:extLst>
            </p:cNvPr>
            <p:cNvSpPr/>
            <p:nvPr/>
          </p:nvSpPr>
          <p:spPr>
            <a:xfrm>
              <a:off x="3754650" y="1776000"/>
              <a:ext cx="7400" cy="66400"/>
            </a:xfrm>
            <a:custGeom>
              <a:avLst/>
              <a:gdLst/>
              <a:ahLst/>
              <a:cxnLst/>
              <a:rect l="l" t="t" r="r" b="b"/>
              <a:pathLst>
                <a:path w="296" h="2656" extrusionOk="0">
                  <a:moveTo>
                    <a:pt x="148" y="0"/>
                  </a:moveTo>
                  <a:lnTo>
                    <a:pt x="74" y="74"/>
                  </a:lnTo>
                  <a:lnTo>
                    <a:pt x="1" y="148"/>
                  </a:lnTo>
                  <a:lnTo>
                    <a:pt x="1" y="2508"/>
                  </a:lnTo>
                  <a:lnTo>
                    <a:pt x="74" y="2656"/>
                  </a:lnTo>
                  <a:lnTo>
                    <a:pt x="296" y="2656"/>
                  </a:lnTo>
                  <a:lnTo>
                    <a:pt x="296" y="2508"/>
                  </a:lnTo>
                  <a:lnTo>
                    <a:pt x="296" y="148"/>
                  </a:lnTo>
                  <a:lnTo>
                    <a:pt x="296"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25" name="Google Shape;5850;p48">
              <a:extLst>
                <a:ext uri="{FF2B5EF4-FFF2-40B4-BE49-F238E27FC236}">
                  <a16:creationId xmlns:a16="http://schemas.microsoft.com/office/drawing/2014/main" id="{1C1B21DE-32D3-43A0-DBE4-C57887DF3201}"/>
                </a:ext>
              </a:extLst>
            </p:cNvPr>
            <p:cNvSpPr/>
            <p:nvPr/>
          </p:nvSpPr>
          <p:spPr>
            <a:xfrm>
              <a:off x="3817350" y="1776000"/>
              <a:ext cx="7400" cy="66400"/>
            </a:xfrm>
            <a:custGeom>
              <a:avLst/>
              <a:gdLst/>
              <a:ahLst/>
              <a:cxnLst/>
              <a:rect l="l" t="t" r="r" b="b"/>
              <a:pathLst>
                <a:path w="296" h="2656" extrusionOk="0">
                  <a:moveTo>
                    <a:pt x="148" y="0"/>
                  </a:moveTo>
                  <a:lnTo>
                    <a:pt x="1" y="74"/>
                  </a:lnTo>
                  <a:lnTo>
                    <a:pt x="1" y="148"/>
                  </a:lnTo>
                  <a:lnTo>
                    <a:pt x="1" y="2508"/>
                  </a:lnTo>
                  <a:lnTo>
                    <a:pt x="1" y="2656"/>
                  </a:lnTo>
                  <a:lnTo>
                    <a:pt x="222" y="2656"/>
                  </a:lnTo>
                  <a:lnTo>
                    <a:pt x="296" y="2508"/>
                  </a:lnTo>
                  <a:lnTo>
                    <a:pt x="296" y="148"/>
                  </a:lnTo>
                  <a:lnTo>
                    <a:pt x="222"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26" name="Google Shape;5851;p48">
              <a:extLst>
                <a:ext uri="{FF2B5EF4-FFF2-40B4-BE49-F238E27FC236}">
                  <a16:creationId xmlns:a16="http://schemas.microsoft.com/office/drawing/2014/main" id="{7703D17D-E2CF-F0F8-CF9E-4EFD4B563E19}"/>
                </a:ext>
              </a:extLst>
            </p:cNvPr>
            <p:cNvSpPr/>
            <p:nvPr/>
          </p:nvSpPr>
          <p:spPr>
            <a:xfrm>
              <a:off x="3878200" y="1776000"/>
              <a:ext cx="7400" cy="66400"/>
            </a:xfrm>
            <a:custGeom>
              <a:avLst/>
              <a:gdLst/>
              <a:ahLst/>
              <a:cxnLst/>
              <a:rect l="l" t="t" r="r" b="b"/>
              <a:pathLst>
                <a:path w="296" h="2656" extrusionOk="0">
                  <a:moveTo>
                    <a:pt x="148" y="0"/>
                  </a:moveTo>
                  <a:lnTo>
                    <a:pt x="74" y="74"/>
                  </a:lnTo>
                  <a:lnTo>
                    <a:pt x="1" y="148"/>
                  </a:lnTo>
                  <a:lnTo>
                    <a:pt x="1" y="2508"/>
                  </a:lnTo>
                  <a:lnTo>
                    <a:pt x="74" y="2656"/>
                  </a:lnTo>
                  <a:lnTo>
                    <a:pt x="222" y="2656"/>
                  </a:lnTo>
                  <a:lnTo>
                    <a:pt x="296" y="2508"/>
                  </a:lnTo>
                  <a:lnTo>
                    <a:pt x="296" y="148"/>
                  </a:lnTo>
                  <a:lnTo>
                    <a:pt x="222"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27" name="Google Shape;5852;p48">
              <a:extLst>
                <a:ext uri="{FF2B5EF4-FFF2-40B4-BE49-F238E27FC236}">
                  <a16:creationId xmlns:a16="http://schemas.microsoft.com/office/drawing/2014/main" id="{FA91DB54-701A-A2E9-8A8D-8B1BC26DD34F}"/>
                </a:ext>
              </a:extLst>
            </p:cNvPr>
            <p:cNvSpPr/>
            <p:nvPr/>
          </p:nvSpPr>
          <p:spPr>
            <a:xfrm>
              <a:off x="3939050" y="1776000"/>
              <a:ext cx="7400" cy="66400"/>
            </a:xfrm>
            <a:custGeom>
              <a:avLst/>
              <a:gdLst/>
              <a:ahLst/>
              <a:cxnLst/>
              <a:rect l="l" t="t" r="r" b="b"/>
              <a:pathLst>
                <a:path w="296" h="2656" extrusionOk="0">
                  <a:moveTo>
                    <a:pt x="148" y="0"/>
                  </a:moveTo>
                  <a:lnTo>
                    <a:pt x="74" y="74"/>
                  </a:lnTo>
                  <a:lnTo>
                    <a:pt x="1" y="148"/>
                  </a:lnTo>
                  <a:lnTo>
                    <a:pt x="1" y="2508"/>
                  </a:lnTo>
                  <a:lnTo>
                    <a:pt x="74" y="2656"/>
                  </a:lnTo>
                  <a:lnTo>
                    <a:pt x="296" y="2656"/>
                  </a:lnTo>
                  <a:lnTo>
                    <a:pt x="296" y="2508"/>
                  </a:lnTo>
                  <a:lnTo>
                    <a:pt x="296" y="148"/>
                  </a:lnTo>
                  <a:lnTo>
                    <a:pt x="296"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28" name="Google Shape;5853;p48">
              <a:extLst>
                <a:ext uri="{FF2B5EF4-FFF2-40B4-BE49-F238E27FC236}">
                  <a16:creationId xmlns:a16="http://schemas.microsoft.com/office/drawing/2014/main" id="{4F595B23-303E-A192-200D-0F7443493A4E}"/>
                </a:ext>
              </a:extLst>
            </p:cNvPr>
            <p:cNvSpPr/>
            <p:nvPr/>
          </p:nvSpPr>
          <p:spPr>
            <a:xfrm>
              <a:off x="4001750" y="1776000"/>
              <a:ext cx="7400" cy="66400"/>
            </a:xfrm>
            <a:custGeom>
              <a:avLst/>
              <a:gdLst/>
              <a:ahLst/>
              <a:cxnLst/>
              <a:rect l="l" t="t" r="r" b="b"/>
              <a:pathLst>
                <a:path w="296" h="2656" extrusionOk="0">
                  <a:moveTo>
                    <a:pt x="148" y="0"/>
                  </a:moveTo>
                  <a:lnTo>
                    <a:pt x="0" y="74"/>
                  </a:lnTo>
                  <a:lnTo>
                    <a:pt x="0" y="148"/>
                  </a:lnTo>
                  <a:lnTo>
                    <a:pt x="0" y="2508"/>
                  </a:lnTo>
                  <a:lnTo>
                    <a:pt x="0" y="2656"/>
                  </a:lnTo>
                  <a:lnTo>
                    <a:pt x="222" y="2656"/>
                  </a:lnTo>
                  <a:lnTo>
                    <a:pt x="295" y="2508"/>
                  </a:lnTo>
                  <a:lnTo>
                    <a:pt x="295" y="148"/>
                  </a:lnTo>
                  <a:lnTo>
                    <a:pt x="222"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29" name="Google Shape;5854;p48">
              <a:extLst>
                <a:ext uri="{FF2B5EF4-FFF2-40B4-BE49-F238E27FC236}">
                  <a16:creationId xmlns:a16="http://schemas.microsoft.com/office/drawing/2014/main" id="{9182373F-A226-4A5E-58DA-7F45BC7487B9}"/>
                </a:ext>
              </a:extLst>
            </p:cNvPr>
            <p:cNvSpPr/>
            <p:nvPr/>
          </p:nvSpPr>
          <p:spPr>
            <a:xfrm>
              <a:off x="4062600" y="1776000"/>
              <a:ext cx="7400" cy="66400"/>
            </a:xfrm>
            <a:custGeom>
              <a:avLst/>
              <a:gdLst/>
              <a:ahLst/>
              <a:cxnLst/>
              <a:rect l="l" t="t" r="r" b="b"/>
              <a:pathLst>
                <a:path w="296" h="2656" extrusionOk="0">
                  <a:moveTo>
                    <a:pt x="148" y="0"/>
                  </a:moveTo>
                  <a:lnTo>
                    <a:pt x="74" y="74"/>
                  </a:lnTo>
                  <a:lnTo>
                    <a:pt x="0" y="148"/>
                  </a:lnTo>
                  <a:lnTo>
                    <a:pt x="0" y="2508"/>
                  </a:lnTo>
                  <a:lnTo>
                    <a:pt x="74" y="2656"/>
                  </a:lnTo>
                  <a:lnTo>
                    <a:pt x="296" y="2656"/>
                  </a:lnTo>
                  <a:lnTo>
                    <a:pt x="296" y="2508"/>
                  </a:lnTo>
                  <a:lnTo>
                    <a:pt x="296" y="148"/>
                  </a:lnTo>
                  <a:lnTo>
                    <a:pt x="296"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30" name="Google Shape;5855;p48">
              <a:extLst>
                <a:ext uri="{FF2B5EF4-FFF2-40B4-BE49-F238E27FC236}">
                  <a16:creationId xmlns:a16="http://schemas.microsoft.com/office/drawing/2014/main" id="{A21ABA9A-E5B2-A55C-74CD-7615796858D5}"/>
                </a:ext>
              </a:extLst>
            </p:cNvPr>
            <p:cNvSpPr/>
            <p:nvPr/>
          </p:nvSpPr>
          <p:spPr>
            <a:xfrm>
              <a:off x="4125300" y="1776000"/>
              <a:ext cx="7400" cy="66400"/>
            </a:xfrm>
            <a:custGeom>
              <a:avLst/>
              <a:gdLst/>
              <a:ahLst/>
              <a:cxnLst/>
              <a:rect l="l" t="t" r="r" b="b"/>
              <a:pathLst>
                <a:path w="296" h="2656" extrusionOk="0">
                  <a:moveTo>
                    <a:pt x="148" y="0"/>
                  </a:moveTo>
                  <a:lnTo>
                    <a:pt x="0" y="74"/>
                  </a:lnTo>
                  <a:lnTo>
                    <a:pt x="0" y="148"/>
                  </a:lnTo>
                  <a:lnTo>
                    <a:pt x="0" y="2508"/>
                  </a:lnTo>
                  <a:lnTo>
                    <a:pt x="0" y="2656"/>
                  </a:lnTo>
                  <a:lnTo>
                    <a:pt x="222" y="2656"/>
                  </a:lnTo>
                  <a:lnTo>
                    <a:pt x="295" y="2508"/>
                  </a:lnTo>
                  <a:lnTo>
                    <a:pt x="295" y="148"/>
                  </a:lnTo>
                  <a:lnTo>
                    <a:pt x="222"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31" name="Google Shape;5856;p48">
              <a:extLst>
                <a:ext uri="{FF2B5EF4-FFF2-40B4-BE49-F238E27FC236}">
                  <a16:creationId xmlns:a16="http://schemas.microsoft.com/office/drawing/2014/main" id="{10F7A9B0-2351-4B7C-765E-844FD3903F41}"/>
                </a:ext>
              </a:extLst>
            </p:cNvPr>
            <p:cNvSpPr/>
            <p:nvPr/>
          </p:nvSpPr>
          <p:spPr>
            <a:xfrm>
              <a:off x="4186150" y="1776000"/>
              <a:ext cx="7400" cy="66400"/>
            </a:xfrm>
            <a:custGeom>
              <a:avLst/>
              <a:gdLst/>
              <a:ahLst/>
              <a:cxnLst/>
              <a:rect l="l" t="t" r="r" b="b"/>
              <a:pathLst>
                <a:path w="296" h="2656" extrusionOk="0">
                  <a:moveTo>
                    <a:pt x="148" y="0"/>
                  </a:moveTo>
                  <a:lnTo>
                    <a:pt x="0" y="74"/>
                  </a:lnTo>
                  <a:lnTo>
                    <a:pt x="0" y="148"/>
                  </a:lnTo>
                  <a:lnTo>
                    <a:pt x="0" y="2508"/>
                  </a:lnTo>
                  <a:lnTo>
                    <a:pt x="0" y="2656"/>
                  </a:lnTo>
                  <a:lnTo>
                    <a:pt x="222" y="2656"/>
                  </a:lnTo>
                  <a:lnTo>
                    <a:pt x="295" y="2508"/>
                  </a:lnTo>
                  <a:lnTo>
                    <a:pt x="295" y="148"/>
                  </a:lnTo>
                  <a:lnTo>
                    <a:pt x="222"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32" name="Google Shape;5857;p48">
              <a:extLst>
                <a:ext uri="{FF2B5EF4-FFF2-40B4-BE49-F238E27FC236}">
                  <a16:creationId xmlns:a16="http://schemas.microsoft.com/office/drawing/2014/main" id="{C9C608BF-2D24-74BA-3C49-61006A355F20}"/>
                </a:ext>
              </a:extLst>
            </p:cNvPr>
            <p:cNvSpPr/>
            <p:nvPr/>
          </p:nvSpPr>
          <p:spPr>
            <a:xfrm>
              <a:off x="4247000" y="1776000"/>
              <a:ext cx="7400" cy="66400"/>
            </a:xfrm>
            <a:custGeom>
              <a:avLst/>
              <a:gdLst/>
              <a:ahLst/>
              <a:cxnLst/>
              <a:rect l="l" t="t" r="r" b="b"/>
              <a:pathLst>
                <a:path w="296" h="2656" extrusionOk="0">
                  <a:moveTo>
                    <a:pt x="148" y="0"/>
                  </a:moveTo>
                  <a:lnTo>
                    <a:pt x="74" y="74"/>
                  </a:lnTo>
                  <a:lnTo>
                    <a:pt x="0" y="148"/>
                  </a:lnTo>
                  <a:lnTo>
                    <a:pt x="0" y="2508"/>
                  </a:lnTo>
                  <a:lnTo>
                    <a:pt x="74" y="2656"/>
                  </a:lnTo>
                  <a:lnTo>
                    <a:pt x="295" y="2656"/>
                  </a:lnTo>
                  <a:lnTo>
                    <a:pt x="295" y="2508"/>
                  </a:lnTo>
                  <a:lnTo>
                    <a:pt x="295" y="148"/>
                  </a:lnTo>
                  <a:lnTo>
                    <a:pt x="295"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33" name="Google Shape;5858;p48">
              <a:extLst>
                <a:ext uri="{FF2B5EF4-FFF2-40B4-BE49-F238E27FC236}">
                  <a16:creationId xmlns:a16="http://schemas.microsoft.com/office/drawing/2014/main" id="{7E7A07E6-E347-FCB0-4350-33C366C9327C}"/>
                </a:ext>
              </a:extLst>
            </p:cNvPr>
            <p:cNvSpPr/>
            <p:nvPr/>
          </p:nvSpPr>
          <p:spPr>
            <a:xfrm>
              <a:off x="4309700" y="1776000"/>
              <a:ext cx="7400" cy="66400"/>
            </a:xfrm>
            <a:custGeom>
              <a:avLst/>
              <a:gdLst/>
              <a:ahLst/>
              <a:cxnLst/>
              <a:rect l="l" t="t" r="r" b="b"/>
              <a:pathLst>
                <a:path w="296" h="2656" extrusionOk="0">
                  <a:moveTo>
                    <a:pt x="148" y="0"/>
                  </a:moveTo>
                  <a:lnTo>
                    <a:pt x="0" y="74"/>
                  </a:lnTo>
                  <a:lnTo>
                    <a:pt x="0" y="148"/>
                  </a:lnTo>
                  <a:lnTo>
                    <a:pt x="0" y="2508"/>
                  </a:lnTo>
                  <a:lnTo>
                    <a:pt x="0" y="2656"/>
                  </a:lnTo>
                  <a:lnTo>
                    <a:pt x="221" y="2656"/>
                  </a:lnTo>
                  <a:lnTo>
                    <a:pt x="295" y="2508"/>
                  </a:lnTo>
                  <a:lnTo>
                    <a:pt x="295" y="148"/>
                  </a:lnTo>
                  <a:lnTo>
                    <a:pt x="221"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34" name="Google Shape;5859;p48">
              <a:extLst>
                <a:ext uri="{FF2B5EF4-FFF2-40B4-BE49-F238E27FC236}">
                  <a16:creationId xmlns:a16="http://schemas.microsoft.com/office/drawing/2014/main" id="{4688BAC2-514D-55EB-36D0-9CF3C48501F7}"/>
                </a:ext>
              </a:extLst>
            </p:cNvPr>
            <p:cNvSpPr/>
            <p:nvPr/>
          </p:nvSpPr>
          <p:spPr>
            <a:xfrm>
              <a:off x="4370550" y="1776000"/>
              <a:ext cx="7400" cy="66400"/>
            </a:xfrm>
            <a:custGeom>
              <a:avLst/>
              <a:gdLst/>
              <a:ahLst/>
              <a:cxnLst/>
              <a:rect l="l" t="t" r="r" b="b"/>
              <a:pathLst>
                <a:path w="296" h="2656" extrusionOk="0">
                  <a:moveTo>
                    <a:pt x="148" y="0"/>
                  </a:moveTo>
                  <a:lnTo>
                    <a:pt x="74" y="74"/>
                  </a:lnTo>
                  <a:lnTo>
                    <a:pt x="0" y="148"/>
                  </a:lnTo>
                  <a:lnTo>
                    <a:pt x="0" y="2508"/>
                  </a:lnTo>
                  <a:lnTo>
                    <a:pt x="74" y="2656"/>
                  </a:lnTo>
                  <a:lnTo>
                    <a:pt x="221" y="2656"/>
                  </a:lnTo>
                  <a:lnTo>
                    <a:pt x="295" y="2508"/>
                  </a:lnTo>
                  <a:lnTo>
                    <a:pt x="295" y="148"/>
                  </a:lnTo>
                  <a:lnTo>
                    <a:pt x="221"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35" name="Google Shape;5860;p48">
              <a:extLst>
                <a:ext uri="{FF2B5EF4-FFF2-40B4-BE49-F238E27FC236}">
                  <a16:creationId xmlns:a16="http://schemas.microsoft.com/office/drawing/2014/main" id="{72047F1B-CA81-7437-CFE9-A57356F99C6D}"/>
                </a:ext>
              </a:extLst>
            </p:cNvPr>
            <p:cNvSpPr/>
            <p:nvPr/>
          </p:nvSpPr>
          <p:spPr>
            <a:xfrm>
              <a:off x="4431400" y="1776000"/>
              <a:ext cx="7400" cy="66400"/>
            </a:xfrm>
            <a:custGeom>
              <a:avLst/>
              <a:gdLst/>
              <a:ahLst/>
              <a:cxnLst/>
              <a:rect l="l" t="t" r="r" b="b"/>
              <a:pathLst>
                <a:path w="296" h="2656" extrusionOk="0">
                  <a:moveTo>
                    <a:pt x="148" y="0"/>
                  </a:moveTo>
                  <a:lnTo>
                    <a:pt x="74" y="74"/>
                  </a:lnTo>
                  <a:lnTo>
                    <a:pt x="0" y="148"/>
                  </a:lnTo>
                  <a:lnTo>
                    <a:pt x="0" y="2508"/>
                  </a:lnTo>
                  <a:lnTo>
                    <a:pt x="74" y="2656"/>
                  </a:lnTo>
                  <a:lnTo>
                    <a:pt x="295" y="2656"/>
                  </a:lnTo>
                  <a:lnTo>
                    <a:pt x="295" y="2508"/>
                  </a:lnTo>
                  <a:lnTo>
                    <a:pt x="295" y="148"/>
                  </a:lnTo>
                  <a:lnTo>
                    <a:pt x="295"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36" name="Google Shape;5861;p48">
              <a:extLst>
                <a:ext uri="{FF2B5EF4-FFF2-40B4-BE49-F238E27FC236}">
                  <a16:creationId xmlns:a16="http://schemas.microsoft.com/office/drawing/2014/main" id="{E92A236B-01F4-3BAF-19A3-23DFE2A07AA0}"/>
                </a:ext>
              </a:extLst>
            </p:cNvPr>
            <p:cNvSpPr/>
            <p:nvPr/>
          </p:nvSpPr>
          <p:spPr>
            <a:xfrm>
              <a:off x="4494100" y="1776000"/>
              <a:ext cx="7400" cy="66400"/>
            </a:xfrm>
            <a:custGeom>
              <a:avLst/>
              <a:gdLst/>
              <a:ahLst/>
              <a:cxnLst/>
              <a:rect l="l" t="t" r="r" b="b"/>
              <a:pathLst>
                <a:path w="296" h="2656" extrusionOk="0">
                  <a:moveTo>
                    <a:pt x="148" y="0"/>
                  </a:moveTo>
                  <a:lnTo>
                    <a:pt x="0" y="74"/>
                  </a:lnTo>
                  <a:lnTo>
                    <a:pt x="0" y="148"/>
                  </a:lnTo>
                  <a:lnTo>
                    <a:pt x="0" y="2508"/>
                  </a:lnTo>
                  <a:lnTo>
                    <a:pt x="0" y="2656"/>
                  </a:lnTo>
                  <a:lnTo>
                    <a:pt x="221" y="2656"/>
                  </a:lnTo>
                  <a:lnTo>
                    <a:pt x="295" y="2508"/>
                  </a:lnTo>
                  <a:lnTo>
                    <a:pt x="295" y="148"/>
                  </a:lnTo>
                  <a:lnTo>
                    <a:pt x="221"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37" name="Google Shape;5862;p48">
              <a:extLst>
                <a:ext uri="{FF2B5EF4-FFF2-40B4-BE49-F238E27FC236}">
                  <a16:creationId xmlns:a16="http://schemas.microsoft.com/office/drawing/2014/main" id="{9C2431FA-4868-1758-7646-9E31FBF26381}"/>
                </a:ext>
              </a:extLst>
            </p:cNvPr>
            <p:cNvSpPr/>
            <p:nvPr/>
          </p:nvSpPr>
          <p:spPr>
            <a:xfrm>
              <a:off x="4554950" y="1776000"/>
              <a:ext cx="7400" cy="66400"/>
            </a:xfrm>
            <a:custGeom>
              <a:avLst/>
              <a:gdLst/>
              <a:ahLst/>
              <a:cxnLst/>
              <a:rect l="l" t="t" r="r" b="b"/>
              <a:pathLst>
                <a:path w="296" h="2656" extrusionOk="0">
                  <a:moveTo>
                    <a:pt x="148" y="0"/>
                  </a:moveTo>
                  <a:lnTo>
                    <a:pt x="74" y="74"/>
                  </a:lnTo>
                  <a:lnTo>
                    <a:pt x="0" y="148"/>
                  </a:lnTo>
                  <a:lnTo>
                    <a:pt x="0" y="2508"/>
                  </a:lnTo>
                  <a:lnTo>
                    <a:pt x="74" y="2656"/>
                  </a:lnTo>
                  <a:lnTo>
                    <a:pt x="295" y="2656"/>
                  </a:lnTo>
                  <a:lnTo>
                    <a:pt x="295" y="2508"/>
                  </a:lnTo>
                  <a:lnTo>
                    <a:pt x="295" y="148"/>
                  </a:lnTo>
                  <a:lnTo>
                    <a:pt x="295"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38" name="Google Shape;5863;p48">
              <a:extLst>
                <a:ext uri="{FF2B5EF4-FFF2-40B4-BE49-F238E27FC236}">
                  <a16:creationId xmlns:a16="http://schemas.microsoft.com/office/drawing/2014/main" id="{64017BB7-4D60-605A-80D7-140E17415D2B}"/>
                </a:ext>
              </a:extLst>
            </p:cNvPr>
            <p:cNvSpPr/>
            <p:nvPr/>
          </p:nvSpPr>
          <p:spPr>
            <a:xfrm>
              <a:off x="4615800" y="1776000"/>
              <a:ext cx="7400" cy="66400"/>
            </a:xfrm>
            <a:custGeom>
              <a:avLst/>
              <a:gdLst/>
              <a:ahLst/>
              <a:cxnLst/>
              <a:rect l="l" t="t" r="r" b="b"/>
              <a:pathLst>
                <a:path w="296" h="2656" extrusionOk="0">
                  <a:moveTo>
                    <a:pt x="148" y="0"/>
                  </a:moveTo>
                  <a:lnTo>
                    <a:pt x="74" y="74"/>
                  </a:lnTo>
                  <a:lnTo>
                    <a:pt x="0" y="148"/>
                  </a:lnTo>
                  <a:lnTo>
                    <a:pt x="0" y="2508"/>
                  </a:lnTo>
                  <a:lnTo>
                    <a:pt x="74" y="2656"/>
                  </a:lnTo>
                  <a:lnTo>
                    <a:pt x="295" y="2656"/>
                  </a:lnTo>
                  <a:lnTo>
                    <a:pt x="295" y="2508"/>
                  </a:lnTo>
                  <a:lnTo>
                    <a:pt x="295" y="148"/>
                  </a:lnTo>
                  <a:lnTo>
                    <a:pt x="295"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39" name="Google Shape;5864;p48">
              <a:extLst>
                <a:ext uri="{FF2B5EF4-FFF2-40B4-BE49-F238E27FC236}">
                  <a16:creationId xmlns:a16="http://schemas.microsoft.com/office/drawing/2014/main" id="{2382FFF8-66F6-97BA-BA61-7DF70D711E27}"/>
                </a:ext>
              </a:extLst>
            </p:cNvPr>
            <p:cNvSpPr/>
            <p:nvPr/>
          </p:nvSpPr>
          <p:spPr>
            <a:xfrm>
              <a:off x="2430675" y="1296550"/>
              <a:ext cx="910950" cy="1139625"/>
            </a:xfrm>
            <a:custGeom>
              <a:avLst/>
              <a:gdLst/>
              <a:ahLst/>
              <a:cxnLst/>
              <a:rect l="l" t="t" r="r" b="b"/>
              <a:pathLst>
                <a:path w="36438" h="45585" extrusionOk="0">
                  <a:moveTo>
                    <a:pt x="11433" y="1"/>
                  </a:moveTo>
                  <a:lnTo>
                    <a:pt x="1" y="14753"/>
                  </a:lnTo>
                  <a:lnTo>
                    <a:pt x="1" y="45584"/>
                  </a:lnTo>
                  <a:lnTo>
                    <a:pt x="36438" y="45584"/>
                  </a:lnTo>
                  <a:lnTo>
                    <a:pt x="36438" y="20285"/>
                  </a:lnTo>
                  <a:lnTo>
                    <a:pt x="3643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40" name="Google Shape;5865;p48">
              <a:extLst>
                <a:ext uri="{FF2B5EF4-FFF2-40B4-BE49-F238E27FC236}">
                  <a16:creationId xmlns:a16="http://schemas.microsoft.com/office/drawing/2014/main" id="{D4DA7D84-BFDF-85C6-2047-BB4EC92AC2D9}"/>
                </a:ext>
              </a:extLst>
            </p:cNvPr>
            <p:cNvSpPr/>
            <p:nvPr/>
          </p:nvSpPr>
          <p:spPr>
            <a:xfrm>
              <a:off x="2427000" y="1292875"/>
              <a:ext cx="918325" cy="1146975"/>
            </a:xfrm>
            <a:custGeom>
              <a:avLst/>
              <a:gdLst/>
              <a:ahLst/>
              <a:cxnLst/>
              <a:rect l="l" t="t" r="r" b="b"/>
              <a:pathLst>
                <a:path w="36733" h="45879" extrusionOk="0">
                  <a:moveTo>
                    <a:pt x="36437" y="295"/>
                  </a:moveTo>
                  <a:lnTo>
                    <a:pt x="36437" y="45583"/>
                  </a:lnTo>
                  <a:lnTo>
                    <a:pt x="295" y="45583"/>
                  </a:lnTo>
                  <a:lnTo>
                    <a:pt x="295" y="14973"/>
                  </a:lnTo>
                  <a:lnTo>
                    <a:pt x="11654" y="295"/>
                  </a:lnTo>
                  <a:close/>
                  <a:moveTo>
                    <a:pt x="11507" y="0"/>
                  </a:moveTo>
                  <a:lnTo>
                    <a:pt x="74" y="14826"/>
                  </a:lnTo>
                  <a:lnTo>
                    <a:pt x="0" y="14900"/>
                  </a:lnTo>
                  <a:lnTo>
                    <a:pt x="0" y="45731"/>
                  </a:lnTo>
                  <a:lnTo>
                    <a:pt x="74" y="45805"/>
                  </a:lnTo>
                  <a:lnTo>
                    <a:pt x="148" y="45879"/>
                  </a:lnTo>
                  <a:lnTo>
                    <a:pt x="36585" y="45879"/>
                  </a:lnTo>
                  <a:lnTo>
                    <a:pt x="36732" y="45805"/>
                  </a:lnTo>
                  <a:lnTo>
                    <a:pt x="36732" y="45731"/>
                  </a:lnTo>
                  <a:lnTo>
                    <a:pt x="36732" y="148"/>
                  </a:lnTo>
                  <a:lnTo>
                    <a:pt x="3673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41" name="Google Shape;5866;p48">
              <a:extLst>
                <a:ext uri="{FF2B5EF4-FFF2-40B4-BE49-F238E27FC236}">
                  <a16:creationId xmlns:a16="http://schemas.microsoft.com/office/drawing/2014/main" id="{A652EB0D-3539-1248-3AEF-9891067B0B04}"/>
                </a:ext>
              </a:extLst>
            </p:cNvPr>
            <p:cNvSpPr/>
            <p:nvPr/>
          </p:nvSpPr>
          <p:spPr>
            <a:xfrm>
              <a:off x="3319475" y="1283650"/>
              <a:ext cx="55350" cy="619600"/>
            </a:xfrm>
            <a:custGeom>
              <a:avLst/>
              <a:gdLst/>
              <a:ahLst/>
              <a:cxnLst/>
              <a:rect l="l" t="t" r="r" b="b"/>
              <a:pathLst>
                <a:path w="2214" h="24784" extrusionOk="0">
                  <a:moveTo>
                    <a:pt x="1" y="0"/>
                  </a:moveTo>
                  <a:lnTo>
                    <a:pt x="1" y="24784"/>
                  </a:lnTo>
                  <a:lnTo>
                    <a:pt x="2213" y="24784"/>
                  </a:lnTo>
                  <a:lnTo>
                    <a:pt x="221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42" name="Google Shape;5867;p48">
              <a:extLst>
                <a:ext uri="{FF2B5EF4-FFF2-40B4-BE49-F238E27FC236}">
                  <a16:creationId xmlns:a16="http://schemas.microsoft.com/office/drawing/2014/main" id="{9D0D1A46-A862-316C-02F3-B9AC2BFA84C8}"/>
                </a:ext>
              </a:extLst>
            </p:cNvPr>
            <p:cNvSpPr/>
            <p:nvPr/>
          </p:nvSpPr>
          <p:spPr>
            <a:xfrm>
              <a:off x="3315800" y="1279950"/>
              <a:ext cx="62700" cy="627000"/>
            </a:xfrm>
            <a:custGeom>
              <a:avLst/>
              <a:gdLst/>
              <a:ahLst/>
              <a:cxnLst/>
              <a:rect l="l" t="t" r="r" b="b"/>
              <a:pathLst>
                <a:path w="2508" h="25080" extrusionOk="0">
                  <a:moveTo>
                    <a:pt x="2213" y="296"/>
                  </a:moveTo>
                  <a:lnTo>
                    <a:pt x="2213" y="24784"/>
                  </a:lnTo>
                  <a:lnTo>
                    <a:pt x="295" y="24784"/>
                  </a:lnTo>
                  <a:lnTo>
                    <a:pt x="295" y="296"/>
                  </a:lnTo>
                  <a:close/>
                  <a:moveTo>
                    <a:pt x="148" y="1"/>
                  </a:moveTo>
                  <a:lnTo>
                    <a:pt x="74" y="75"/>
                  </a:lnTo>
                  <a:lnTo>
                    <a:pt x="0" y="148"/>
                  </a:lnTo>
                  <a:lnTo>
                    <a:pt x="0" y="24932"/>
                  </a:lnTo>
                  <a:lnTo>
                    <a:pt x="74" y="25079"/>
                  </a:lnTo>
                  <a:lnTo>
                    <a:pt x="2434" y="25079"/>
                  </a:lnTo>
                  <a:lnTo>
                    <a:pt x="2508" y="24932"/>
                  </a:lnTo>
                  <a:lnTo>
                    <a:pt x="2508" y="148"/>
                  </a:lnTo>
                  <a:lnTo>
                    <a:pt x="2434" y="75"/>
                  </a:lnTo>
                  <a:lnTo>
                    <a:pt x="236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43" name="Google Shape;5868;p48">
              <a:extLst>
                <a:ext uri="{FF2B5EF4-FFF2-40B4-BE49-F238E27FC236}">
                  <a16:creationId xmlns:a16="http://schemas.microsoft.com/office/drawing/2014/main" id="{039572B0-D567-A93F-94DC-FF001522DD3A}"/>
                </a:ext>
              </a:extLst>
            </p:cNvPr>
            <p:cNvSpPr/>
            <p:nvPr/>
          </p:nvSpPr>
          <p:spPr>
            <a:xfrm>
              <a:off x="2532100" y="1881100"/>
              <a:ext cx="62725" cy="62725"/>
            </a:xfrm>
            <a:custGeom>
              <a:avLst/>
              <a:gdLst/>
              <a:ahLst/>
              <a:cxnLst/>
              <a:rect l="l" t="t" r="r" b="b"/>
              <a:pathLst>
                <a:path w="2509" h="2509" extrusionOk="0">
                  <a:moveTo>
                    <a:pt x="1033" y="0"/>
                  </a:moveTo>
                  <a:lnTo>
                    <a:pt x="738" y="74"/>
                  </a:lnTo>
                  <a:lnTo>
                    <a:pt x="517" y="148"/>
                  </a:lnTo>
                  <a:lnTo>
                    <a:pt x="369" y="369"/>
                  </a:lnTo>
                  <a:lnTo>
                    <a:pt x="222" y="517"/>
                  </a:lnTo>
                  <a:lnTo>
                    <a:pt x="74" y="738"/>
                  </a:lnTo>
                  <a:lnTo>
                    <a:pt x="1" y="959"/>
                  </a:lnTo>
                  <a:lnTo>
                    <a:pt x="1" y="1254"/>
                  </a:lnTo>
                  <a:lnTo>
                    <a:pt x="1" y="1476"/>
                  </a:lnTo>
                  <a:lnTo>
                    <a:pt x="74" y="1697"/>
                  </a:lnTo>
                  <a:lnTo>
                    <a:pt x="222" y="1918"/>
                  </a:lnTo>
                  <a:lnTo>
                    <a:pt x="369" y="2140"/>
                  </a:lnTo>
                  <a:lnTo>
                    <a:pt x="517" y="2287"/>
                  </a:lnTo>
                  <a:lnTo>
                    <a:pt x="738" y="2361"/>
                  </a:lnTo>
                  <a:lnTo>
                    <a:pt x="1033" y="2435"/>
                  </a:lnTo>
                  <a:lnTo>
                    <a:pt x="1254" y="2508"/>
                  </a:lnTo>
                  <a:lnTo>
                    <a:pt x="1476" y="2435"/>
                  </a:lnTo>
                  <a:lnTo>
                    <a:pt x="1771" y="2361"/>
                  </a:lnTo>
                  <a:lnTo>
                    <a:pt x="1992" y="2287"/>
                  </a:lnTo>
                  <a:lnTo>
                    <a:pt x="2140" y="2140"/>
                  </a:lnTo>
                  <a:lnTo>
                    <a:pt x="2287" y="1918"/>
                  </a:lnTo>
                  <a:lnTo>
                    <a:pt x="2435" y="1697"/>
                  </a:lnTo>
                  <a:lnTo>
                    <a:pt x="2508" y="1476"/>
                  </a:lnTo>
                  <a:lnTo>
                    <a:pt x="2508" y="1254"/>
                  </a:lnTo>
                  <a:lnTo>
                    <a:pt x="2508" y="959"/>
                  </a:lnTo>
                  <a:lnTo>
                    <a:pt x="2435" y="738"/>
                  </a:lnTo>
                  <a:lnTo>
                    <a:pt x="2287" y="517"/>
                  </a:lnTo>
                  <a:lnTo>
                    <a:pt x="2140" y="369"/>
                  </a:lnTo>
                  <a:lnTo>
                    <a:pt x="1992" y="148"/>
                  </a:lnTo>
                  <a:lnTo>
                    <a:pt x="1771" y="74"/>
                  </a:lnTo>
                  <a:lnTo>
                    <a:pt x="1476"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44" name="Google Shape;5869;p48">
              <a:extLst>
                <a:ext uri="{FF2B5EF4-FFF2-40B4-BE49-F238E27FC236}">
                  <a16:creationId xmlns:a16="http://schemas.microsoft.com/office/drawing/2014/main" id="{CE3EB5BF-841A-119F-9313-895512BDB3CC}"/>
                </a:ext>
              </a:extLst>
            </p:cNvPr>
            <p:cNvSpPr/>
            <p:nvPr/>
          </p:nvSpPr>
          <p:spPr>
            <a:xfrm>
              <a:off x="2528425" y="1877400"/>
              <a:ext cx="70075" cy="70100"/>
            </a:xfrm>
            <a:custGeom>
              <a:avLst/>
              <a:gdLst/>
              <a:ahLst/>
              <a:cxnLst/>
              <a:rect l="l" t="t" r="r" b="b"/>
              <a:pathLst>
                <a:path w="2803" h="2804" extrusionOk="0">
                  <a:moveTo>
                    <a:pt x="1623" y="296"/>
                  </a:moveTo>
                  <a:lnTo>
                    <a:pt x="1844" y="370"/>
                  </a:lnTo>
                  <a:lnTo>
                    <a:pt x="2213" y="591"/>
                  </a:lnTo>
                  <a:lnTo>
                    <a:pt x="2434" y="960"/>
                  </a:lnTo>
                  <a:lnTo>
                    <a:pt x="2508" y="1181"/>
                  </a:lnTo>
                  <a:lnTo>
                    <a:pt x="2508" y="1402"/>
                  </a:lnTo>
                  <a:lnTo>
                    <a:pt x="2508" y="1624"/>
                  </a:lnTo>
                  <a:lnTo>
                    <a:pt x="2434" y="1771"/>
                  </a:lnTo>
                  <a:lnTo>
                    <a:pt x="2213" y="2140"/>
                  </a:lnTo>
                  <a:lnTo>
                    <a:pt x="1844" y="2361"/>
                  </a:lnTo>
                  <a:lnTo>
                    <a:pt x="1623" y="2435"/>
                  </a:lnTo>
                  <a:lnTo>
                    <a:pt x="1401" y="2509"/>
                  </a:lnTo>
                  <a:lnTo>
                    <a:pt x="1180" y="2435"/>
                  </a:lnTo>
                  <a:lnTo>
                    <a:pt x="959" y="2361"/>
                  </a:lnTo>
                  <a:lnTo>
                    <a:pt x="590" y="2140"/>
                  </a:lnTo>
                  <a:lnTo>
                    <a:pt x="369" y="1771"/>
                  </a:lnTo>
                  <a:lnTo>
                    <a:pt x="295" y="1624"/>
                  </a:lnTo>
                  <a:lnTo>
                    <a:pt x="295" y="1402"/>
                  </a:lnTo>
                  <a:lnTo>
                    <a:pt x="295" y="1181"/>
                  </a:lnTo>
                  <a:lnTo>
                    <a:pt x="369" y="960"/>
                  </a:lnTo>
                  <a:lnTo>
                    <a:pt x="590" y="591"/>
                  </a:lnTo>
                  <a:lnTo>
                    <a:pt x="959" y="370"/>
                  </a:lnTo>
                  <a:lnTo>
                    <a:pt x="1180" y="296"/>
                  </a:lnTo>
                  <a:close/>
                  <a:moveTo>
                    <a:pt x="1106" y="1"/>
                  </a:moveTo>
                  <a:lnTo>
                    <a:pt x="885" y="75"/>
                  </a:lnTo>
                  <a:lnTo>
                    <a:pt x="590" y="222"/>
                  </a:lnTo>
                  <a:lnTo>
                    <a:pt x="443" y="370"/>
                  </a:lnTo>
                  <a:lnTo>
                    <a:pt x="221" y="591"/>
                  </a:lnTo>
                  <a:lnTo>
                    <a:pt x="74" y="812"/>
                  </a:lnTo>
                  <a:lnTo>
                    <a:pt x="0" y="1107"/>
                  </a:lnTo>
                  <a:lnTo>
                    <a:pt x="0" y="1402"/>
                  </a:lnTo>
                  <a:lnTo>
                    <a:pt x="0" y="1624"/>
                  </a:lnTo>
                  <a:lnTo>
                    <a:pt x="74" y="1919"/>
                  </a:lnTo>
                  <a:lnTo>
                    <a:pt x="221" y="2140"/>
                  </a:lnTo>
                  <a:lnTo>
                    <a:pt x="443" y="2361"/>
                  </a:lnTo>
                  <a:lnTo>
                    <a:pt x="590" y="2509"/>
                  </a:lnTo>
                  <a:lnTo>
                    <a:pt x="885" y="2656"/>
                  </a:lnTo>
                  <a:lnTo>
                    <a:pt x="1106" y="2730"/>
                  </a:lnTo>
                  <a:lnTo>
                    <a:pt x="1401" y="2804"/>
                  </a:lnTo>
                  <a:lnTo>
                    <a:pt x="1697" y="2730"/>
                  </a:lnTo>
                  <a:lnTo>
                    <a:pt x="1918" y="2656"/>
                  </a:lnTo>
                  <a:lnTo>
                    <a:pt x="2213" y="2509"/>
                  </a:lnTo>
                  <a:lnTo>
                    <a:pt x="2360" y="2361"/>
                  </a:lnTo>
                  <a:lnTo>
                    <a:pt x="2582" y="2140"/>
                  </a:lnTo>
                  <a:lnTo>
                    <a:pt x="2655" y="1919"/>
                  </a:lnTo>
                  <a:lnTo>
                    <a:pt x="2803" y="1624"/>
                  </a:lnTo>
                  <a:lnTo>
                    <a:pt x="2803" y="1402"/>
                  </a:lnTo>
                  <a:lnTo>
                    <a:pt x="2803" y="1107"/>
                  </a:lnTo>
                  <a:lnTo>
                    <a:pt x="2729" y="812"/>
                  </a:lnTo>
                  <a:lnTo>
                    <a:pt x="2582" y="591"/>
                  </a:lnTo>
                  <a:lnTo>
                    <a:pt x="2360" y="370"/>
                  </a:lnTo>
                  <a:lnTo>
                    <a:pt x="2213" y="222"/>
                  </a:lnTo>
                  <a:lnTo>
                    <a:pt x="1918" y="75"/>
                  </a:lnTo>
                  <a:lnTo>
                    <a:pt x="169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45" name="Google Shape;5870;p48">
              <a:extLst>
                <a:ext uri="{FF2B5EF4-FFF2-40B4-BE49-F238E27FC236}">
                  <a16:creationId xmlns:a16="http://schemas.microsoft.com/office/drawing/2014/main" id="{F0A3C9F0-0A1E-9B74-88AC-9096AE058A1C}"/>
                </a:ext>
              </a:extLst>
            </p:cNvPr>
            <p:cNvSpPr/>
            <p:nvPr/>
          </p:nvSpPr>
          <p:spPr>
            <a:xfrm>
              <a:off x="2532100" y="2039675"/>
              <a:ext cx="62725" cy="62725"/>
            </a:xfrm>
            <a:custGeom>
              <a:avLst/>
              <a:gdLst/>
              <a:ahLst/>
              <a:cxnLst/>
              <a:rect l="l" t="t" r="r" b="b"/>
              <a:pathLst>
                <a:path w="2509" h="2509" extrusionOk="0">
                  <a:moveTo>
                    <a:pt x="1033" y="1"/>
                  </a:moveTo>
                  <a:lnTo>
                    <a:pt x="738" y="75"/>
                  </a:lnTo>
                  <a:lnTo>
                    <a:pt x="517" y="148"/>
                  </a:lnTo>
                  <a:lnTo>
                    <a:pt x="369" y="370"/>
                  </a:lnTo>
                  <a:lnTo>
                    <a:pt x="222" y="517"/>
                  </a:lnTo>
                  <a:lnTo>
                    <a:pt x="74" y="738"/>
                  </a:lnTo>
                  <a:lnTo>
                    <a:pt x="1" y="960"/>
                  </a:lnTo>
                  <a:lnTo>
                    <a:pt x="1" y="1255"/>
                  </a:lnTo>
                  <a:lnTo>
                    <a:pt x="1" y="1476"/>
                  </a:lnTo>
                  <a:lnTo>
                    <a:pt x="74" y="1697"/>
                  </a:lnTo>
                  <a:lnTo>
                    <a:pt x="222" y="1919"/>
                  </a:lnTo>
                  <a:lnTo>
                    <a:pt x="369" y="2140"/>
                  </a:lnTo>
                  <a:lnTo>
                    <a:pt x="517" y="2287"/>
                  </a:lnTo>
                  <a:lnTo>
                    <a:pt x="738" y="2361"/>
                  </a:lnTo>
                  <a:lnTo>
                    <a:pt x="1033" y="2435"/>
                  </a:lnTo>
                  <a:lnTo>
                    <a:pt x="1254" y="2509"/>
                  </a:lnTo>
                  <a:lnTo>
                    <a:pt x="1476" y="2435"/>
                  </a:lnTo>
                  <a:lnTo>
                    <a:pt x="1771" y="2361"/>
                  </a:lnTo>
                  <a:lnTo>
                    <a:pt x="1992" y="2287"/>
                  </a:lnTo>
                  <a:lnTo>
                    <a:pt x="2140" y="2140"/>
                  </a:lnTo>
                  <a:lnTo>
                    <a:pt x="2287" y="1919"/>
                  </a:lnTo>
                  <a:lnTo>
                    <a:pt x="2435" y="1697"/>
                  </a:lnTo>
                  <a:lnTo>
                    <a:pt x="2508" y="1476"/>
                  </a:lnTo>
                  <a:lnTo>
                    <a:pt x="2508" y="1255"/>
                  </a:lnTo>
                  <a:lnTo>
                    <a:pt x="2508" y="960"/>
                  </a:lnTo>
                  <a:lnTo>
                    <a:pt x="2435" y="738"/>
                  </a:lnTo>
                  <a:lnTo>
                    <a:pt x="2287" y="517"/>
                  </a:lnTo>
                  <a:lnTo>
                    <a:pt x="2140" y="370"/>
                  </a:lnTo>
                  <a:lnTo>
                    <a:pt x="1992" y="148"/>
                  </a:lnTo>
                  <a:lnTo>
                    <a:pt x="1771" y="75"/>
                  </a:lnTo>
                  <a:lnTo>
                    <a:pt x="147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46" name="Google Shape;5871;p48">
              <a:extLst>
                <a:ext uri="{FF2B5EF4-FFF2-40B4-BE49-F238E27FC236}">
                  <a16:creationId xmlns:a16="http://schemas.microsoft.com/office/drawing/2014/main" id="{9DF4A44E-0C30-3C3A-36ED-1B34C7235E39}"/>
                </a:ext>
              </a:extLst>
            </p:cNvPr>
            <p:cNvSpPr/>
            <p:nvPr/>
          </p:nvSpPr>
          <p:spPr>
            <a:xfrm>
              <a:off x="2528425" y="2036000"/>
              <a:ext cx="70075" cy="70100"/>
            </a:xfrm>
            <a:custGeom>
              <a:avLst/>
              <a:gdLst/>
              <a:ahLst/>
              <a:cxnLst/>
              <a:rect l="l" t="t" r="r" b="b"/>
              <a:pathLst>
                <a:path w="2803" h="2804" extrusionOk="0">
                  <a:moveTo>
                    <a:pt x="1623" y="295"/>
                  </a:moveTo>
                  <a:lnTo>
                    <a:pt x="1844" y="369"/>
                  </a:lnTo>
                  <a:lnTo>
                    <a:pt x="2213" y="590"/>
                  </a:lnTo>
                  <a:lnTo>
                    <a:pt x="2434" y="959"/>
                  </a:lnTo>
                  <a:lnTo>
                    <a:pt x="2508" y="1180"/>
                  </a:lnTo>
                  <a:lnTo>
                    <a:pt x="2508" y="1402"/>
                  </a:lnTo>
                  <a:lnTo>
                    <a:pt x="2508" y="1623"/>
                  </a:lnTo>
                  <a:lnTo>
                    <a:pt x="2434" y="1770"/>
                  </a:lnTo>
                  <a:lnTo>
                    <a:pt x="2213" y="2139"/>
                  </a:lnTo>
                  <a:lnTo>
                    <a:pt x="1844" y="2361"/>
                  </a:lnTo>
                  <a:lnTo>
                    <a:pt x="1623" y="2434"/>
                  </a:lnTo>
                  <a:lnTo>
                    <a:pt x="1401" y="2508"/>
                  </a:lnTo>
                  <a:lnTo>
                    <a:pt x="1180" y="2434"/>
                  </a:lnTo>
                  <a:lnTo>
                    <a:pt x="959" y="2361"/>
                  </a:lnTo>
                  <a:lnTo>
                    <a:pt x="590" y="2139"/>
                  </a:lnTo>
                  <a:lnTo>
                    <a:pt x="369" y="1770"/>
                  </a:lnTo>
                  <a:lnTo>
                    <a:pt x="295" y="1623"/>
                  </a:lnTo>
                  <a:lnTo>
                    <a:pt x="295" y="1402"/>
                  </a:lnTo>
                  <a:lnTo>
                    <a:pt x="295" y="1180"/>
                  </a:lnTo>
                  <a:lnTo>
                    <a:pt x="369" y="959"/>
                  </a:lnTo>
                  <a:lnTo>
                    <a:pt x="590" y="590"/>
                  </a:lnTo>
                  <a:lnTo>
                    <a:pt x="959" y="369"/>
                  </a:lnTo>
                  <a:lnTo>
                    <a:pt x="1180" y="295"/>
                  </a:lnTo>
                  <a:close/>
                  <a:moveTo>
                    <a:pt x="1106" y="0"/>
                  </a:moveTo>
                  <a:lnTo>
                    <a:pt x="885" y="74"/>
                  </a:lnTo>
                  <a:lnTo>
                    <a:pt x="590" y="222"/>
                  </a:lnTo>
                  <a:lnTo>
                    <a:pt x="443" y="369"/>
                  </a:lnTo>
                  <a:lnTo>
                    <a:pt x="221" y="590"/>
                  </a:lnTo>
                  <a:lnTo>
                    <a:pt x="74" y="812"/>
                  </a:lnTo>
                  <a:lnTo>
                    <a:pt x="0" y="1107"/>
                  </a:lnTo>
                  <a:lnTo>
                    <a:pt x="0" y="1402"/>
                  </a:lnTo>
                  <a:lnTo>
                    <a:pt x="0" y="1623"/>
                  </a:lnTo>
                  <a:lnTo>
                    <a:pt x="74" y="1918"/>
                  </a:lnTo>
                  <a:lnTo>
                    <a:pt x="221" y="2139"/>
                  </a:lnTo>
                  <a:lnTo>
                    <a:pt x="443" y="2361"/>
                  </a:lnTo>
                  <a:lnTo>
                    <a:pt x="590" y="2508"/>
                  </a:lnTo>
                  <a:lnTo>
                    <a:pt x="885" y="2656"/>
                  </a:lnTo>
                  <a:lnTo>
                    <a:pt x="1106" y="2729"/>
                  </a:lnTo>
                  <a:lnTo>
                    <a:pt x="1401" y="2803"/>
                  </a:lnTo>
                  <a:lnTo>
                    <a:pt x="1697" y="2729"/>
                  </a:lnTo>
                  <a:lnTo>
                    <a:pt x="1918" y="2656"/>
                  </a:lnTo>
                  <a:lnTo>
                    <a:pt x="2213" y="2508"/>
                  </a:lnTo>
                  <a:lnTo>
                    <a:pt x="2360" y="2361"/>
                  </a:lnTo>
                  <a:lnTo>
                    <a:pt x="2582" y="2139"/>
                  </a:lnTo>
                  <a:lnTo>
                    <a:pt x="2655" y="1918"/>
                  </a:lnTo>
                  <a:lnTo>
                    <a:pt x="2803" y="1623"/>
                  </a:lnTo>
                  <a:lnTo>
                    <a:pt x="2803" y="1402"/>
                  </a:lnTo>
                  <a:lnTo>
                    <a:pt x="2803" y="1107"/>
                  </a:lnTo>
                  <a:lnTo>
                    <a:pt x="2729" y="812"/>
                  </a:lnTo>
                  <a:lnTo>
                    <a:pt x="2582" y="590"/>
                  </a:lnTo>
                  <a:lnTo>
                    <a:pt x="2360" y="369"/>
                  </a:lnTo>
                  <a:lnTo>
                    <a:pt x="2213" y="222"/>
                  </a:lnTo>
                  <a:lnTo>
                    <a:pt x="1918" y="74"/>
                  </a:lnTo>
                  <a:lnTo>
                    <a:pt x="169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47" name="Google Shape;5872;p48">
              <a:extLst>
                <a:ext uri="{FF2B5EF4-FFF2-40B4-BE49-F238E27FC236}">
                  <a16:creationId xmlns:a16="http://schemas.microsoft.com/office/drawing/2014/main" id="{05A5F716-1E7A-78AF-E666-9082B242EF17}"/>
                </a:ext>
              </a:extLst>
            </p:cNvPr>
            <p:cNvSpPr/>
            <p:nvPr/>
          </p:nvSpPr>
          <p:spPr>
            <a:xfrm>
              <a:off x="2657500" y="1294725"/>
              <a:ext cx="191800" cy="1143275"/>
            </a:xfrm>
            <a:custGeom>
              <a:avLst/>
              <a:gdLst/>
              <a:ahLst/>
              <a:cxnLst/>
              <a:rect l="l" t="t" r="r" b="b"/>
              <a:pathLst>
                <a:path w="7672" h="45731" extrusionOk="0">
                  <a:moveTo>
                    <a:pt x="7450" y="0"/>
                  </a:moveTo>
                  <a:lnTo>
                    <a:pt x="7376" y="148"/>
                  </a:lnTo>
                  <a:lnTo>
                    <a:pt x="7376" y="19325"/>
                  </a:lnTo>
                  <a:lnTo>
                    <a:pt x="74" y="19325"/>
                  </a:lnTo>
                  <a:lnTo>
                    <a:pt x="0" y="19472"/>
                  </a:lnTo>
                  <a:lnTo>
                    <a:pt x="0" y="45583"/>
                  </a:lnTo>
                  <a:lnTo>
                    <a:pt x="74" y="45657"/>
                  </a:lnTo>
                  <a:lnTo>
                    <a:pt x="148" y="45731"/>
                  </a:lnTo>
                  <a:lnTo>
                    <a:pt x="221" y="45657"/>
                  </a:lnTo>
                  <a:lnTo>
                    <a:pt x="295" y="45583"/>
                  </a:lnTo>
                  <a:lnTo>
                    <a:pt x="295" y="19620"/>
                  </a:lnTo>
                  <a:lnTo>
                    <a:pt x="7524" y="19620"/>
                  </a:lnTo>
                  <a:lnTo>
                    <a:pt x="7597" y="19546"/>
                  </a:lnTo>
                  <a:lnTo>
                    <a:pt x="7671" y="19472"/>
                  </a:lnTo>
                  <a:lnTo>
                    <a:pt x="7671" y="148"/>
                  </a:lnTo>
                  <a:lnTo>
                    <a:pt x="759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48" name="Google Shape;5873;p48">
              <a:extLst>
                <a:ext uri="{FF2B5EF4-FFF2-40B4-BE49-F238E27FC236}">
                  <a16:creationId xmlns:a16="http://schemas.microsoft.com/office/drawing/2014/main" id="{0E985D36-8770-73BF-74A5-6CB9B0746608}"/>
                </a:ext>
              </a:extLst>
            </p:cNvPr>
            <p:cNvSpPr/>
            <p:nvPr/>
          </p:nvSpPr>
          <p:spPr>
            <a:xfrm>
              <a:off x="2428850" y="2316275"/>
              <a:ext cx="234200" cy="7400"/>
            </a:xfrm>
            <a:custGeom>
              <a:avLst/>
              <a:gdLst/>
              <a:ahLst/>
              <a:cxnLst/>
              <a:rect l="l" t="t" r="r" b="b"/>
              <a:pathLst>
                <a:path w="9368" h="296" extrusionOk="0">
                  <a:moveTo>
                    <a:pt x="0" y="1"/>
                  </a:moveTo>
                  <a:lnTo>
                    <a:pt x="0" y="148"/>
                  </a:lnTo>
                  <a:lnTo>
                    <a:pt x="0" y="222"/>
                  </a:lnTo>
                  <a:lnTo>
                    <a:pt x="148" y="296"/>
                  </a:lnTo>
                  <a:lnTo>
                    <a:pt x="9220" y="296"/>
                  </a:lnTo>
                  <a:lnTo>
                    <a:pt x="9294" y="222"/>
                  </a:lnTo>
                  <a:lnTo>
                    <a:pt x="9367" y="148"/>
                  </a:lnTo>
                  <a:lnTo>
                    <a:pt x="929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49" name="Google Shape;5874;p48">
              <a:extLst>
                <a:ext uri="{FF2B5EF4-FFF2-40B4-BE49-F238E27FC236}">
                  <a16:creationId xmlns:a16="http://schemas.microsoft.com/office/drawing/2014/main" id="{D7B418A1-5B41-60C7-7FB4-B761DA7E4A18}"/>
                </a:ext>
              </a:extLst>
            </p:cNvPr>
            <p:cNvSpPr/>
            <p:nvPr/>
          </p:nvSpPr>
          <p:spPr>
            <a:xfrm>
              <a:off x="2692525" y="2106075"/>
              <a:ext cx="36900" cy="36900"/>
            </a:xfrm>
            <a:custGeom>
              <a:avLst/>
              <a:gdLst/>
              <a:ahLst/>
              <a:cxnLst/>
              <a:rect l="l" t="t" r="r" b="b"/>
              <a:pathLst>
                <a:path w="1476" h="1476" extrusionOk="0">
                  <a:moveTo>
                    <a:pt x="1" y="0"/>
                  </a:moveTo>
                  <a:lnTo>
                    <a:pt x="1" y="1475"/>
                  </a:lnTo>
                  <a:lnTo>
                    <a:pt x="1476" y="1475"/>
                  </a:lnTo>
                  <a:lnTo>
                    <a:pt x="14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50" name="Google Shape;5875;p48">
              <a:extLst>
                <a:ext uri="{FF2B5EF4-FFF2-40B4-BE49-F238E27FC236}">
                  <a16:creationId xmlns:a16="http://schemas.microsoft.com/office/drawing/2014/main" id="{2E54C496-000C-75D5-2044-AFDD841F9FAC}"/>
                </a:ext>
              </a:extLst>
            </p:cNvPr>
            <p:cNvSpPr/>
            <p:nvPr/>
          </p:nvSpPr>
          <p:spPr>
            <a:xfrm>
              <a:off x="2688850" y="2102375"/>
              <a:ext cx="44275" cy="44275"/>
            </a:xfrm>
            <a:custGeom>
              <a:avLst/>
              <a:gdLst/>
              <a:ahLst/>
              <a:cxnLst/>
              <a:rect l="l" t="t" r="r" b="b"/>
              <a:pathLst>
                <a:path w="1771" h="1771" extrusionOk="0">
                  <a:moveTo>
                    <a:pt x="1475" y="296"/>
                  </a:moveTo>
                  <a:lnTo>
                    <a:pt x="1475" y="1476"/>
                  </a:lnTo>
                  <a:lnTo>
                    <a:pt x="295" y="1476"/>
                  </a:lnTo>
                  <a:lnTo>
                    <a:pt x="295" y="296"/>
                  </a:lnTo>
                  <a:close/>
                  <a:moveTo>
                    <a:pt x="74" y="1"/>
                  </a:moveTo>
                  <a:lnTo>
                    <a:pt x="0" y="148"/>
                  </a:lnTo>
                  <a:lnTo>
                    <a:pt x="0" y="1623"/>
                  </a:lnTo>
                  <a:lnTo>
                    <a:pt x="74" y="1697"/>
                  </a:lnTo>
                  <a:lnTo>
                    <a:pt x="148" y="1771"/>
                  </a:lnTo>
                  <a:lnTo>
                    <a:pt x="1623" y="1771"/>
                  </a:lnTo>
                  <a:lnTo>
                    <a:pt x="1770" y="1697"/>
                  </a:lnTo>
                  <a:lnTo>
                    <a:pt x="1770" y="1623"/>
                  </a:lnTo>
                  <a:lnTo>
                    <a:pt x="1770" y="148"/>
                  </a:lnTo>
                  <a:lnTo>
                    <a:pt x="177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51" name="Google Shape;5876;p48">
              <a:extLst>
                <a:ext uri="{FF2B5EF4-FFF2-40B4-BE49-F238E27FC236}">
                  <a16:creationId xmlns:a16="http://schemas.microsoft.com/office/drawing/2014/main" id="{0D7C069E-BA08-B1DF-AC4D-7F38B98F4D5C}"/>
                </a:ext>
              </a:extLst>
            </p:cNvPr>
            <p:cNvSpPr/>
            <p:nvPr/>
          </p:nvSpPr>
          <p:spPr>
            <a:xfrm>
              <a:off x="2749700" y="2106075"/>
              <a:ext cx="36900" cy="36900"/>
            </a:xfrm>
            <a:custGeom>
              <a:avLst/>
              <a:gdLst/>
              <a:ahLst/>
              <a:cxnLst/>
              <a:rect l="l" t="t" r="r" b="b"/>
              <a:pathLst>
                <a:path w="1476" h="1476" extrusionOk="0">
                  <a:moveTo>
                    <a:pt x="0" y="0"/>
                  </a:moveTo>
                  <a:lnTo>
                    <a:pt x="0" y="1475"/>
                  </a:lnTo>
                  <a:lnTo>
                    <a:pt x="1475" y="1475"/>
                  </a:lnTo>
                  <a:lnTo>
                    <a:pt x="147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52" name="Google Shape;5877;p48">
              <a:extLst>
                <a:ext uri="{FF2B5EF4-FFF2-40B4-BE49-F238E27FC236}">
                  <a16:creationId xmlns:a16="http://schemas.microsoft.com/office/drawing/2014/main" id="{E0D4F5AD-F2E9-715B-335D-E349A1E3666A}"/>
                </a:ext>
              </a:extLst>
            </p:cNvPr>
            <p:cNvSpPr/>
            <p:nvPr/>
          </p:nvSpPr>
          <p:spPr>
            <a:xfrm>
              <a:off x="2746000" y="2102375"/>
              <a:ext cx="44275" cy="44275"/>
            </a:xfrm>
            <a:custGeom>
              <a:avLst/>
              <a:gdLst/>
              <a:ahLst/>
              <a:cxnLst/>
              <a:rect l="l" t="t" r="r" b="b"/>
              <a:pathLst>
                <a:path w="1771" h="1771" extrusionOk="0">
                  <a:moveTo>
                    <a:pt x="1476" y="296"/>
                  </a:moveTo>
                  <a:lnTo>
                    <a:pt x="1476" y="1476"/>
                  </a:lnTo>
                  <a:lnTo>
                    <a:pt x="296" y="1476"/>
                  </a:lnTo>
                  <a:lnTo>
                    <a:pt x="296" y="296"/>
                  </a:lnTo>
                  <a:close/>
                  <a:moveTo>
                    <a:pt x="74" y="1"/>
                  </a:moveTo>
                  <a:lnTo>
                    <a:pt x="1" y="148"/>
                  </a:lnTo>
                  <a:lnTo>
                    <a:pt x="1" y="1623"/>
                  </a:lnTo>
                  <a:lnTo>
                    <a:pt x="74" y="1697"/>
                  </a:lnTo>
                  <a:lnTo>
                    <a:pt x="148" y="1771"/>
                  </a:lnTo>
                  <a:lnTo>
                    <a:pt x="1623" y="1771"/>
                  </a:lnTo>
                  <a:lnTo>
                    <a:pt x="1697" y="1697"/>
                  </a:lnTo>
                  <a:lnTo>
                    <a:pt x="1771" y="1623"/>
                  </a:lnTo>
                  <a:lnTo>
                    <a:pt x="1771" y="148"/>
                  </a:lnTo>
                  <a:lnTo>
                    <a:pt x="169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53" name="Google Shape;5878;p48">
              <a:extLst>
                <a:ext uri="{FF2B5EF4-FFF2-40B4-BE49-F238E27FC236}">
                  <a16:creationId xmlns:a16="http://schemas.microsoft.com/office/drawing/2014/main" id="{8EFC9343-3875-A7C0-89D8-7CCD8168909D}"/>
                </a:ext>
              </a:extLst>
            </p:cNvPr>
            <p:cNvSpPr/>
            <p:nvPr/>
          </p:nvSpPr>
          <p:spPr>
            <a:xfrm>
              <a:off x="2806850" y="2106075"/>
              <a:ext cx="36900" cy="36900"/>
            </a:xfrm>
            <a:custGeom>
              <a:avLst/>
              <a:gdLst/>
              <a:ahLst/>
              <a:cxnLst/>
              <a:rect l="l" t="t" r="r" b="b"/>
              <a:pathLst>
                <a:path w="1476" h="1476" extrusionOk="0">
                  <a:moveTo>
                    <a:pt x="1" y="0"/>
                  </a:moveTo>
                  <a:lnTo>
                    <a:pt x="1" y="1475"/>
                  </a:lnTo>
                  <a:lnTo>
                    <a:pt x="1476" y="1475"/>
                  </a:lnTo>
                  <a:lnTo>
                    <a:pt x="14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54" name="Google Shape;5879;p48">
              <a:extLst>
                <a:ext uri="{FF2B5EF4-FFF2-40B4-BE49-F238E27FC236}">
                  <a16:creationId xmlns:a16="http://schemas.microsoft.com/office/drawing/2014/main" id="{99AF628C-B25D-8202-B487-642F7DB2DBD1}"/>
                </a:ext>
              </a:extLst>
            </p:cNvPr>
            <p:cNvSpPr/>
            <p:nvPr/>
          </p:nvSpPr>
          <p:spPr>
            <a:xfrm>
              <a:off x="2803175" y="2102375"/>
              <a:ext cx="44275" cy="44275"/>
            </a:xfrm>
            <a:custGeom>
              <a:avLst/>
              <a:gdLst/>
              <a:ahLst/>
              <a:cxnLst/>
              <a:rect l="l" t="t" r="r" b="b"/>
              <a:pathLst>
                <a:path w="1771" h="1771" extrusionOk="0">
                  <a:moveTo>
                    <a:pt x="1475" y="296"/>
                  </a:moveTo>
                  <a:lnTo>
                    <a:pt x="1475" y="1476"/>
                  </a:lnTo>
                  <a:lnTo>
                    <a:pt x="295" y="1476"/>
                  </a:lnTo>
                  <a:lnTo>
                    <a:pt x="295" y="296"/>
                  </a:lnTo>
                  <a:close/>
                  <a:moveTo>
                    <a:pt x="0" y="1"/>
                  </a:moveTo>
                  <a:lnTo>
                    <a:pt x="0" y="148"/>
                  </a:lnTo>
                  <a:lnTo>
                    <a:pt x="0" y="1623"/>
                  </a:lnTo>
                  <a:lnTo>
                    <a:pt x="0" y="1697"/>
                  </a:lnTo>
                  <a:lnTo>
                    <a:pt x="148" y="1771"/>
                  </a:lnTo>
                  <a:lnTo>
                    <a:pt x="1623" y="1771"/>
                  </a:lnTo>
                  <a:lnTo>
                    <a:pt x="1697" y="1697"/>
                  </a:lnTo>
                  <a:lnTo>
                    <a:pt x="1770" y="1623"/>
                  </a:lnTo>
                  <a:lnTo>
                    <a:pt x="1770" y="148"/>
                  </a:lnTo>
                  <a:lnTo>
                    <a:pt x="169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55" name="Google Shape;5880;p48">
              <a:extLst>
                <a:ext uri="{FF2B5EF4-FFF2-40B4-BE49-F238E27FC236}">
                  <a16:creationId xmlns:a16="http://schemas.microsoft.com/office/drawing/2014/main" id="{EFB440FA-B2C9-2903-B5DC-0EA0A4A7B5DD}"/>
                </a:ext>
              </a:extLst>
            </p:cNvPr>
            <p:cNvSpPr/>
            <p:nvPr/>
          </p:nvSpPr>
          <p:spPr>
            <a:xfrm>
              <a:off x="2692525" y="2174300"/>
              <a:ext cx="36900" cy="36900"/>
            </a:xfrm>
            <a:custGeom>
              <a:avLst/>
              <a:gdLst/>
              <a:ahLst/>
              <a:cxnLst/>
              <a:rect l="l" t="t" r="r" b="b"/>
              <a:pathLst>
                <a:path w="1476" h="1476" extrusionOk="0">
                  <a:moveTo>
                    <a:pt x="1" y="0"/>
                  </a:moveTo>
                  <a:lnTo>
                    <a:pt x="1" y="1475"/>
                  </a:lnTo>
                  <a:lnTo>
                    <a:pt x="1476" y="1475"/>
                  </a:lnTo>
                  <a:lnTo>
                    <a:pt x="14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56" name="Google Shape;5881;p48">
              <a:extLst>
                <a:ext uri="{FF2B5EF4-FFF2-40B4-BE49-F238E27FC236}">
                  <a16:creationId xmlns:a16="http://schemas.microsoft.com/office/drawing/2014/main" id="{4970457C-E9B0-23CB-A7C8-A39AA6AD5C88}"/>
                </a:ext>
              </a:extLst>
            </p:cNvPr>
            <p:cNvSpPr/>
            <p:nvPr/>
          </p:nvSpPr>
          <p:spPr>
            <a:xfrm>
              <a:off x="2688850" y="2170600"/>
              <a:ext cx="44275" cy="44275"/>
            </a:xfrm>
            <a:custGeom>
              <a:avLst/>
              <a:gdLst/>
              <a:ahLst/>
              <a:cxnLst/>
              <a:rect l="l" t="t" r="r" b="b"/>
              <a:pathLst>
                <a:path w="1771" h="1771" extrusionOk="0">
                  <a:moveTo>
                    <a:pt x="1475" y="296"/>
                  </a:moveTo>
                  <a:lnTo>
                    <a:pt x="1475" y="1476"/>
                  </a:lnTo>
                  <a:lnTo>
                    <a:pt x="295" y="1476"/>
                  </a:lnTo>
                  <a:lnTo>
                    <a:pt x="295" y="296"/>
                  </a:lnTo>
                  <a:close/>
                  <a:moveTo>
                    <a:pt x="74" y="1"/>
                  </a:moveTo>
                  <a:lnTo>
                    <a:pt x="0" y="148"/>
                  </a:lnTo>
                  <a:lnTo>
                    <a:pt x="0" y="1623"/>
                  </a:lnTo>
                  <a:lnTo>
                    <a:pt x="74" y="1697"/>
                  </a:lnTo>
                  <a:lnTo>
                    <a:pt x="148" y="1771"/>
                  </a:lnTo>
                  <a:lnTo>
                    <a:pt x="1623" y="1771"/>
                  </a:lnTo>
                  <a:lnTo>
                    <a:pt x="1770" y="1697"/>
                  </a:lnTo>
                  <a:lnTo>
                    <a:pt x="1770" y="1623"/>
                  </a:lnTo>
                  <a:lnTo>
                    <a:pt x="1770" y="148"/>
                  </a:lnTo>
                  <a:lnTo>
                    <a:pt x="177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57" name="Google Shape;5882;p48">
              <a:extLst>
                <a:ext uri="{FF2B5EF4-FFF2-40B4-BE49-F238E27FC236}">
                  <a16:creationId xmlns:a16="http://schemas.microsoft.com/office/drawing/2014/main" id="{9E08B0A7-938D-C5E0-F4F9-D195AAC010F6}"/>
                </a:ext>
              </a:extLst>
            </p:cNvPr>
            <p:cNvSpPr/>
            <p:nvPr/>
          </p:nvSpPr>
          <p:spPr>
            <a:xfrm>
              <a:off x="2749700" y="2174300"/>
              <a:ext cx="36900" cy="36900"/>
            </a:xfrm>
            <a:custGeom>
              <a:avLst/>
              <a:gdLst/>
              <a:ahLst/>
              <a:cxnLst/>
              <a:rect l="l" t="t" r="r" b="b"/>
              <a:pathLst>
                <a:path w="1476" h="1476" extrusionOk="0">
                  <a:moveTo>
                    <a:pt x="0" y="0"/>
                  </a:moveTo>
                  <a:lnTo>
                    <a:pt x="0" y="1475"/>
                  </a:lnTo>
                  <a:lnTo>
                    <a:pt x="1475" y="1475"/>
                  </a:lnTo>
                  <a:lnTo>
                    <a:pt x="147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58" name="Google Shape;5883;p48">
              <a:extLst>
                <a:ext uri="{FF2B5EF4-FFF2-40B4-BE49-F238E27FC236}">
                  <a16:creationId xmlns:a16="http://schemas.microsoft.com/office/drawing/2014/main" id="{BF5D8EF2-3BD0-B61E-984A-6A83CB1A2254}"/>
                </a:ext>
              </a:extLst>
            </p:cNvPr>
            <p:cNvSpPr/>
            <p:nvPr/>
          </p:nvSpPr>
          <p:spPr>
            <a:xfrm>
              <a:off x="2746000" y="2170600"/>
              <a:ext cx="44275" cy="44275"/>
            </a:xfrm>
            <a:custGeom>
              <a:avLst/>
              <a:gdLst/>
              <a:ahLst/>
              <a:cxnLst/>
              <a:rect l="l" t="t" r="r" b="b"/>
              <a:pathLst>
                <a:path w="1771" h="1771" extrusionOk="0">
                  <a:moveTo>
                    <a:pt x="1476" y="296"/>
                  </a:moveTo>
                  <a:lnTo>
                    <a:pt x="1476" y="1476"/>
                  </a:lnTo>
                  <a:lnTo>
                    <a:pt x="296" y="1476"/>
                  </a:lnTo>
                  <a:lnTo>
                    <a:pt x="296" y="296"/>
                  </a:lnTo>
                  <a:close/>
                  <a:moveTo>
                    <a:pt x="74" y="1"/>
                  </a:moveTo>
                  <a:lnTo>
                    <a:pt x="1" y="148"/>
                  </a:lnTo>
                  <a:lnTo>
                    <a:pt x="1" y="1623"/>
                  </a:lnTo>
                  <a:lnTo>
                    <a:pt x="74" y="1697"/>
                  </a:lnTo>
                  <a:lnTo>
                    <a:pt x="148" y="1771"/>
                  </a:lnTo>
                  <a:lnTo>
                    <a:pt x="1623" y="1771"/>
                  </a:lnTo>
                  <a:lnTo>
                    <a:pt x="1697" y="1697"/>
                  </a:lnTo>
                  <a:lnTo>
                    <a:pt x="1771" y="1623"/>
                  </a:lnTo>
                  <a:lnTo>
                    <a:pt x="1771" y="148"/>
                  </a:lnTo>
                  <a:lnTo>
                    <a:pt x="169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59" name="Google Shape;5884;p48">
              <a:extLst>
                <a:ext uri="{FF2B5EF4-FFF2-40B4-BE49-F238E27FC236}">
                  <a16:creationId xmlns:a16="http://schemas.microsoft.com/office/drawing/2014/main" id="{E8582F6D-4165-3B46-A04B-30C5A0D94461}"/>
                </a:ext>
              </a:extLst>
            </p:cNvPr>
            <p:cNvSpPr/>
            <p:nvPr/>
          </p:nvSpPr>
          <p:spPr>
            <a:xfrm>
              <a:off x="2806850" y="2174300"/>
              <a:ext cx="36900" cy="36900"/>
            </a:xfrm>
            <a:custGeom>
              <a:avLst/>
              <a:gdLst/>
              <a:ahLst/>
              <a:cxnLst/>
              <a:rect l="l" t="t" r="r" b="b"/>
              <a:pathLst>
                <a:path w="1476" h="1476" extrusionOk="0">
                  <a:moveTo>
                    <a:pt x="1" y="0"/>
                  </a:moveTo>
                  <a:lnTo>
                    <a:pt x="1" y="1475"/>
                  </a:lnTo>
                  <a:lnTo>
                    <a:pt x="1476" y="1475"/>
                  </a:lnTo>
                  <a:lnTo>
                    <a:pt x="14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60" name="Google Shape;5885;p48">
              <a:extLst>
                <a:ext uri="{FF2B5EF4-FFF2-40B4-BE49-F238E27FC236}">
                  <a16:creationId xmlns:a16="http://schemas.microsoft.com/office/drawing/2014/main" id="{B117AFBB-5B4A-69FC-250F-4E889AC3144F}"/>
                </a:ext>
              </a:extLst>
            </p:cNvPr>
            <p:cNvSpPr/>
            <p:nvPr/>
          </p:nvSpPr>
          <p:spPr>
            <a:xfrm>
              <a:off x="2803175" y="2170600"/>
              <a:ext cx="44275" cy="44275"/>
            </a:xfrm>
            <a:custGeom>
              <a:avLst/>
              <a:gdLst/>
              <a:ahLst/>
              <a:cxnLst/>
              <a:rect l="l" t="t" r="r" b="b"/>
              <a:pathLst>
                <a:path w="1771" h="1771" extrusionOk="0">
                  <a:moveTo>
                    <a:pt x="1475" y="296"/>
                  </a:moveTo>
                  <a:lnTo>
                    <a:pt x="1475" y="1476"/>
                  </a:lnTo>
                  <a:lnTo>
                    <a:pt x="295" y="1476"/>
                  </a:lnTo>
                  <a:lnTo>
                    <a:pt x="295" y="296"/>
                  </a:lnTo>
                  <a:close/>
                  <a:moveTo>
                    <a:pt x="0" y="1"/>
                  </a:moveTo>
                  <a:lnTo>
                    <a:pt x="0" y="148"/>
                  </a:lnTo>
                  <a:lnTo>
                    <a:pt x="0" y="1623"/>
                  </a:lnTo>
                  <a:lnTo>
                    <a:pt x="0" y="1697"/>
                  </a:lnTo>
                  <a:lnTo>
                    <a:pt x="148" y="1771"/>
                  </a:lnTo>
                  <a:lnTo>
                    <a:pt x="1623" y="1771"/>
                  </a:lnTo>
                  <a:lnTo>
                    <a:pt x="1697" y="1697"/>
                  </a:lnTo>
                  <a:lnTo>
                    <a:pt x="1770" y="1623"/>
                  </a:lnTo>
                  <a:lnTo>
                    <a:pt x="1770" y="148"/>
                  </a:lnTo>
                  <a:lnTo>
                    <a:pt x="169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61" name="Google Shape;5886;p48">
              <a:extLst>
                <a:ext uri="{FF2B5EF4-FFF2-40B4-BE49-F238E27FC236}">
                  <a16:creationId xmlns:a16="http://schemas.microsoft.com/office/drawing/2014/main" id="{12495B14-B74A-3D74-D9E8-E992AD08D15F}"/>
                </a:ext>
              </a:extLst>
            </p:cNvPr>
            <p:cNvSpPr/>
            <p:nvPr/>
          </p:nvSpPr>
          <p:spPr>
            <a:xfrm>
              <a:off x="2692525" y="2242525"/>
              <a:ext cx="36900" cy="36900"/>
            </a:xfrm>
            <a:custGeom>
              <a:avLst/>
              <a:gdLst/>
              <a:ahLst/>
              <a:cxnLst/>
              <a:rect l="l" t="t" r="r" b="b"/>
              <a:pathLst>
                <a:path w="1476" h="1476" extrusionOk="0">
                  <a:moveTo>
                    <a:pt x="1" y="0"/>
                  </a:moveTo>
                  <a:lnTo>
                    <a:pt x="1" y="1475"/>
                  </a:lnTo>
                  <a:lnTo>
                    <a:pt x="1476" y="1475"/>
                  </a:lnTo>
                  <a:lnTo>
                    <a:pt x="14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62" name="Google Shape;5887;p48">
              <a:extLst>
                <a:ext uri="{FF2B5EF4-FFF2-40B4-BE49-F238E27FC236}">
                  <a16:creationId xmlns:a16="http://schemas.microsoft.com/office/drawing/2014/main" id="{DA0CE6E2-AC3B-058D-6E16-88B97AEE0072}"/>
                </a:ext>
              </a:extLst>
            </p:cNvPr>
            <p:cNvSpPr/>
            <p:nvPr/>
          </p:nvSpPr>
          <p:spPr>
            <a:xfrm>
              <a:off x="2688850" y="2238825"/>
              <a:ext cx="44275" cy="44275"/>
            </a:xfrm>
            <a:custGeom>
              <a:avLst/>
              <a:gdLst/>
              <a:ahLst/>
              <a:cxnLst/>
              <a:rect l="l" t="t" r="r" b="b"/>
              <a:pathLst>
                <a:path w="1771" h="1771" extrusionOk="0">
                  <a:moveTo>
                    <a:pt x="1475" y="296"/>
                  </a:moveTo>
                  <a:lnTo>
                    <a:pt x="1475" y="1476"/>
                  </a:lnTo>
                  <a:lnTo>
                    <a:pt x="295" y="1476"/>
                  </a:lnTo>
                  <a:lnTo>
                    <a:pt x="295" y="296"/>
                  </a:lnTo>
                  <a:close/>
                  <a:moveTo>
                    <a:pt x="148" y="1"/>
                  </a:moveTo>
                  <a:lnTo>
                    <a:pt x="74" y="75"/>
                  </a:lnTo>
                  <a:lnTo>
                    <a:pt x="0" y="148"/>
                  </a:lnTo>
                  <a:lnTo>
                    <a:pt x="0" y="1623"/>
                  </a:lnTo>
                  <a:lnTo>
                    <a:pt x="74" y="1771"/>
                  </a:lnTo>
                  <a:lnTo>
                    <a:pt x="1770" y="1771"/>
                  </a:lnTo>
                  <a:lnTo>
                    <a:pt x="1770" y="1623"/>
                  </a:lnTo>
                  <a:lnTo>
                    <a:pt x="1770" y="148"/>
                  </a:lnTo>
                  <a:lnTo>
                    <a:pt x="1770" y="75"/>
                  </a:lnTo>
                  <a:lnTo>
                    <a:pt x="162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63" name="Google Shape;5888;p48">
              <a:extLst>
                <a:ext uri="{FF2B5EF4-FFF2-40B4-BE49-F238E27FC236}">
                  <a16:creationId xmlns:a16="http://schemas.microsoft.com/office/drawing/2014/main" id="{C191163F-395E-9DE5-A354-4AE708F96FBE}"/>
                </a:ext>
              </a:extLst>
            </p:cNvPr>
            <p:cNvSpPr/>
            <p:nvPr/>
          </p:nvSpPr>
          <p:spPr>
            <a:xfrm>
              <a:off x="2749700" y="2242525"/>
              <a:ext cx="36900" cy="36900"/>
            </a:xfrm>
            <a:custGeom>
              <a:avLst/>
              <a:gdLst/>
              <a:ahLst/>
              <a:cxnLst/>
              <a:rect l="l" t="t" r="r" b="b"/>
              <a:pathLst>
                <a:path w="1476" h="1476" extrusionOk="0">
                  <a:moveTo>
                    <a:pt x="0" y="0"/>
                  </a:moveTo>
                  <a:lnTo>
                    <a:pt x="0" y="1475"/>
                  </a:lnTo>
                  <a:lnTo>
                    <a:pt x="1475" y="1475"/>
                  </a:lnTo>
                  <a:lnTo>
                    <a:pt x="147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64" name="Google Shape;5889;p48">
              <a:extLst>
                <a:ext uri="{FF2B5EF4-FFF2-40B4-BE49-F238E27FC236}">
                  <a16:creationId xmlns:a16="http://schemas.microsoft.com/office/drawing/2014/main" id="{B7ADD4B8-B208-B34E-9291-A88818A66F7E}"/>
                </a:ext>
              </a:extLst>
            </p:cNvPr>
            <p:cNvSpPr/>
            <p:nvPr/>
          </p:nvSpPr>
          <p:spPr>
            <a:xfrm>
              <a:off x="2746000" y="2238825"/>
              <a:ext cx="44275" cy="44275"/>
            </a:xfrm>
            <a:custGeom>
              <a:avLst/>
              <a:gdLst/>
              <a:ahLst/>
              <a:cxnLst/>
              <a:rect l="l" t="t" r="r" b="b"/>
              <a:pathLst>
                <a:path w="1771" h="1771" extrusionOk="0">
                  <a:moveTo>
                    <a:pt x="1476" y="296"/>
                  </a:moveTo>
                  <a:lnTo>
                    <a:pt x="1476" y="1476"/>
                  </a:lnTo>
                  <a:lnTo>
                    <a:pt x="296" y="1476"/>
                  </a:lnTo>
                  <a:lnTo>
                    <a:pt x="296" y="296"/>
                  </a:lnTo>
                  <a:close/>
                  <a:moveTo>
                    <a:pt x="148" y="1"/>
                  </a:moveTo>
                  <a:lnTo>
                    <a:pt x="74" y="75"/>
                  </a:lnTo>
                  <a:lnTo>
                    <a:pt x="1" y="148"/>
                  </a:lnTo>
                  <a:lnTo>
                    <a:pt x="1" y="1623"/>
                  </a:lnTo>
                  <a:lnTo>
                    <a:pt x="74" y="1771"/>
                  </a:lnTo>
                  <a:lnTo>
                    <a:pt x="1697" y="1771"/>
                  </a:lnTo>
                  <a:lnTo>
                    <a:pt x="1771" y="1623"/>
                  </a:lnTo>
                  <a:lnTo>
                    <a:pt x="1771" y="148"/>
                  </a:lnTo>
                  <a:lnTo>
                    <a:pt x="1697" y="75"/>
                  </a:lnTo>
                  <a:lnTo>
                    <a:pt x="162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65" name="Google Shape;5890;p48">
              <a:extLst>
                <a:ext uri="{FF2B5EF4-FFF2-40B4-BE49-F238E27FC236}">
                  <a16:creationId xmlns:a16="http://schemas.microsoft.com/office/drawing/2014/main" id="{02C9F79C-9346-0719-DCA6-27A166A5A602}"/>
                </a:ext>
              </a:extLst>
            </p:cNvPr>
            <p:cNvSpPr/>
            <p:nvPr/>
          </p:nvSpPr>
          <p:spPr>
            <a:xfrm>
              <a:off x="2806850" y="2242525"/>
              <a:ext cx="36900" cy="36900"/>
            </a:xfrm>
            <a:custGeom>
              <a:avLst/>
              <a:gdLst/>
              <a:ahLst/>
              <a:cxnLst/>
              <a:rect l="l" t="t" r="r" b="b"/>
              <a:pathLst>
                <a:path w="1476" h="1476" extrusionOk="0">
                  <a:moveTo>
                    <a:pt x="1" y="0"/>
                  </a:moveTo>
                  <a:lnTo>
                    <a:pt x="1" y="1475"/>
                  </a:lnTo>
                  <a:lnTo>
                    <a:pt x="1476" y="1475"/>
                  </a:lnTo>
                  <a:lnTo>
                    <a:pt x="147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66" name="Google Shape;5891;p48">
              <a:extLst>
                <a:ext uri="{FF2B5EF4-FFF2-40B4-BE49-F238E27FC236}">
                  <a16:creationId xmlns:a16="http://schemas.microsoft.com/office/drawing/2014/main" id="{1FBE857F-A02B-F06B-FACA-50F6AF279BC3}"/>
                </a:ext>
              </a:extLst>
            </p:cNvPr>
            <p:cNvSpPr/>
            <p:nvPr/>
          </p:nvSpPr>
          <p:spPr>
            <a:xfrm>
              <a:off x="2803175" y="2238825"/>
              <a:ext cx="44275" cy="44275"/>
            </a:xfrm>
            <a:custGeom>
              <a:avLst/>
              <a:gdLst/>
              <a:ahLst/>
              <a:cxnLst/>
              <a:rect l="l" t="t" r="r" b="b"/>
              <a:pathLst>
                <a:path w="1771" h="1771" extrusionOk="0">
                  <a:moveTo>
                    <a:pt x="1475" y="296"/>
                  </a:moveTo>
                  <a:lnTo>
                    <a:pt x="1475" y="1476"/>
                  </a:lnTo>
                  <a:lnTo>
                    <a:pt x="295" y="1476"/>
                  </a:lnTo>
                  <a:lnTo>
                    <a:pt x="295" y="296"/>
                  </a:lnTo>
                  <a:close/>
                  <a:moveTo>
                    <a:pt x="148" y="1"/>
                  </a:moveTo>
                  <a:lnTo>
                    <a:pt x="0" y="75"/>
                  </a:lnTo>
                  <a:lnTo>
                    <a:pt x="0" y="148"/>
                  </a:lnTo>
                  <a:lnTo>
                    <a:pt x="0" y="1623"/>
                  </a:lnTo>
                  <a:lnTo>
                    <a:pt x="0" y="1771"/>
                  </a:lnTo>
                  <a:lnTo>
                    <a:pt x="1697" y="1771"/>
                  </a:lnTo>
                  <a:lnTo>
                    <a:pt x="1770" y="1623"/>
                  </a:lnTo>
                  <a:lnTo>
                    <a:pt x="1770" y="148"/>
                  </a:lnTo>
                  <a:lnTo>
                    <a:pt x="1697" y="75"/>
                  </a:lnTo>
                  <a:lnTo>
                    <a:pt x="162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67" name="Google Shape;5892;p48">
              <a:extLst>
                <a:ext uri="{FF2B5EF4-FFF2-40B4-BE49-F238E27FC236}">
                  <a16:creationId xmlns:a16="http://schemas.microsoft.com/office/drawing/2014/main" id="{BF9D9001-B1D0-70B9-8889-5156BCB4EB46}"/>
                </a:ext>
              </a:extLst>
            </p:cNvPr>
            <p:cNvSpPr/>
            <p:nvPr/>
          </p:nvSpPr>
          <p:spPr>
            <a:xfrm>
              <a:off x="2945150" y="2358700"/>
              <a:ext cx="147550" cy="73775"/>
            </a:xfrm>
            <a:custGeom>
              <a:avLst/>
              <a:gdLst/>
              <a:ahLst/>
              <a:cxnLst/>
              <a:rect l="l" t="t" r="r" b="b"/>
              <a:pathLst>
                <a:path w="5902" h="2951" extrusionOk="0">
                  <a:moveTo>
                    <a:pt x="74" y="0"/>
                  </a:moveTo>
                  <a:lnTo>
                    <a:pt x="1" y="2950"/>
                  </a:lnTo>
                  <a:lnTo>
                    <a:pt x="5901" y="2950"/>
                  </a:lnTo>
                  <a:lnTo>
                    <a:pt x="5901" y="2582"/>
                  </a:lnTo>
                  <a:lnTo>
                    <a:pt x="5828" y="2434"/>
                  </a:lnTo>
                  <a:lnTo>
                    <a:pt x="5680" y="2287"/>
                  </a:lnTo>
                  <a:lnTo>
                    <a:pt x="5164" y="1992"/>
                  </a:lnTo>
                  <a:lnTo>
                    <a:pt x="3910" y="1402"/>
                  </a:lnTo>
                  <a:lnTo>
                    <a:pt x="3098" y="811"/>
                  </a:lnTo>
                  <a:lnTo>
                    <a:pt x="2508" y="148"/>
                  </a:lnTo>
                  <a:lnTo>
                    <a:pt x="7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68" name="Google Shape;5893;p48">
              <a:extLst>
                <a:ext uri="{FF2B5EF4-FFF2-40B4-BE49-F238E27FC236}">
                  <a16:creationId xmlns:a16="http://schemas.microsoft.com/office/drawing/2014/main" id="{0B72EDDB-B906-BC18-7DD1-9073CEE86B18}"/>
                </a:ext>
              </a:extLst>
            </p:cNvPr>
            <p:cNvSpPr/>
            <p:nvPr/>
          </p:nvSpPr>
          <p:spPr>
            <a:xfrm>
              <a:off x="2941475" y="2355000"/>
              <a:ext cx="154900" cy="81175"/>
            </a:xfrm>
            <a:custGeom>
              <a:avLst/>
              <a:gdLst/>
              <a:ahLst/>
              <a:cxnLst/>
              <a:rect l="l" t="t" r="r" b="b"/>
              <a:pathLst>
                <a:path w="6196" h="3247" extrusionOk="0">
                  <a:moveTo>
                    <a:pt x="369" y="296"/>
                  </a:moveTo>
                  <a:lnTo>
                    <a:pt x="2582" y="443"/>
                  </a:lnTo>
                  <a:lnTo>
                    <a:pt x="3172" y="1107"/>
                  </a:lnTo>
                  <a:lnTo>
                    <a:pt x="3983" y="1697"/>
                  </a:lnTo>
                  <a:lnTo>
                    <a:pt x="4647" y="1992"/>
                  </a:lnTo>
                  <a:lnTo>
                    <a:pt x="5458" y="2361"/>
                  </a:lnTo>
                  <a:lnTo>
                    <a:pt x="5753" y="2582"/>
                  </a:lnTo>
                  <a:lnTo>
                    <a:pt x="5901" y="2730"/>
                  </a:lnTo>
                  <a:lnTo>
                    <a:pt x="5901" y="2951"/>
                  </a:lnTo>
                  <a:lnTo>
                    <a:pt x="295" y="2951"/>
                  </a:lnTo>
                  <a:lnTo>
                    <a:pt x="369" y="296"/>
                  </a:lnTo>
                  <a:close/>
                  <a:moveTo>
                    <a:pt x="148" y="1"/>
                  </a:moveTo>
                  <a:lnTo>
                    <a:pt x="74" y="148"/>
                  </a:lnTo>
                  <a:lnTo>
                    <a:pt x="0" y="3098"/>
                  </a:lnTo>
                  <a:lnTo>
                    <a:pt x="74" y="3172"/>
                  </a:lnTo>
                  <a:lnTo>
                    <a:pt x="148" y="3246"/>
                  </a:lnTo>
                  <a:lnTo>
                    <a:pt x="6048" y="3246"/>
                  </a:lnTo>
                  <a:lnTo>
                    <a:pt x="6122" y="3172"/>
                  </a:lnTo>
                  <a:lnTo>
                    <a:pt x="6196" y="3025"/>
                  </a:lnTo>
                  <a:lnTo>
                    <a:pt x="6196" y="2730"/>
                  </a:lnTo>
                  <a:lnTo>
                    <a:pt x="6122" y="2582"/>
                  </a:lnTo>
                  <a:lnTo>
                    <a:pt x="6048" y="2508"/>
                  </a:lnTo>
                  <a:lnTo>
                    <a:pt x="5827" y="2287"/>
                  </a:lnTo>
                  <a:lnTo>
                    <a:pt x="4794" y="1771"/>
                  </a:lnTo>
                  <a:lnTo>
                    <a:pt x="4131" y="1402"/>
                  </a:lnTo>
                  <a:lnTo>
                    <a:pt x="3393" y="812"/>
                  </a:lnTo>
                  <a:lnTo>
                    <a:pt x="2729" y="148"/>
                  </a:lnTo>
                  <a:lnTo>
                    <a:pt x="2655" y="74"/>
                  </a:lnTo>
                  <a:lnTo>
                    <a:pt x="22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69" name="Google Shape;5894;p48">
              <a:extLst>
                <a:ext uri="{FF2B5EF4-FFF2-40B4-BE49-F238E27FC236}">
                  <a16:creationId xmlns:a16="http://schemas.microsoft.com/office/drawing/2014/main" id="{438A1F32-3539-E566-4755-49BABC88910F}"/>
                </a:ext>
              </a:extLst>
            </p:cNvPr>
            <p:cNvSpPr/>
            <p:nvPr/>
          </p:nvSpPr>
          <p:spPr>
            <a:xfrm>
              <a:off x="2945150" y="2415850"/>
              <a:ext cx="147550" cy="16625"/>
            </a:xfrm>
            <a:custGeom>
              <a:avLst/>
              <a:gdLst/>
              <a:ahLst/>
              <a:cxnLst/>
              <a:rect l="l" t="t" r="r" b="b"/>
              <a:pathLst>
                <a:path w="5902" h="665" extrusionOk="0">
                  <a:moveTo>
                    <a:pt x="1" y="1"/>
                  </a:moveTo>
                  <a:lnTo>
                    <a:pt x="1" y="664"/>
                  </a:lnTo>
                  <a:lnTo>
                    <a:pt x="5901" y="664"/>
                  </a:lnTo>
                  <a:lnTo>
                    <a:pt x="5901" y="296"/>
                  </a:lnTo>
                  <a:lnTo>
                    <a:pt x="5828" y="148"/>
                  </a:lnTo>
                  <a:lnTo>
                    <a:pt x="560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70" name="Google Shape;5895;p48">
              <a:extLst>
                <a:ext uri="{FF2B5EF4-FFF2-40B4-BE49-F238E27FC236}">
                  <a16:creationId xmlns:a16="http://schemas.microsoft.com/office/drawing/2014/main" id="{10B64327-F4A5-C1BD-77FB-D1CAC5EA96BB}"/>
                </a:ext>
              </a:extLst>
            </p:cNvPr>
            <p:cNvSpPr/>
            <p:nvPr/>
          </p:nvSpPr>
          <p:spPr>
            <a:xfrm>
              <a:off x="2941475" y="2412175"/>
              <a:ext cx="154900" cy="24000"/>
            </a:xfrm>
            <a:custGeom>
              <a:avLst/>
              <a:gdLst/>
              <a:ahLst/>
              <a:cxnLst/>
              <a:rect l="l" t="t" r="r" b="b"/>
              <a:pathLst>
                <a:path w="6196" h="960" extrusionOk="0">
                  <a:moveTo>
                    <a:pt x="5679" y="295"/>
                  </a:moveTo>
                  <a:lnTo>
                    <a:pt x="5827" y="369"/>
                  </a:lnTo>
                  <a:lnTo>
                    <a:pt x="5901" y="443"/>
                  </a:lnTo>
                  <a:lnTo>
                    <a:pt x="5901" y="664"/>
                  </a:lnTo>
                  <a:lnTo>
                    <a:pt x="295" y="664"/>
                  </a:lnTo>
                  <a:lnTo>
                    <a:pt x="295" y="295"/>
                  </a:lnTo>
                  <a:close/>
                  <a:moveTo>
                    <a:pt x="74" y="0"/>
                  </a:moveTo>
                  <a:lnTo>
                    <a:pt x="0" y="148"/>
                  </a:lnTo>
                  <a:lnTo>
                    <a:pt x="0" y="811"/>
                  </a:lnTo>
                  <a:lnTo>
                    <a:pt x="74" y="885"/>
                  </a:lnTo>
                  <a:lnTo>
                    <a:pt x="148" y="959"/>
                  </a:lnTo>
                  <a:lnTo>
                    <a:pt x="6048" y="959"/>
                  </a:lnTo>
                  <a:lnTo>
                    <a:pt x="6122" y="885"/>
                  </a:lnTo>
                  <a:lnTo>
                    <a:pt x="6196" y="811"/>
                  </a:lnTo>
                  <a:lnTo>
                    <a:pt x="6196" y="443"/>
                  </a:lnTo>
                  <a:lnTo>
                    <a:pt x="6122" y="295"/>
                  </a:lnTo>
                  <a:lnTo>
                    <a:pt x="6048" y="221"/>
                  </a:lnTo>
                  <a:lnTo>
                    <a:pt x="582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71" name="Google Shape;5896;p48">
              <a:extLst>
                <a:ext uri="{FF2B5EF4-FFF2-40B4-BE49-F238E27FC236}">
                  <a16:creationId xmlns:a16="http://schemas.microsoft.com/office/drawing/2014/main" id="{A711DFC7-EC5C-6BC5-A10B-89F6FECB7AA6}"/>
                </a:ext>
              </a:extLst>
            </p:cNvPr>
            <p:cNvSpPr/>
            <p:nvPr/>
          </p:nvSpPr>
          <p:spPr>
            <a:xfrm>
              <a:off x="2947000" y="1753875"/>
              <a:ext cx="158600" cy="604850"/>
            </a:xfrm>
            <a:custGeom>
              <a:avLst/>
              <a:gdLst/>
              <a:ahLst/>
              <a:cxnLst/>
              <a:rect l="l" t="t" r="r" b="b"/>
              <a:pathLst>
                <a:path w="6344" h="24194" extrusionOk="0">
                  <a:moveTo>
                    <a:pt x="1844" y="0"/>
                  </a:moveTo>
                  <a:lnTo>
                    <a:pt x="1549" y="1697"/>
                  </a:lnTo>
                  <a:lnTo>
                    <a:pt x="1771" y="10105"/>
                  </a:lnTo>
                  <a:lnTo>
                    <a:pt x="1697" y="10474"/>
                  </a:lnTo>
                  <a:lnTo>
                    <a:pt x="1623" y="10916"/>
                  </a:lnTo>
                  <a:lnTo>
                    <a:pt x="1254" y="12023"/>
                  </a:lnTo>
                  <a:lnTo>
                    <a:pt x="885" y="13203"/>
                  </a:lnTo>
                  <a:lnTo>
                    <a:pt x="738" y="13867"/>
                  </a:lnTo>
                  <a:lnTo>
                    <a:pt x="664" y="14531"/>
                  </a:lnTo>
                  <a:lnTo>
                    <a:pt x="443" y="16817"/>
                  </a:lnTo>
                  <a:lnTo>
                    <a:pt x="222" y="19989"/>
                  </a:lnTo>
                  <a:lnTo>
                    <a:pt x="0" y="24193"/>
                  </a:lnTo>
                  <a:lnTo>
                    <a:pt x="2361" y="24193"/>
                  </a:lnTo>
                  <a:lnTo>
                    <a:pt x="3319" y="19694"/>
                  </a:lnTo>
                  <a:lnTo>
                    <a:pt x="4131" y="15858"/>
                  </a:lnTo>
                  <a:lnTo>
                    <a:pt x="4868" y="12465"/>
                  </a:lnTo>
                  <a:lnTo>
                    <a:pt x="5237" y="10916"/>
                  </a:lnTo>
                  <a:lnTo>
                    <a:pt x="5532" y="8999"/>
                  </a:lnTo>
                  <a:lnTo>
                    <a:pt x="5975" y="4868"/>
                  </a:lnTo>
                  <a:lnTo>
                    <a:pt x="6270" y="1402"/>
                  </a:lnTo>
                  <a:lnTo>
                    <a:pt x="634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72" name="Google Shape;5897;p48">
              <a:extLst>
                <a:ext uri="{FF2B5EF4-FFF2-40B4-BE49-F238E27FC236}">
                  <a16:creationId xmlns:a16="http://schemas.microsoft.com/office/drawing/2014/main" id="{27F8FC44-FA77-0A83-BFEA-4FCFFF0CCD62}"/>
                </a:ext>
              </a:extLst>
            </p:cNvPr>
            <p:cNvSpPr/>
            <p:nvPr/>
          </p:nvSpPr>
          <p:spPr>
            <a:xfrm>
              <a:off x="2943300" y="1750175"/>
              <a:ext cx="166000" cy="612225"/>
            </a:xfrm>
            <a:custGeom>
              <a:avLst/>
              <a:gdLst/>
              <a:ahLst/>
              <a:cxnLst/>
              <a:rect l="l" t="t" r="r" b="b"/>
              <a:pathLst>
                <a:path w="6640" h="24489" extrusionOk="0">
                  <a:moveTo>
                    <a:pt x="6344" y="296"/>
                  </a:moveTo>
                  <a:lnTo>
                    <a:pt x="6197" y="2213"/>
                  </a:lnTo>
                  <a:lnTo>
                    <a:pt x="5902" y="5606"/>
                  </a:lnTo>
                  <a:lnTo>
                    <a:pt x="5459" y="9442"/>
                  </a:lnTo>
                  <a:lnTo>
                    <a:pt x="5164" y="11138"/>
                  </a:lnTo>
                  <a:lnTo>
                    <a:pt x="4869" y="12613"/>
                  </a:lnTo>
                  <a:lnTo>
                    <a:pt x="4205" y="15711"/>
                  </a:lnTo>
                  <a:lnTo>
                    <a:pt x="3394" y="19252"/>
                  </a:lnTo>
                  <a:lnTo>
                    <a:pt x="2361" y="24194"/>
                  </a:lnTo>
                  <a:lnTo>
                    <a:pt x="296" y="24194"/>
                  </a:lnTo>
                  <a:lnTo>
                    <a:pt x="591" y="19621"/>
                  </a:lnTo>
                  <a:lnTo>
                    <a:pt x="960" y="14679"/>
                  </a:lnTo>
                  <a:lnTo>
                    <a:pt x="1255" y="13351"/>
                  </a:lnTo>
                  <a:lnTo>
                    <a:pt x="1624" y="12023"/>
                  </a:lnTo>
                  <a:lnTo>
                    <a:pt x="1919" y="11138"/>
                  </a:lnTo>
                  <a:lnTo>
                    <a:pt x="2066" y="10253"/>
                  </a:lnTo>
                  <a:lnTo>
                    <a:pt x="1845" y="1845"/>
                  </a:lnTo>
                  <a:lnTo>
                    <a:pt x="2140" y="296"/>
                  </a:lnTo>
                  <a:close/>
                  <a:moveTo>
                    <a:pt x="1919" y="1"/>
                  </a:moveTo>
                  <a:lnTo>
                    <a:pt x="1845" y="148"/>
                  </a:lnTo>
                  <a:lnTo>
                    <a:pt x="1550" y="1771"/>
                  </a:lnTo>
                  <a:lnTo>
                    <a:pt x="1550" y="1845"/>
                  </a:lnTo>
                  <a:lnTo>
                    <a:pt x="1771" y="10253"/>
                  </a:lnTo>
                  <a:lnTo>
                    <a:pt x="1624" y="11138"/>
                  </a:lnTo>
                  <a:lnTo>
                    <a:pt x="1328" y="11950"/>
                  </a:lnTo>
                  <a:lnTo>
                    <a:pt x="960" y="13277"/>
                  </a:lnTo>
                  <a:lnTo>
                    <a:pt x="665" y="14679"/>
                  </a:lnTo>
                  <a:lnTo>
                    <a:pt x="443" y="16891"/>
                  </a:lnTo>
                  <a:lnTo>
                    <a:pt x="222" y="20137"/>
                  </a:lnTo>
                  <a:lnTo>
                    <a:pt x="1" y="24341"/>
                  </a:lnTo>
                  <a:lnTo>
                    <a:pt x="75" y="24415"/>
                  </a:lnTo>
                  <a:lnTo>
                    <a:pt x="148" y="24489"/>
                  </a:lnTo>
                  <a:lnTo>
                    <a:pt x="2509" y="24489"/>
                  </a:lnTo>
                  <a:lnTo>
                    <a:pt x="2582" y="24415"/>
                  </a:lnTo>
                  <a:lnTo>
                    <a:pt x="2656" y="24341"/>
                  </a:lnTo>
                  <a:lnTo>
                    <a:pt x="3615" y="19842"/>
                  </a:lnTo>
                  <a:lnTo>
                    <a:pt x="4426" y="16006"/>
                  </a:lnTo>
                  <a:lnTo>
                    <a:pt x="5164" y="12687"/>
                  </a:lnTo>
                  <a:lnTo>
                    <a:pt x="5533" y="11064"/>
                  </a:lnTo>
                  <a:lnTo>
                    <a:pt x="5754" y="9220"/>
                  </a:lnTo>
                  <a:lnTo>
                    <a:pt x="6270" y="5090"/>
                  </a:lnTo>
                  <a:lnTo>
                    <a:pt x="6565" y="1623"/>
                  </a:lnTo>
                  <a:lnTo>
                    <a:pt x="6639" y="148"/>
                  </a:lnTo>
                  <a:lnTo>
                    <a:pt x="6639" y="74"/>
                  </a:lnTo>
                  <a:lnTo>
                    <a:pt x="649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73" name="Google Shape;5898;p48">
              <a:extLst>
                <a:ext uri="{FF2B5EF4-FFF2-40B4-BE49-F238E27FC236}">
                  <a16:creationId xmlns:a16="http://schemas.microsoft.com/office/drawing/2014/main" id="{F8E4E04D-DEF6-2A4A-D039-BCB22EE4DAD5}"/>
                </a:ext>
              </a:extLst>
            </p:cNvPr>
            <p:cNvSpPr/>
            <p:nvPr/>
          </p:nvSpPr>
          <p:spPr>
            <a:xfrm>
              <a:off x="2958050" y="1650600"/>
              <a:ext cx="169675" cy="711800"/>
            </a:xfrm>
            <a:custGeom>
              <a:avLst/>
              <a:gdLst/>
              <a:ahLst/>
              <a:cxnLst/>
              <a:rect l="l" t="t" r="r" b="b"/>
              <a:pathLst>
                <a:path w="6787" h="28472" extrusionOk="0">
                  <a:moveTo>
                    <a:pt x="75" y="1"/>
                  </a:moveTo>
                  <a:lnTo>
                    <a:pt x="1" y="1771"/>
                  </a:lnTo>
                  <a:lnTo>
                    <a:pt x="75" y="3246"/>
                  </a:lnTo>
                  <a:lnTo>
                    <a:pt x="222" y="3910"/>
                  </a:lnTo>
                  <a:lnTo>
                    <a:pt x="296" y="4426"/>
                  </a:lnTo>
                  <a:lnTo>
                    <a:pt x="960" y="6491"/>
                  </a:lnTo>
                  <a:lnTo>
                    <a:pt x="1329" y="7745"/>
                  </a:lnTo>
                  <a:lnTo>
                    <a:pt x="1697" y="10622"/>
                  </a:lnTo>
                  <a:lnTo>
                    <a:pt x="1919" y="12761"/>
                  </a:lnTo>
                  <a:lnTo>
                    <a:pt x="2066" y="14089"/>
                  </a:lnTo>
                  <a:lnTo>
                    <a:pt x="1992" y="14457"/>
                  </a:lnTo>
                  <a:lnTo>
                    <a:pt x="1919" y="14974"/>
                  </a:lnTo>
                  <a:lnTo>
                    <a:pt x="1624" y="16228"/>
                  </a:lnTo>
                  <a:lnTo>
                    <a:pt x="1329" y="17629"/>
                  </a:lnTo>
                  <a:lnTo>
                    <a:pt x="1255" y="18367"/>
                  </a:lnTo>
                  <a:lnTo>
                    <a:pt x="1181" y="19030"/>
                  </a:lnTo>
                  <a:lnTo>
                    <a:pt x="1329" y="21243"/>
                  </a:lnTo>
                  <a:lnTo>
                    <a:pt x="1550" y="24341"/>
                  </a:lnTo>
                  <a:lnTo>
                    <a:pt x="1919" y="28324"/>
                  </a:lnTo>
                  <a:lnTo>
                    <a:pt x="4353" y="28472"/>
                  </a:lnTo>
                  <a:lnTo>
                    <a:pt x="5090" y="23456"/>
                  </a:lnTo>
                  <a:lnTo>
                    <a:pt x="5680" y="19252"/>
                  </a:lnTo>
                  <a:lnTo>
                    <a:pt x="6270" y="15859"/>
                  </a:lnTo>
                  <a:lnTo>
                    <a:pt x="6492" y="14457"/>
                  </a:lnTo>
                  <a:lnTo>
                    <a:pt x="6639" y="13056"/>
                  </a:lnTo>
                  <a:lnTo>
                    <a:pt x="6787" y="10106"/>
                  </a:lnTo>
                  <a:lnTo>
                    <a:pt x="6787" y="7450"/>
                  </a:lnTo>
                  <a:lnTo>
                    <a:pt x="6713" y="5680"/>
                  </a:lnTo>
                  <a:lnTo>
                    <a:pt x="6639" y="4131"/>
                  </a:lnTo>
                  <a:lnTo>
                    <a:pt x="6565" y="2287"/>
                  </a:lnTo>
                  <a:lnTo>
                    <a:pt x="6565" y="148"/>
                  </a:lnTo>
                  <a:lnTo>
                    <a:pt x="7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74" name="Google Shape;5899;p48">
              <a:extLst>
                <a:ext uri="{FF2B5EF4-FFF2-40B4-BE49-F238E27FC236}">
                  <a16:creationId xmlns:a16="http://schemas.microsoft.com/office/drawing/2014/main" id="{C49AE3F3-C15B-45C8-BE43-362DD5EE5EBF}"/>
                </a:ext>
              </a:extLst>
            </p:cNvPr>
            <p:cNvSpPr/>
            <p:nvPr/>
          </p:nvSpPr>
          <p:spPr>
            <a:xfrm>
              <a:off x="2954375" y="1646925"/>
              <a:ext cx="178875" cy="719175"/>
            </a:xfrm>
            <a:custGeom>
              <a:avLst/>
              <a:gdLst/>
              <a:ahLst/>
              <a:cxnLst/>
              <a:rect l="l" t="t" r="r" b="b"/>
              <a:pathLst>
                <a:path w="7155" h="28767" extrusionOk="0">
                  <a:moveTo>
                    <a:pt x="369" y="295"/>
                  </a:moveTo>
                  <a:lnTo>
                    <a:pt x="6565" y="443"/>
                  </a:lnTo>
                  <a:lnTo>
                    <a:pt x="6565" y="2877"/>
                  </a:lnTo>
                  <a:lnTo>
                    <a:pt x="6639" y="4499"/>
                  </a:lnTo>
                  <a:lnTo>
                    <a:pt x="6712" y="5827"/>
                  </a:lnTo>
                  <a:lnTo>
                    <a:pt x="6786" y="7524"/>
                  </a:lnTo>
                  <a:lnTo>
                    <a:pt x="6786" y="10105"/>
                  </a:lnTo>
                  <a:lnTo>
                    <a:pt x="6639" y="13055"/>
                  </a:lnTo>
                  <a:lnTo>
                    <a:pt x="6491" y="14531"/>
                  </a:lnTo>
                  <a:lnTo>
                    <a:pt x="6270" y="15932"/>
                  </a:lnTo>
                  <a:lnTo>
                    <a:pt x="5163" y="22939"/>
                  </a:lnTo>
                  <a:lnTo>
                    <a:pt x="4352" y="28397"/>
                  </a:lnTo>
                  <a:lnTo>
                    <a:pt x="2213" y="28324"/>
                  </a:lnTo>
                  <a:lnTo>
                    <a:pt x="1771" y="23972"/>
                  </a:lnTo>
                  <a:lnTo>
                    <a:pt x="1549" y="21169"/>
                  </a:lnTo>
                  <a:lnTo>
                    <a:pt x="1476" y="19177"/>
                  </a:lnTo>
                  <a:lnTo>
                    <a:pt x="1549" y="18366"/>
                  </a:lnTo>
                  <a:lnTo>
                    <a:pt x="1623" y="17481"/>
                  </a:lnTo>
                  <a:lnTo>
                    <a:pt x="1992" y="15932"/>
                  </a:lnTo>
                  <a:lnTo>
                    <a:pt x="2213" y="15047"/>
                  </a:lnTo>
                  <a:lnTo>
                    <a:pt x="2361" y="14236"/>
                  </a:lnTo>
                  <a:lnTo>
                    <a:pt x="2213" y="12908"/>
                  </a:lnTo>
                  <a:lnTo>
                    <a:pt x="1992" y="10769"/>
                  </a:lnTo>
                  <a:lnTo>
                    <a:pt x="1623" y="7819"/>
                  </a:lnTo>
                  <a:lnTo>
                    <a:pt x="1254" y="6565"/>
                  </a:lnTo>
                  <a:lnTo>
                    <a:pt x="590" y="4499"/>
                  </a:lnTo>
                  <a:lnTo>
                    <a:pt x="517" y="4057"/>
                  </a:lnTo>
                  <a:lnTo>
                    <a:pt x="443" y="3541"/>
                  </a:lnTo>
                  <a:lnTo>
                    <a:pt x="369" y="2287"/>
                  </a:lnTo>
                  <a:lnTo>
                    <a:pt x="369" y="295"/>
                  </a:lnTo>
                  <a:close/>
                  <a:moveTo>
                    <a:pt x="74" y="0"/>
                  </a:moveTo>
                  <a:lnTo>
                    <a:pt x="74" y="148"/>
                  </a:lnTo>
                  <a:lnTo>
                    <a:pt x="0" y="738"/>
                  </a:lnTo>
                  <a:lnTo>
                    <a:pt x="0" y="1992"/>
                  </a:lnTo>
                  <a:lnTo>
                    <a:pt x="74" y="3467"/>
                  </a:lnTo>
                  <a:lnTo>
                    <a:pt x="222" y="4057"/>
                  </a:lnTo>
                  <a:lnTo>
                    <a:pt x="295" y="4573"/>
                  </a:lnTo>
                  <a:lnTo>
                    <a:pt x="959" y="6638"/>
                  </a:lnTo>
                  <a:lnTo>
                    <a:pt x="1328" y="7892"/>
                  </a:lnTo>
                  <a:lnTo>
                    <a:pt x="1697" y="10769"/>
                  </a:lnTo>
                  <a:lnTo>
                    <a:pt x="1918" y="12908"/>
                  </a:lnTo>
                  <a:lnTo>
                    <a:pt x="2066" y="14236"/>
                  </a:lnTo>
                  <a:lnTo>
                    <a:pt x="1918" y="15047"/>
                  </a:lnTo>
                  <a:lnTo>
                    <a:pt x="1771" y="15858"/>
                  </a:lnTo>
                  <a:lnTo>
                    <a:pt x="1402" y="17481"/>
                  </a:lnTo>
                  <a:lnTo>
                    <a:pt x="1254" y="18366"/>
                  </a:lnTo>
                  <a:lnTo>
                    <a:pt x="1181" y="19177"/>
                  </a:lnTo>
                  <a:lnTo>
                    <a:pt x="1328" y="21316"/>
                  </a:lnTo>
                  <a:lnTo>
                    <a:pt x="1549" y="24414"/>
                  </a:lnTo>
                  <a:lnTo>
                    <a:pt x="1918" y="28471"/>
                  </a:lnTo>
                  <a:lnTo>
                    <a:pt x="1992" y="28545"/>
                  </a:lnTo>
                  <a:lnTo>
                    <a:pt x="2066" y="28619"/>
                  </a:lnTo>
                  <a:lnTo>
                    <a:pt x="4500" y="28766"/>
                  </a:lnTo>
                  <a:lnTo>
                    <a:pt x="4573" y="28692"/>
                  </a:lnTo>
                  <a:lnTo>
                    <a:pt x="4647" y="28619"/>
                  </a:lnTo>
                  <a:lnTo>
                    <a:pt x="5385" y="23529"/>
                  </a:lnTo>
                  <a:lnTo>
                    <a:pt x="5975" y="19399"/>
                  </a:lnTo>
                  <a:lnTo>
                    <a:pt x="6565" y="16006"/>
                  </a:lnTo>
                  <a:lnTo>
                    <a:pt x="6786" y="14604"/>
                  </a:lnTo>
                  <a:lnTo>
                    <a:pt x="6934" y="13129"/>
                  </a:lnTo>
                  <a:lnTo>
                    <a:pt x="7081" y="10105"/>
                  </a:lnTo>
                  <a:lnTo>
                    <a:pt x="7155" y="7524"/>
                  </a:lnTo>
                  <a:lnTo>
                    <a:pt x="7007" y="5827"/>
                  </a:lnTo>
                  <a:lnTo>
                    <a:pt x="6934" y="4278"/>
                  </a:lnTo>
                  <a:lnTo>
                    <a:pt x="6860" y="2434"/>
                  </a:lnTo>
                  <a:lnTo>
                    <a:pt x="6860" y="295"/>
                  </a:lnTo>
                  <a:lnTo>
                    <a:pt x="6860" y="148"/>
                  </a:lnTo>
                  <a:lnTo>
                    <a:pt x="6786" y="148"/>
                  </a:lnTo>
                  <a:lnTo>
                    <a:pt x="22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75" name="Google Shape;5900;p48">
              <a:extLst>
                <a:ext uri="{FF2B5EF4-FFF2-40B4-BE49-F238E27FC236}">
                  <a16:creationId xmlns:a16="http://schemas.microsoft.com/office/drawing/2014/main" id="{B8E7DA0F-F1DE-3441-C09A-A6B46862E855}"/>
                </a:ext>
              </a:extLst>
            </p:cNvPr>
            <p:cNvSpPr/>
            <p:nvPr/>
          </p:nvSpPr>
          <p:spPr>
            <a:xfrm>
              <a:off x="3157200" y="1462525"/>
              <a:ext cx="186275" cy="147525"/>
            </a:xfrm>
            <a:custGeom>
              <a:avLst/>
              <a:gdLst/>
              <a:ahLst/>
              <a:cxnLst/>
              <a:rect l="l" t="t" r="r" b="b"/>
              <a:pathLst>
                <a:path w="7451" h="5901" extrusionOk="0">
                  <a:moveTo>
                    <a:pt x="4943" y="0"/>
                  </a:moveTo>
                  <a:lnTo>
                    <a:pt x="1" y="3762"/>
                  </a:lnTo>
                  <a:lnTo>
                    <a:pt x="1624" y="5901"/>
                  </a:lnTo>
                  <a:lnTo>
                    <a:pt x="7451" y="1844"/>
                  </a:lnTo>
                  <a:lnTo>
                    <a:pt x="494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76" name="Google Shape;5901;p48">
              <a:extLst>
                <a:ext uri="{FF2B5EF4-FFF2-40B4-BE49-F238E27FC236}">
                  <a16:creationId xmlns:a16="http://schemas.microsoft.com/office/drawing/2014/main" id="{CA56DCF8-0713-D3E2-A232-B0EFFC3BC7BA}"/>
                </a:ext>
              </a:extLst>
            </p:cNvPr>
            <p:cNvSpPr/>
            <p:nvPr/>
          </p:nvSpPr>
          <p:spPr>
            <a:xfrm>
              <a:off x="3153525" y="1458825"/>
              <a:ext cx="193650" cy="154925"/>
            </a:xfrm>
            <a:custGeom>
              <a:avLst/>
              <a:gdLst/>
              <a:ahLst/>
              <a:cxnLst/>
              <a:rect l="l" t="t" r="r" b="b"/>
              <a:pathLst>
                <a:path w="7746" h="6197" extrusionOk="0">
                  <a:moveTo>
                    <a:pt x="5090" y="296"/>
                  </a:moveTo>
                  <a:lnTo>
                    <a:pt x="7376" y="1992"/>
                  </a:lnTo>
                  <a:lnTo>
                    <a:pt x="1844" y="5828"/>
                  </a:lnTo>
                  <a:lnTo>
                    <a:pt x="369" y="3984"/>
                  </a:lnTo>
                  <a:lnTo>
                    <a:pt x="5090" y="296"/>
                  </a:lnTo>
                  <a:close/>
                  <a:moveTo>
                    <a:pt x="4942" y="1"/>
                  </a:moveTo>
                  <a:lnTo>
                    <a:pt x="74" y="3836"/>
                  </a:lnTo>
                  <a:lnTo>
                    <a:pt x="0" y="3910"/>
                  </a:lnTo>
                  <a:lnTo>
                    <a:pt x="74" y="4057"/>
                  </a:lnTo>
                  <a:lnTo>
                    <a:pt x="1697" y="6123"/>
                  </a:lnTo>
                  <a:lnTo>
                    <a:pt x="1771" y="6196"/>
                  </a:lnTo>
                  <a:lnTo>
                    <a:pt x="1918" y="6123"/>
                  </a:lnTo>
                  <a:lnTo>
                    <a:pt x="7671" y="2140"/>
                  </a:lnTo>
                  <a:lnTo>
                    <a:pt x="7745" y="2066"/>
                  </a:lnTo>
                  <a:lnTo>
                    <a:pt x="7745" y="1992"/>
                  </a:lnTo>
                  <a:lnTo>
                    <a:pt x="7671" y="1845"/>
                  </a:lnTo>
                  <a:lnTo>
                    <a:pt x="516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77" name="Google Shape;5902;p48">
              <a:extLst>
                <a:ext uri="{FF2B5EF4-FFF2-40B4-BE49-F238E27FC236}">
                  <a16:creationId xmlns:a16="http://schemas.microsoft.com/office/drawing/2014/main" id="{EF0DFBDE-AB5F-2870-6B52-312C57199E20}"/>
                </a:ext>
              </a:extLst>
            </p:cNvPr>
            <p:cNvSpPr/>
            <p:nvPr/>
          </p:nvSpPr>
          <p:spPr>
            <a:xfrm>
              <a:off x="3168275" y="1468050"/>
              <a:ext cx="164125" cy="129100"/>
            </a:xfrm>
            <a:custGeom>
              <a:avLst/>
              <a:gdLst/>
              <a:ahLst/>
              <a:cxnLst/>
              <a:rect l="l" t="t" r="r" b="b"/>
              <a:pathLst>
                <a:path w="6565" h="5164" extrusionOk="0">
                  <a:moveTo>
                    <a:pt x="4352" y="0"/>
                  </a:moveTo>
                  <a:lnTo>
                    <a:pt x="0" y="3320"/>
                  </a:lnTo>
                  <a:lnTo>
                    <a:pt x="1476" y="5164"/>
                  </a:lnTo>
                  <a:lnTo>
                    <a:pt x="6565" y="1623"/>
                  </a:lnTo>
                  <a:lnTo>
                    <a:pt x="435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78" name="Google Shape;5903;p48">
              <a:extLst>
                <a:ext uri="{FF2B5EF4-FFF2-40B4-BE49-F238E27FC236}">
                  <a16:creationId xmlns:a16="http://schemas.microsoft.com/office/drawing/2014/main" id="{8C440485-42F6-5093-FD7F-A3FD47B872C3}"/>
                </a:ext>
              </a:extLst>
            </p:cNvPr>
            <p:cNvSpPr/>
            <p:nvPr/>
          </p:nvSpPr>
          <p:spPr>
            <a:xfrm>
              <a:off x="3168275" y="1466200"/>
              <a:ext cx="165975" cy="132800"/>
            </a:xfrm>
            <a:custGeom>
              <a:avLst/>
              <a:gdLst/>
              <a:ahLst/>
              <a:cxnLst/>
              <a:rect l="l" t="t" r="r" b="b"/>
              <a:pathLst>
                <a:path w="6639" h="5312" extrusionOk="0">
                  <a:moveTo>
                    <a:pt x="4352" y="148"/>
                  </a:moveTo>
                  <a:lnTo>
                    <a:pt x="6417" y="1697"/>
                  </a:lnTo>
                  <a:lnTo>
                    <a:pt x="1476" y="5164"/>
                  </a:lnTo>
                  <a:lnTo>
                    <a:pt x="148" y="3467"/>
                  </a:lnTo>
                  <a:lnTo>
                    <a:pt x="4352" y="148"/>
                  </a:lnTo>
                  <a:close/>
                  <a:moveTo>
                    <a:pt x="4278" y="1"/>
                  </a:moveTo>
                  <a:lnTo>
                    <a:pt x="0" y="3394"/>
                  </a:lnTo>
                  <a:lnTo>
                    <a:pt x="0" y="3467"/>
                  </a:lnTo>
                  <a:lnTo>
                    <a:pt x="1402" y="5311"/>
                  </a:lnTo>
                  <a:lnTo>
                    <a:pt x="1549" y="5311"/>
                  </a:lnTo>
                  <a:lnTo>
                    <a:pt x="6639" y="1771"/>
                  </a:lnTo>
                  <a:lnTo>
                    <a:pt x="6639" y="1697"/>
                  </a:lnTo>
                  <a:lnTo>
                    <a:pt x="6639" y="1623"/>
                  </a:lnTo>
                  <a:lnTo>
                    <a:pt x="435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79" name="Google Shape;5904;p48">
              <a:extLst>
                <a:ext uri="{FF2B5EF4-FFF2-40B4-BE49-F238E27FC236}">
                  <a16:creationId xmlns:a16="http://schemas.microsoft.com/office/drawing/2014/main" id="{A6C16904-7196-59B7-81C8-C3133060BEDC}"/>
                </a:ext>
              </a:extLst>
            </p:cNvPr>
            <p:cNvSpPr/>
            <p:nvPr/>
          </p:nvSpPr>
          <p:spPr>
            <a:xfrm>
              <a:off x="3138775" y="1492025"/>
              <a:ext cx="116200" cy="51650"/>
            </a:xfrm>
            <a:custGeom>
              <a:avLst/>
              <a:gdLst/>
              <a:ahLst/>
              <a:cxnLst/>
              <a:rect l="l" t="t" r="r" b="b"/>
              <a:pathLst>
                <a:path w="4648" h="2066" extrusionOk="0">
                  <a:moveTo>
                    <a:pt x="2729" y="0"/>
                  </a:moveTo>
                  <a:lnTo>
                    <a:pt x="2287" y="148"/>
                  </a:lnTo>
                  <a:lnTo>
                    <a:pt x="1844" y="443"/>
                  </a:lnTo>
                  <a:lnTo>
                    <a:pt x="1254" y="738"/>
                  </a:lnTo>
                  <a:lnTo>
                    <a:pt x="0" y="1402"/>
                  </a:lnTo>
                  <a:lnTo>
                    <a:pt x="148" y="2066"/>
                  </a:lnTo>
                  <a:lnTo>
                    <a:pt x="959" y="2066"/>
                  </a:lnTo>
                  <a:lnTo>
                    <a:pt x="1328" y="1992"/>
                  </a:lnTo>
                  <a:lnTo>
                    <a:pt x="1697" y="1844"/>
                  </a:lnTo>
                  <a:lnTo>
                    <a:pt x="2213" y="1623"/>
                  </a:lnTo>
                  <a:lnTo>
                    <a:pt x="3246" y="1623"/>
                  </a:lnTo>
                  <a:lnTo>
                    <a:pt x="3467" y="1697"/>
                  </a:lnTo>
                  <a:lnTo>
                    <a:pt x="3688" y="1623"/>
                  </a:lnTo>
                  <a:lnTo>
                    <a:pt x="3836" y="1549"/>
                  </a:lnTo>
                  <a:lnTo>
                    <a:pt x="3909" y="1402"/>
                  </a:lnTo>
                  <a:lnTo>
                    <a:pt x="3836" y="1328"/>
                  </a:lnTo>
                  <a:lnTo>
                    <a:pt x="3688" y="1254"/>
                  </a:lnTo>
                  <a:lnTo>
                    <a:pt x="3098" y="1180"/>
                  </a:lnTo>
                  <a:lnTo>
                    <a:pt x="2287" y="1180"/>
                  </a:lnTo>
                  <a:lnTo>
                    <a:pt x="3098" y="517"/>
                  </a:lnTo>
                  <a:lnTo>
                    <a:pt x="3688" y="590"/>
                  </a:lnTo>
                  <a:lnTo>
                    <a:pt x="4500" y="738"/>
                  </a:lnTo>
                  <a:lnTo>
                    <a:pt x="4573" y="738"/>
                  </a:lnTo>
                  <a:lnTo>
                    <a:pt x="4647" y="590"/>
                  </a:lnTo>
                  <a:lnTo>
                    <a:pt x="4647" y="517"/>
                  </a:lnTo>
                  <a:lnTo>
                    <a:pt x="4647" y="369"/>
                  </a:lnTo>
                  <a:lnTo>
                    <a:pt x="4573" y="295"/>
                  </a:lnTo>
                  <a:lnTo>
                    <a:pt x="4352" y="222"/>
                  </a:lnTo>
                  <a:lnTo>
                    <a:pt x="3762" y="74"/>
                  </a:lnTo>
                  <a:lnTo>
                    <a:pt x="31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80" name="Google Shape;5905;p48">
              <a:extLst>
                <a:ext uri="{FF2B5EF4-FFF2-40B4-BE49-F238E27FC236}">
                  <a16:creationId xmlns:a16="http://schemas.microsoft.com/office/drawing/2014/main" id="{14C19DA0-94EC-51A8-E851-704613D299A3}"/>
                </a:ext>
              </a:extLst>
            </p:cNvPr>
            <p:cNvSpPr/>
            <p:nvPr/>
          </p:nvSpPr>
          <p:spPr>
            <a:xfrm>
              <a:off x="3135075" y="1488325"/>
              <a:ext cx="125425" cy="59050"/>
            </a:xfrm>
            <a:custGeom>
              <a:avLst/>
              <a:gdLst/>
              <a:ahLst/>
              <a:cxnLst/>
              <a:rect l="l" t="t" r="r" b="b"/>
              <a:pathLst>
                <a:path w="5017" h="2362" extrusionOk="0">
                  <a:moveTo>
                    <a:pt x="2877" y="296"/>
                  </a:moveTo>
                  <a:lnTo>
                    <a:pt x="3762" y="370"/>
                  </a:lnTo>
                  <a:lnTo>
                    <a:pt x="4648" y="591"/>
                  </a:lnTo>
                  <a:lnTo>
                    <a:pt x="4648" y="738"/>
                  </a:lnTo>
                  <a:lnTo>
                    <a:pt x="3246" y="517"/>
                  </a:lnTo>
                  <a:lnTo>
                    <a:pt x="3099" y="517"/>
                  </a:lnTo>
                  <a:lnTo>
                    <a:pt x="2287" y="1181"/>
                  </a:lnTo>
                  <a:lnTo>
                    <a:pt x="2287" y="1255"/>
                  </a:lnTo>
                  <a:lnTo>
                    <a:pt x="2287" y="1328"/>
                  </a:lnTo>
                  <a:lnTo>
                    <a:pt x="2287" y="1402"/>
                  </a:lnTo>
                  <a:lnTo>
                    <a:pt x="2435" y="1476"/>
                  </a:lnTo>
                  <a:lnTo>
                    <a:pt x="3172" y="1476"/>
                  </a:lnTo>
                  <a:lnTo>
                    <a:pt x="3910" y="1550"/>
                  </a:lnTo>
                  <a:lnTo>
                    <a:pt x="3910" y="1623"/>
                  </a:lnTo>
                  <a:lnTo>
                    <a:pt x="3689" y="1697"/>
                  </a:lnTo>
                  <a:lnTo>
                    <a:pt x="3394" y="1697"/>
                  </a:lnTo>
                  <a:lnTo>
                    <a:pt x="2361" y="1623"/>
                  </a:lnTo>
                  <a:lnTo>
                    <a:pt x="1992" y="1771"/>
                  </a:lnTo>
                  <a:lnTo>
                    <a:pt x="1550" y="1992"/>
                  </a:lnTo>
                  <a:lnTo>
                    <a:pt x="1107" y="2066"/>
                  </a:lnTo>
                  <a:lnTo>
                    <a:pt x="443" y="2066"/>
                  </a:lnTo>
                  <a:lnTo>
                    <a:pt x="296" y="1623"/>
                  </a:lnTo>
                  <a:lnTo>
                    <a:pt x="1476" y="1033"/>
                  </a:lnTo>
                  <a:lnTo>
                    <a:pt x="2140" y="665"/>
                  </a:lnTo>
                  <a:lnTo>
                    <a:pt x="2877" y="296"/>
                  </a:lnTo>
                  <a:close/>
                  <a:moveTo>
                    <a:pt x="2804" y="1"/>
                  </a:moveTo>
                  <a:lnTo>
                    <a:pt x="2435" y="148"/>
                  </a:lnTo>
                  <a:lnTo>
                    <a:pt x="1992" y="370"/>
                  </a:lnTo>
                  <a:lnTo>
                    <a:pt x="1328" y="738"/>
                  </a:lnTo>
                  <a:lnTo>
                    <a:pt x="75" y="1402"/>
                  </a:lnTo>
                  <a:lnTo>
                    <a:pt x="1" y="1476"/>
                  </a:lnTo>
                  <a:lnTo>
                    <a:pt x="1" y="1550"/>
                  </a:lnTo>
                  <a:lnTo>
                    <a:pt x="148" y="2287"/>
                  </a:lnTo>
                  <a:lnTo>
                    <a:pt x="222" y="2361"/>
                  </a:lnTo>
                  <a:lnTo>
                    <a:pt x="1107" y="2361"/>
                  </a:lnTo>
                  <a:lnTo>
                    <a:pt x="1623" y="2287"/>
                  </a:lnTo>
                  <a:lnTo>
                    <a:pt x="2140" y="1992"/>
                  </a:lnTo>
                  <a:lnTo>
                    <a:pt x="2361" y="1919"/>
                  </a:lnTo>
                  <a:lnTo>
                    <a:pt x="3394" y="1992"/>
                  </a:lnTo>
                  <a:lnTo>
                    <a:pt x="3762" y="1992"/>
                  </a:lnTo>
                  <a:lnTo>
                    <a:pt x="4131" y="1845"/>
                  </a:lnTo>
                  <a:lnTo>
                    <a:pt x="4205" y="1697"/>
                  </a:lnTo>
                  <a:lnTo>
                    <a:pt x="4205" y="1550"/>
                  </a:lnTo>
                  <a:lnTo>
                    <a:pt x="4205" y="1402"/>
                  </a:lnTo>
                  <a:lnTo>
                    <a:pt x="3984" y="1255"/>
                  </a:lnTo>
                  <a:lnTo>
                    <a:pt x="3615" y="1181"/>
                  </a:lnTo>
                  <a:lnTo>
                    <a:pt x="2804" y="1181"/>
                  </a:lnTo>
                  <a:lnTo>
                    <a:pt x="3246" y="812"/>
                  </a:lnTo>
                  <a:lnTo>
                    <a:pt x="3984" y="960"/>
                  </a:lnTo>
                  <a:lnTo>
                    <a:pt x="4648" y="1033"/>
                  </a:lnTo>
                  <a:lnTo>
                    <a:pt x="4795" y="1033"/>
                  </a:lnTo>
                  <a:lnTo>
                    <a:pt x="4943" y="886"/>
                  </a:lnTo>
                  <a:lnTo>
                    <a:pt x="5016" y="665"/>
                  </a:lnTo>
                  <a:lnTo>
                    <a:pt x="4943" y="443"/>
                  </a:lnTo>
                  <a:lnTo>
                    <a:pt x="4795" y="296"/>
                  </a:lnTo>
                  <a:lnTo>
                    <a:pt x="4574" y="222"/>
                  </a:lnTo>
                  <a:lnTo>
                    <a:pt x="3910" y="75"/>
                  </a:lnTo>
                  <a:lnTo>
                    <a:pt x="3246" y="75"/>
                  </a:lnTo>
                  <a:lnTo>
                    <a:pt x="280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81" name="Google Shape;5906;p48">
              <a:extLst>
                <a:ext uri="{FF2B5EF4-FFF2-40B4-BE49-F238E27FC236}">
                  <a16:creationId xmlns:a16="http://schemas.microsoft.com/office/drawing/2014/main" id="{F851F0E1-8F41-4E62-3378-ECC44F7EE72E}"/>
                </a:ext>
              </a:extLst>
            </p:cNvPr>
            <p:cNvSpPr/>
            <p:nvPr/>
          </p:nvSpPr>
          <p:spPr>
            <a:xfrm>
              <a:off x="3070550" y="1527050"/>
              <a:ext cx="71925" cy="38750"/>
            </a:xfrm>
            <a:custGeom>
              <a:avLst/>
              <a:gdLst/>
              <a:ahLst/>
              <a:cxnLst/>
              <a:rect l="l" t="t" r="r" b="b"/>
              <a:pathLst>
                <a:path w="2877" h="1550" extrusionOk="0">
                  <a:moveTo>
                    <a:pt x="148" y="1"/>
                  </a:moveTo>
                  <a:lnTo>
                    <a:pt x="0" y="1550"/>
                  </a:lnTo>
                  <a:lnTo>
                    <a:pt x="2877" y="665"/>
                  </a:lnTo>
                  <a:lnTo>
                    <a:pt x="27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82" name="Google Shape;5907;p48">
              <a:extLst>
                <a:ext uri="{FF2B5EF4-FFF2-40B4-BE49-F238E27FC236}">
                  <a16:creationId xmlns:a16="http://schemas.microsoft.com/office/drawing/2014/main" id="{CEA68062-4B71-5E78-5154-BF541CED7B1E}"/>
                </a:ext>
              </a:extLst>
            </p:cNvPr>
            <p:cNvSpPr/>
            <p:nvPr/>
          </p:nvSpPr>
          <p:spPr>
            <a:xfrm>
              <a:off x="3066850" y="1523375"/>
              <a:ext cx="79325" cy="46125"/>
            </a:xfrm>
            <a:custGeom>
              <a:avLst/>
              <a:gdLst/>
              <a:ahLst/>
              <a:cxnLst/>
              <a:rect l="l" t="t" r="r" b="b"/>
              <a:pathLst>
                <a:path w="3173" h="1845" extrusionOk="0">
                  <a:moveTo>
                    <a:pt x="2730" y="295"/>
                  </a:moveTo>
                  <a:lnTo>
                    <a:pt x="2877" y="738"/>
                  </a:lnTo>
                  <a:lnTo>
                    <a:pt x="296" y="1475"/>
                  </a:lnTo>
                  <a:lnTo>
                    <a:pt x="296" y="1475"/>
                  </a:lnTo>
                  <a:lnTo>
                    <a:pt x="443" y="295"/>
                  </a:lnTo>
                  <a:close/>
                  <a:moveTo>
                    <a:pt x="222" y="0"/>
                  </a:moveTo>
                  <a:lnTo>
                    <a:pt x="148" y="148"/>
                  </a:lnTo>
                  <a:lnTo>
                    <a:pt x="1" y="1697"/>
                  </a:lnTo>
                  <a:lnTo>
                    <a:pt x="74" y="1844"/>
                  </a:lnTo>
                  <a:lnTo>
                    <a:pt x="222" y="1844"/>
                  </a:lnTo>
                  <a:lnTo>
                    <a:pt x="3099" y="959"/>
                  </a:lnTo>
                  <a:lnTo>
                    <a:pt x="3172" y="885"/>
                  </a:lnTo>
                  <a:lnTo>
                    <a:pt x="3172" y="738"/>
                  </a:lnTo>
                  <a:lnTo>
                    <a:pt x="3025" y="74"/>
                  </a:lnTo>
                  <a:lnTo>
                    <a:pt x="295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83" name="Google Shape;5908;p48">
              <a:extLst>
                <a:ext uri="{FF2B5EF4-FFF2-40B4-BE49-F238E27FC236}">
                  <a16:creationId xmlns:a16="http://schemas.microsoft.com/office/drawing/2014/main" id="{F5DB0C5E-8584-DA3C-5DF0-26D7209AA2A1}"/>
                </a:ext>
              </a:extLst>
            </p:cNvPr>
            <p:cNvSpPr/>
            <p:nvPr/>
          </p:nvSpPr>
          <p:spPr>
            <a:xfrm>
              <a:off x="2941475" y="1303925"/>
              <a:ext cx="195475" cy="365150"/>
            </a:xfrm>
            <a:custGeom>
              <a:avLst/>
              <a:gdLst/>
              <a:ahLst/>
              <a:cxnLst/>
              <a:rect l="l" t="t" r="r" b="b"/>
              <a:pathLst>
                <a:path w="7819" h="14606" extrusionOk="0">
                  <a:moveTo>
                    <a:pt x="3098" y="1"/>
                  </a:moveTo>
                  <a:lnTo>
                    <a:pt x="2729" y="222"/>
                  </a:lnTo>
                  <a:lnTo>
                    <a:pt x="1992" y="886"/>
                  </a:lnTo>
                  <a:lnTo>
                    <a:pt x="1549" y="1255"/>
                  </a:lnTo>
                  <a:lnTo>
                    <a:pt x="1254" y="1624"/>
                  </a:lnTo>
                  <a:lnTo>
                    <a:pt x="959" y="2066"/>
                  </a:lnTo>
                  <a:lnTo>
                    <a:pt x="811" y="2435"/>
                  </a:lnTo>
                  <a:lnTo>
                    <a:pt x="369" y="7893"/>
                  </a:lnTo>
                  <a:lnTo>
                    <a:pt x="0" y="13056"/>
                  </a:lnTo>
                  <a:lnTo>
                    <a:pt x="0" y="13278"/>
                  </a:lnTo>
                  <a:lnTo>
                    <a:pt x="74" y="13499"/>
                  </a:lnTo>
                  <a:lnTo>
                    <a:pt x="443" y="13941"/>
                  </a:lnTo>
                  <a:lnTo>
                    <a:pt x="811" y="14384"/>
                  </a:lnTo>
                  <a:lnTo>
                    <a:pt x="1106" y="14531"/>
                  </a:lnTo>
                  <a:lnTo>
                    <a:pt x="1328" y="14605"/>
                  </a:lnTo>
                  <a:lnTo>
                    <a:pt x="4352" y="14605"/>
                  </a:lnTo>
                  <a:lnTo>
                    <a:pt x="7081" y="14458"/>
                  </a:lnTo>
                  <a:lnTo>
                    <a:pt x="7228" y="14310"/>
                  </a:lnTo>
                  <a:lnTo>
                    <a:pt x="7523" y="14163"/>
                  </a:lnTo>
                  <a:lnTo>
                    <a:pt x="7745" y="13868"/>
                  </a:lnTo>
                  <a:lnTo>
                    <a:pt x="7819" y="13720"/>
                  </a:lnTo>
                  <a:lnTo>
                    <a:pt x="7819" y="13573"/>
                  </a:lnTo>
                  <a:lnTo>
                    <a:pt x="7523" y="10696"/>
                  </a:lnTo>
                  <a:lnTo>
                    <a:pt x="7228" y="6639"/>
                  </a:lnTo>
                  <a:lnTo>
                    <a:pt x="7155" y="5902"/>
                  </a:lnTo>
                  <a:lnTo>
                    <a:pt x="7007" y="5090"/>
                  </a:lnTo>
                  <a:lnTo>
                    <a:pt x="6565" y="3615"/>
                  </a:lnTo>
                  <a:lnTo>
                    <a:pt x="6122" y="2435"/>
                  </a:lnTo>
                  <a:lnTo>
                    <a:pt x="5901" y="2066"/>
                  </a:lnTo>
                  <a:lnTo>
                    <a:pt x="3098"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84" name="Google Shape;5909;p48">
              <a:extLst>
                <a:ext uri="{FF2B5EF4-FFF2-40B4-BE49-F238E27FC236}">
                  <a16:creationId xmlns:a16="http://schemas.microsoft.com/office/drawing/2014/main" id="{C49F0837-7600-9CA2-9D62-64C5F7A6903F}"/>
                </a:ext>
              </a:extLst>
            </p:cNvPr>
            <p:cNvSpPr/>
            <p:nvPr/>
          </p:nvSpPr>
          <p:spPr>
            <a:xfrm>
              <a:off x="2937775" y="1300250"/>
              <a:ext cx="202875" cy="372500"/>
            </a:xfrm>
            <a:custGeom>
              <a:avLst/>
              <a:gdLst/>
              <a:ahLst/>
              <a:cxnLst/>
              <a:rect l="l" t="t" r="r" b="b"/>
              <a:pathLst>
                <a:path w="8115" h="14900" extrusionOk="0">
                  <a:moveTo>
                    <a:pt x="3246" y="295"/>
                  </a:moveTo>
                  <a:lnTo>
                    <a:pt x="5901" y="2287"/>
                  </a:lnTo>
                  <a:lnTo>
                    <a:pt x="6196" y="2877"/>
                  </a:lnTo>
                  <a:lnTo>
                    <a:pt x="6565" y="3983"/>
                  </a:lnTo>
                  <a:lnTo>
                    <a:pt x="7008" y="5385"/>
                  </a:lnTo>
                  <a:lnTo>
                    <a:pt x="7155" y="6122"/>
                  </a:lnTo>
                  <a:lnTo>
                    <a:pt x="7229" y="6786"/>
                  </a:lnTo>
                  <a:lnTo>
                    <a:pt x="7524" y="10917"/>
                  </a:lnTo>
                  <a:lnTo>
                    <a:pt x="7745" y="13793"/>
                  </a:lnTo>
                  <a:lnTo>
                    <a:pt x="7745" y="14015"/>
                  </a:lnTo>
                  <a:lnTo>
                    <a:pt x="7524" y="14162"/>
                  </a:lnTo>
                  <a:lnTo>
                    <a:pt x="7303" y="14383"/>
                  </a:lnTo>
                  <a:lnTo>
                    <a:pt x="7155" y="14457"/>
                  </a:lnTo>
                  <a:lnTo>
                    <a:pt x="4426" y="14605"/>
                  </a:lnTo>
                  <a:lnTo>
                    <a:pt x="1476" y="14605"/>
                  </a:lnTo>
                  <a:lnTo>
                    <a:pt x="1254" y="14531"/>
                  </a:lnTo>
                  <a:lnTo>
                    <a:pt x="1033" y="14383"/>
                  </a:lnTo>
                  <a:lnTo>
                    <a:pt x="664" y="14015"/>
                  </a:lnTo>
                  <a:lnTo>
                    <a:pt x="369" y="13572"/>
                  </a:lnTo>
                  <a:lnTo>
                    <a:pt x="222" y="13203"/>
                  </a:lnTo>
                  <a:lnTo>
                    <a:pt x="812" y="5975"/>
                  </a:lnTo>
                  <a:lnTo>
                    <a:pt x="1107" y="2582"/>
                  </a:lnTo>
                  <a:lnTo>
                    <a:pt x="1181" y="2287"/>
                  </a:lnTo>
                  <a:lnTo>
                    <a:pt x="1402" y="1992"/>
                  </a:lnTo>
                  <a:lnTo>
                    <a:pt x="1992" y="1402"/>
                  </a:lnTo>
                  <a:lnTo>
                    <a:pt x="2656" y="738"/>
                  </a:lnTo>
                  <a:lnTo>
                    <a:pt x="3246" y="295"/>
                  </a:lnTo>
                  <a:close/>
                  <a:moveTo>
                    <a:pt x="3172" y="0"/>
                  </a:moveTo>
                  <a:lnTo>
                    <a:pt x="2730" y="369"/>
                  </a:lnTo>
                  <a:lnTo>
                    <a:pt x="1918" y="959"/>
                  </a:lnTo>
                  <a:lnTo>
                    <a:pt x="1549" y="1402"/>
                  </a:lnTo>
                  <a:lnTo>
                    <a:pt x="1181" y="1771"/>
                  </a:lnTo>
                  <a:lnTo>
                    <a:pt x="959" y="2213"/>
                  </a:lnTo>
                  <a:lnTo>
                    <a:pt x="886" y="2582"/>
                  </a:lnTo>
                  <a:lnTo>
                    <a:pt x="591" y="5975"/>
                  </a:lnTo>
                  <a:lnTo>
                    <a:pt x="1" y="13203"/>
                  </a:lnTo>
                  <a:lnTo>
                    <a:pt x="1" y="13425"/>
                  </a:lnTo>
                  <a:lnTo>
                    <a:pt x="74" y="13646"/>
                  </a:lnTo>
                  <a:lnTo>
                    <a:pt x="443" y="14162"/>
                  </a:lnTo>
                  <a:lnTo>
                    <a:pt x="886" y="14605"/>
                  </a:lnTo>
                  <a:lnTo>
                    <a:pt x="1181" y="14752"/>
                  </a:lnTo>
                  <a:lnTo>
                    <a:pt x="1402" y="14900"/>
                  </a:lnTo>
                  <a:lnTo>
                    <a:pt x="2582" y="14900"/>
                  </a:lnTo>
                  <a:lnTo>
                    <a:pt x="5459" y="14826"/>
                  </a:lnTo>
                  <a:lnTo>
                    <a:pt x="7229" y="14752"/>
                  </a:lnTo>
                  <a:lnTo>
                    <a:pt x="7450" y="14605"/>
                  </a:lnTo>
                  <a:lnTo>
                    <a:pt x="7745" y="14383"/>
                  </a:lnTo>
                  <a:lnTo>
                    <a:pt x="8040" y="14088"/>
                  </a:lnTo>
                  <a:lnTo>
                    <a:pt x="8114" y="13867"/>
                  </a:lnTo>
                  <a:lnTo>
                    <a:pt x="8114" y="13720"/>
                  </a:lnTo>
                  <a:lnTo>
                    <a:pt x="7819" y="10917"/>
                  </a:lnTo>
                  <a:lnTo>
                    <a:pt x="7598" y="6786"/>
                  </a:lnTo>
                  <a:lnTo>
                    <a:pt x="7450" y="5975"/>
                  </a:lnTo>
                  <a:lnTo>
                    <a:pt x="7303" y="5237"/>
                  </a:lnTo>
                  <a:lnTo>
                    <a:pt x="6860" y="3762"/>
                  </a:lnTo>
                  <a:lnTo>
                    <a:pt x="6418" y="2582"/>
                  </a:lnTo>
                  <a:lnTo>
                    <a:pt x="6196" y="2139"/>
                  </a:lnTo>
                  <a:lnTo>
                    <a:pt x="6196" y="2066"/>
                  </a:lnTo>
                  <a:lnTo>
                    <a:pt x="332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85" name="Google Shape;5910;p48">
              <a:extLst>
                <a:ext uri="{FF2B5EF4-FFF2-40B4-BE49-F238E27FC236}">
                  <a16:creationId xmlns:a16="http://schemas.microsoft.com/office/drawing/2014/main" id="{B76904D3-0F82-2EB7-AE09-B464E1462BE6}"/>
                </a:ext>
              </a:extLst>
            </p:cNvPr>
            <p:cNvSpPr/>
            <p:nvPr/>
          </p:nvSpPr>
          <p:spPr>
            <a:xfrm>
              <a:off x="3011525" y="1178550"/>
              <a:ext cx="92225" cy="173350"/>
            </a:xfrm>
            <a:custGeom>
              <a:avLst/>
              <a:gdLst/>
              <a:ahLst/>
              <a:cxnLst/>
              <a:rect l="l" t="t" r="r" b="b"/>
              <a:pathLst>
                <a:path w="3689" h="6934" extrusionOk="0">
                  <a:moveTo>
                    <a:pt x="3689" y="0"/>
                  </a:moveTo>
                  <a:lnTo>
                    <a:pt x="1" y="590"/>
                  </a:lnTo>
                  <a:lnTo>
                    <a:pt x="738" y="2951"/>
                  </a:lnTo>
                  <a:lnTo>
                    <a:pt x="296" y="5016"/>
                  </a:lnTo>
                  <a:lnTo>
                    <a:pt x="2582" y="6934"/>
                  </a:lnTo>
                  <a:lnTo>
                    <a:pt x="3689" y="4500"/>
                  </a:lnTo>
                  <a:lnTo>
                    <a:pt x="368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86" name="Google Shape;5911;p48">
              <a:extLst>
                <a:ext uri="{FF2B5EF4-FFF2-40B4-BE49-F238E27FC236}">
                  <a16:creationId xmlns:a16="http://schemas.microsoft.com/office/drawing/2014/main" id="{8AE5F5B5-09A8-E7B1-72EE-01D9FE43F811}"/>
                </a:ext>
              </a:extLst>
            </p:cNvPr>
            <p:cNvSpPr/>
            <p:nvPr/>
          </p:nvSpPr>
          <p:spPr>
            <a:xfrm>
              <a:off x="3007850" y="1174850"/>
              <a:ext cx="99600" cy="180750"/>
            </a:xfrm>
            <a:custGeom>
              <a:avLst/>
              <a:gdLst/>
              <a:ahLst/>
              <a:cxnLst/>
              <a:rect l="l" t="t" r="r" b="b"/>
              <a:pathLst>
                <a:path w="3984" h="7230" extrusionOk="0">
                  <a:moveTo>
                    <a:pt x="3688" y="296"/>
                  </a:moveTo>
                  <a:lnTo>
                    <a:pt x="3688" y="4648"/>
                  </a:lnTo>
                  <a:lnTo>
                    <a:pt x="2729" y="6860"/>
                  </a:lnTo>
                  <a:lnTo>
                    <a:pt x="590" y="5090"/>
                  </a:lnTo>
                  <a:lnTo>
                    <a:pt x="1033" y="3099"/>
                  </a:lnTo>
                  <a:lnTo>
                    <a:pt x="1033" y="3025"/>
                  </a:lnTo>
                  <a:lnTo>
                    <a:pt x="295" y="886"/>
                  </a:lnTo>
                  <a:lnTo>
                    <a:pt x="3688" y="296"/>
                  </a:lnTo>
                  <a:close/>
                  <a:moveTo>
                    <a:pt x="3762" y="1"/>
                  </a:moveTo>
                  <a:lnTo>
                    <a:pt x="148" y="591"/>
                  </a:lnTo>
                  <a:lnTo>
                    <a:pt x="0" y="665"/>
                  </a:lnTo>
                  <a:lnTo>
                    <a:pt x="0" y="812"/>
                  </a:lnTo>
                  <a:lnTo>
                    <a:pt x="738" y="3099"/>
                  </a:lnTo>
                  <a:lnTo>
                    <a:pt x="295" y="5090"/>
                  </a:lnTo>
                  <a:lnTo>
                    <a:pt x="369" y="5238"/>
                  </a:lnTo>
                  <a:lnTo>
                    <a:pt x="2656" y="7229"/>
                  </a:lnTo>
                  <a:lnTo>
                    <a:pt x="2803" y="7229"/>
                  </a:lnTo>
                  <a:lnTo>
                    <a:pt x="2877" y="7155"/>
                  </a:lnTo>
                  <a:lnTo>
                    <a:pt x="3983" y="4721"/>
                  </a:lnTo>
                  <a:lnTo>
                    <a:pt x="3983" y="4648"/>
                  </a:lnTo>
                  <a:lnTo>
                    <a:pt x="3983" y="148"/>
                  </a:lnTo>
                  <a:lnTo>
                    <a:pt x="3910" y="74"/>
                  </a:lnTo>
                  <a:lnTo>
                    <a:pt x="391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87" name="Google Shape;5912;p48">
              <a:extLst>
                <a:ext uri="{FF2B5EF4-FFF2-40B4-BE49-F238E27FC236}">
                  <a16:creationId xmlns:a16="http://schemas.microsoft.com/office/drawing/2014/main" id="{E34A0222-1FD5-FFF3-53AC-BD87672C806D}"/>
                </a:ext>
              </a:extLst>
            </p:cNvPr>
            <p:cNvSpPr/>
            <p:nvPr/>
          </p:nvSpPr>
          <p:spPr>
            <a:xfrm>
              <a:off x="3009700" y="1224650"/>
              <a:ext cx="40575" cy="35050"/>
            </a:xfrm>
            <a:custGeom>
              <a:avLst/>
              <a:gdLst/>
              <a:ahLst/>
              <a:cxnLst/>
              <a:rect l="l" t="t" r="r" b="b"/>
              <a:pathLst>
                <a:path w="1623" h="1402" extrusionOk="0">
                  <a:moveTo>
                    <a:pt x="1402" y="0"/>
                  </a:moveTo>
                  <a:lnTo>
                    <a:pt x="0" y="664"/>
                  </a:lnTo>
                  <a:lnTo>
                    <a:pt x="295" y="1402"/>
                  </a:lnTo>
                  <a:lnTo>
                    <a:pt x="1623" y="738"/>
                  </a:lnTo>
                  <a:lnTo>
                    <a:pt x="140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88" name="Google Shape;5913;p48">
              <a:extLst>
                <a:ext uri="{FF2B5EF4-FFF2-40B4-BE49-F238E27FC236}">
                  <a16:creationId xmlns:a16="http://schemas.microsoft.com/office/drawing/2014/main" id="{B8D7509F-BF9E-8037-097E-54A73B2F8D2D}"/>
                </a:ext>
              </a:extLst>
            </p:cNvPr>
            <p:cNvSpPr/>
            <p:nvPr/>
          </p:nvSpPr>
          <p:spPr>
            <a:xfrm>
              <a:off x="3006000" y="1220950"/>
              <a:ext cx="47975" cy="42450"/>
            </a:xfrm>
            <a:custGeom>
              <a:avLst/>
              <a:gdLst/>
              <a:ahLst/>
              <a:cxnLst/>
              <a:rect l="l" t="t" r="r" b="b"/>
              <a:pathLst>
                <a:path w="1919" h="1698" extrusionOk="0">
                  <a:moveTo>
                    <a:pt x="1476" y="296"/>
                  </a:moveTo>
                  <a:lnTo>
                    <a:pt x="1623" y="812"/>
                  </a:lnTo>
                  <a:lnTo>
                    <a:pt x="517" y="1328"/>
                  </a:lnTo>
                  <a:lnTo>
                    <a:pt x="369" y="886"/>
                  </a:lnTo>
                  <a:lnTo>
                    <a:pt x="1476" y="296"/>
                  </a:lnTo>
                  <a:close/>
                  <a:moveTo>
                    <a:pt x="1476" y="1"/>
                  </a:moveTo>
                  <a:lnTo>
                    <a:pt x="74" y="665"/>
                  </a:lnTo>
                  <a:lnTo>
                    <a:pt x="1" y="738"/>
                  </a:lnTo>
                  <a:lnTo>
                    <a:pt x="1" y="886"/>
                  </a:lnTo>
                  <a:lnTo>
                    <a:pt x="296" y="1623"/>
                  </a:lnTo>
                  <a:lnTo>
                    <a:pt x="443" y="1697"/>
                  </a:lnTo>
                  <a:lnTo>
                    <a:pt x="517" y="1697"/>
                  </a:lnTo>
                  <a:lnTo>
                    <a:pt x="1845" y="1033"/>
                  </a:lnTo>
                  <a:lnTo>
                    <a:pt x="1918" y="960"/>
                  </a:lnTo>
                  <a:lnTo>
                    <a:pt x="1918" y="812"/>
                  </a:lnTo>
                  <a:lnTo>
                    <a:pt x="1697" y="74"/>
                  </a:lnTo>
                  <a:lnTo>
                    <a:pt x="162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89" name="Google Shape;5914;p48">
              <a:extLst>
                <a:ext uri="{FF2B5EF4-FFF2-40B4-BE49-F238E27FC236}">
                  <a16:creationId xmlns:a16="http://schemas.microsoft.com/office/drawing/2014/main" id="{C80CA381-14A5-CC80-2526-20A5449C1F94}"/>
                </a:ext>
              </a:extLst>
            </p:cNvPr>
            <p:cNvSpPr/>
            <p:nvPr/>
          </p:nvSpPr>
          <p:spPr>
            <a:xfrm>
              <a:off x="3053950" y="1182225"/>
              <a:ext cx="123575" cy="118050"/>
            </a:xfrm>
            <a:custGeom>
              <a:avLst/>
              <a:gdLst/>
              <a:ahLst/>
              <a:cxnLst/>
              <a:rect l="l" t="t" r="r" b="b"/>
              <a:pathLst>
                <a:path w="4943" h="4722" extrusionOk="0">
                  <a:moveTo>
                    <a:pt x="4131" y="1"/>
                  </a:moveTo>
                  <a:lnTo>
                    <a:pt x="0" y="370"/>
                  </a:lnTo>
                  <a:lnTo>
                    <a:pt x="148" y="2730"/>
                  </a:lnTo>
                  <a:lnTo>
                    <a:pt x="590" y="3467"/>
                  </a:lnTo>
                  <a:lnTo>
                    <a:pt x="1033" y="3984"/>
                  </a:lnTo>
                  <a:lnTo>
                    <a:pt x="1254" y="4279"/>
                  </a:lnTo>
                  <a:lnTo>
                    <a:pt x="1549" y="4426"/>
                  </a:lnTo>
                  <a:lnTo>
                    <a:pt x="2066" y="4574"/>
                  </a:lnTo>
                  <a:lnTo>
                    <a:pt x="2508" y="4721"/>
                  </a:lnTo>
                  <a:lnTo>
                    <a:pt x="3615" y="4721"/>
                  </a:lnTo>
                  <a:lnTo>
                    <a:pt x="3688" y="4648"/>
                  </a:lnTo>
                  <a:lnTo>
                    <a:pt x="3836" y="4353"/>
                  </a:lnTo>
                  <a:lnTo>
                    <a:pt x="4057" y="3689"/>
                  </a:lnTo>
                  <a:lnTo>
                    <a:pt x="4352" y="2656"/>
                  </a:lnTo>
                  <a:lnTo>
                    <a:pt x="4868" y="2066"/>
                  </a:lnTo>
                  <a:lnTo>
                    <a:pt x="4942" y="1992"/>
                  </a:lnTo>
                  <a:lnTo>
                    <a:pt x="4868" y="1918"/>
                  </a:lnTo>
                  <a:lnTo>
                    <a:pt x="4721" y="1623"/>
                  </a:lnTo>
                  <a:lnTo>
                    <a:pt x="4426" y="1402"/>
                  </a:lnTo>
                  <a:lnTo>
                    <a:pt x="413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90" name="Google Shape;5915;p48">
              <a:extLst>
                <a:ext uri="{FF2B5EF4-FFF2-40B4-BE49-F238E27FC236}">
                  <a16:creationId xmlns:a16="http://schemas.microsoft.com/office/drawing/2014/main" id="{B4E0EE7F-B6DA-FB71-38E4-AFC33D52DC00}"/>
                </a:ext>
              </a:extLst>
            </p:cNvPr>
            <p:cNvSpPr/>
            <p:nvPr/>
          </p:nvSpPr>
          <p:spPr>
            <a:xfrm>
              <a:off x="3050250" y="1178550"/>
              <a:ext cx="130950" cy="125400"/>
            </a:xfrm>
            <a:custGeom>
              <a:avLst/>
              <a:gdLst/>
              <a:ahLst/>
              <a:cxnLst/>
              <a:rect l="l" t="t" r="r" b="b"/>
              <a:pathLst>
                <a:path w="5238" h="5016" extrusionOk="0">
                  <a:moveTo>
                    <a:pt x="4131" y="369"/>
                  </a:moveTo>
                  <a:lnTo>
                    <a:pt x="4426" y="1549"/>
                  </a:lnTo>
                  <a:lnTo>
                    <a:pt x="4500" y="1623"/>
                  </a:lnTo>
                  <a:lnTo>
                    <a:pt x="4721" y="1918"/>
                  </a:lnTo>
                  <a:lnTo>
                    <a:pt x="4869" y="2065"/>
                  </a:lnTo>
                  <a:lnTo>
                    <a:pt x="4943" y="2139"/>
                  </a:lnTo>
                  <a:lnTo>
                    <a:pt x="4426" y="2656"/>
                  </a:lnTo>
                  <a:lnTo>
                    <a:pt x="4353" y="2803"/>
                  </a:lnTo>
                  <a:lnTo>
                    <a:pt x="4058" y="4057"/>
                  </a:lnTo>
                  <a:lnTo>
                    <a:pt x="3836" y="4500"/>
                  </a:lnTo>
                  <a:lnTo>
                    <a:pt x="3763" y="4721"/>
                  </a:lnTo>
                  <a:lnTo>
                    <a:pt x="3246" y="4795"/>
                  </a:lnTo>
                  <a:lnTo>
                    <a:pt x="2730" y="4721"/>
                  </a:lnTo>
                  <a:lnTo>
                    <a:pt x="2214" y="4647"/>
                  </a:lnTo>
                  <a:lnTo>
                    <a:pt x="1771" y="4426"/>
                  </a:lnTo>
                  <a:lnTo>
                    <a:pt x="1550" y="4278"/>
                  </a:lnTo>
                  <a:lnTo>
                    <a:pt x="1328" y="4057"/>
                  </a:lnTo>
                  <a:lnTo>
                    <a:pt x="886" y="3614"/>
                  </a:lnTo>
                  <a:lnTo>
                    <a:pt x="443" y="2803"/>
                  </a:lnTo>
                  <a:lnTo>
                    <a:pt x="296" y="664"/>
                  </a:lnTo>
                  <a:lnTo>
                    <a:pt x="4131" y="369"/>
                  </a:lnTo>
                  <a:close/>
                  <a:moveTo>
                    <a:pt x="4205" y="0"/>
                  </a:moveTo>
                  <a:lnTo>
                    <a:pt x="148" y="295"/>
                  </a:lnTo>
                  <a:lnTo>
                    <a:pt x="1" y="369"/>
                  </a:lnTo>
                  <a:lnTo>
                    <a:pt x="1" y="517"/>
                  </a:lnTo>
                  <a:lnTo>
                    <a:pt x="148" y="2877"/>
                  </a:lnTo>
                  <a:lnTo>
                    <a:pt x="148" y="2951"/>
                  </a:lnTo>
                  <a:lnTo>
                    <a:pt x="665" y="3688"/>
                  </a:lnTo>
                  <a:lnTo>
                    <a:pt x="1107" y="4278"/>
                  </a:lnTo>
                  <a:lnTo>
                    <a:pt x="1328" y="4500"/>
                  </a:lnTo>
                  <a:lnTo>
                    <a:pt x="1624" y="4721"/>
                  </a:lnTo>
                  <a:lnTo>
                    <a:pt x="1992" y="4868"/>
                  </a:lnTo>
                  <a:lnTo>
                    <a:pt x="2435" y="4942"/>
                  </a:lnTo>
                  <a:lnTo>
                    <a:pt x="2877" y="5016"/>
                  </a:lnTo>
                  <a:lnTo>
                    <a:pt x="3763" y="5016"/>
                  </a:lnTo>
                  <a:lnTo>
                    <a:pt x="3910" y="4942"/>
                  </a:lnTo>
                  <a:lnTo>
                    <a:pt x="3984" y="4795"/>
                  </a:lnTo>
                  <a:lnTo>
                    <a:pt x="4205" y="4278"/>
                  </a:lnTo>
                  <a:lnTo>
                    <a:pt x="4426" y="3614"/>
                  </a:lnTo>
                  <a:lnTo>
                    <a:pt x="4648" y="2877"/>
                  </a:lnTo>
                  <a:lnTo>
                    <a:pt x="5164" y="2361"/>
                  </a:lnTo>
                  <a:lnTo>
                    <a:pt x="5164" y="2213"/>
                  </a:lnTo>
                  <a:lnTo>
                    <a:pt x="5238" y="2139"/>
                  </a:lnTo>
                  <a:lnTo>
                    <a:pt x="5090" y="1918"/>
                  </a:lnTo>
                  <a:lnTo>
                    <a:pt x="4943" y="1697"/>
                  </a:lnTo>
                  <a:lnTo>
                    <a:pt x="4648" y="1475"/>
                  </a:lnTo>
                  <a:lnTo>
                    <a:pt x="4353" y="148"/>
                  </a:lnTo>
                  <a:lnTo>
                    <a:pt x="4353" y="74"/>
                  </a:lnTo>
                  <a:lnTo>
                    <a:pt x="420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91" name="Google Shape;5916;p48">
              <a:extLst>
                <a:ext uri="{FF2B5EF4-FFF2-40B4-BE49-F238E27FC236}">
                  <a16:creationId xmlns:a16="http://schemas.microsoft.com/office/drawing/2014/main" id="{3489A14A-E748-198E-52CA-C6738D9E2727}"/>
                </a:ext>
              </a:extLst>
            </p:cNvPr>
            <p:cNvSpPr/>
            <p:nvPr/>
          </p:nvSpPr>
          <p:spPr>
            <a:xfrm>
              <a:off x="3096350" y="1180375"/>
              <a:ext cx="79325" cy="44300"/>
            </a:xfrm>
            <a:custGeom>
              <a:avLst/>
              <a:gdLst/>
              <a:ahLst/>
              <a:cxnLst/>
              <a:rect l="l" t="t" r="r" b="b"/>
              <a:pathLst>
                <a:path w="3173" h="1772" extrusionOk="0">
                  <a:moveTo>
                    <a:pt x="2656" y="1"/>
                  </a:moveTo>
                  <a:lnTo>
                    <a:pt x="2287" y="75"/>
                  </a:lnTo>
                  <a:lnTo>
                    <a:pt x="1328" y="296"/>
                  </a:lnTo>
                  <a:lnTo>
                    <a:pt x="1" y="665"/>
                  </a:lnTo>
                  <a:lnTo>
                    <a:pt x="222" y="1697"/>
                  </a:lnTo>
                  <a:lnTo>
                    <a:pt x="1328" y="1771"/>
                  </a:lnTo>
                  <a:lnTo>
                    <a:pt x="2214" y="1771"/>
                  </a:lnTo>
                  <a:lnTo>
                    <a:pt x="2582" y="1697"/>
                  </a:lnTo>
                  <a:lnTo>
                    <a:pt x="2877" y="1550"/>
                  </a:lnTo>
                  <a:lnTo>
                    <a:pt x="3025" y="1402"/>
                  </a:lnTo>
                  <a:lnTo>
                    <a:pt x="3172" y="1181"/>
                  </a:lnTo>
                  <a:lnTo>
                    <a:pt x="3172" y="960"/>
                  </a:lnTo>
                  <a:lnTo>
                    <a:pt x="3172" y="665"/>
                  </a:lnTo>
                  <a:lnTo>
                    <a:pt x="3099" y="296"/>
                  </a:lnTo>
                  <a:lnTo>
                    <a:pt x="287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92" name="Google Shape;5917;p48">
              <a:extLst>
                <a:ext uri="{FF2B5EF4-FFF2-40B4-BE49-F238E27FC236}">
                  <a16:creationId xmlns:a16="http://schemas.microsoft.com/office/drawing/2014/main" id="{8C8F411A-D970-1EFC-4127-B2961ED69484}"/>
                </a:ext>
              </a:extLst>
            </p:cNvPr>
            <p:cNvSpPr/>
            <p:nvPr/>
          </p:nvSpPr>
          <p:spPr>
            <a:xfrm>
              <a:off x="3094525" y="1176700"/>
              <a:ext cx="84825" cy="51650"/>
            </a:xfrm>
            <a:custGeom>
              <a:avLst/>
              <a:gdLst/>
              <a:ahLst/>
              <a:cxnLst/>
              <a:rect l="l" t="t" r="r" b="b"/>
              <a:pathLst>
                <a:path w="3393" h="2066" extrusionOk="0">
                  <a:moveTo>
                    <a:pt x="2877" y="295"/>
                  </a:moveTo>
                  <a:lnTo>
                    <a:pt x="3098" y="591"/>
                  </a:lnTo>
                  <a:lnTo>
                    <a:pt x="3172" y="959"/>
                  </a:lnTo>
                  <a:lnTo>
                    <a:pt x="3172" y="1181"/>
                  </a:lnTo>
                  <a:lnTo>
                    <a:pt x="3098" y="1328"/>
                  </a:lnTo>
                  <a:lnTo>
                    <a:pt x="3024" y="1476"/>
                  </a:lnTo>
                  <a:lnTo>
                    <a:pt x="2877" y="1549"/>
                  </a:lnTo>
                  <a:lnTo>
                    <a:pt x="2655" y="1697"/>
                  </a:lnTo>
                  <a:lnTo>
                    <a:pt x="2360" y="1697"/>
                  </a:lnTo>
                  <a:lnTo>
                    <a:pt x="1697" y="1771"/>
                  </a:lnTo>
                  <a:lnTo>
                    <a:pt x="443" y="1697"/>
                  </a:lnTo>
                  <a:lnTo>
                    <a:pt x="295" y="959"/>
                  </a:lnTo>
                  <a:lnTo>
                    <a:pt x="1918" y="443"/>
                  </a:lnTo>
                  <a:lnTo>
                    <a:pt x="2582" y="295"/>
                  </a:lnTo>
                  <a:close/>
                  <a:moveTo>
                    <a:pt x="2582" y="0"/>
                  </a:moveTo>
                  <a:lnTo>
                    <a:pt x="1844" y="148"/>
                  </a:lnTo>
                  <a:lnTo>
                    <a:pt x="74" y="664"/>
                  </a:lnTo>
                  <a:lnTo>
                    <a:pt x="0" y="738"/>
                  </a:lnTo>
                  <a:lnTo>
                    <a:pt x="0" y="886"/>
                  </a:lnTo>
                  <a:lnTo>
                    <a:pt x="148" y="1918"/>
                  </a:lnTo>
                  <a:lnTo>
                    <a:pt x="221" y="1992"/>
                  </a:lnTo>
                  <a:lnTo>
                    <a:pt x="295" y="1992"/>
                  </a:lnTo>
                  <a:lnTo>
                    <a:pt x="1549" y="2066"/>
                  </a:lnTo>
                  <a:lnTo>
                    <a:pt x="2360" y="1992"/>
                  </a:lnTo>
                  <a:lnTo>
                    <a:pt x="2729" y="1992"/>
                  </a:lnTo>
                  <a:lnTo>
                    <a:pt x="3024" y="1844"/>
                  </a:lnTo>
                  <a:lnTo>
                    <a:pt x="3245" y="1697"/>
                  </a:lnTo>
                  <a:lnTo>
                    <a:pt x="3319" y="1476"/>
                  </a:lnTo>
                  <a:lnTo>
                    <a:pt x="3393" y="1254"/>
                  </a:lnTo>
                  <a:lnTo>
                    <a:pt x="3393" y="959"/>
                  </a:lnTo>
                  <a:lnTo>
                    <a:pt x="3393" y="738"/>
                  </a:lnTo>
                  <a:lnTo>
                    <a:pt x="3319" y="443"/>
                  </a:lnTo>
                  <a:lnTo>
                    <a:pt x="3172" y="222"/>
                  </a:lnTo>
                  <a:lnTo>
                    <a:pt x="302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93" name="Google Shape;5918;p48">
              <a:extLst>
                <a:ext uri="{FF2B5EF4-FFF2-40B4-BE49-F238E27FC236}">
                  <a16:creationId xmlns:a16="http://schemas.microsoft.com/office/drawing/2014/main" id="{C4AE7869-C7DF-0D79-9517-4E38C7B23A47}"/>
                </a:ext>
              </a:extLst>
            </p:cNvPr>
            <p:cNvSpPr/>
            <p:nvPr/>
          </p:nvSpPr>
          <p:spPr>
            <a:xfrm>
              <a:off x="3002325" y="1091875"/>
              <a:ext cx="206550" cy="108825"/>
            </a:xfrm>
            <a:custGeom>
              <a:avLst/>
              <a:gdLst/>
              <a:ahLst/>
              <a:cxnLst/>
              <a:rect l="l" t="t" r="r" b="b"/>
              <a:pathLst>
                <a:path w="8262" h="4353" extrusionOk="0">
                  <a:moveTo>
                    <a:pt x="2360" y="1"/>
                  </a:moveTo>
                  <a:lnTo>
                    <a:pt x="1844" y="148"/>
                  </a:lnTo>
                  <a:lnTo>
                    <a:pt x="1402" y="369"/>
                  </a:lnTo>
                  <a:lnTo>
                    <a:pt x="1033" y="591"/>
                  </a:lnTo>
                  <a:lnTo>
                    <a:pt x="664" y="886"/>
                  </a:lnTo>
                  <a:lnTo>
                    <a:pt x="369" y="1254"/>
                  </a:lnTo>
                  <a:lnTo>
                    <a:pt x="221" y="1697"/>
                  </a:lnTo>
                  <a:lnTo>
                    <a:pt x="74" y="2213"/>
                  </a:lnTo>
                  <a:lnTo>
                    <a:pt x="0" y="2803"/>
                  </a:lnTo>
                  <a:lnTo>
                    <a:pt x="74" y="3541"/>
                  </a:lnTo>
                  <a:lnTo>
                    <a:pt x="148" y="4352"/>
                  </a:lnTo>
                  <a:lnTo>
                    <a:pt x="8261" y="3615"/>
                  </a:lnTo>
                  <a:lnTo>
                    <a:pt x="6712" y="2877"/>
                  </a:lnTo>
                  <a:lnTo>
                    <a:pt x="5827" y="443"/>
                  </a:lnTo>
                  <a:lnTo>
                    <a:pt x="5458" y="222"/>
                  </a:lnTo>
                  <a:lnTo>
                    <a:pt x="5089" y="148"/>
                  </a:lnTo>
                  <a:lnTo>
                    <a:pt x="4426" y="74"/>
                  </a:lnTo>
                  <a:lnTo>
                    <a:pt x="3467"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94" name="Google Shape;5919;p48">
              <a:extLst>
                <a:ext uri="{FF2B5EF4-FFF2-40B4-BE49-F238E27FC236}">
                  <a16:creationId xmlns:a16="http://schemas.microsoft.com/office/drawing/2014/main" id="{474EDAF7-B1EB-8DAE-DD15-24E0F0907DCD}"/>
                </a:ext>
              </a:extLst>
            </p:cNvPr>
            <p:cNvSpPr/>
            <p:nvPr/>
          </p:nvSpPr>
          <p:spPr>
            <a:xfrm>
              <a:off x="2998625" y="1088200"/>
              <a:ext cx="212075" cy="116175"/>
            </a:xfrm>
            <a:custGeom>
              <a:avLst/>
              <a:gdLst/>
              <a:ahLst/>
              <a:cxnLst/>
              <a:rect l="l" t="t" r="r" b="b"/>
              <a:pathLst>
                <a:path w="8483" h="4647" extrusionOk="0">
                  <a:moveTo>
                    <a:pt x="3984" y="295"/>
                  </a:moveTo>
                  <a:lnTo>
                    <a:pt x="4647" y="369"/>
                  </a:lnTo>
                  <a:lnTo>
                    <a:pt x="5164" y="443"/>
                  </a:lnTo>
                  <a:lnTo>
                    <a:pt x="5533" y="516"/>
                  </a:lnTo>
                  <a:lnTo>
                    <a:pt x="5828" y="664"/>
                  </a:lnTo>
                  <a:lnTo>
                    <a:pt x="6713" y="3098"/>
                  </a:lnTo>
                  <a:lnTo>
                    <a:pt x="6786" y="3172"/>
                  </a:lnTo>
                  <a:lnTo>
                    <a:pt x="7819" y="3614"/>
                  </a:lnTo>
                  <a:lnTo>
                    <a:pt x="443" y="4352"/>
                  </a:lnTo>
                  <a:lnTo>
                    <a:pt x="369" y="3540"/>
                  </a:lnTo>
                  <a:lnTo>
                    <a:pt x="296" y="2877"/>
                  </a:lnTo>
                  <a:lnTo>
                    <a:pt x="369" y="2287"/>
                  </a:lnTo>
                  <a:lnTo>
                    <a:pt x="517" y="1844"/>
                  </a:lnTo>
                  <a:lnTo>
                    <a:pt x="664" y="1475"/>
                  </a:lnTo>
                  <a:lnTo>
                    <a:pt x="959" y="1106"/>
                  </a:lnTo>
                  <a:lnTo>
                    <a:pt x="1254" y="885"/>
                  </a:lnTo>
                  <a:lnTo>
                    <a:pt x="1623" y="590"/>
                  </a:lnTo>
                  <a:lnTo>
                    <a:pt x="1992" y="443"/>
                  </a:lnTo>
                  <a:lnTo>
                    <a:pt x="2435" y="369"/>
                  </a:lnTo>
                  <a:lnTo>
                    <a:pt x="2803" y="295"/>
                  </a:lnTo>
                  <a:close/>
                  <a:moveTo>
                    <a:pt x="2656" y="0"/>
                  </a:moveTo>
                  <a:lnTo>
                    <a:pt x="2287" y="74"/>
                  </a:lnTo>
                  <a:lnTo>
                    <a:pt x="1845" y="221"/>
                  </a:lnTo>
                  <a:lnTo>
                    <a:pt x="1476" y="369"/>
                  </a:lnTo>
                  <a:lnTo>
                    <a:pt x="1033" y="664"/>
                  </a:lnTo>
                  <a:lnTo>
                    <a:pt x="738" y="959"/>
                  </a:lnTo>
                  <a:lnTo>
                    <a:pt x="443" y="1328"/>
                  </a:lnTo>
                  <a:lnTo>
                    <a:pt x="222" y="1696"/>
                  </a:lnTo>
                  <a:lnTo>
                    <a:pt x="74" y="2287"/>
                  </a:lnTo>
                  <a:lnTo>
                    <a:pt x="1" y="2877"/>
                  </a:lnTo>
                  <a:lnTo>
                    <a:pt x="74" y="3614"/>
                  </a:lnTo>
                  <a:lnTo>
                    <a:pt x="148" y="4573"/>
                  </a:lnTo>
                  <a:lnTo>
                    <a:pt x="222" y="4647"/>
                  </a:lnTo>
                  <a:lnTo>
                    <a:pt x="369" y="4647"/>
                  </a:lnTo>
                  <a:lnTo>
                    <a:pt x="8409" y="3909"/>
                  </a:lnTo>
                  <a:lnTo>
                    <a:pt x="8483" y="3762"/>
                  </a:lnTo>
                  <a:lnTo>
                    <a:pt x="8483" y="3688"/>
                  </a:lnTo>
                  <a:lnTo>
                    <a:pt x="8409" y="3614"/>
                  </a:lnTo>
                  <a:lnTo>
                    <a:pt x="6934" y="2950"/>
                  </a:lnTo>
                  <a:lnTo>
                    <a:pt x="6049" y="516"/>
                  </a:lnTo>
                  <a:lnTo>
                    <a:pt x="6049" y="443"/>
                  </a:lnTo>
                  <a:lnTo>
                    <a:pt x="5680" y="221"/>
                  </a:lnTo>
                  <a:lnTo>
                    <a:pt x="5237" y="148"/>
                  </a:lnTo>
                  <a:lnTo>
                    <a:pt x="4721" y="74"/>
                  </a:lnTo>
                  <a:lnTo>
                    <a:pt x="398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95" name="Google Shape;5920;p48">
              <a:extLst>
                <a:ext uri="{FF2B5EF4-FFF2-40B4-BE49-F238E27FC236}">
                  <a16:creationId xmlns:a16="http://schemas.microsoft.com/office/drawing/2014/main" id="{AC2A8682-E847-323A-E8A3-F01B5BBAE293}"/>
                </a:ext>
              </a:extLst>
            </p:cNvPr>
            <p:cNvSpPr/>
            <p:nvPr/>
          </p:nvSpPr>
          <p:spPr>
            <a:xfrm>
              <a:off x="3017075" y="1196975"/>
              <a:ext cx="84850" cy="25850"/>
            </a:xfrm>
            <a:custGeom>
              <a:avLst/>
              <a:gdLst/>
              <a:ahLst/>
              <a:cxnLst/>
              <a:rect l="l" t="t" r="r" b="b"/>
              <a:pathLst>
                <a:path w="3394" h="1034" extrusionOk="0">
                  <a:moveTo>
                    <a:pt x="3172" y="1"/>
                  </a:moveTo>
                  <a:lnTo>
                    <a:pt x="0" y="443"/>
                  </a:lnTo>
                  <a:lnTo>
                    <a:pt x="148" y="886"/>
                  </a:lnTo>
                  <a:lnTo>
                    <a:pt x="3393" y="1033"/>
                  </a:lnTo>
                  <a:lnTo>
                    <a:pt x="317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96" name="Google Shape;5921;p48">
              <a:extLst>
                <a:ext uri="{FF2B5EF4-FFF2-40B4-BE49-F238E27FC236}">
                  <a16:creationId xmlns:a16="http://schemas.microsoft.com/office/drawing/2014/main" id="{89414B64-4047-77B4-5932-5D1B9F2A50CE}"/>
                </a:ext>
              </a:extLst>
            </p:cNvPr>
            <p:cNvSpPr/>
            <p:nvPr/>
          </p:nvSpPr>
          <p:spPr>
            <a:xfrm>
              <a:off x="3013375" y="1193300"/>
              <a:ext cx="92225" cy="33200"/>
            </a:xfrm>
            <a:custGeom>
              <a:avLst/>
              <a:gdLst/>
              <a:ahLst/>
              <a:cxnLst/>
              <a:rect l="l" t="t" r="r" b="b"/>
              <a:pathLst>
                <a:path w="3689" h="1328" extrusionOk="0">
                  <a:moveTo>
                    <a:pt x="3246" y="369"/>
                  </a:moveTo>
                  <a:lnTo>
                    <a:pt x="3394" y="1033"/>
                  </a:lnTo>
                  <a:lnTo>
                    <a:pt x="443" y="885"/>
                  </a:lnTo>
                  <a:lnTo>
                    <a:pt x="369" y="738"/>
                  </a:lnTo>
                  <a:lnTo>
                    <a:pt x="3246" y="369"/>
                  </a:lnTo>
                  <a:close/>
                  <a:moveTo>
                    <a:pt x="3320" y="0"/>
                  </a:moveTo>
                  <a:lnTo>
                    <a:pt x="148" y="443"/>
                  </a:lnTo>
                  <a:lnTo>
                    <a:pt x="1" y="517"/>
                  </a:lnTo>
                  <a:lnTo>
                    <a:pt x="1" y="590"/>
                  </a:lnTo>
                  <a:lnTo>
                    <a:pt x="148" y="1107"/>
                  </a:lnTo>
                  <a:lnTo>
                    <a:pt x="222" y="1180"/>
                  </a:lnTo>
                  <a:lnTo>
                    <a:pt x="296" y="1180"/>
                  </a:lnTo>
                  <a:lnTo>
                    <a:pt x="3541" y="1328"/>
                  </a:lnTo>
                  <a:lnTo>
                    <a:pt x="3615" y="1328"/>
                  </a:lnTo>
                  <a:lnTo>
                    <a:pt x="3689" y="1180"/>
                  </a:lnTo>
                  <a:lnTo>
                    <a:pt x="3467" y="148"/>
                  </a:lnTo>
                  <a:lnTo>
                    <a:pt x="3394" y="74"/>
                  </a:lnTo>
                  <a:lnTo>
                    <a:pt x="332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97" name="Google Shape;5922;p48">
              <a:extLst>
                <a:ext uri="{FF2B5EF4-FFF2-40B4-BE49-F238E27FC236}">
                  <a16:creationId xmlns:a16="http://schemas.microsoft.com/office/drawing/2014/main" id="{52611866-5C3A-C395-FBC3-AE6FB16599FB}"/>
                </a:ext>
              </a:extLst>
            </p:cNvPr>
            <p:cNvSpPr/>
            <p:nvPr/>
          </p:nvSpPr>
          <p:spPr>
            <a:xfrm>
              <a:off x="3035500" y="1193300"/>
              <a:ext cx="44275" cy="60875"/>
            </a:xfrm>
            <a:custGeom>
              <a:avLst/>
              <a:gdLst/>
              <a:ahLst/>
              <a:cxnLst/>
              <a:rect l="l" t="t" r="r" b="b"/>
              <a:pathLst>
                <a:path w="1771" h="2435" extrusionOk="0">
                  <a:moveTo>
                    <a:pt x="886" y="0"/>
                  </a:moveTo>
                  <a:lnTo>
                    <a:pt x="517" y="74"/>
                  </a:lnTo>
                  <a:lnTo>
                    <a:pt x="296" y="295"/>
                  </a:lnTo>
                  <a:lnTo>
                    <a:pt x="75" y="517"/>
                  </a:lnTo>
                  <a:lnTo>
                    <a:pt x="1" y="885"/>
                  </a:lnTo>
                  <a:lnTo>
                    <a:pt x="1" y="1549"/>
                  </a:lnTo>
                  <a:lnTo>
                    <a:pt x="75" y="1918"/>
                  </a:lnTo>
                  <a:lnTo>
                    <a:pt x="296" y="2213"/>
                  </a:lnTo>
                  <a:lnTo>
                    <a:pt x="517" y="2361"/>
                  </a:lnTo>
                  <a:lnTo>
                    <a:pt x="886" y="2434"/>
                  </a:lnTo>
                  <a:lnTo>
                    <a:pt x="1255" y="2361"/>
                  </a:lnTo>
                  <a:lnTo>
                    <a:pt x="1550" y="2213"/>
                  </a:lnTo>
                  <a:lnTo>
                    <a:pt x="1697" y="1918"/>
                  </a:lnTo>
                  <a:lnTo>
                    <a:pt x="1771" y="1549"/>
                  </a:lnTo>
                  <a:lnTo>
                    <a:pt x="1771" y="885"/>
                  </a:lnTo>
                  <a:lnTo>
                    <a:pt x="1697" y="517"/>
                  </a:lnTo>
                  <a:lnTo>
                    <a:pt x="1550" y="295"/>
                  </a:lnTo>
                  <a:lnTo>
                    <a:pt x="1255" y="74"/>
                  </a:lnTo>
                  <a:lnTo>
                    <a:pt x="88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98" name="Google Shape;5923;p48">
              <a:extLst>
                <a:ext uri="{FF2B5EF4-FFF2-40B4-BE49-F238E27FC236}">
                  <a16:creationId xmlns:a16="http://schemas.microsoft.com/office/drawing/2014/main" id="{40A9A545-19FD-A84F-B291-88845628AD3F}"/>
                </a:ext>
              </a:extLst>
            </p:cNvPr>
            <p:cNvSpPr/>
            <p:nvPr/>
          </p:nvSpPr>
          <p:spPr>
            <a:xfrm>
              <a:off x="3031825" y="1189600"/>
              <a:ext cx="51650" cy="68250"/>
            </a:xfrm>
            <a:custGeom>
              <a:avLst/>
              <a:gdLst/>
              <a:ahLst/>
              <a:cxnLst/>
              <a:rect l="l" t="t" r="r" b="b"/>
              <a:pathLst>
                <a:path w="2066" h="2730" extrusionOk="0">
                  <a:moveTo>
                    <a:pt x="1033" y="296"/>
                  </a:moveTo>
                  <a:lnTo>
                    <a:pt x="1328" y="370"/>
                  </a:lnTo>
                  <a:lnTo>
                    <a:pt x="1549" y="517"/>
                  </a:lnTo>
                  <a:lnTo>
                    <a:pt x="1697" y="738"/>
                  </a:lnTo>
                  <a:lnTo>
                    <a:pt x="1770" y="1033"/>
                  </a:lnTo>
                  <a:lnTo>
                    <a:pt x="1770" y="1697"/>
                  </a:lnTo>
                  <a:lnTo>
                    <a:pt x="1697" y="1992"/>
                  </a:lnTo>
                  <a:lnTo>
                    <a:pt x="1549" y="2214"/>
                  </a:lnTo>
                  <a:lnTo>
                    <a:pt x="1328" y="2361"/>
                  </a:lnTo>
                  <a:lnTo>
                    <a:pt x="1033" y="2435"/>
                  </a:lnTo>
                  <a:lnTo>
                    <a:pt x="738" y="2361"/>
                  </a:lnTo>
                  <a:lnTo>
                    <a:pt x="517" y="2214"/>
                  </a:lnTo>
                  <a:lnTo>
                    <a:pt x="369" y="1992"/>
                  </a:lnTo>
                  <a:lnTo>
                    <a:pt x="295" y="1697"/>
                  </a:lnTo>
                  <a:lnTo>
                    <a:pt x="295" y="1033"/>
                  </a:lnTo>
                  <a:lnTo>
                    <a:pt x="369" y="738"/>
                  </a:lnTo>
                  <a:lnTo>
                    <a:pt x="517" y="517"/>
                  </a:lnTo>
                  <a:lnTo>
                    <a:pt x="738" y="370"/>
                  </a:lnTo>
                  <a:lnTo>
                    <a:pt x="1033" y="296"/>
                  </a:lnTo>
                  <a:close/>
                  <a:moveTo>
                    <a:pt x="1033" y="1"/>
                  </a:moveTo>
                  <a:lnTo>
                    <a:pt x="664" y="75"/>
                  </a:lnTo>
                  <a:lnTo>
                    <a:pt x="295" y="296"/>
                  </a:lnTo>
                  <a:lnTo>
                    <a:pt x="74" y="665"/>
                  </a:lnTo>
                  <a:lnTo>
                    <a:pt x="0" y="1033"/>
                  </a:lnTo>
                  <a:lnTo>
                    <a:pt x="0" y="1697"/>
                  </a:lnTo>
                  <a:lnTo>
                    <a:pt x="74" y="2140"/>
                  </a:lnTo>
                  <a:lnTo>
                    <a:pt x="295" y="2435"/>
                  </a:lnTo>
                  <a:lnTo>
                    <a:pt x="664" y="2656"/>
                  </a:lnTo>
                  <a:lnTo>
                    <a:pt x="1033" y="2730"/>
                  </a:lnTo>
                  <a:lnTo>
                    <a:pt x="1475" y="2656"/>
                  </a:lnTo>
                  <a:lnTo>
                    <a:pt x="1770" y="2435"/>
                  </a:lnTo>
                  <a:lnTo>
                    <a:pt x="1992" y="2140"/>
                  </a:lnTo>
                  <a:lnTo>
                    <a:pt x="2065" y="1697"/>
                  </a:lnTo>
                  <a:lnTo>
                    <a:pt x="2065" y="1033"/>
                  </a:lnTo>
                  <a:lnTo>
                    <a:pt x="1992" y="665"/>
                  </a:lnTo>
                  <a:lnTo>
                    <a:pt x="1770" y="296"/>
                  </a:lnTo>
                  <a:lnTo>
                    <a:pt x="1475" y="75"/>
                  </a:lnTo>
                  <a:lnTo>
                    <a:pt x="103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499" name="Google Shape;5924;p48">
              <a:extLst>
                <a:ext uri="{FF2B5EF4-FFF2-40B4-BE49-F238E27FC236}">
                  <a16:creationId xmlns:a16="http://schemas.microsoft.com/office/drawing/2014/main" id="{06F106AF-B871-81FB-A137-261A956829A5}"/>
                </a:ext>
              </a:extLst>
            </p:cNvPr>
            <p:cNvSpPr/>
            <p:nvPr/>
          </p:nvSpPr>
          <p:spPr>
            <a:xfrm>
              <a:off x="2998625" y="1281800"/>
              <a:ext cx="99600" cy="92225"/>
            </a:xfrm>
            <a:custGeom>
              <a:avLst/>
              <a:gdLst/>
              <a:ahLst/>
              <a:cxnLst/>
              <a:rect l="l" t="t" r="r" b="b"/>
              <a:pathLst>
                <a:path w="3984" h="3689" extrusionOk="0">
                  <a:moveTo>
                    <a:pt x="369" y="1"/>
                  </a:moveTo>
                  <a:lnTo>
                    <a:pt x="1" y="1107"/>
                  </a:lnTo>
                  <a:lnTo>
                    <a:pt x="3762" y="3689"/>
                  </a:lnTo>
                  <a:lnTo>
                    <a:pt x="3984" y="2361"/>
                  </a:lnTo>
                  <a:lnTo>
                    <a:pt x="3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00" name="Google Shape;5925;p48">
              <a:extLst>
                <a:ext uri="{FF2B5EF4-FFF2-40B4-BE49-F238E27FC236}">
                  <a16:creationId xmlns:a16="http://schemas.microsoft.com/office/drawing/2014/main" id="{F2C82D26-8454-C728-0A5F-CCCE08A4E3C2}"/>
                </a:ext>
              </a:extLst>
            </p:cNvPr>
            <p:cNvSpPr/>
            <p:nvPr/>
          </p:nvSpPr>
          <p:spPr>
            <a:xfrm>
              <a:off x="2996775" y="1278125"/>
              <a:ext cx="105150" cy="99600"/>
            </a:xfrm>
            <a:custGeom>
              <a:avLst/>
              <a:gdLst/>
              <a:ahLst/>
              <a:cxnLst/>
              <a:rect l="l" t="t" r="r" b="b"/>
              <a:pathLst>
                <a:path w="4206" h="3984" extrusionOk="0">
                  <a:moveTo>
                    <a:pt x="517" y="369"/>
                  </a:moveTo>
                  <a:lnTo>
                    <a:pt x="3910" y="2582"/>
                  </a:lnTo>
                  <a:lnTo>
                    <a:pt x="3689" y="3614"/>
                  </a:lnTo>
                  <a:lnTo>
                    <a:pt x="296" y="1180"/>
                  </a:lnTo>
                  <a:lnTo>
                    <a:pt x="517" y="369"/>
                  </a:lnTo>
                  <a:close/>
                  <a:moveTo>
                    <a:pt x="370" y="0"/>
                  </a:moveTo>
                  <a:lnTo>
                    <a:pt x="296" y="74"/>
                  </a:lnTo>
                  <a:lnTo>
                    <a:pt x="1" y="1180"/>
                  </a:lnTo>
                  <a:lnTo>
                    <a:pt x="1" y="1328"/>
                  </a:lnTo>
                  <a:lnTo>
                    <a:pt x="1" y="1402"/>
                  </a:lnTo>
                  <a:lnTo>
                    <a:pt x="3763" y="3983"/>
                  </a:lnTo>
                  <a:lnTo>
                    <a:pt x="3910" y="3983"/>
                  </a:lnTo>
                  <a:lnTo>
                    <a:pt x="3984" y="3909"/>
                  </a:lnTo>
                  <a:lnTo>
                    <a:pt x="4205" y="2508"/>
                  </a:lnTo>
                  <a:lnTo>
                    <a:pt x="4205" y="2434"/>
                  </a:lnTo>
                  <a:lnTo>
                    <a:pt x="4131" y="2361"/>
                  </a:lnTo>
                  <a:lnTo>
                    <a:pt x="51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01" name="Google Shape;5926;p48">
              <a:extLst>
                <a:ext uri="{FF2B5EF4-FFF2-40B4-BE49-F238E27FC236}">
                  <a16:creationId xmlns:a16="http://schemas.microsoft.com/office/drawing/2014/main" id="{CEFD474D-C8D4-60E6-B86B-DF7F4DD17FF6}"/>
                </a:ext>
              </a:extLst>
            </p:cNvPr>
            <p:cNvSpPr/>
            <p:nvPr/>
          </p:nvSpPr>
          <p:spPr>
            <a:xfrm>
              <a:off x="2963600" y="1364775"/>
              <a:ext cx="236050" cy="319050"/>
            </a:xfrm>
            <a:custGeom>
              <a:avLst/>
              <a:gdLst/>
              <a:ahLst/>
              <a:cxnLst/>
              <a:rect l="l" t="t" r="r" b="b"/>
              <a:pathLst>
                <a:path w="9442" h="12762" extrusionOk="0">
                  <a:moveTo>
                    <a:pt x="1328" y="1"/>
                  </a:moveTo>
                  <a:lnTo>
                    <a:pt x="1107" y="75"/>
                  </a:lnTo>
                  <a:lnTo>
                    <a:pt x="959" y="148"/>
                  </a:lnTo>
                  <a:lnTo>
                    <a:pt x="812" y="222"/>
                  </a:lnTo>
                  <a:lnTo>
                    <a:pt x="664" y="443"/>
                  </a:lnTo>
                  <a:lnTo>
                    <a:pt x="516" y="738"/>
                  </a:lnTo>
                  <a:lnTo>
                    <a:pt x="369" y="1402"/>
                  </a:lnTo>
                  <a:lnTo>
                    <a:pt x="221" y="2730"/>
                  </a:lnTo>
                  <a:lnTo>
                    <a:pt x="74" y="6344"/>
                  </a:lnTo>
                  <a:lnTo>
                    <a:pt x="0" y="9958"/>
                  </a:lnTo>
                  <a:lnTo>
                    <a:pt x="0" y="11729"/>
                  </a:lnTo>
                  <a:lnTo>
                    <a:pt x="221" y="12097"/>
                  </a:lnTo>
                  <a:lnTo>
                    <a:pt x="516" y="12466"/>
                  </a:lnTo>
                  <a:lnTo>
                    <a:pt x="885" y="12687"/>
                  </a:lnTo>
                  <a:lnTo>
                    <a:pt x="1328" y="12761"/>
                  </a:lnTo>
                  <a:lnTo>
                    <a:pt x="1770" y="12614"/>
                  </a:lnTo>
                  <a:lnTo>
                    <a:pt x="2729" y="12245"/>
                  </a:lnTo>
                  <a:lnTo>
                    <a:pt x="5532" y="11212"/>
                  </a:lnTo>
                  <a:lnTo>
                    <a:pt x="9441" y="9663"/>
                  </a:lnTo>
                  <a:lnTo>
                    <a:pt x="9220" y="8778"/>
                  </a:lnTo>
                  <a:lnTo>
                    <a:pt x="2877" y="9073"/>
                  </a:lnTo>
                  <a:lnTo>
                    <a:pt x="3467" y="2730"/>
                  </a:lnTo>
                  <a:lnTo>
                    <a:pt x="1402"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02" name="Google Shape;5927;p48">
              <a:extLst>
                <a:ext uri="{FF2B5EF4-FFF2-40B4-BE49-F238E27FC236}">
                  <a16:creationId xmlns:a16="http://schemas.microsoft.com/office/drawing/2014/main" id="{D1926514-ED69-580C-0064-B7431C526502}"/>
                </a:ext>
              </a:extLst>
            </p:cNvPr>
            <p:cNvSpPr/>
            <p:nvPr/>
          </p:nvSpPr>
          <p:spPr>
            <a:xfrm>
              <a:off x="2963600" y="1364775"/>
              <a:ext cx="236050" cy="319050"/>
            </a:xfrm>
            <a:custGeom>
              <a:avLst/>
              <a:gdLst/>
              <a:ahLst/>
              <a:cxnLst/>
              <a:rect l="l" t="t" r="r" b="b"/>
              <a:pathLst>
                <a:path w="9442" h="12762" fill="none" extrusionOk="0">
                  <a:moveTo>
                    <a:pt x="1402" y="1"/>
                  </a:moveTo>
                  <a:lnTo>
                    <a:pt x="1402" y="1"/>
                  </a:lnTo>
                  <a:lnTo>
                    <a:pt x="1328" y="1"/>
                  </a:lnTo>
                  <a:lnTo>
                    <a:pt x="1107" y="75"/>
                  </a:lnTo>
                  <a:lnTo>
                    <a:pt x="959" y="148"/>
                  </a:lnTo>
                  <a:lnTo>
                    <a:pt x="812" y="222"/>
                  </a:lnTo>
                  <a:lnTo>
                    <a:pt x="664" y="443"/>
                  </a:lnTo>
                  <a:lnTo>
                    <a:pt x="516" y="738"/>
                  </a:lnTo>
                  <a:lnTo>
                    <a:pt x="516" y="738"/>
                  </a:lnTo>
                  <a:lnTo>
                    <a:pt x="369" y="1402"/>
                  </a:lnTo>
                  <a:lnTo>
                    <a:pt x="221" y="2730"/>
                  </a:lnTo>
                  <a:lnTo>
                    <a:pt x="74" y="6344"/>
                  </a:lnTo>
                  <a:lnTo>
                    <a:pt x="0" y="9958"/>
                  </a:lnTo>
                  <a:lnTo>
                    <a:pt x="0" y="11729"/>
                  </a:lnTo>
                  <a:lnTo>
                    <a:pt x="0" y="11729"/>
                  </a:lnTo>
                  <a:lnTo>
                    <a:pt x="221" y="12097"/>
                  </a:lnTo>
                  <a:lnTo>
                    <a:pt x="516" y="12466"/>
                  </a:lnTo>
                  <a:lnTo>
                    <a:pt x="885" y="12687"/>
                  </a:lnTo>
                  <a:lnTo>
                    <a:pt x="1328" y="12761"/>
                  </a:lnTo>
                  <a:lnTo>
                    <a:pt x="1328" y="12761"/>
                  </a:lnTo>
                  <a:lnTo>
                    <a:pt x="1770" y="12614"/>
                  </a:lnTo>
                  <a:lnTo>
                    <a:pt x="2729" y="12245"/>
                  </a:lnTo>
                  <a:lnTo>
                    <a:pt x="5532" y="11212"/>
                  </a:lnTo>
                  <a:lnTo>
                    <a:pt x="9441" y="9663"/>
                  </a:lnTo>
                  <a:lnTo>
                    <a:pt x="9220" y="8778"/>
                  </a:lnTo>
                  <a:lnTo>
                    <a:pt x="2877" y="9073"/>
                  </a:lnTo>
                  <a:lnTo>
                    <a:pt x="3467" y="273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03" name="Google Shape;5928;p48">
              <a:extLst>
                <a:ext uri="{FF2B5EF4-FFF2-40B4-BE49-F238E27FC236}">
                  <a16:creationId xmlns:a16="http://schemas.microsoft.com/office/drawing/2014/main" id="{9769F418-6BC0-0215-438A-73AA82870C80}"/>
                </a:ext>
              </a:extLst>
            </p:cNvPr>
            <p:cNvSpPr/>
            <p:nvPr/>
          </p:nvSpPr>
          <p:spPr>
            <a:xfrm>
              <a:off x="2959900" y="1361100"/>
              <a:ext cx="243425" cy="326400"/>
            </a:xfrm>
            <a:custGeom>
              <a:avLst/>
              <a:gdLst/>
              <a:ahLst/>
              <a:cxnLst/>
              <a:rect l="l" t="t" r="r" b="b"/>
              <a:pathLst>
                <a:path w="9737" h="13056" extrusionOk="0">
                  <a:moveTo>
                    <a:pt x="1402" y="0"/>
                  </a:moveTo>
                  <a:lnTo>
                    <a:pt x="1107" y="74"/>
                  </a:lnTo>
                  <a:lnTo>
                    <a:pt x="738" y="369"/>
                  </a:lnTo>
                  <a:lnTo>
                    <a:pt x="591" y="590"/>
                  </a:lnTo>
                  <a:lnTo>
                    <a:pt x="517" y="812"/>
                  </a:lnTo>
                  <a:lnTo>
                    <a:pt x="369" y="1549"/>
                  </a:lnTo>
                  <a:lnTo>
                    <a:pt x="296" y="2877"/>
                  </a:lnTo>
                  <a:lnTo>
                    <a:pt x="74" y="6491"/>
                  </a:lnTo>
                  <a:lnTo>
                    <a:pt x="1" y="10032"/>
                  </a:lnTo>
                  <a:lnTo>
                    <a:pt x="1" y="11286"/>
                  </a:lnTo>
                  <a:lnTo>
                    <a:pt x="1" y="11949"/>
                  </a:lnTo>
                  <a:lnTo>
                    <a:pt x="222" y="12392"/>
                  </a:lnTo>
                  <a:lnTo>
                    <a:pt x="591" y="12687"/>
                  </a:lnTo>
                  <a:lnTo>
                    <a:pt x="960" y="12908"/>
                  </a:lnTo>
                  <a:lnTo>
                    <a:pt x="1476" y="13056"/>
                  </a:lnTo>
                  <a:lnTo>
                    <a:pt x="1845" y="12908"/>
                  </a:lnTo>
                  <a:lnTo>
                    <a:pt x="2730" y="12613"/>
                  </a:lnTo>
                  <a:lnTo>
                    <a:pt x="5238" y="11728"/>
                  </a:lnTo>
                  <a:lnTo>
                    <a:pt x="9589" y="9958"/>
                  </a:lnTo>
                  <a:lnTo>
                    <a:pt x="9663" y="9884"/>
                  </a:lnTo>
                  <a:lnTo>
                    <a:pt x="9737" y="9810"/>
                  </a:lnTo>
                  <a:lnTo>
                    <a:pt x="9516" y="8925"/>
                  </a:lnTo>
                  <a:lnTo>
                    <a:pt x="9442" y="8851"/>
                  </a:lnTo>
                  <a:lnTo>
                    <a:pt x="9368" y="8778"/>
                  </a:lnTo>
                  <a:lnTo>
                    <a:pt x="3172" y="9073"/>
                  </a:lnTo>
                  <a:lnTo>
                    <a:pt x="3762" y="2877"/>
                  </a:lnTo>
                  <a:lnTo>
                    <a:pt x="3762" y="2803"/>
                  </a:lnTo>
                  <a:lnTo>
                    <a:pt x="3615" y="2729"/>
                  </a:lnTo>
                  <a:lnTo>
                    <a:pt x="3541" y="2729"/>
                  </a:lnTo>
                  <a:lnTo>
                    <a:pt x="3467" y="2877"/>
                  </a:lnTo>
                  <a:lnTo>
                    <a:pt x="2877" y="9220"/>
                  </a:lnTo>
                  <a:lnTo>
                    <a:pt x="2951" y="9294"/>
                  </a:lnTo>
                  <a:lnTo>
                    <a:pt x="3025" y="9368"/>
                  </a:lnTo>
                  <a:lnTo>
                    <a:pt x="9294" y="9073"/>
                  </a:lnTo>
                  <a:lnTo>
                    <a:pt x="9442" y="9737"/>
                  </a:lnTo>
                  <a:lnTo>
                    <a:pt x="4426" y="11654"/>
                  </a:lnTo>
                  <a:lnTo>
                    <a:pt x="2435" y="12466"/>
                  </a:lnTo>
                  <a:lnTo>
                    <a:pt x="1476" y="12761"/>
                  </a:lnTo>
                  <a:lnTo>
                    <a:pt x="1107" y="12613"/>
                  </a:lnTo>
                  <a:lnTo>
                    <a:pt x="738" y="12466"/>
                  </a:lnTo>
                  <a:lnTo>
                    <a:pt x="517" y="12171"/>
                  </a:lnTo>
                  <a:lnTo>
                    <a:pt x="296" y="11876"/>
                  </a:lnTo>
                  <a:lnTo>
                    <a:pt x="296" y="11286"/>
                  </a:lnTo>
                  <a:lnTo>
                    <a:pt x="296" y="10032"/>
                  </a:lnTo>
                  <a:lnTo>
                    <a:pt x="369" y="6491"/>
                  </a:lnTo>
                  <a:lnTo>
                    <a:pt x="591" y="2877"/>
                  </a:lnTo>
                  <a:lnTo>
                    <a:pt x="664" y="1623"/>
                  </a:lnTo>
                  <a:lnTo>
                    <a:pt x="812" y="959"/>
                  </a:lnTo>
                  <a:lnTo>
                    <a:pt x="886" y="738"/>
                  </a:lnTo>
                  <a:lnTo>
                    <a:pt x="1033" y="517"/>
                  </a:lnTo>
                  <a:lnTo>
                    <a:pt x="1255" y="369"/>
                  </a:lnTo>
                  <a:lnTo>
                    <a:pt x="1476" y="295"/>
                  </a:lnTo>
                  <a:lnTo>
                    <a:pt x="1623" y="295"/>
                  </a:lnTo>
                  <a:lnTo>
                    <a:pt x="1697" y="148"/>
                  </a:lnTo>
                  <a:lnTo>
                    <a:pt x="1697" y="74"/>
                  </a:lnTo>
                  <a:lnTo>
                    <a:pt x="162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04" name="Google Shape;5929;p48">
              <a:extLst>
                <a:ext uri="{FF2B5EF4-FFF2-40B4-BE49-F238E27FC236}">
                  <a16:creationId xmlns:a16="http://schemas.microsoft.com/office/drawing/2014/main" id="{9D3C7DB8-1B4B-8058-5DE8-6982547BF9DB}"/>
                </a:ext>
              </a:extLst>
            </p:cNvPr>
            <p:cNvSpPr/>
            <p:nvPr/>
          </p:nvSpPr>
          <p:spPr>
            <a:xfrm>
              <a:off x="3194100" y="1538125"/>
              <a:ext cx="90375" cy="68250"/>
            </a:xfrm>
            <a:custGeom>
              <a:avLst/>
              <a:gdLst/>
              <a:ahLst/>
              <a:cxnLst/>
              <a:rect l="l" t="t" r="r" b="b"/>
              <a:pathLst>
                <a:path w="3615" h="2730" extrusionOk="0">
                  <a:moveTo>
                    <a:pt x="2729" y="0"/>
                  </a:moveTo>
                  <a:lnTo>
                    <a:pt x="2655" y="74"/>
                  </a:lnTo>
                  <a:lnTo>
                    <a:pt x="2360" y="222"/>
                  </a:lnTo>
                  <a:lnTo>
                    <a:pt x="1770" y="369"/>
                  </a:lnTo>
                  <a:lnTo>
                    <a:pt x="1401" y="517"/>
                  </a:lnTo>
                  <a:lnTo>
                    <a:pt x="1328" y="590"/>
                  </a:lnTo>
                  <a:lnTo>
                    <a:pt x="1180" y="738"/>
                  </a:lnTo>
                  <a:lnTo>
                    <a:pt x="959" y="1033"/>
                  </a:lnTo>
                  <a:lnTo>
                    <a:pt x="590" y="1402"/>
                  </a:lnTo>
                  <a:lnTo>
                    <a:pt x="0" y="1844"/>
                  </a:lnTo>
                  <a:lnTo>
                    <a:pt x="221" y="2729"/>
                  </a:lnTo>
                  <a:lnTo>
                    <a:pt x="1180" y="2582"/>
                  </a:lnTo>
                  <a:lnTo>
                    <a:pt x="1918" y="2434"/>
                  </a:lnTo>
                  <a:lnTo>
                    <a:pt x="2360" y="2213"/>
                  </a:lnTo>
                  <a:lnTo>
                    <a:pt x="3098" y="1623"/>
                  </a:lnTo>
                  <a:lnTo>
                    <a:pt x="3319" y="1475"/>
                  </a:lnTo>
                  <a:lnTo>
                    <a:pt x="3467" y="1402"/>
                  </a:lnTo>
                  <a:lnTo>
                    <a:pt x="3614" y="1180"/>
                  </a:lnTo>
                  <a:lnTo>
                    <a:pt x="3614" y="1033"/>
                  </a:lnTo>
                  <a:lnTo>
                    <a:pt x="3540" y="885"/>
                  </a:lnTo>
                  <a:lnTo>
                    <a:pt x="1844" y="959"/>
                  </a:lnTo>
                  <a:lnTo>
                    <a:pt x="2729" y="517"/>
                  </a:lnTo>
                  <a:lnTo>
                    <a:pt x="2803" y="443"/>
                  </a:lnTo>
                  <a:lnTo>
                    <a:pt x="2877" y="295"/>
                  </a:lnTo>
                  <a:lnTo>
                    <a:pt x="2877" y="148"/>
                  </a:lnTo>
                  <a:lnTo>
                    <a:pt x="2877" y="74"/>
                  </a:lnTo>
                  <a:lnTo>
                    <a:pt x="2729"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05" name="Google Shape;5930;p48">
              <a:extLst>
                <a:ext uri="{FF2B5EF4-FFF2-40B4-BE49-F238E27FC236}">
                  <a16:creationId xmlns:a16="http://schemas.microsoft.com/office/drawing/2014/main" id="{3C73A4CB-9A7D-1F0B-9B33-A12C58475EA6}"/>
                </a:ext>
              </a:extLst>
            </p:cNvPr>
            <p:cNvSpPr/>
            <p:nvPr/>
          </p:nvSpPr>
          <p:spPr>
            <a:xfrm>
              <a:off x="3190400" y="1534425"/>
              <a:ext cx="97750" cy="75625"/>
            </a:xfrm>
            <a:custGeom>
              <a:avLst/>
              <a:gdLst/>
              <a:ahLst/>
              <a:cxnLst/>
              <a:rect l="l" t="t" r="r" b="b"/>
              <a:pathLst>
                <a:path w="3910" h="3025" extrusionOk="0">
                  <a:moveTo>
                    <a:pt x="2877" y="296"/>
                  </a:moveTo>
                  <a:lnTo>
                    <a:pt x="2877" y="370"/>
                  </a:lnTo>
                  <a:lnTo>
                    <a:pt x="2803" y="517"/>
                  </a:lnTo>
                  <a:lnTo>
                    <a:pt x="1918" y="1033"/>
                  </a:lnTo>
                  <a:lnTo>
                    <a:pt x="1844" y="1033"/>
                  </a:lnTo>
                  <a:lnTo>
                    <a:pt x="1844" y="1181"/>
                  </a:lnTo>
                  <a:lnTo>
                    <a:pt x="1918" y="1255"/>
                  </a:lnTo>
                  <a:lnTo>
                    <a:pt x="1992" y="1255"/>
                  </a:lnTo>
                  <a:lnTo>
                    <a:pt x="3615" y="1181"/>
                  </a:lnTo>
                  <a:lnTo>
                    <a:pt x="3615" y="1328"/>
                  </a:lnTo>
                  <a:lnTo>
                    <a:pt x="3467" y="1476"/>
                  </a:lnTo>
                  <a:lnTo>
                    <a:pt x="3172" y="1623"/>
                  </a:lnTo>
                  <a:lnTo>
                    <a:pt x="2435" y="2214"/>
                  </a:lnTo>
                  <a:lnTo>
                    <a:pt x="2140" y="2361"/>
                  </a:lnTo>
                  <a:lnTo>
                    <a:pt x="1623" y="2509"/>
                  </a:lnTo>
                  <a:lnTo>
                    <a:pt x="517" y="2730"/>
                  </a:lnTo>
                  <a:lnTo>
                    <a:pt x="369" y="2066"/>
                  </a:lnTo>
                  <a:lnTo>
                    <a:pt x="959" y="1550"/>
                  </a:lnTo>
                  <a:lnTo>
                    <a:pt x="1328" y="1181"/>
                  </a:lnTo>
                  <a:lnTo>
                    <a:pt x="1549" y="886"/>
                  </a:lnTo>
                  <a:lnTo>
                    <a:pt x="1697" y="812"/>
                  </a:lnTo>
                  <a:lnTo>
                    <a:pt x="1918" y="665"/>
                  </a:lnTo>
                  <a:lnTo>
                    <a:pt x="2435" y="517"/>
                  </a:lnTo>
                  <a:lnTo>
                    <a:pt x="2582" y="517"/>
                  </a:lnTo>
                  <a:lnTo>
                    <a:pt x="2803" y="370"/>
                  </a:lnTo>
                  <a:lnTo>
                    <a:pt x="2877" y="296"/>
                  </a:lnTo>
                  <a:close/>
                  <a:moveTo>
                    <a:pt x="2803" y="1"/>
                  </a:moveTo>
                  <a:lnTo>
                    <a:pt x="2582" y="148"/>
                  </a:lnTo>
                  <a:lnTo>
                    <a:pt x="2508" y="222"/>
                  </a:lnTo>
                  <a:lnTo>
                    <a:pt x="2361" y="222"/>
                  </a:lnTo>
                  <a:lnTo>
                    <a:pt x="1697" y="443"/>
                  </a:lnTo>
                  <a:lnTo>
                    <a:pt x="1402" y="591"/>
                  </a:lnTo>
                  <a:lnTo>
                    <a:pt x="1254" y="812"/>
                  </a:lnTo>
                  <a:lnTo>
                    <a:pt x="1033" y="1033"/>
                  </a:lnTo>
                  <a:lnTo>
                    <a:pt x="738" y="1328"/>
                  </a:lnTo>
                  <a:lnTo>
                    <a:pt x="74" y="1918"/>
                  </a:lnTo>
                  <a:lnTo>
                    <a:pt x="1" y="2066"/>
                  </a:lnTo>
                  <a:lnTo>
                    <a:pt x="222" y="2951"/>
                  </a:lnTo>
                  <a:lnTo>
                    <a:pt x="296" y="3025"/>
                  </a:lnTo>
                  <a:lnTo>
                    <a:pt x="369" y="3025"/>
                  </a:lnTo>
                  <a:lnTo>
                    <a:pt x="1402" y="2877"/>
                  </a:lnTo>
                  <a:lnTo>
                    <a:pt x="2140" y="2730"/>
                  </a:lnTo>
                  <a:lnTo>
                    <a:pt x="2435" y="2582"/>
                  </a:lnTo>
                  <a:lnTo>
                    <a:pt x="2656" y="2509"/>
                  </a:lnTo>
                  <a:lnTo>
                    <a:pt x="3320" y="1918"/>
                  </a:lnTo>
                  <a:lnTo>
                    <a:pt x="3688" y="1697"/>
                  </a:lnTo>
                  <a:lnTo>
                    <a:pt x="3910" y="1402"/>
                  </a:lnTo>
                  <a:lnTo>
                    <a:pt x="3910" y="1255"/>
                  </a:lnTo>
                  <a:lnTo>
                    <a:pt x="3910" y="1107"/>
                  </a:lnTo>
                  <a:lnTo>
                    <a:pt x="3836" y="960"/>
                  </a:lnTo>
                  <a:lnTo>
                    <a:pt x="3762" y="886"/>
                  </a:lnTo>
                  <a:lnTo>
                    <a:pt x="3688" y="886"/>
                  </a:lnTo>
                  <a:lnTo>
                    <a:pt x="2656" y="960"/>
                  </a:lnTo>
                  <a:lnTo>
                    <a:pt x="2877" y="812"/>
                  </a:lnTo>
                  <a:lnTo>
                    <a:pt x="3098" y="665"/>
                  </a:lnTo>
                  <a:lnTo>
                    <a:pt x="3172" y="443"/>
                  </a:lnTo>
                  <a:lnTo>
                    <a:pt x="3172" y="296"/>
                  </a:lnTo>
                  <a:lnTo>
                    <a:pt x="3098" y="75"/>
                  </a:lnTo>
                  <a:lnTo>
                    <a:pt x="295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06" name="Google Shape;5931;p48">
              <a:extLst>
                <a:ext uri="{FF2B5EF4-FFF2-40B4-BE49-F238E27FC236}">
                  <a16:creationId xmlns:a16="http://schemas.microsoft.com/office/drawing/2014/main" id="{2C07DC45-DF48-C738-6D6B-746E953D0052}"/>
                </a:ext>
              </a:extLst>
            </p:cNvPr>
            <p:cNvSpPr/>
            <p:nvPr/>
          </p:nvSpPr>
          <p:spPr>
            <a:xfrm>
              <a:off x="3004150" y="2358700"/>
              <a:ext cx="147550" cy="73775"/>
            </a:xfrm>
            <a:custGeom>
              <a:avLst/>
              <a:gdLst/>
              <a:ahLst/>
              <a:cxnLst/>
              <a:rect l="l" t="t" r="r" b="b"/>
              <a:pathLst>
                <a:path w="5902" h="2951" extrusionOk="0">
                  <a:moveTo>
                    <a:pt x="75" y="0"/>
                  </a:moveTo>
                  <a:lnTo>
                    <a:pt x="1" y="2950"/>
                  </a:lnTo>
                  <a:lnTo>
                    <a:pt x="5902" y="2950"/>
                  </a:lnTo>
                  <a:lnTo>
                    <a:pt x="5902" y="2582"/>
                  </a:lnTo>
                  <a:lnTo>
                    <a:pt x="5828" y="2434"/>
                  </a:lnTo>
                  <a:lnTo>
                    <a:pt x="5680" y="2287"/>
                  </a:lnTo>
                  <a:lnTo>
                    <a:pt x="5164" y="1992"/>
                  </a:lnTo>
                  <a:lnTo>
                    <a:pt x="3910" y="1402"/>
                  </a:lnTo>
                  <a:lnTo>
                    <a:pt x="3099" y="811"/>
                  </a:lnTo>
                  <a:lnTo>
                    <a:pt x="2509" y="148"/>
                  </a:lnTo>
                  <a:lnTo>
                    <a:pt x="7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07" name="Google Shape;5932;p48">
              <a:extLst>
                <a:ext uri="{FF2B5EF4-FFF2-40B4-BE49-F238E27FC236}">
                  <a16:creationId xmlns:a16="http://schemas.microsoft.com/office/drawing/2014/main" id="{873681A7-A5EA-CF89-9F18-51D0F14B08CE}"/>
                </a:ext>
              </a:extLst>
            </p:cNvPr>
            <p:cNvSpPr/>
            <p:nvPr/>
          </p:nvSpPr>
          <p:spPr>
            <a:xfrm>
              <a:off x="3000475" y="2355000"/>
              <a:ext cx="154925" cy="81175"/>
            </a:xfrm>
            <a:custGeom>
              <a:avLst/>
              <a:gdLst/>
              <a:ahLst/>
              <a:cxnLst/>
              <a:rect l="l" t="t" r="r" b="b"/>
              <a:pathLst>
                <a:path w="6197" h="3247" extrusionOk="0">
                  <a:moveTo>
                    <a:pt x="369" y="296"/>
                  </a:moveTo>
                  <a:lnTo>
                    <a:pt x="2582" y="443"/>
                  </a:lnTo>
                  <a:lnTo>
                    <a:pt x="3172" y="1107"/>
                  </a:lnTo>
                  <a:lnTo>
                    <a:pt x="3983" y="1697"/>
                  </a:lnTo>
                  <a:lnTo>
                    <a:pt x="4647" y="1992"/>
                  </a:lnTo>
                  <a:lnTo>
                    <a:pt x="5459" y="2361"/>
                  </a:lnTo>
                  <a:lnTo>
                    <a:pt x="5754" y="2582"/>
                  </a:lnTo>
                  <a:lnTo>
                    <a:pt x="5901" y="2730"/>
                  </a:lnTo>
                  <a:lnTo>
                    <a:pt x="5901" y="2951"/>
                  </a:lnTo>
                  <a:lnTo>
                    <a:pt x="295" y="2951"/>
                  </a:lnTo>
                  <a:lnTo>
                    <a:pt x="369" y="296"/>
                  </a:lnTo>
                  <a:close/>
                  <a:moveTo>
                    <a:pt x="148" y="1"/>
                  </a:moveTo>
                  <a:lnTo>
                    <a:pt x="74" y="148"/>
                  </a:lnTo>
                  <a:lnTo>
                    <a:pt x="0" y="3098"/>
                  </a:lnTo>
                  <a:lnTo>
                    <a:pt x="74" y="3172"/>
                  </a:lnTo>
                  <a:lnTo>
                    <a:pt x="148" y="3246"/>
                  </a:lnTo>
                  <a:lnTo>
                    <a:pt x="6049" y="3246"/>
                  </a:lnTo>
                  <a:lnTo>
                    <a:pt x="6122" y="3172"/>
                  </a:lnTo>
                  <a:lnTo>
                    <a:pt x="6196" y="3025"/>
                  </a:lnTo>
                  <a:lnTo>
                    <a:pt x="6196" y="2730"/>
                  </a:lnTo>
                  <a:lnTo>
                    <a:pt x="6122" y="2582"/>
                  </a:lnTo>
                  <a:lnTo>
                    <a:pt x="6049" y="2508"/>
                  </a:lnTo>
                  <a:lnTo>
                    <a:pt x="5827" y="2287"/>
                  </a:lnTo>
                  <a:lnTo>
                    <a:pt x="4795" y="1771"/>
                  </a:lnTo>
                  <a:lnTo>
                    <a:pt x="4131" y="1402"/>
                  </a:lnTo>
                  <a:lnTo>
                    <a:pt x="3393" y="812"/>
                  </a:lnTo>
                  <a:lnTo>
                    <a:pt x="2729" y="148"/>
                  </a:lnTo>
                  <a:lnTo>
                    <a:pt x="2656" y="74"/>
                  </a:lnTo>
                  <a:lnTo>
                    <a:pt x="22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08" name="Google Shape;5933;p48">
              <a:extLst>
                <a:ext uri="{FF2B5EF4-FFF2-40B4-BE49-F238E27FC236}">
                  <a16:creationId xmlns:a16="http://schemas.microsoft.com/office/drawing/2014/main" id="{59D69A8D-489F-F2B5-62E2-5698465469B3}"/>
                </a:ext>
              </a:extLst>
            </p:cNvPr>
            <p:cNvSpPr/>
            <p:nvPr/>
          </p:nvSpPr>
          <p:spPr>
            <a:xfrm>
              <a:off x="3004150" y="2415850"/>
              <a:ext cx="147550" cy="16625"/>
            </a:xfrm>
            <a:custGeom>
              <a:avLst/>
              <a:gdLst/>
              <a:ahLst/>
              <a:cxnLst/>
              <a:rect l="l" t="t" r="r" b="b"/>
              <a:pathLst>
                <a:path w="5902" h="665" extrusionOk="0">
                  <a:moveTo>
                    <a:pt x="1" y="1"/>
                  </a:moveTo>
                  <a:lnTo>
                    <a:pt x="1" y="664"/>
                  </a:lnTo>
                  <a:lnTo>
                    <a:pt x="5902" y="664"/>
                  </a:lnTo>
                  <a:lnTo>
                    <a:pt x="5902" y="296"/>
                  </a:lnTo>
                  <a:lnTo>
                    <a:pt x="5828" y="148"/>
                  </a:lnTo>
                  <a:lnTo>
                    <a:pt x="560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09" name="Google Shape;5934;p48">
              <a:extLst>
                <a:ext uri="{FF2B5EF4-FFF2-40B4-BE49-F238E27FC236}">
                  <a16:creationId xmlns:a16="http://schemas.microsoft.com/office/drawing/2014/main" id="{C1C1DCF4-BBA8-9CDE-6024-A29D74EF36A6}"/>
                </a:ext>
              </a:extLst>
            </p:cNvPr>
            <p:cNvSpPr/>
            <p:nvPr/>
          </p:nvSpPr>
          <p:spPr>
            <a:xfrm>
              <a:off x="3000475" y="2412175"/>
              <a:ext cx="154925" cy="24000"/>
            </a:xfrm>
            <a:custGeom>
              <a:avLst/>
              <a:gdLst/>
              <a:ahLst/>
              <a:cxnLst/>
              <a:rect l="l" t="t" r="r" b="b"/>
              <a:pathLst>
                <a:path w="6197" h="960" extrusionOk="0">
                  <a:moveTo>
                    <a:pt x="5680" y="295"/>
                  </a:moveTo>
                  <a:lnTo>
                    <a:pt x="5827" y="369"/>
                  </a:lnTo>
                  <a:lnTo>
                    <a:pt x="5901" y="443"/>
                  </a:lnTo>
                  <a:lnTo>
                    <a:pt x="5901" y="664"/>
                  </a:lnTo>
                  <a:lnTo>
                    <a:pt x="295" y="664"/>
                  </a:lnTo>
                  <a:lnTo>
                    <a:pt x="295" y="295"/>
                  </a:lnTo>
                  <a:close/>
                  <a:moveTo>
                    <a:pt x="74" y="0"/>
                  </a:moveTo>
                  <a:lnTo>
                    <a:pt x="0" y="148"/>
                  </a:lnTo>
                  <a:lnTo>
                    <a:pt x="0" y="811"/>
                  </a:lnTo>
                  <a:lnTo>
                    <a:pt x="74" y="885"/>
                  </a:lnTo>
                  <a:lnTo>
                    <a:pt x="148" y="959"/>
                  </a:lnTo>
                  <a:lnTo>
                    <a:pt x="6049" y="959"/>
                  </a:lnTo>
                  <a:lnTo>
                    <a:pt x="6122" y="885"/>
                  </a:lnTo>
                  <a:lnTo>
                    <a:pt x="6196" y="811"/>
                  </a:lnTo>
                  <a:lnTo>
                    <a:pt x="6196" y="443"/>
                  </a:lnTo>
                  <a:lnTo>
                    <a:pt x="6122" y="295"/>
                  </a:lnTo>
                  <a:lnTo>
                    <a:pt x="6049" y="221"/>
                  </a:lnTo>
                  <a:lnTo>
                    <a:pt x="582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10" name="Google Shape;5935;p48">
              <a:extLst>
                <a:ext uri="{FF2B5EF4-FFF2-40B4-BE49-F238E27FC236}">
                  <a16:creationId xmlns:a16="http://schemas.microsoft.com/office/drawing/2014/main" id="{8D3A2F67-0A31-C833-9AFE-A3421D4651E2}"/>
                </a:ext>
              </a:extLst>
            </p:cNvPr>
            <p:cNvSpPr/>
            <p:nvPr/>
          </p:nvSpPr>
          <p:spPr>
            <a:xfrm>
              <a:off x="4112375" y="1587900"/>
              <a:ext cx="223150" cy="188125"/>
            </a:xfrm>
            <a:custGeom>
              <a:avLst/>
              <a:gdLst/>
              <a:ahLst/>
              <a:cxnLst/>
              <a:rect l="l" t="t" r="r" b="b"/>
              <a:pathLst>
                <a:path w="8926" h="7525" extrusionOk="0">
                  <a:moveTo>
                    <a:pt x="1" y="1"/>
                  </a:moveTo>
                  <a:lnTo>
                    <a:pt x="1" y="7524"/>
                  </a:lnTo>
                  <a:lnTo>
                    <a:pt x="8926" y="7524"/>
                  </a:lnTo>
                  <a:lnTo>
                    <a:pt x="89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11" name="Google Shape;5936;p48">
              <a:extLst>
                <a:ext uri="{FF2B5EF4-FFF2-40B4-BE49-F238E27FC236}">
                  <a16:creationId xmlns:a16="http://schemas.microsoft.com/office/drawing/2014/main" id="{CA4DDB9E-2257-E3FD-6FB4-5ECD63DD2AB8}"/>
                </a:ext>
              </a:extLst>
            </p:cNvPr>
            <p:cNvSpPr/>
            <p:nvPr/>
          </p:nvSpPr>
          <p:spPr>
            <a:xfrm>
              <a:off x="4108700" y="1584225"/>
              <a:ext cx="230525" cy="195475"/>
            </a:xfrm>
            <a:custGeom>
              <a:avLst/>
              <a:gdLst/>
              <a:ahLst/>
              <a:cxnLst/>
              <a:rect l="l" t="t" r="r" b="b"/>
              <a:pathLst>
                <a:path w="9221" h="7819" extrusionOk="0">
                  <a:moveTo>
                    <a:pt x="8925" y="295"/>
                  </a:moveTo>
                  <a:lnTo>
                    <a:pt x="8925" y="7524"/>
                  </a:lnTo>
                  <a:lnTo>
                    <a:pt x="295" y="7524"/>
                  </a:lnTo>
                  <a:lnTo>
                    <a:pt x="295" y="295"/>
                  </a:lnTo>
                  <a:close/>
                  <a:moveTo>
                    <a:pt x="148" y="0"/>
                  </a:moveTo>
                  <a:lnTo>
                    <a:pt x="74" y="74"/>
                  </a:lnTo>
                  <a:lnTo>
                    <a:pt x="0" y="148"/>
                  </a:lnTo>
                  <a:lnTo>
                    <a:pt x="0" y="7671"/>
                  </a:lnTo>
                  <a:lnTo>
                    <a:pt x="74" y="7745"/>
                  </a:lnTo>
                  <a:lnTo>
                    <a:pt x="148" y="7819"/>
                  </a:lnTo>
                  <a:lnTo>
                    <a:pt x="9073" y="7819"/>
                  </a:lnTo>
                  <a:lnTo>
                    <a:pt x="9147" y="7745"/>
                  </a:lnTo>
                  <a:lnTo>
                    <a:pt x="9220" y="7671"/>
                  </a:lnTo>
                  <a:lnTo>
                    <a:pt x="9220" y="148"/>
                  </a:lnTo>
                  <a:lnTo>
                    <a:pt x="9147" y="74"/>
                  </a:lnTo>
                  <a:lnTo>
                    <a:pt x="907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12" name="Google Shape;5937;p48">
              <a:extLst>
                <a:ext uri="{FF2B5EF4-FFF2-40B4-BE49-F238E27FC236}">
                  <a16:creationId xmlns:a16="http://schemas.microsoft.com/office/drawing/2014/main" id="{3D002E3D-35FE-8C1B-782D-896DD34CFB55}"/>
                </a:ext>
              </a:extLst>
            </p:cNvPr>
            <p:cNvSpPr/>
            <p:nvPr/>
          </p:nvSpPr>
          <p:spPr>
            <a:xfrm>
              <a:off x="4206425" y="1587900"/>
              <a:ext cx="164150" cy="188125"/>
            </a:xfrm>
            <a:custGeom>
              <a:avLst/>
              <a:gdLst/>
              <a:ahLst/>
              <a:cxnLst/>
              <a:rect l="l" t="t" r="r" b="b"/>
              <a:pathLst>
                <a:path w="6566" h="7525" extrusionOk="0">
                  <a:moveTo>
                    <a:pt x="1" y="1"/>
                  </a:moveTo>
                  <a:lnTo>
                    <a:pt x="1" y="7524"/>
                  </a:lnTo>
                  <a:lnTo>
                    <a:pt x="6565" y="7524"/>
                  </a:lnTo>
                  <a:lnTo>
                    <a:pt x="656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13" name="Google Shape;5938;p48">
              <a:extLst>
                <a:ext uri="{FF2B5EF4-FFF2-40B4-BE49-F238E27FC236}">
                  <a16:creationId xmlns:a16="http://schemas.microsoft.com/office/drawing/2014/main" id="{0DF5F6F7-EEF1-DFB3-37F0-EB03035222D9}"/>
                </a:ext>
              </a:extLst>
            </p:cNvPr>
            <p:cNvSpPr/>
            <p:nvPr/>
          </p:nvSpPr>
          <p:spPr>
            <a:xfrm>
              <a:off x="4202750" y="1584225"/>
              <a:ext cx="171500" cy="195475"/>
            </a:xfrm>
            <a:custGeom>
              <a:avLst/>
              <a:gdLst/>
              <a:ahLst/>
              <a:cxnLst/>
              <a:rect l="l" t="t" r="r" b="b"/>
              <a:pathLst>
                <a:path w="6860" h="7819" extrusionOk="0">
                  <a:moveTo>
                    <a:pt x="6565" y="295"/>
                  </a:moveTo>
                  <a:lnTo>
                    <a:pt x="6565" y="7524"/>
                  </a:lnTo>
                  <a:lnTo>
                    <a:pt x="295" y="7524"/>
                  </a:lnTo>
                  <a:lnTo>
                    <a:pt x="295" y="295"/>
                  </a:lnTo>
                  <a:close/>
                  <a:moveTo>
                    <a:pt x="148" y="0"/>
                  </a:moveTo>
                  <a:lnTo>
                    <a:pt x="74" y="74"/>
                  </a:lnTo>
                  <a:lnTo>
                    <a:pt x="0" y="148"/>
                  </a:lnTo>
                  <a:lnTo>
                    <a:pt x="0" y="7671"/>
                  </a:lnTo>
                  <a:lnTo>
                    <a:pt x="74" y="7745"/>
                  </a:lnTo>
                  <a:lnTo>
                    <a:pt x="148" y="7819"/>
                  </a:lnTo>
                  <a:lnTo>
                    <a:pt x="6712" y="7819"/>
                  </a:lnTo>
                  <a:lnTo>
                    <a:pt x="6786" y="7745"/>
                  </a:lnTo>
                  <a:lnTo>
                    <a:pt x="6860" y="7671"/>
                  </a:lnTo>
                  <a:lnTo>
                    <a:pt x="6860" y="148"/>
                  </a:lnTo>
                  <a:lnTo>
                    <a:pt x="6786" y="74"/>
                  </a:lnTo>
                  <a:lnTo>
                    <a:pt x="671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14" name="Google Shape;5939;p48">
              <a:extLst>
                <a:ext uri="{FF2B5EF4-FFF2-40B4-BE49-F238E27FC236}">
                  <a16:creationId xmlns:a16="http://schemas.microsoft.com/office/drawing/2014/main" id="{89C148C5-9B37-21E9-010D-03F5D431FED6}"/>
                </a:ext>
              </a:extLst>
            </p:cNvPr>
            <p:cNvSpPr/>
            <p:nvPr/>
          </p:nvSpPr>
          <p:spPr>
            <a:xfrm>
              <a:off x="4671100" y="1558400"/>
              <a:ext cx="424150" cy="472075"/>
            </a:xfrm>
            <a:custGeom>
              <a:avLst/>
              <a:gdLst/>
              <a:ahLst/>
              <a:cxnLst/>
              <a:rect l="l" t="t" r="r" b="b"/>
              <a:pathLst>
                <a:path w="16966" h="18883" extrusionOk="0">
                  <a:moveTo>
                    <a:pt x="1181" y="1"/>
                  </a:moveTo>
                  <a:lnTo>
                    <a:pt x="886" y="148"/>
                  </a:lnTo>
                  <a:lnTo>
                    <a:pt x="665" y="222"/>
                  </a:lnTo>
                  <a:lnTo>
                    <a:pt x="443" y="443"/>
                  </a:lnTo>
                  <a:lnTo>
                    <a:pt x="222" y="664"/>
                  </a:lnTo>
                  <a:lnTo>
                    <a:pt x="148" y="886"/>
                  </a:lnTo>
                  <a:lnTo>
                    <a:pt x="1" y="1181"/>
                  </a:lnTo>
                  <a:lnTo>
                    <a:pt x="1" y="1476"/>
                  </a:lnTo>
                  <a:lnTo>
                    <a:pt x="1" y="18883"/>
                  </a:lnTo>
                  <a:lnTo>
                    <a:pt x="16965" y="18883"/>
                  </a:lnTo>
                  <a:lnTo>
                    <a:pt x="16965" y="3910"/>
                  </a:lnTo>
                  <a:lnTo>
                    <a:pt x="16892" y="3099"/>
                  </a:lnTo>
                  <a:lnTo>
                    <a:pt x="16670" y="2361"/>
                  </a:lnTo>
                  <a:lnTo>
                    <a:pt x="16302" y="1697"/>
                  </a:lnTo>
                  <a:lnTo>
                    <a:pt x="15785" y="1107"/>
                  </a:lnTo>
                  <a:lnTo>
                    <a:pt x="15269" y="664"/>
                  </a:lnTo>
                  <a:lnTo>
                    <a:pt x="14605" y="296"/>
                  </a:lnTo>
                  <a:lnTo>
                    <a:pt x="13868" y="74"/>
                  </a:lnTo>
                  <a:lnTo>
                    <a:pt x="1305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15" name="Google Shape;5940;p48">
              <a:extLst>
                <a:ext uri="{FF2B5EF4-FFF2-40B4-BE49-F238E27FC236}">
                  <a16:creationId xmlns:a16="http://schemas.microsoft.com/office/drawing/2014/main" id="{425C5BDD-2AD8-DB92-9826-307D8D7D64CC}"/>
                </a:ext>
              </a:extLst>
            </p:cNvPr>
            <p:cNvSpPr/>
            <p:nvPr/>
          </p:nvSpPr>
          <p:spPr>
            <a:xfrm>
              <a:off x="4667425" y="1554725"/>
              <a:ext cx="431500" cy="479450"/>
            </a:xfrm>
            <a:custGeom>
              <a:avLst/>
              <a:gdLst/>
              <a:ahLst/>
              <a:cxnLst/>
              <a:rect l="l" t="t" r="r" b="b"/>
              <a:pathLst>
                <a:path w="17260" h="19178" extrusionOk="0">
                  <a:moveTo>
                    <a:pt x="13203" y="295"/>
                  </a:moveTo>
                  <a:lnTo>
                    <a:pt x="13941" y="369"/>
                  </a:lnTo>
                  <a:lnTo>
                    <a:pt x="14678" y="590"/>
                  </a:lnTo>
                  <a:lnTo>
                    <a:pt x="15268" y="959"/>
                  </a:lnTo>
                  <a:lnTo>
                    <a:pt x="15859" y="1402"/>
                  </a:lnTo>
                  <a:lnTo>
                    <a:pt x="16301" y="1918"/>
                  </a:lnTo>
                  <a:lnTo>
                    <a:pt x="16670" y="2582"/>
                  </a:lnTo>
                  <a:lnTo>
                    <a:pt x="16891" y="3319"/>
                  </a:lnTo>
                  <a:lnTo>
                    <a:pt x="16965" y="4057"/>
                  </a:lnTo>
                  <a:lnTo>
                    <a:pt x="16965" y="18882"/>
                  </a:lnTo>
                  <a:lnTo>
                    <a:pt x="295" y="18882"/>
                  </a:lnTo>
                  <a:lnTo>
                    <a:pt x="295" y="1623"/>
                  </a:lnTo>
                  <a:lnTo>
                    <a:pt x="295" y="1328"/>
                  </a:lnTo>
                  <a:lnTo>
                    <a:pt x="369" y="1106"/>
                  </a:lnTo>
                  <a:lnTo>
                    <a:pt x="517" y="885"/>
                  </a:lnTo>
                  <a:lnTo>
                    <a:pt x="664" y="664"/>
                  </a:lnTo>
                  <a:lnTo>
                    <a:pt x="886" y="516"/>
                  </a:lnTo>
                  <a:lnTo>
                    <a:pt x="1107" y="369"/>
                  </a:lnTo>
                  <a:lnTo>
                    <a:pt x="1328" y="295"/>
                  </a:lnTo>
                  <a:close/>
                  <a:moveTo>
                    <a:pt x="1254" y="0"/>
                  </a:moveTo>
                  <a:lnTo>
                    <a:pt x="959" y="148"/>
                  </a:lnTo>
                  <a:lnTo>
                    <a:pt x="738" y="295"/>
                  </a:lnTo>
                  <a:lnTo>
                    <a:pt x="443" y="443"/>
                  </a:lnTo>
                  <a:lnTo>
                    <a:pt x="295" y="738"/>
                  </a:lnTo>
                  <a:lnTo>
                    <a:pt x="148" y="959"/>
                  </a:lnTo>
                  <a:lnTo>
                    <a:pt x="0" y="1254"/>
                  </a:lnTo>
                  <a:lnTo>
                    <a:pt x="0" y="1623"/>
                  </a:lnTo>
                  <a:lnTo>
                    <a:pt x="0" y="19030"/>
                  </a:lnTo>
                  <a:lnTo>
                    <a:pt x="74" y="19104"/>
                  </a:lnTo>
                  <a:lnTo>
                    <a:pt x="148" y="19178"/>
                  </a:lnTo>
                  <a:lnTo>
                    <a:pt x="17112" y="19178"/>
                  </a:lnTo>
                  <a:lnTo>
                    <a:pt x="17186" y="19104"/>
                  </a:lnTo>
                  <a:lnTo>
                    <a:pt x="17260" y="19030"/>
                  </a:lnTo>
                  <a:lnTo>
                    <a:pt x="17260" y="4057"/>
                  </a:lnTo>
                  <a:lnTo>
                    <a:pt x="17186" y="3246"/>
                  </a:lnTo>
                  <a:lnTo>
                    <a:pt x="16965" y="2508"/>
                  </a:lnTo>
                  <a:lnTo>
                    <a:pt x="16596" y="1770"/>
                  </a:lnTo>
                  <a:lnTo>
                    <a:pt x="16080" y="1180"/>
                  </a:lnTo>
                  <a:lnTo>
                    <a:pt x="15490" y="664"/>
                  </a:lnTo>
                  <a:lnTo>
                    <a:pt x="14752" y="295"/>
                  </a:lnTo>
                  <a:lnTo>
                    <a:pt x="14015" y="74"/>
                  </a:lnTo>
                  <a:lnTo>
                    <a:pt x="1320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16" name="Google Shape;5941;p48">
              <a:extLst>
                <a:ext uri="{FF2B5EF4-FFF2-40B4-BE49-F238E27FC236}">
                  <a16:creationId xmlns:a16="http://schemas.microsoft.com/office/drawing/2014/main" id="{85C4D629-C298-B466-2819-21ED79E9D052}"/>
                </a:ext>
              </a:extLst>
            </p:cNvPr>
            <p:cNvSpPr/>
            <p:nvPr/>
          </p:nvSpPr>
          <p:spPr>
            <a:xfrm>
              <a:off x="4589975" y="1930875"/>
              <a:ext cx="586400" cy="140175"/>
            </a:xfrm>
            <a:custGeom>
              <a:avLst/>
              <a:gdLst/>
              <a:ahLst/>
              <a:cxnLst/>
              <a:rect l="l" t="t" r="r" b="b"/>
              <a:pathLst>
                <a:path w="23456" h="5607" extrusionOk="0">
                  <a:moveTo>
                    <a:pt x="1992" y="1"/>
                  </a:moveTo>
                  <a:lnTo>
                    <a:pt x="1623" y="75"/>
                  </a:lnTo>
                  <a:lnTo>
                    <a:pt x="1254" y="149"/>
                  </a:lnTo>
                  <a:lnTo>
                    <a:pt x="886" y="370"/>
                  </a:lnTo>
                  <a:lnTo>
                    <a:pt x="591" y="591"/>
                  </a:lnTo>
                  <a:lnTo>
                    <a:pt x="369" y="886"/>
                  </a:lnTo>
                  <a:lnTo>
                    <a:pt x="148" y="1181"/>
                  </a:lnTo>
                  <a:lnTo>
                    <a:pt x="74" y="1550"/>
                  </a:lnTo>
                  <a:lnTo>
                    <a:pt x="1" y="1992"/>
                  </a:lnTo>
                  <a:lnTo>
                    <a:pt x="1" y="5607"/>
                  </a:lnTo>
                  <a:lnTo>
                    <a:pt x="23456" y="5607"/>
                  </a:lnTo>
                  <a:lnTo>
                    <a:pt x="23456" y="1992"/>
                  </a:lnTo>
                  <a:lnTo>
                    <a:pt x="23382" y="1624"/>
                  </a:lnTo>
                  <a:lnTo>
                    <a:pt x="23308" y="1181"/>
                  </a:lnTo>
                  <a:lnTo>
                    <a:pt x="23087" y="886"/>
                  </a:lnTo>
                  <a:lnTo>
                    <a:pt x="22866" y="591"/>
                  </a:lnTo>
                  <a:lnTo>
                    <a:pt x="22571" y="370"/>
                  </a:lnTo>
                  <a:lnTo>
                    <a:pt x="22276" y="149"/>
                  </a:lnTo>
                  <a:lnTo>
                    <a:pt x="21833" y="75"/>
                  </a:lnTo>
                  <a:lnTo>
                    <a:pt x="21464"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17" name="Google Shape;5942;p48">
              <a:extLst>
                <a:ext uri="{FF2B5EF4-FFF2-40B4-BE49-F238E27FC236}">
                  <a16:creationId xmlns:a16="http://schemas.microsoft.com/office/drawing/2014/main" id="{F50495B7-21CF-6CB6-E7EE-DEF0AC901D9A}"/>
                </a:ext>
              </a:extLst>
            </p:cNvPr>
            <p:cNvSpPr/>
            <p:nvPr/>
          </p:nvSpPr>
          <p:spPr>
            <a:xfrm>
              <a:off x="4586300" y="1927200"/>
              <a:ext cx="593775" cy="147550"/>
            </a:xfrm>
            <a:custGeom>
              <a:avLst/>
              <a:gdLst/>
              <a:ahLst/>
              <a:cxnLst/>
              <a:rect l="l" t="t" r="r" b="b"/>
              <a:pathLst>
                <a:path w="23751" h="5902" extrusionOk="0">
                  <a:moveTo>
                    <a:pt x="21980" y="296"/>
                  </a:moveTo>
                  <a:lnTo>
                    <a:pt x="22349" y="443"/>
                  </a:lnTo>
                  <a:lnTo>
                    <a:pt x="22644" y="591"/>
                  </a:lnTo>
                  <a:lnTo>
                    <a:pt x="22939" y="812"/>
                  </a:lnTo>
                  <a:lnTo>
                    <a:pt x="23160" y="1107"/>
                  </a:lnTo>
                  <a:lnTo>
                    <a:pt x="23308" y="1402"/>
                  </a:lnTo>
                  <a:lnTo>
                    <a:pt x="23382" y="1771"/>
                  </a:lnTo>
                  <a:lnTo>
                    <a:pt x="23455" y="2139"/>
                  </a:lnTo>
                  <a:lnTo>
                    <a:pt x="23455" y="5606"/>
                  </a:lnTo>
                  <a:lnTo>
                    <a:pt x="295" y="5606"/>
                  </a:lnTo>
                  <a:lnTo>
                    <a:pt x="295" y="2139"/>
                  </a:lnTo>
                  <a:lnTo>
                    <a:pt x="369" y="1771"/>
                  </a:lnTo>
                  <a:lnTo>
                    <a:pt x="443" y="1402"/>
                  </a:lnTo>
                  <a:lnTo>
                    <a:pt x="590" y="1107"/>
                  </a:lnTo>
                  <a:lnTo>
                    <a:pt x="811" y="812"/>
                  </a:lnTo>
                  <a:lnTo>
                    <a:pt x="1106" y="591"/>
                  </a:lnTo>
                  <a:lnTo>
                    <a:pt x="1401" y="443"/>
                  </a:lnTo>
                  <a:lnTo>
                    <a:pt x="1770" y="296"/>
                  </a:lnTo>
                  <a:close/>
                  <a:moveTo>
                    <a:pt x="2139" y="0"/>
                  </a:moveTo>
                  <a:lnTo>
                    <a:pt x="1696" y="74"/>
                  </a:lnTo>
                  <a:lnTo>
                    <a:pt x="1328" y="148"/>
                  </a:lnTo>
                  <a:lnTo>
                    <a:pt x="959" y="369"/>
                  </a:lnTo>
                  <a:lnTo>
                    <a:pt x="664" y="591"/>
                  </a:lnTo>
                  <a:lnTo>
                    <a:pt x="369" y="959"/>
                  </a:lnTo>
                  <a:lnTo>
                    <a:pt x="148" y="1328"/>
                  </a:lnTo>
                  <a:lnTo>
                    <a:pt x="74" y="1697"/>
                  </a:lnTo>
                  <a:lnTo>
                    <a:pt x="0" y="2139"/>
                  </a:lnTo>
                  <a:lnTo>
                    <a:pt x="0" y="5754"/>
                  </a:lnTo>
                  <a:lnTo>
                    <a:pt x="74" y="5827"/>
                  </a:lnTo>
                  <a:lnTo>
                    <a:pt x="148" y="5901"/>
                  </a:lnTo>
                  <a:lnTo>
                    <a:pt x="23603" y="5901"/>
                  </a:lnTo>
                  <a:lnTo>
                    <a:pt x="23677" y="5827"/>
                  </a:lnTo>
                  <a:lnTo>
                    <a:pt x="23750" y="5754"/>
                  </a:lnTo>
                  <a:lnTo>
                    <a:pt x="23750" y="2139"/>
                  </a:lnTo>
                  <a:lnTo>
                    <a:pt x="23677" y="1697"/>
                  </a:lnTo>
                  <a:lnTo>
                    <a:pt x="23603" y="1328"/>
                  </a:lnTo>
                  <a:lnTo>
                    <a:pt x="23382" y="959"/>
                  </a:lnTo>
                  <a:lnTo>
                    <a:pt x="23087" y="591"/>
                  </a:lnTo>
                  <a:lnTo>
                    <a:pt x="22792" y="369"/>
                  </a:lnTo>
                  <a:lnTo>
                    <a:pt x="22423" y="148"/>
                  </a:lnTo>
                  <a:lnTo>
                    <a:pt x="22054" y="74"/>
                  </a:lnTo>
                  <a:lnTo>
                    <a:pt x="2161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18" name="Google Shape;5943;p48">
              <a:extLst>
                <a:ext uri="{FF2B5EF4-FFF2-40B4-BE49-F238E27FC236}">
                  <a16:creationId xmlns:a16="http://schemas.microsoft.com/office/drawing/2014/main" id="{0ABB46EE-75A8-8C60-EC1A-82B6F1D3E53B}"/>
                </a:ext>
              </a:extLst>
            </p:cNvPr>
            <p:cNvSpPr/>
            <p:nvPr/>
          </p:nvSpPr>
          <p:spPr>
            <a:xfrm>
              <a:off x="4494100" y="2059975"/>
              <a:ext cx="778175" cy="376200"/>
            </a:xfrm>
            <a:custGeom>
              <a:avLst/>
              <a:gdLst/>
              <a:ahLst/>
              <a:cxnLst/>
              <a:rect l="l" t="t" r="r" b="b"/>
              <a:pathLst>
                <a:path w="31127" h="15048" extrusionOk="0">
                  <a:moveTo>
                    <a:pt x="1033" y="0"/>
                  </a:moveTo>
                  <a:lnTo>
                    <a:pt x="738" y="74"/>
                  </a:lnTo>
                  <a:lnTo>
                    <a:pt x="516" y="221"/>
                  </a:lnTo>
                  <a:lnTo>
                    <a:pt x="369" y="369"/>
                  </a:lnTo>
                  <a:lnTo>
                    <a:pt x="221" y="516"/>
                  </a:lnTo>
                  <a:lnTo>
                    <a:pt x="74" y="738"/>
                  </a:lnTo>
                  <a:lnTo>
                    <a:pt x="0" y="959"/>
                  </a:lnTo>
                  <a:lnTo>
                    <a:pt x="0" y="1254"/>
                  </a:lnTo>
                  <a:lnTo>
                    <a:pt x="0" y="15047"/>
                  </a:lnTo>
                  <a:lnTo>
                    <a:pt x="31126" y="15047"/>
                  </a:lnTo>
                  <a:lnTo>
                    <a:pt x="31126" y="1254"/>
                  </a:lnTo>
                  <a:lnTo>
                    <a:pt x="31126" y="959"/>
                  </a:lnTo>
                  <a:lnTo>
                    <a:pt x="31053" y="738"/>
                  </a:lnTo>
                  <a:lnTo>
                    <a:pt x="30905" y="516"/>
                  </a:lnTo>
                  <a:lnTo>
                    <a:pt x="30758" y="369"/>
                  </a:lnTo>
                  <a:lnTo>
                    <a:pt x="30610" y="221"/>
                  </a:lnTo>
                  <a:lnTo>
                    <a:pt x="30389" y="74"/>
                  </a:lnTo>
                  <a:lnTo>
                    <a:pt x="3009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19" name="Google Shape;5944;p48">
              <a:extLst>
                <a:ext uri="{FF2B5EF4-FFF2-40B4-BE49-F238E27FC236}">
                  <a16:creationId xmlns:a16="http://schemas.microsoft.com/office/drawing/2014/main" id="{FD56642E-2818-8D92-088B-A9BCF7DF9A9A}"/>
                </a:ext>
              </a:extLst>
            </p:cNvPr>
            <p:cNvSpPr/>
            <p:nvPr/>
          </p:nvSpPr>
          <p:spPr>
            <a:xfrm>
              <a:off x="4490400" y="2056275"/>
              <a:ext cx="785550" cy="383575"/>
            </a:xfrm>
            <a:custGeom>
              <a:avLst/>
              <a:gdLst/>
              <a:ahLst/>
              <a:cxnLst/>
              <a:rect l="l" t="t" r="r" b="b"/>
              <a:pathLst>
                <a:path w="31422" h="15343" extrusionOk="0">
                  <a:moveTo>
                    <a:pt x="30242" y="296"/>
                  </a:moveTo>
                  <a:lnTo>
                    <a:pt x="30463" y="369"/>
                  </a:lnTo>
                  <a:lnTo>
                    <a:pt x="30832" y="591"/>
                  </a:lnTo>
                  <a:lnTo>
                    <a:pt x="31053" y="959"/>
                  </a:lnTo>
                  <a:lnTo>
                    <a:pt x="31127" y="1181"/>
                  </a:lnTo>
                  <a:lnTo>
                    <a:pt x="31127" y="1402"/>
                  </a:lnTo>
                  <a:lnTo>
                    <a:pt x="31127" y="15047"/>
                  </a:lnTo>
                  <a:lnTo>
                    <a:pt x="296" y="15047"/>
                  </a:lnTo>
                  <a:lnTo>
                    <a:pt x="296" y="1402"/>
                  </a:lnTo>
                  <a:lnTo>
                    <a:pt x="296" y="1181"/>
                  </a:lnTo>
                  <a:lnTo>
                    <a:pt x="369" y="959"/>
                  </a:lnTo>
                  <a:lnTo>
                    <a:pt x="591" y="591"/>
                  </a:lnTo>
                  <a:lnTo>
                    <a:pt x="959" y="369"/>
                  </a:lnTo>
                  <a:lnTo>
                    <a:pt x="1181" y="296"/>
                  </a:lnTo>
                  <a:close/>
                  <a:moveTo>
                    <a:pt x="1107" y="1"/>
                  </a:moveTo>
                  <a:lnTo>
                    <a:pt x="886" y="74"/>
                  </a:lnTo>
                  <a:lnTo>
                    <a:pt x="591" y="222"/>
                  </a:lnTo>
                  <a:lnTo>
                    <a:pt x="443" y="369"/>
                  </a:lnTo>
                  <a:lnTo>
                    <a:pt x="222" y="591"/>
                  </a:lnTo>
                  <a:lnTo>
                    <a:pt x="74" y="886"/>
                  </a:lnTo>
                  <a:lnTo>
                    <a:pt x="1" y="1107"/>
                  </a:lnTo>
                  <a:lnTo>
                    <a:pt x="1" y="1402"/>
                  </a:lnTo>
                  <a:lnTo>
                    <a:pt x="1" y="15195"/>
                  </a:lnTo>
                  <a:lnTo>
                    <a:pt x="74" y="15269"/>
                  </a:lnTo>
                  <a:lnTo>
                    <a:pt x="148" y="15343"/>
                  </a:lnTo>
                  <a:lnTo>
                    <a:pt x="31274" y="15343"/>
                  </a:lnTo>
                  <a:lnTo>
                    <a:pt x="31422" y="15269"/>
                  </a:lnTo>
                  <a:lnTo>
                    <a:pt x="31422" y="15195"/>
                  </a:lnTo>
                  <a:lnTo>
                    <a:pt x="31422" y="1402"/>
                  </a:lnTo>
                  <a:lnTo>
                    <a:pt x="31422" y="1107"/>
                  </a:lnTo>
                  <a:lnTo>
                    <a:pt x="31348" y="886"/>
                  </a:lnTo>
                  <a:lnTo>
                    <a:pt x="31201" y="591"/>
                  </a:lnTo>
                  <a:lnTo>
                    <a:pt x="30979" y="369"/>
                  </a:lnTo>
                  <a:lnTo>
                    <a:pt x="30832" y="222"/>
                  </a:lnTo>
                  <a:lnTo>
                    <a:pt x="30537" y="74"/>
                  </a:lnTo>
                  <a:lnTo>
                    <a:pt x="3031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20" name="Google Shape;5945;p48">
              <a:extLst>
                <a:ext uri="{FF2B5EF4-FFF2-40B4-BE49-F238E27FC236}">
                  <a16:creationId xmlns:a16="http://schemas.microsoft.com/office/drawing/2014/main" id="{77C63E24-3F0B-7F47-68CB-F58D9AF25EB8}"/>
                </a:ext>
              </a:extLst>
            </p:cNvPr>
            <p:cNvSpPr/>
            <p:nvPr/>
          </p:nvSpPr>
          <p:spPr>
            <a:xfrm>
              <a:off x="4833375" y="1554725"/>
              <a:ext cx="173375" cy="376175"/>
            </a:xfrm>
            <a:custGeom>
              <a:avLst/>
              <a:gdLst/>
              <a:ahLst/>
              <a:cxnLst/>
              <a:rect l="l" t="t" r="r" b="b"/>
              <a:pathLst>
                <a:path w="6935" h="15047" extrusionOk="0">
                  <a:moveTo>
                    <a:pt x="6787" y="0"/>
                  </a:moveTo>
                  <a:lnTo>
                    <a:pt x="6713" y="74"/>
                  </a:lnTo>
                  <a:lnTo>
                    <a:pt x="6639" y="148"/>
                  </a:lnTo>
                  <a:lnTo>
                    <a:pt x="6639" y="11138"/>
                  </a:lnTo>
                  <a:lnTo>
                    <a:pt x="148" y="11138"/>
                  </a:lnTo>
                  <a:lnTo>
                    <a:pt x="74" y="11212"/>
                  </a:lnTo>
                  <a:lnTo>
                    <a:pt x="1" y="11285"/>
                  </a:lnTo>
                  <a:lnTo>
                    <a:pt x="1" y="14899"/>
                  </a:lnTo>
                  <a:lnTo>
                    <a:pt x="74" y="15047"/>
                  </a:lnTo>
                  <a:lnTo>
                    <a:pt x="296" y="15047"/>
                  </a:lnTo>
                  <a:lnTo>
                    <a:pt x="296" y="14899"/>
                  </a:lnTo>
                  <a:lnTo>
                    <a:pt x="296" y="11433"/>
                  </a:lnTo>
                  <a:lnTo>
                    <a:pt x="6934" y="11433"/>
                  </a:lnTo>
                  <a:lnTo>
                    <a:pt x="6934" y="11285"/>
                  </a:lnTo>
                  <a:lnTo>
                    <a:pt x="6934" y="148"/>
                  </a:lnTo>
                  <a:lnTo>
                    <a:pt x="6934" y="74"/>
                  </a:lnTo>
                  <a:lnTo>
                    <a:pt x="678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21" name="Google Shape;5946;p48">
              <a:extLst>
                <a:ext uri="{FF2B5EF4-FFF2-40B4-BE49-F238E27FC236}">
                  <a16:creationId xmlns:a16="http://schemas.microsoft.com/office/drawing/2014/main" id="{B9E77404-08D4-97D3-D49D-016F600D4C15}"/>
                </a:ext>
              </a:extLst>
            </p:cNvPr>
            <p:cNvSpPr/>
            <p:nvPr/>
          </p:nvSpPr>
          <p:spPr>
            <a:xfrm>
              <a:off x="5001175" y="1718825"/>
              <a:ext cx="94075" cy="7400"/>
            </a:xfrm>
            <a:custGeom>
              <a:avLst/>
              <a:gdLst/>
              <a:ahLst/>
              <a:cxnLst/>
              <a:rect l="l" t="t" r="r" b="b"/>
              <a:pathLst>
                <a:path w="3763" h="296" extrusionOk="0">
                  <a:moveTo>
                    <a:pt x="148" y="1"/>
                  </a:moveTo>
                  <a:lnTo>
                    <a:pt x="1" y="74"/>
                  </a:lnTo>
                  <a:lnTo>
                    <a:pt x="1" y="148"/>
                  </a:lnTo>
                  <a:lnTo>
                    <a:pt x="1" y="296"/>
                  </a:lnTo>
                  <a:lnTo>
                    <a:pt x="3689" y="296"/>
                  </a:lnTo>
                  <a:lnTo>
                    <a:pt x="3762" y="148"/>
                  </a:lnTo>
                  <a:lnTo>
                    <a:pt x="3689" y="74"/>
                  </a:lnTo>
                  <a:lnTo>
                    <a:pt x="361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22" name="Google Shape;5947;p48">
              <a:extLst>
                <a:ext uri="{FF2B5EF4-FFF2-40B4-BE49-F238E27FC236}">
                  <a16:creationId xmlns:a16="http://schemas.microsoft.com/office/drawing/2014/main" id="{4147AACE-BCAB-B59C-EB01-83BE33160288}"/>
                </a:ext>
              </a:extLst>
            </p:cNvPr>
            <p:cNvSpPr/>
            <p:nvPr/>
          </p:nvSpPr>
          <p:spPr>
            <a:xfrm>
              <a:off x="4569700" y="1243075"/>
              <a:ext cx="335625" cy="64575"/>
            </a:xfrm>
            <a:custGeom>
              <a:avLst/>
              <a:gdLst/>
              <a:ahLst/>
              <a:cxnLst/>
              <a:rect l="l" t="t" r="r" b="b"/>
              <a:pathLst>
                <a:path w="13425" h="2583" extrusionOk="0">
                  <a:moveTo>
                    <a:pt x="0" y="1"/>
                  </a:moveTo>
                  <a:lnTo>
                    <a:pt x="0" y="2582"/>
                  </a:lnTo>
                  <a:lnTo>
                    <a:pt x="13424" y="2582"/>
                  </a:lnTo>
                  <a:lnTo>
                    <a:pt x="134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23" name="Google Shape;5948;p48">
              <a:extLst>
                <a:ext uri="{FF2B5EF4-FFF2-40B4-BE49-F238E27FC236}">
                  <a16:creationId xmlns:a16="http://schemas.microsoft.com/office/drawing/2014/main" id="{09805357-F52F-C315-2009-66DA703C3581}"/>
                </a:ext>
              </a:extLst>
            </p:cNvPr>
            <p:cNvSpPr/>
            <p:nvPr/>
          </p:nvSpPr>
          <p:spPr>
            <a:xfrm>
              <a:off x="4566000" y="1239400"/>
              <a:ext cx="343000" cy="71925"/>
            </a:xfrm>
            <a:custGeom>
              <a:avLst/>
              <a:gdLst/>
              <a:ahLst/>
              <a:cxnLst/>
              <a:rect l="l" t="t" r="r" b="b"/>
              <a:pathLst>
                <a:path w="13720" h="2877" extrusionOk="0">
                  <a:moveTo>
                    <a:pt x="13425" y="295"/>
                  </a:moveTo>
                  <a:lnTo>
                    <a:pt x="13425" y="2582"/>
                  </a:lnTo>
                  <a:lnTo>
                    <a:pt x="296" y="2582"/>
                  </a:lnTo>
                  <a:lnTo>
                    <a:pt x="296" y="295"/>
                  </a:lnTo>
                  <a:close/>
                  <a:moveTo>
                    <a:pt x="148" y="0"/>
                  </a:moveTo>
                  <a:lnTo>
                    <a:pt x="74" y="74"/>
                  </a:lnTo>
                  <a:lnTo>
                    <a:pt x="1" y="148"/>
                  </a:lnTo>
                  <a:lnTo>
                    <a:pt x="1" y="2729"/>
                  </a:lnTo>
                  <a:lnTo>
                    <a:pt x="74" y="2803"/>
                  </a:lnTo>
                  <a:lnTo>
                    <a:pt x="148" y="2877"/>
                  </a:lnTo>
                  <a:lnTo>
                    <a:pt x="13572" y="2877"/>
                  </a:lnTo>
                  <a:lnTo>
                    <a:pt x="13646" y="2803"/>
                  </a:lnTo>
                  <a:lnTo>
                    <a:pt x="13720" y="2729"/>
                  </a:lnTo>
                  <a:lnTo>
                    <a:pt x="13720" y="148"/>
                  </a:lnTo>
                  <a:lnTo>
                    <a:pt x="13646" y="74"/>
                  </a:lnTo>
                  <a:lnTo>
                    <a:pt x="1357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24" name="Google Shape;5949;p48">
              <a:extLst>
                <a:ext uri="{FF2B5EF4-FFF2-40B4-BE49-F238E27FC236}">
                  <a16:creationId xmlns:a16="http://schemas.microsoft.com/office/drawing/2014/main" id="{607B63D4-547C-347B-8D57-5A1738866DD6}"/>
                </a:ext>
              </a:extLst>
            </p:cNvPr>
            <p:cNvSpPr/>
            <p:nvPr/>
          </p:nvSpPr>
          <p:spPr>
            <a:xfrm>
              <a:off x="4672950" y="1239400"/>
              <a:ext cx="7400" cy="70100"/>
            </a:xfrm>
            <a:custGeom>
              <a:avLst/>
              <a:gdLst/>
              <a:ahLst/>
              <a:cxnLst/>
              <a:rect l="l" t="t" r="r" b="b"/>
              <a:pathLst>
                <a:path w="296" h="2804" extrusionOk="0">
                  <a:moveTo>
                    <a:pt x="74" y="0"/>
                  </a:moveTo>
                  <a:lnTo>
                    <a:pt x="1" y="148"/>
                  </a:lnTo>
                  <a:lnTo>
                    <a:pt x="1" y="2656"/>
                  </a:lnTo>
                  <a:lnTo>
                    <a:pt x="74" y="2729"/>
                  </a:lnTo>
                  <a:lnTo>
                    <a:pt x="148" y="2803"/>
                  </a:lnTo>
                  <a:lnTo>
                    <a:pt x="296" y="2729"/>
                  </a:lnTo>
                  <a:lnTo>
                    <a:pt x="296" y="2656"/>
                  </a:lnTo>
                  <a:lnTo>
                    <a:pt x="296" y="148"/>
                  </a:lnTo>
                  <a:lnTo>
                    <a:pt x="296"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25" name="Google Shape;5950;p48">
              <a:extLst>
                <a:ext uri="{FF2B5EF4-FFF2-40B4-BE49-F238E27FC236}">
                  <a16:creationId xmlns:a16="http://schemas.microsoft.com/office/drawing/2014/main" id="{AA52ECA2-39E4-3CAA-87E2-C5BFF4620DFD}"/>
                </a:ext>
              </a:extLst>
            </p:cNvPr>
            <p:cNvSpPr/>
            <p:nvPr/>
          </p:nvSpPr>
          <p:spPr>
            <a:xfrm>
              <a:off x="4695075" y="1239400"/>
              <a:ext cx="7400" cy="70100"/>
            </a:xfrm>
            <a:custGeom>
              <a:avLst/>
              <a:gdLst/>
              <a:ahLst/>
              <a:cxnLst/>
              <a:rect l="l" t="t" r="r" b="b"/>
              <a:pathLst>
                <a:path w="296" h="2804" extrusionOk="0">
                  <a:moveTo>
                    <a:pt x="75" y="0"/>
                  </a:moveTo>
                  <a:lnTo>
                    <a:pt x="1" y="148"/>
                  </a:lnTo>
                  <a:lnTo>
                    <a:pt x="1" y="2656"/>
                  </a:lnTo>
                  <a:lnTo>
                    <a:pt x="75" y="2729"/>
                  </a:lnTo>
                  <a:lnTo>
                    <a:pt x="148" y="2803"/>
                  </a:lnTo>
                  <a:lnTo>
                    <a:pt x="296" y="2729"/>
                  </a:lnTo>
                  <a:lnTo>
                    <a:pt x="296" y="2656"/>
                  </a:lnTo>
                  <a:lnTo>
                    <a:pt x="296" y="148"/>
                  </a:lnTo>
                  <a:lnTo>
                    <a:pt x="296"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26" name="Google Shape;5951;p48">
              <a:extLst>
                <a:ext uri="{FF2B5EF4-FFF2-40B4-BE49-F238E27FC236}">
                  <a16:creationId xmlns:a16="http://schemas.microsoft.com/office/drawing/2014/main" id="{940FBC07-1B41-4052-6596-156D97BB9726}"/>
                </a:ext>
              </a:extLst>
            </p:cNvPr>
            <p:cNvSpPr/>
            <p:nvPr/>
          </p:nvSpPr>
          <p:spPr>
            <a:xfrm>
              <a:off x="4717200" y="1239400"/>
              <a:ext cx="7400" cy="70100"/>
            </a:xfrm>
            <a:custGeom>
              <a:avLst/>
              <a:gdLst/>
              <a:ahLst/>
              <a:cxnLst/>
              <a:rect l="l" t="t" r="r" b="b"/>
              <a:pathLst>
                <a:path w="296" h="2804" extrusionOk="0">
                  <a:moveTo>
                    <a:pt x="75" y="0"/>
                  </a:moveTo>
                  <a:lnTo>
                    <a:pt x="1" y="148"/>
                  </a:lnTo>
                  <a:lnTo>
                    <a:pt x="1" y="2656"/>
                  </a:lnTo>
                  <a:lnTo>
                    <a:pt x="75" y="2729"/>
                  </a:lnTo>
                  <a:lnTo>
                    <a:pt x="148" y="2803"/>
                  </a:lnTo>
                  <a:lnTo>
                    <a:pt x="296" y="2729"/>
                  </a:lnTo>
                  <a:lnTo>
                    <a:pt x="296" y="2656"/>
                  </a:lnTo>
                  <a:lnTo>
                    <a:pt x="296" y="148"/>
                  </a:lnTo>
                  <a:lnTo>
                    <a:pt x="296"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27" name="Google Shape;5952;p48">
              <a:extLst>
                <a:ext uri="{FF2B5EF4-FFF2-40B4-BE49-F238E27FC236}">
                  <a16:creationId xmlns:a16="http://schemas.microsoft.com/office/drawing/2014/main" id="{8D56DFA6-0CB9-E017-3423-8A22FE5C7CF7}"/>
                </a:ext>
              </a:extLst>
            </p:cNvPr>
            <p:cNvSpPr/>
            <p:nvPr/>
          </p:nvSpPr>
          <p:spPr>
            <a:xfrm>
              <a:off x="4741175" y="1239400"/>
              <a:ext cx="7400" cy="70100"/>
            </a:xfrm>
            <a:custGeom>
              <a:avLst/>
              <a:gdLst/>
              <a:ahLst/>
              <a:cxnLst/>
              <a:rect l="l" t="t" r="r" b="b"/>
              <a:pathLst>
                <a:path w="296" h="2804" extrusionOk="0">
                  <a:moveTo>
                    <a:pt x="1" y="0"/>
                  </a:moveTo>
                  <a:lnTo>
                    <a:pt x="1" y="148"/>
                  </a:lnTo>
                  <a:lnTo>
                    <a:pt x="1" y="2656"/>
                  </a:lnTo>
                  <a:lnTo>
                    <a:pt x="1" y="2729"/>
                  </a:lnTo>
                  <a:lnTo>
                    <a:pt x="148" y="2803"/>
                  </a:lnTo>
                  <a:lnTo>
                    <a:pt x="222" y="2729"/>
                  </a:lnTo>
                  <a:lnTo>
                    <a:pt x="296" y="2656"/>
                  </a:lnTo>
                  <a:lnTo>
                    <a:pt x="296" y="148"/>
                  </a:lnTo>
                  <a:lnTo>
                    <a:pt x="22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28" name="Google Shape;5953;p48">
              <a:extLst>
                <a:ext uri="{FF2B5EF4-FFF2-40B4-BE49-F238E27FC236}">
                  <a16:creationId xmlns:a16="http://schemas.microsoft.com/office/drawing/2014/main" id="{812DE47B-47E4-C66C-99AD-E99FA74E6699}"/>
                </a:ext>
              </a:extLst>
            </p:cNvPr>
            <p:cNvSpPr/>
            <p:nvPr/>
          </p:nvSpPr>
          <p:spPr>
            <a:xfrm>
              <a:off x="4763300" y="1239400"/>
              <a:ext cx="7400" cy="70100"/>
            </a:xfrm>
            <a:custGeom>
              <a:avLst/>
              <a:gdLst/>
              <a:ahLst/>
              <a:cxnLst/>
              <a:rect l="l" t="t" r="r" b="b"/>
              <a:pathLst>
                <a:path w="296" h="2804" extrusionOk="0">
                  <a:moveTo>
                    <a:pt x="1" y="0"/>
                  </a:moveTo>
                  <a:lnTo>
                    <a:pt x="1" y="148"/>
                  </a:lnTo>
                  <a:lnTo>
                    <a:pt x="1" y="2656"/>
                  </a:lnTo>
                  <a:lnTo>
                    <a:pt x="1" y="2729"/>
                  </a:lnTo>
                  <a:lnTo>
                    <a:pt x="148" y="2803"/>
                  </a:lnTo>
                  <a:lnTo>
                    <a:pt x="222" y="2729"/>
                  </a:lnTo>
                  <a:lnTo>
                    <a:pt x="296" y="2656"/>
                  </a:lnTo>
                  <a:lnTo>
                    <a:pt x="296" y="148"/>
                  </a:lnTo>
                  <a:lnTo>
                    <a:pt x="22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29" name="Google Shape;5954;p48">
              <a:extLst>
                <a:ext uri="{FF2B5EF4-FFF2-40B4-BE49-F238E27FC236}">
                  <a16:creationId xmlns:a16="http://schemas.microsoft.com/office/drawing/2014/main" id="{12FCBDE3-7DC5-8567-92F4-DCEB9EFF2D40}"/>
                </a:ext>
              </a:extLst>
            </p:cNvPr>
            <p:cNvSpPr/>
            <p:nvPr/>
          </p:nvSpPr>
          <p:spPr>
            <a:xfrm>
              <a:off x="4785425" y="1239400"/>
              <a:ext cx="7400" cy="70100"/>
            </a:xfrm>
            <a:custGeom>
              <a:avLst/>
              <a:gdLst/>
              <a:ahLst/>
              <a:cxnLst/>
              <a:rect l="l" t="t" r="r" b="b"/>
              <a:pathLst>
                <a:path w="296" h="2804" extrusionOk="0">
                  <a:moveTo>
                    <a:pt x="1" y="0"/>
                  </a:moveTo>
                  <a:lnTo>
                    <a:pt x="1" y="148"/>
                  </a:lnTo>
                  <a:lnTo>
                    <a:pt x="1" y="2656"/>
                  </a:lnTo>
                  <a:lnTo>
                    <a:pt x="1" y="2729"/>
                  </a:lnTo>
                  <a:lnTo>
                    <a:pt x="148" y="2803"/>
                  </a:lnTo>
                  <a:lnTo>
                    <a:pt x="222" y="2729"/>
                  </a:lnTo>
                  <a:lnTo>
                    <a:pt x="296" y="2656"/>
                  </a:lnTo>
                  <a:lnTo>
                    <a:pt x="296" y="148"/>
                  </a:lnTo>
                  <a:lnTo>
                    <a:pt x="22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30" name="Google Shape;5955;p48">
              <a:extLst>
                <a:ext uri="{FF2B5EF4-FFF2-40B4-BE49-F238E27FC236}">
                  <a16:creationId xmlns:a16="http://schemas.microsoft.com/office/drawing/2014/main" id="{138B8C08-C97E-FFEE-7203-22EB3DE18EFF}"/>
                </a:ext>
              </a:extLst>
            </p:cNvPr>
            <p:cNvSpPr/>
            <p:nvPr/>
          </p:nvSpPr>
          <p:spPr>
            <a:xfrm>
              <a:off x="4807575" y="1239400"/>
              <a:ext cx="7400" cy="70100"/>
            </a:xfrm>
            <a:custGeom>
              <a:avLst/>
              <a:gdLst/>
              <a:ahLst/>
              <a:cxnLst/>
              <a:rect l="l" t="t" r="r" b="b"/>
              <a:pathLst>
                <a:path w="296" h="2804" extrusionOk="0">
                  <a:moveTo>
                    <a:pt x="0" y="0"/>
                  </a:moveTo>
                  <a:lnTo>
                    <a:pt x="0" y="148"/>
                  </a:lnTo>
                  <a:lnTo>
                    <a:pt x="0" y="2656"/>
                  </a:lnTo>
                  <a:lnTo>
                    <a:pt x="0" y="2729"/>
                  </a:lnTo>
                  <a:lnTo>
                    <a:pt x="148" y="2803"/>
                  </a:lnTo>
                  <a:lnTo>
                    <a:pt x="221" y="2729"/>
                  </a:lnTo>
                  <a:lnTo>
                    <a:pt x="295" y="2656"/>
                  </a:lnTo>
                  <a:lnTo>
                    <a:pt x="295" y="148"/>
                  </a:lnTo>
                  <a:lnTo>
                    <a:pt x="22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31" name="Google Shape;5956;p48">
              <a:extLst>
                <a:ext uri="{FF2B5EF4-FFF2-40B4-BE49-F238E27FC236}">
                  <a16:creationId xmlns:a16="http://schemas.microsoft.com/office/drawing/2014/main" id="{E2CA7577-731D-5BA8-20C4-2A60D8427FD5}"/>
                </a:ext>
              </a:extLst>
            </p:cNvPr>
            <p:cNvSpPr/>
            <p:nvPr/>
          </p:nvSpPr>
          <p:spPr>
            <a:xfrm>
              <a:off x="4735650" y="1204350"/>
              <a:ext cx="234200" cy="494225"/>
            </a:xfrm>
            <a:custGeom>
              <a:avLst/>
              <a:gdLst/>
              <a:ahLst/>
              <a:cxnLst/>
              <a:rect l="l" t="t" r="r" b="b"/>
              <a:pathLst>
                <a:path w="9368" h="19769" extrusionOk="0">
                  <a:moveTo>
                    <a:pt x="6491" y="1"/>
                  </a:moveTo>
                  <a:lnTo>
                    <a:pt x="5975" y="75"/>
                  </a:lnTo>
                  <a:lnTo>
                    <a:pt x="5459" y="222"/>
                  </a:lnTo>
                  <a:lnTo>
                    <a:pt x="5016" y="517"/>
                  </a:lnTo>
                  <a:lnTo>
                    <a:pt x="4647" y="886"/>
                  </a:lnTo>
                  <a:lnTo>
                    <a:pt x="4352" y="1329"/>
                  </a:lnTo>
                  <a:lnTo>
                    <a:pt x="4131" y="1771"/>
                  </a:lnTo>
                  <a:lnTo>
                    <a:pt x="148" y="16154"/>
                  </a:lnTo>
                  <a:lnTo>
                    <a:pt x="0" y="16744"/>
                  </a:lnTo>
                  <a:lnTo>
                    <a:pt x="0" y="17261"/>
                  </a:lnTo>
                  <a:lnTo>
                    <a:pt x="74" y="17777"/>
                  </a:lnTo>
                  <a:lnTo>
                    <a:pt x="222" y="18219"/>
                  </a:lnTo>
                  <a:lnTo>
                    <a:pt x="517" y="18662"/>
                  </a:lnTo>
                  <a:lnTo>
                    <a:pt x="886" y="19104"/>
                  </a:lnTo>
                  <a:lnTo>
                    <a:pt x="1328" y="19400"/>
                  </a:lnTo>
                  <a:lnTo>
                    <a:pt x="1771" y="19621"/>
                  </a:lnTo>
                  <a:lnTo>
                    <a:pt x="2361" y="19768"/>
                  </a:lnTo>
                  <a:lnTo>
                    <a:pt x="2877" y="19768"/>
                  </a:lnTo>
                  <a:lnTo>
                    <a:pt x="3393" y="19695"/>
                  </a:lnTo>
                  <a:lnTo>
                    <a:pt x="3836" y="19473"/>
                  </a:lnTo>
                  <a:lnTo>
                    <a:pt x="4278" y="19252"/>
                  </a:lnTo>
                  <a:lnTo>
                    <a:pt x="4721" y="18883"/>
                  </a:lnTo>
                  <a:lnTo>
                    <a:pt x="5016" y="18441"/>
                  </a:lnTo>
                  <a:lnTo>
                    <a:pt x="5237" y="17924"/>
                  </a:lnTo>
                  <a:lnTo>
                    <a:pt x="9220" y="3541"/>
                  </a:lnTo>
                  <a:lnTo>
                    <a:pt x="9368" y="3025"/>
                  </a:lnTo>
                  <a:lnTo>
                    <a:pt x="9368" y="2509"/>
                  </a:lnTo>
                  <a:lnTo>
                    <a:pt x="9294" y="1992"/>
                  </a:lnTo>
                  <a:lnTo>
                    <a:pt x="9073" y="1476"/>
                  </a:lnTo>
                  <a:lnTo>
                    <a:pt x="8852" y="1033"/>
                  </a:lnTo>
                  <a:lnTo>
                    <a:pt x="8483" y="665"/>
                  </a:lnTo>
                  <a:lnTo>
                    <a:pt x="8040" y="370"/>
                  </a:lnTo>
                  <a:lnTo>
                    <a:pt x="7524" y="148"/>
                  </a:lnTo>
                  <a:lnTo>
                    <a:pt x="7008"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32" name="Google Shape;5957;p48">
              <a:extLst>
                <a:ext uri="{FF2B5EF4-FFF2-40B4-BE49-F238E27FC236}">
                  <a16:creationId xmlns:a16="http://schemas.microsoft.com/office/drawing/2014/main" id="{1C016A81-EB74-19BA-7321-4B2E9FF1B6C3}"/>
                </a:ext>
              </a:extLst>
            </p:cNvPr>
            <p:cNvSpPr/>
            <p:nvPr/>
          </p:nvSpPr>
          <p:spPr>
            <a:xfrm>
              <a:off x="4731950" y="1200675"/>
              <a:ext cx="241600" cy="501575"/>
            </a:xfrm>
            <a:custGeom>
              <a:avLst/>
              <a:gdLst/>
              <a:ahLst/>
              <a:cxnLst/>
              <a:rect l="l" t="t" r="r" b="b"/>
              <a:pathLst>
                <a:path w="9664" h="20063" extrusionOk="0">
                  <a:moveTo>
                    <a:pt x="7229" y="295"/>
                  </a:moveTo>
                  <a:lnTo>
                    <a:pt x="7598" y="443"/>
                  </a:lnTo>
                  <a:lnTo>
                    <a:pt x="8114" y="664"/>
                  </a:lnTo>
                  <a:lnTo>
                    <a:pt x="8483" y="959"/>
                  </a:lnTo>
                  <a:lnTo>
                    <a:pt x="8852" y="1254"/>
                  </a:lnTo>
                  <a:lnTo>
                    <a:pt x="9073" y="1697"/>
                  </a:lnTo>
                  <a:lnTo>
                    <a:pt x="9295" y="2139"/>
                  </a:lnTo>
                  <a:lnTo>
                    <a:pt x="9368" y="2656"/>
                  </a:lnTo>
                  <a:lnTo>
                    <a:pt x="9368" y="3172"/>
                  </a:lnTo>
                  <a:lnTo>
                    <a:pt x="9221" y="3688"/>
                  </a:lnTo>
                  <a:lnTo>
                    <a:pt x="5238" y="18071"/>
                  </a:lnTo>
                  <a:lnTo>
                    <a:pt x="5238" y="18145"/>
                  </a:lnTo>
                  <a:lnTo>
                    <a:pt x="4943" y="18661"/>
                  </a:lnTo>
                  <a:lnTo>
                    <a:pt x="4648" y="19030"/>
                  </a:lnTo>
                  <a:lnTo>
                    <a:pt x="4279" y="19399"/>
                  </a:lnTo>
                  <a:lnTo>
                    <a:pt x="3836" y="19620"/>
                  </a:lnTo>
                  <a:lnTo>
                    <a:pt x="3394" y="19768"/>
                  </a:lnTo>
                  <a:lnTo>
                    <a:pt x="2878" y="19842"/>
                  </a:lnTo>
                  <a:lnTo>
                    <a:pt x="2435" y="19768"/>
                  </a:lnTo>
                  <a:lnTo>
                    <a:pt x="1919" y="19694"/>
                  </a:lnTo>
                  <a:lnTo>
                    <a:pt x="1476" y="19473"/>
                  </a:lnTo>
                  <a:lnTo>
                    <a:pt x="1034" y="19104"/>
                  </a:lnTo>
                  <a:lnTo>
                    <a:pt x="739" y="18735"/>
                  </a:lnTo>
                  <a:lnTo>
                    <a:pt x="444" y="18366"/>
                  </a:lnTo>
                  <a:lnTo>
                    <a:pt x="296" y="17850"/>
                  </a:lnTo>
                  <a:lnTo>
                    <a:pt x="222" y="17408"/>
                  </a:lnTo>
                  <a:lnTo>
                    <a:pt x="296" y="16891"/>
                  </a:lnTo>
                  <a:lnTo>
                    <a:pt x="444" y="16375"/>
                  </a:lnTo>
                  <a:lnTo>
                    <a:pt x="4426" y="1992"/>
                  </a:lnTo>
                  <a:lnTo>
                    <a:pt x="4574" y="1623"/>
                  </a:lnTo>
                  <a:lnTo>
                    <a:pt x="4795" y="1254"/>
                  </a:lnTo>
                  <a:lnTo>
                    <a:pt x="5017" y="959"/>
                  </a:lnTo>
                  <a:lnTo>
                    <a:pt x="5312" y="738"/>
                  </a:lnTo>
                  <a:lnTo>
                    <a:pt x="5680" y="517"/>
                  </a:lnTo>
                  <a:lnTo>
                    <a:pt x="6049" y="369"/>
                  </a:lnTo>
                  <a:lnTo>
                    <a:pt x="6418" y="295"/>
                  </a:lnTo>
                  <a:close/>
                  <a:moveTo>
                    <a:pt x="6639" y="0"/>
                  </a:moveTo>
                  <a:lnTo>
                    <a:pt x="6049" y="74"/>
                  </a:lnTo>
                  <a:lnTo>
                    <a:pt x="5533" y="295"/>
                  </a:lnTo>
                  <a:lnTo>
                    <a:pt x="5090" y="517"/>
                  </a:lnTo>
                  <a:lnTo>
                    <a:pt x="4648" y="885"/>
                  </a:lnTo>
                  <a:lnTo>
                    <a:pt x="4353" y="1402"/>
                  </a:lnTo>
                  <a:lnTo>
                    <a:pt x="4131" y="1918"/>
                  </a:lnTo>
                  <a:lnTo>
                    <a:pt x="148" y="16301"/>
                  </a:lnTo>
                  <a:lnTo>
                    <a:pt x="1" y="16817"/>
                  </a:lnTo>
                  <a:lnTo>
                    <a:pt x="1" y="17408"/>
                  </a:lnTo>
                  <a:lnTo>
                    <a:pt x="75" y="17924"/>
                  </a:lnTo>
                  <a:lnTo>
                    <a:pt x="296" y="18440"/>
                  </a:lnTo>
                  <a:lnTo>
                    <a:pt x="517" y="18956"/>
                  </a:lnTo>
                  <a:lnTo>
                    <a:pt x="960" y="19325"/>
                  </a:lnTo>
                  <a:lnTo>
                    <a:pt x="1402" y="19694"/>
                  </a:lnTo>
                  <a:lnTo>
                    <a:pt x="1919" y="19915"/>
                  </a:lnTo>
                  <a:lnTo>
                    <a:pt x="2361" y="19989"/>
                  </a:lnTo>
                  <a:lnTo>
                    <a:pt x="2804" y="20063"/>
                  </a:lnTo>
                  <a:lnTo>
                    <a:pt x="3246" y="20063"/>
                  </a:lnTo>
                  <a:lnTo>
                    <a:pt x="3689" y="19915"/>
                  </a:lnTo>
                  <a:lnTo>
                    <a:pt x="4131" y="19768"/>
                  </a:lnTo>
                  <a:lnTo>
                    <a:pt x="4500" y="19547"/>
                  </a:lnTo>
                  <a:lnTo>
                    <a:pt x="4795" y="19251"/>
                  </a:lnTo>
                  <a:lnTo>
                    <a:pt x="5090" y="18956"/>
                  </a:lnTo>
                  <a:lnTo>
                    <a:pt x="5385" y="18514"/>
                  </a:lnTo>
                  <a:lnTo>
                    <a:pt x="5533" y="18145"/>
                  </a:lnTo>
                  <a:lnTo>
                    <a:pt x="9516" y="3762"/>
                  </a:lnTo>
                  <a:lnTo>
                    <a:pt x="9663" y="3172"/>
                  </a:lnTo>
                  <a:lnTo>
                    <a:pt x="9663" y="2656"/>
                  </a:lnTo>
                  <a:lnTo>
                    <a:pt x="9590" y="2066"/>
                  </a:lnTo>
                  <a:lnTo>
                    <a:pt x="9368" y="1549"/>
                  </a:lnTo>
                  <a:lnTo>
                    <a:pt x="9073" y="1107"/>
                  </a:lnTo>
                  <a:lnTo>
                    <a:pt x="8705" y="664"/>
                  </a:lnTo>
                  <a:lnTo>
                    <a:pt x="8262" y="369"/>
                  </a:lnTo>
                  <a:lnTo>
                    <a:pt x="7746" y="148"/>
                  </a:lnTo>
                  <a:lnTo>
                    <a:pt x="7156"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33" name="Google Shape;5958;p48">
              <a:extLst>
                <a:ext uri="{FF2B5EF4-FFF2-40B4-BE49-F238E27FC236}">
                  <a16:creationId xmlns:a16="http://schemas.microsoft.com/office/drawing/2014/main" id="{A96168EA-D76E-AC65-F186-EBBAA7B2937D}"/>
                </a:ext>
              </a:extLst>
            </p:cNvPr>
            <p:cNvSpPr/>
            <p:nvPr/>
          </p:nvSpPr>
          <p:spPr>
            <a:xfrm>
              <a:off x="4377925" y="1477275"/>
              <a:ext cx="90375" cy="105125"/>
            </a:xfrm>
            <a:custGeom>
              <a:avLst/>
              <a:gdLst/>
              <a:ahLst/>
              <a:cxnLst/>
              <a:rect l="l" t="t" r="r" b="b"/>
              <a:pathLst>
                <a:path w="3615" h="4205" extrusionOk="0">
                  <a:moveTo>
                    <a:pt x="517" y="0"/>
                  </a:moveTo>
                  <a:lnTo>
                    <a:pt x="0" y="4204"/>
                  </a:lnTo>
                  <a:lnTo>
                    <a:pt x="3614" y="2065"/>
                  </a:lnTo>
                  <a:lnTo>
                    <a:pt x="51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34" name="Google Shape;5959;p48">
              <a:extLst>
                <a:ext uri="{FF2B5EF4-FFF2-40B4-BE49-F238E27FC236}">
                  <a16:creationId xmlns:a16="http://schemas.microsoft.com/office/drawing/2014/main" id="{B4908A2A-428B-12A6-CA14-61710CDAB396}"/>
                </a:ext>
              </a:extLst>
            </p:cNvPr>
            <p:cNvSpPr/>
            <p:nvPr/>
          </p:nvSpPr>
          <p:spPr>
            <a:xfrm>
              <a:off x="4374225" y="1473575"/>
              <a:ext cx="97750" cy="112525"/>
            </a:xfrm>
            <a:custGeom>
              <a:avLst/>
              <a:gdLst/>
              <a:ahLst/>
              <a:cxnLst/>
              <a:rect l="l" t="t" r="r" b="b"/>
              <a:pathLst>
                <a:path w="3910" h="4501" extrusionOk="0">
                  <a:moveTo>
                    <a:pt x="812" y="443"/>
                  </a:moveTo>
                  <a:lnTo>
                    <a:pt x="3467" y="2213"/>
                  </a:lnTo>
                  <a:lnTo>
                    <a:pt x="296" y="4057"/>
                  </a:lnTo>
                  <a:lnTo>
                    <a:pt x="812" y="443"/>
                  </a:lnTo>
                  <a:close/>
                  <a:moveTo>
                    <a:pt x="591" y="1"/>
                  </a:moveTo>
                  <a:lnTo>
                    <a:pt x="517" y="148"/>
                  </a:lnTo>
                  <a:lnTo>
                    <a:pt x="1" y="4279"/>
                  </a:lnTo>
                  <a:lnTo>
                    <a:pt x="1" y="4352"/>
                  </a:lnTo>
                  <a:lnTo>
                    <a:pt x="74" y="4426"/>
                  </a:lnTo>
                  <a:lnTo>
                    <a:pt x="148" y="4500"/>
                  </a:lnTo>
                  <a:lnTo>
                    <a:pt x="222" y="4426"/>
                  </a:lnTo>
                  <a:lnTo>
                    <a:pt x="3836" y="2287"/>
                  </a:lnTo>
                  <a:lnTo>
                    <a:pt x="3910" y="2213"/>
                  </a:lnTo>
                  <a:lnTo>
                    <a:pt x="3836" y="2066"/>
                  </a:lnTo>
                  <a:lnTo>
                    <a:pt x="73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35" name="Google Shape;5960;p48">
              <a:extLst>
                <a:ext uri="{FF2B5EF4-FFF2-40B4-BE49-F238E27FC236}">
                  <a16:creationId xmlns:a16="http://schemas.microsoft.com/office/drawing/2014/main" id="{22F71856-E1F2-3E7A-B233-8DC7C5E69788}"/>
                </a:ext>
              </a:extLst>
            </p:cNvPr>
            <p:cNvSpPr/>
            <p:nvPr/>
          </p:nvSpPr>
          <p:spPr>
            <a:xfrm>
              <a:off x="4435075" y="1239400"/>
              <a:ext cx="180750" cy="236050"/>
            </a:xfrm>
            <a:custGeom>
              <a:avLst/>
              <a:gdLst/>
              <a:ahLst/>
              <a:cxnLst/>
              <a:rect l="l" t="t" r="r" b="b"/>
              <a:pathLst>
                <a:path w="7230" h="9442" extrusionOk="0">
                  <a:moveTo>
                    <a:pt x="5533" y="0"/>
                  </a:moveTo>
                  <a:lnTo>
                    <a:pt x="1" y="8261"/>
                  </a:lnTo>
                  <a:lnTo>
                    <a:pt x="1771" y="9441"/>
                  </a:lnTo>
                  <a:lnTo>
                    <a:pt x="7229" y="1180"/>
                  </a:lnTo>
                  <a:lnTo>
                    <a:pt x="553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36" name="Google Shape;5961;p48">
              <a:extLst>
                <a:ext uri="{FF2B5EF4-FFF2-40B4-BE49-F238E27FC236}">
                  <a16:creationId xmlns:a16="http://schemas.microsoft.com/office/drawing/2014/main" id="{7F73B68F-113D-83F4-8634-FAEAAD7AE136}"/>
                </a:ext>
              </a:extLst>
            </p:cNvPr>
            <p:cNvSpPr/>
            <p:nvPr/>
          </p:nvSpPr>
          <p:spPr>
            <a:xfrm>
              <a:off x="4433250" y="1235700"/>
              <a:ext cx="186250" cy="243425"/>
            </a:xfrm>
            <a:custGeom>
              <a:avLst/>
              <a:gdLst/>
              <a:ahLst/>
              <a:cxnLst/>
              <a:rect l="l" t="t" r="r" b="b"/>
              <a:pathLst>
                <a:path w="7450" h="9737" extrusionOk="0">
                  <a:moveTo>
                    <a:pt x="5606" y="370"/>
                  </a:moveTo>
                  <a:lnTo>
                    <a:pt x="7081" y="1328"/>
                  </a:lnTo>
                  <a:lnTo>
                    <a:pt x="1770" y="9368"/>
                  </a:lnTo>
                  <a:lnTo>
                    <a:pt x="295" y="8409"/>
                  </a:lnTo>
                  <a:lnTo>
                    <a:pt x="5606" y="370"/>
                  </a:lnTo>
                  <a:close/>
                  <a:moveTo>
                    <a:pt x="5532" y="1"/>
                  </a:moveTo>
                  <a:lnTo>
                    <a:pt x="5458" y="75"/>
                  </a:lnTo>
                  <a:lnTo>
                    <a:pt x="0" y="8336"/>
                  </a:lnTo>
                  <a:lnTo>
                    <a:pt x="0" y="8483"/>
                  </a:lnTo>
                  <a:lnTo>
                    <a:pt x="0" y="8557"/>
                  </a:lnTo>
                  <a:lnTo>
                    <a:pt x="1770" y="9663"/>
                  </a:lnTo>
                  <a:lnTo>
                    <a:pt x="1844" y="9737"/>
                  </a:lnTo>
                  <a:lnTo>
                    <a:pt x="1918" y="9663"/>
                  </a:lnTo>
                  <a:lnTo>
                    <a:pt x="7450" y="1402"/>
                  </a:lnTo>
                  <a:lnTo>
                    <a:pt x="7450" y="1255"/>
                  </a:lnTo>
                  <a:lnTo>
                    <a:pt x="7376" y="1181"/>
                  </a:lnTo>
                  <a:lnTo>
                    <a:pt x="5679" y="75"/>
                  </a:lnTo>
                  <a:lnTo>
                    <a:pt x="567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37" name="Google Shape;5962;p48">
              <a:extLst>
                <a:ext uri="{FF2B5EF4-FFF2-40B4-BE49-F238E27FC236}">
                  <a16:creationId xmlns:a16="http://schemas.microsoft.com/office/drawing/2014/main" id="{C86AE20C-B10D-C346-130A-2DE24A704E64}"/>
                </a:ext>
              </a:extLst>
            </p:cNvPr>
            <p:cNvSpPr/>
            <p:nvPr/>
          </p:nvSpPr>
          <p:spPr>
            <a:xfrm>
              <a:off x="4387150" y="1318675"/>
              <a:ext cx="191775" cy="212100"/>
            </a:xfrm>
            <a:custGeom>
              <a:avLst/>
              <a:gdLst/>
              <a:ahLst/>
              <a:cxnLst/>
              <a:rect l="l" t="t" r="r" b="b"/>
              <a:pathLst>
                <a:path w="7671" h="8484" extrusionOk="0">
                  <a:moveTo>
                    <a:pt x="3983" y="1"/>
                  </a:moveTo>
                  <a:lnTo>
                    <a:pt x="74" y="5828"/>
                  </a:lnTo>
                  <a:lnTo>
                    <a:pt x="0" y="5975"/>
                  </a:lnTo>
                  <a:lnTo>
                    <a:pt x="0" y="6197"/>
                  </a:lnTo>
                  <a:lnTo>
                    <a:pt x="74" y="6344"/>
                  </a:lnTo>
                  <a:lnTo>
                    <a:pt x="221" y="6492"/>
                  </a:lnTo>
                  <a:lnTo>
                    <a:pt x="3098" y="8409"/>
                  </a:lnTo>
                  <a:lnTo>
                    <a:pt x="3245" y="8483"/>
                  </a:lnTo>
                  <a:lnTo>
                    <a:pt x="3467" y="8483"/>
                  </a:lnTo>
                  <a:lnTo>
                    <a:pt x="3614" y="8409"/>
                  </a:lnTo>
                  <a:lnTo>
                    <a:pt x="3762" y="8262"/>
                  </a:lnTo>
                  <a:lnTo>
                    <a:pt x="7671" y="2435"/>
                  </a:lnTo>
                  <a:lnTo>
                    <a:pt x="3983"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38" name="Google Shape;5963;p48">
              <a:extLst>
                <a:ext uri="{FF2B5EF4-FFF2-40B4-BE49-F238E27FC236}">
                  <a16:creationId xmlns:a16="http://schemas.microsoft.com/office/drawing/2014/main" id="{0398D2C7-B67F-2951-6CBC-5F35448B71B2}"/>
                </a:ext>
              </a:extLst>
            </p:cNvPr>
            <p:cNvSpPr/>
            <p:nvPr/>
          </p:nvSpPr>
          <p:spPr>
            <a:xfrm>
              <a:off x="4383450" y="1315000"/>
              <a:ext cx="199175" cy="219450"/>
            </a:xfrm>
            <a:custGeom>
              <a:avLst/>
              <a:gdLst/>
              <a:ahLst/>
              <a:cxnLst/>
              <a:rect l="l" t="t" r="r" b="b"/>
              <a:pathLst>
                <a:path w="7967" h="8778" extrusionOk="0">
                  <a:moveTo>
                    <a:pt x="4131" y="295"/>
                  </a:moveTo>
                  <a:lnTo>
                    <a:pt x="7598" y="2582"/>
                  </a:lnTo>
                  <a:lnTo>
                    <a:pt x="3762" y="8335"/>
                  </a:lnTo>
                  <a:lnTo>
                    <a:pt x="3688" y="8409"/>
                  </a:lnTo>
                  <a:lnTo>
                    <a:pt x="3541" y="8483"/>
                  </a:lnTo>
                  <a:lnTo>
                    <a:pt x="3393" y="8483"/>
                  </a:lnTo>
                  <a:lnTo>
                    <a:pt x="3246" y="8409"/>
                  </a:lnTo>
                  <a:lnTo>
                    <a:pt x="443" y="6565"/>
                  </a:lnTo>
                  <a:lnTo>
                    <a:pt x="369" y="6417"/>
                  </a:lnTo>
                  <a:lnTo>
                    <a:pt x="296" y="6344"/>
                  </a:lnTo>
                  <a:lnTo>
                    <a:pt x="296" y="6196"/>
                  </a:lnTo>
                  <a:lnTo>
                    <a:pt x="369" y="6049"/>
                  </a:lnTo>
                  <a:lnTo>
                    <a:pt x="4131" y="295"/>
                  </a:lnTo>
                  <a:close/>
                  <a:moveTo>
                    <a:pt x="3984" y="0"/>
                  </a:moveTo>
                  <a:lnTo>
                    <a:pt x="148" y="5827"/>
                  </a:lnTo>
                  <a:lnTo>
                    <a:pt x="1" y="6122"/>
                  </a:lnTo>
                  <a:lnTo>
                    <a:pt x="1" y="6344"/>
                  </a:lnTo>
                  <a:lnTo>
                    <a:pt x="148" y="6565"/>
                  </a:lnTo>
                  <a:lnTo>
                    <a:pt x="296" y="6786"/>
                  </a:lnTo>
                  <a:lnTo>
                    <a:pt x="3098" y="8630"/>
                  </a:lnTo>
                  <a:lnTo>
                    <a:pt x="3320" y="8704"/>
                  </a:lnTo>
                  <a:lnTo>
                    <a:pt x="3467" y="8778"/>
                  </a:lnTo>
                  <a:lnTo>
                    <a:pt x="3836" y="8704"/>
                  </a:lnTo>
                  <a:lnTo>
                    <a:pt x="4057" y="8483"/>
                  </a:lnTo>
                  <a:lnTo>
                    <a:pt x="7893" y="2656"/>
                  </a:lnTo>
                  <a:lnTo>
                    <a:pt x="7966" y="2508"/>
                  </a:lnTo>
                  <a:lnTo>
                    <a:pt x="7893" y="2434"/>
                  </a:lnTo>
                  <a:lnTo>
                    <a:pt x="420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39" name="Google Shape;5964;p48">
              <a:extLst>
                <a:ext uri="{FF2B5EF4-FFF2-40B4-BE49-F238E27FC236}">
                  <a16:creationId xmlns:a16="http://schemas.microsoft.com/office/drawing/2014/main" id="{5AA9C4E3-44E0-CA34-658D-91F0F681120E}"/>
                </a:ext>
              </a:extLst>
            </p:cNvPr>
            <p:cNvSpPr/>
            <p:nvPr/>
          </p:nvSpPr>
          <p:spPr>
            <a:xfrm>
              <a:off x="4514375" y="1196975"/>
              <a:ext cx="140175" cy="140175"/>
            </a:xfrm>
            <a:custGeom>
              <a:avLst/>
              <a:gdLst/>
              <a:ahLst/>
              <a:cxnLst/>
              <a:rect l="l" t="t" r="r" b="b"/>
              <a:pathLst>
                <a:path w="5607" h="5607" extrusionOk="0">
                  <a:moveTo>
                    <a:pt x="2803" y="1"/>
                  </a:moveTo>
                  <a:lnTo>
                    <a:pt x="2287" y="75"/>
                  </a:lnTo>
                  <a:lnTo>
                    <a:pt x="1771" y="222"/>
                  </a:lnTo>
                  <a:lnTo>
                    <a:pt x="1254" y="517"/>
                  </a:lnTo>
                  <a:lnTo>
                    <a:pt x="812" y="886"/>
                  </a:lnTo>
                  <a:lnTo>
                    <a:pt x="517" y="1255"/>
                  </a:lnTo>
                  <a:lnTo>
                    <a:pt x="222" y="1771"/>
                  </a:lnTo>
                  <a:lnTo>
                    <a:pt x="74" y="2287"/>
                  </a:lnTo>
                  <a:lnTo>
                    <a:pt x="0" y="2804"/>
                  </a:lnTo>
                  <a:lnTo>
                    <a:pt x="74" y="3394"/>
                  </a:lnTo>
                  <a:lnTo>
                    <a:pt x="222" y="3910"/>
                  </a:lnTo>
                  <a:lnTo>
                    <a:pt x="517" y="4426"/>
                  </a:lnTo>
                  <a:lnTo>
                    <a:pt x="812" y="4795"/>
                  </a:lnTo>
                  <a:lnTo>
                    <a:pt x="1254" y="5164"/>
                  </a:lnTo>
                  <a:lnTo>
                    <a:pt x="1771" y="5385"/>
                  </a:lnTo>
                  <a:lnTo>
                    <a:pt x="2287" y="5607"/>
                  </a:lnTo>
                  <a:lnTo>
                    <a:pt x="3393" y="5607"/>
                  </a:lnTo>
                  <a:lnTo>
                    <a:pt x="3910" y="5385"/>
                  </a:lnTo>
                  <a:lnTo>
                    <a:pt x="4426" y="5164"/>
                  </a:lnTo>
                  <a:lnTo>
                    <a:pt x="4795" y="4795"/>
                  </a:lnTo>
                  <a:lnTo>
                    <a:pt x="5164" y="4426"/>
                  </a:lnTo>
                  <a:lnTo>
                    <a:pt x="5385" y="3910"/>
                  </a:lnTo>
                  <a:lnTo>
                    <a:pt x="5606" y="3394"/>
                  </a:lnTo>
                  <a:lnTo>
                    <a:pt x="5606" y="2804"/>
                  </a:lnTo>
                  <a:lnTo>
                    <a:pt x="5606" y="2287"/>
                  </a:lnTo>
                  <a:lnTo>
                    <a:pt x="5385" y="1771"/>
                  </a:lnTo>
                  <a:lnTo>
                    <a:pt x="5164" y="1255"/>
                  </a:lnTo>
                  <a:lnTo>
                    <a:pt x="4795" y="886"/>
                  </a:lnTo>
                  <a:lnTo>
                    <a:pt x="4426" y="517"/>
                  </a:lnTo>
                  <a:lnTo>
                    <a:pt x="3910" y="222"/>
                  </a:lnTo>
                  <a:lnTo>
                    <a:pt x="3393" y="75"/>
                  </a:lnTo>
                  <a:lnTo>
                    <a:pt x="28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40" name="Google Shape;5965;p48">
              <a:extLst>
                <a:ext uri="{FF2B5EF4-FFF2-40B4-BE49-F238E27FC236}">
                  <a16:creationId xmlns:a16="http://schemas.microsoft.com/office/drawing/2014/main" id="{45ACDBEA-F3AA-8C0E-16F5-25A370A6D6C8}"/>
                </a:ext>
              </a:extLst>
            </p:cNvPr>
            <p:cNvSpPr/>
            <p:nvPr/>
          </p:nvSpPr>
          <p:spPr>
            <a:xfrm>
              <a:off x="4510675" y="1193300"/>
              <a:ext cx="147550" cy="147550"/>
            </a:xfrm>
            <a:custGeom>
              <a:avLst/>
              <a:gdLst/>
              <a:ahLst/>
              <a:cxnLst/>
              <a:rect l="l" t="t" r="r" b="b"/>
              <a:pathLst>
                <a:path w="5902" h="5902" extrusionOk="0">
                  <a:moveTo>
                    <a:pt x="2951" y="295"/>
                  </a:moveTo>
                  <a:lnTo>
                    <a:pt x="3541" y="369"/>
                  </a:lnTo>
                  <a:lnTo>
                    <a:pt x="3984" y="517"/>
                  </a:lnTo>
                  <a:lnTo>
                    <a:pt x="4426" y="812"/>
                  </a:lnTo>
                  <a:lnTo>
                    <a:pt x="4869" y="1107"/>
                  </a:lnTo>
                  <a:lnTo>
                    <a:pt x="5164" y="1475"/>
                  </a:lnTo>
                  <a:lnTo>
                    <a:pt x="5459" y="1918"/>
                  </a:lnTo>
                  <a:lnTo>
                    <a:pt x="5607" y="2434"/>
                  </a:lnTo>
                  <a:lnTo>
                    <a:pt x="5607" y="2951"/>
                  </a:lnTo>
                  <a:lnTo>
                    <a:pt x="5607" y="3541"/>
                  </a:lnTo>
                  <a:lnTo>
                    <a:pt x="5459" y="3983"/>
                  </a:lnTo>
                  <a:lnTo>
                    <a:pt x="5164" y="4500"/>
                  </a:lnTo>
                  <a:lnTo>
                    <a:pt x="4869" y="4868"/>
                  </a:lnTo>
                  <a:lnTo>
                    <a:pt x="4426" y="5163"/>
                  </a:lnTo>
                  <a:lnTo>
                    <a:pt x="3984" y="5458"/>
                  </a:lnTo>
                  <a:lnTo>
                    <a:pt x="3541" y="5606"/>
                  </a:lnTo>
                  <a:lnTo>
                    <a:pt x="2435" y="5606"/>
                  </a:lnTo>
                  <a:lnTo>
                    <a:pt x="1919" y="5458"/>
                  </a:lnTo>
                  <a:lnTo>
                    <a:pt x="1476" y="5163"/>
                  </a:lnTo>
                  <a:lnTo>
                    <a:pt x="1107" y="4868"/>
                  </a:lnTo>
                  <a:lnTo>
                    <a:pt x="812" y="4500"/>
                  </a:lnTo>
                  <a:lnTo>
                    <a:pt x="517" y="3983"/>
                  </a:lnTo>
                  <a:lnTo>
                    <a:pt x="370" y="3541"/>
                  </a:lnTo>
                  <a:lnTo>
                    <a:pt x="296" y="2951"/>
                  </a:lnTo>
                  <a:lnTo>
                    <a:pt x="370" y="2434"/>
                  </a:lnTo>
                  <a:lnTo>
                    <a:pt x="517" y="1918"/>
                  </a:lnTo>
                  <a:lnTo>
                    <a:pt x="812" y="1475"/>
                  </a:lnTo>
                  <a:lnTo>
                    <a:pt x="1107" y="1107"/>
                  </a:lnTo>
                  <a:lnTo>
                    <a:pt x="1476" y="812"/>
                  </a:lnTo>
                  <a:lnTo>
                    <a:pt x="1919" y="517"/>
                  </a:lnTo>
                  <a:lnTo>
                    <a:pt x="2435" y="369"/>
                  </a:lnTo>
                  <a:lnTo>
                    <a:pt x="2951" y="295"/>
                  </a:lnTo>
                  <a:close/>
                  <a:moveTo>
                    <a:pt x="2951" y="0"/>
                  </a:moveTo>
                  <a:lnTo>
                    <a:pt x="2361" y="74"/>
                  </a:lnTo>
                  <a:lnTo>
                    <a:pt x="1845" y="295"/>
                  </a:lnTo>
                  <a:lnTo>
                    <a:pt x="1329" y="517"/>
                  </a:lnTo>
                  <a:lnTo>
                    <a:pt x="886" y="885"/>
                  </a:lnTo>
                  <a:lnTo>
                    <a:pt x="517" y="1328"/>
                  </a:lnTo>
                  <a:lnTo>
                    <a:pt x="296" y="1844"/>
                  </a:lnTo>
                  <a:lnTo>
                    <a:pt x="75" y="2361"/>
                  </a:lnTo>
                  <a:lnTo>
                    <a:pt x="1" y="2951"/>
                  </a:lnTo>
                  <a:lnTo>
                    <a:pt x="75" y="3614"/>
                  </a:lnTo>
                  <a:lnTo>
                    <a:pt x="296" y="4131"/>
                  </a:lnTo>
                  <a:lnTo>
                    <a:pt x="517" y="4647"/>
                  </a:lnTo>
                  <a:lnTo>
                    <a:pt x="886" y="5090"/>
                  </a:lnTo>
                  <a:lnTo>
                    <a:pt x="1329" y="5458"/>
                  </a:lnTo>
                  <a:lnTo>
                    <a:pt x="1845" y="5680"/>
                  </a:lnTo>
                  <a:lnTo>
                    <a:pt x="2361" y="5901"/>
                  </a:lnTo>
                  <a:lnTo>
                    <a:pt x="3541" y="5901"/>
                  </a:lnTo>
                  <a:lnTo>
                    <a:pt x="4131" y="5680"/>
                  </a:lnTo>
                  <a:lnTo>
                    <a:pt x="4648" y="5458"/>
                  </a:lnTo>
                  <a:lnTo>
                    <a:pt x="5090" y="5090"/>
                  </a:lnTo>
                  <a:lnTo>
                    <a:pt x="5459" y="4647"/>
                  </a:lnTo>
                  <a:lnTo>
                    <a:pt x="5680" y="4131"/>
                  </a:lnTo>
                  <a:lnTo>
                    <a:pt x="5902" y="3614"/>
                  </a:lnTo>
                  <a:lnTo>
                    <a:pt x="5902" y="2951"/>
                  </a:lnTo>
                  <a:lnTo>
                    <a:pt x="5902" y="2361"/>
                  </a:lnTo>
                  <a:lnTo>
                    <a:pt x="5680" y="1844"/>
                  </a:lnTo>
                  <a:lnTo>
                    <a:pt x="5459" y="1328"/>
                  </a:lnTo>
                  <a:lnTo>
                    <a:pt x="5090" y="885"/>
                  </a:lnTo>
                  <a:lnTo>
                    <a:pt x="4648" y="517"/>
                  </a:lnTo>
                  <a:lnTo>
                    <a:pt x="4131" y="295"/>
                  </a:lnTo>
                  <a:lnTo>
                    <a:pt x="3541" y="74"/>
                  </a:lnTo>
                  <a:lnTo>
                    <a:pt x="295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41" name="Google Shape;5966;p48">
              <a:extLst>
                <a:ext uri="{FF2B5EF4-FFF2-40B4-BE49-F238E27FC236}">
                  <a16:creationId xmlns:a16="http://schemas.microsoft.com/office/drawing/2014/main" id="{F052C0F5-F7C6-B2F8-F221-DE17D4E92BF4}"/>
                </a:ext>
              </a:extLst>
            </p:cNvPr>
            <p:cNvSpPr/>
            <p:nvPr/>
          </p:nvSpPr>
          <p:spPr>
            <a:xfrm>
              <a:off x="4551250" y="1233850"/>
              <a:ext cx="66400" cy="66425"/>
            </a:xfrm>
            <a:custGeom>
              <a:avLst/>
              <a:gdLst/>
              <a:ahLst/>
              <a:cxnLst/>
              <a:rect l="l" t="t" r="r" b="b"/>
              <a:pathLst>
                <a:path w="2656" h="2657" extrusionOk="0">
                  <a:moveTo>
                    <a:pt x="1328" y="1"/>
                  </a:moveTo>
                  <a:lnTo>
                    <a:pt x="1107" y="75"/>
                  </a:lnTo>
                  <a:lnTo>
                    <a:pt x="812" y="149"/>
                  </a:lnTo>
                  <a:lnTo>
                    <a:pt x="591" y="296"/>
                  </a:lnTo>
                  <a:lnTo>
                    <a:pt x="443" y="444"/>
                  </a:lnTo>
                  <a:lnTo>
                    <a:pt x="222" y="591"/>
                  </a:lnTo>
                  <a:lnTo>
                    <a:pt x="148" y="812"/>
                  </a:lnTo>
                  <a:lnTo>
                    <a:pt x="74" y="1107"/>
                  </a:lnTo>
                  <a:lnTo>
                    <a:pt x="1" y="1329"/>
                  </a:lnTo>
                  <a:lnTo>
                    <a:pt x="74" y="1624"/>
                  </a:lnTo>
                  <a:lnTo>
                    <a:pt x="148" y="1845"/>
                  </a:lnTo>
                  <a:lnTo>
                    <a:pt x="222" y="2140"/>
                  </a:lnTo>
                  <a:lnTo>
                    <a:pt x="443" y="2288"/>
                  </a:lnTo>
                  <a:lnTo>
                    <a:pt x="591" y="2435"/>
                  </a:lnTo>
                  <a:lnTo>
                    <a:pt x="812" y="2583"/>
                  </a:lnTo>
                  <a:lnTo>
                    <a:pt x="1107" y="2656"/>
                  </a:lnTo>
                  <a:lnTo>
                    <a:pt x="1623" y="2656"/>
                  </a:lnTo>
                  <a:lnTo>
                    <a:pt x="1845" y="2583"/>
                  </a:lnTo>
                  <a:lnTo>
                    <a:pt x="2066" y="2435"/>
                  </a:lnTo>
                  <a:lnTo>
                    <a:pt x="2287" y="2288"/>
                  </a:lnTo>
                  <a:lnTo>
                    <a:pt x="2435" y="2140"/>
                  </a:lnTo>
                  <a:lnTo>
                    <a:pt x="2582" y="1845"/>
                  </a:lnTo>
                  <a:lnTo>
                    <a:pt x="2656" y="1624"/>
                  </a:lnTo>
                  <a:lnTo>
                    <a:pt x="2656" y="1329"/>
                  </a:lnTo>
                  <a:lnTo>
                    <a:pt x="2656" y="1107"/>
                  </a:lnTo>
                  <a:lnTo>
                    <a:pt x="2582" y="812"/>
                  </a:lnTo>
                  <a:lnTo>
                    <a:pt x="2435" y="591"/>
                  </a:lnTo>
                  <a:lnTo>
                    <a:pt x="2287" y="444"/>
                  </a:lnTo>
                  <a:lnTo>
                    <a:pt x="2066" y="296"/>
                  </a:lnTo>
                  <a:lnTo>
                    <a:pt x="1845" y="149"/>
                  </a:lnTo>
                  <a:lnTo>
                    <a:pt x="1623" y="75"/>
                  </a:lnTo>
                  <a:lnTo>
                    <a:pt x="132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42" name="Google Shape;5967;p48">
              <a:extLst>
                <a:ext uri="{FF2B5EF4-FFF2-40B4-BE49-F238E27FC236}">
                  <a16:creationId xmlns:a16="http://schemas.microsoft.com/office/drawing/2014/main" id="{D6AA3616-CBD6-51D7-7348-AD1303C90435}"/>
                </a:ext>
              </a:extLst>
            </p:cNvPr>
            <p:cNvSpPr/>
            <p:nvPr/>
          </p:nvSpPr>
          <p:spPr>
            <a:xfrm>
              <a:off x="4547575" y="1230175"/>
              <a:ext cx="73775" cy="73775"/>
            </a:xfrm>
            <a:custGeom>
              <a:avLst/>
              <a:gdLst/>
              <a:ahLst/>
              <a:cxnLst/>
              <a:rect l="l" t="t" r="r" b="b"/>
              <a:pathLst>
                <a:path w="2951" h="2951" extrusionOk="0">
                  <a:moveTo>
                    <a:pt x="1475" y="296"/>
                  </a:moveTo>
                  <a:lnTo>
                    <a:pt x="1770" y="369"/>
                  </a:lnTo>
                  <a:lnTo>
                    <a:pt x="1992" y="443"/>
                  </a:lnTo>
                  <a:lnTo>
                    <a:pt x="2360" y="664"/>
                  </a:lnTo>
                  <a:lnTo>
                    <a:pt x="2582" y="1033"/>
                  </a:lnTo>
                  <a:lnTo>
                    <a:pt x="2655" y="1254"/>
                  </a:lnTo>
                  <a:lnTo>
                    <a:pt x="2655" y="1476"/>
                  </a:lnTo>
                  <a:lnTo>
                    <a:pt x="2655" y="1771"/>
                  </a:lnTo>
                  <a:lnTo>
                    <a:pt x="2582" y="1992"/>
                  </a:lnTo>
                  <a:lnTo>
                    <a:pt x="2360" y="2361"/>
                  </a:lnTo>
                  <a:lnTo>
                    <a:pt x="1992" y="2582"/>
                  </a:lnTo>
                  <a:lnTo>
                    <a:pt x="1770" y="2656"/>
                  </a:lnTo>
                  <a:lnTo>
                    <a:pt x="1254" y="2656"/>
                  </a:lnTo>
                  <a:lnTo>
                    <a:pt x="1033" y="2582"/>
                  </a:lnTo>
                  <a:lnTo>
                    <a:pt x="664" y="2361"/>
                  </a:lnTo>
                  <a:lnTo>
                    <a:pt x="443" y="1992"/>
                  </a:lnTo>
                  <a:lnTo>
                    <a:pt x="369" y="1771"/>
                  </a:lnTo>
                  <a:lnTo>
                    <a:pt x="295" y="1476"/>
                  </a:lnTo>
                  <a:lnTo>
                    <a:pt x="369" y="1254"/>
                  </a:lnTo>
                  <a:lnTo>
                    <a:pt x="443" y="1033"/>
                  </a:lnTo>
                  <a:lnTo>
                    <a:pt x="664" y="664"/>
                  </a:lnTo>
                  <a:lnTo>
                    <a:pt x="1033" y="443"/>
                  </a:lnTo>
                  <a:lnTo>
                    <a:pt x="1254" y="369"/>
                  </a:lnTo>
                  <a:lnTo>
                    <a:pt x="1475" y="296"/>
                  </a:lnTo>
                  <a:close/>
                  <a:moveTo>
                    <a:pt x="1475" y="0"/>
                  </a:moveTo>
                  <a:lnTo>
                    <a:pt x="1180" y="74"/>
                  </a:lnTo>
                  <a:lnTo>
                    <a:pt x="959" y="148"/>
                  </a:lnTo>
                  <a:lnTo>
                    <a:pt x="664" y="296"/>
                  </a:lnTo>
                  <a:lnTo>
                    <a:pt x="443" y="443"/>
                  </a:lnTo>
                  <a:lnTo>
                    <a:pt x="295" y="664"/>
                  </a:lnTo>
                  <a:lnTo>
                    <a:pt x="148" y="959"/>
                  </a:lnTo>
                  <a:lnTo>
                    <a:pt x="74" y="1181"/>
                  </a:lnTo>
                  <a:lnTo>
                    <a:pt x="0" y="1476"/>
                  </a:lnTo>
                  <a:lnTo>
                    <a:pt x="74" y="1844"/>
                  </a:lnTo>
                  <a:lnTo>
                    <a:pt x="148" y="2066"/>
                  </a:lnTo>
                  <a:lnTo>
                    <a:pt x="295" y="2361"/>
                  </a:lnTo>
                  <a:lnTo>
                    <a:pt x="443" y="2582"/>
                  </a:lnTo>
                  <a:lnTo>
                    <a:pt x="664" y="2730"/>
                  </a:lnTo>
                  <a:lnTo>
                    <a:pt x="959" y="2877"/>
                  </a:lnTo>
                  <a:lnTo>
                    <a:pt x="1180" y="2951"/>
                  </a:lnTo>
                  <a:lnTo>
                    <a:pt x="1770" y="2951"/>
                  </a:lnTo>
                  <a:lnTo>
                    <a:pt x="2065" y="2877"/>
                  </a:lnTo>
                  <a:lnTo>
                    <a:pt x="2360" y="2730"/>
                  </a:lnTo>
                  <a:lnTo>
                    <a:pt x="2582" y="2582"/>
                  </a:lnTo>
                  <a:lnTo>
                    <a:pt x="2729" y="2361"/>
                  </a:lnTo>
                  <a:lnTo>
                    <a:pt x="2877" y="2066"/>
                  </a:lnTo>
                  <a:lnTo>
                    <a:pt x="2950" y="1844"/>
                  </a:lnTo>
                  <a:lnTo>
                    <a:pt x="2950" y="1476"/>
                  </a:lnTo>
                  <a:lnTo>
                    <a:pt x="2950" y="1181"/>
                  </a:lnTo>
                  <a:lnTo>
                    <a:pt x="2877" y="959"/>
                  </a:lnTo>
                  <a:lnTo>
                    <a:pt x="2729" y="664"/>
                  </a:lnTo>
                  <a:lnTo>
                    <a:pt x="2582" y="443"/>
                  </a:lnTo>
                  <a:lnTo>
                    <a:pt x="2360" y="296"/>
                  </a:lnTo>
                  <a:lnTo>
                    <a:pt x="2065" y="148"/>
                  </a:lnTo>
                  <a:lnTo>
                    <a:pt x="1770" y="74"/>
                  </a:lnTo>
                  <a:lnTo>
                    <a:pt x="147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43" name="Google Shape;5968;p48">
              <a:extLst>
                <a:ext uri="{FF2B5EF4-FFF2-40B4-BE49-F238E27FC236}">
                  <a16:creationId xmlns:a16="http://schemas.microsoft.com/office/drawing/2014/main" id="{BBDD347D-834B-21E3-9D4A-9366268D4250}"/>
                </a:ext>
              </a:extLst>
            </p:cNvPr>
            <p:cNvSpPr/>
            <p:nvPr/>
          </p:nvSpPr>
          <p:spPr>
            <a:xfrm>
              <a:off x="4835225" y="1196975"/>
              <a:ext cx="140175" cy="140175"/>
            </a:xfrm>
            <a:custGeom>
              <a:avLst/>
              <a:gdLst/>
              <a:ahLst/>
              <a:cxnLst/>
              <a:rect l="l" t="t" r="r" b="b"/>
              <a:pathLst>
                <a:path w="5607" h="5607" extrusionOk="0">
                  <a:moveTo>
                    <a:pt x="2803" y="1"/>
                  </a:moveTo>
                  <a:lnTo>
                    <a:pt x="2213" y="75"/>
                  </a:lnTo>
                  <a:lnTo>
                    <a:pt x="1697" y="222"/>
                  </a:lnTo>
                  <a:lnTo>
                    <a:pt x="1181" y="517"/>
                  </a:lnTo>
                  <a:lnTo>
                    <a:pt x="812" y="886"/>
                  </a:lnTo>
                  <a:lnTo>
                    <a:pt x="443" y="1255"/>
                  </a:lnTo>
                  <a:lnTo>
                    <a:pt x="222" y="1771"/>
                  </a:lnTo>
                  <a:lnTo>
                    <a:pt x="0" y="2287"/>
                  </a:lnTo>
                  <a:lnTo>
                    <a:pt x="0" y="2804"/>
                  </a:lnTo>
                  <a:lnTo>
                    <a:pt x="0" y="3394"/>
                  </a:lnTo>
                  <a:lnTo>
                    <a:pt x="222" y="3910"/>
                  </a:lnTo>
                  <a:lnTo>
                    <a:pt x="443" y="4426"/>
                  </a:lnTo>
                  <a:lnTo>
                    <a:pt x="812" y="4795"/>
                  </a:lnTo>
                  <a:lnTo>
                    <a:pt x="1181" y="5164"/>
                  </a:lnTo>
                  <a:lnTo>
                    <a:pt x="1697" y="5385"/>
                  </a:lnTo>
                  <a:lnTo>
                    <a:pt x="2213" y="5607"/>
                  </a:lnTo>
                  <a:lnTo>
                    <a:pt x="3320" y="5607"/>
                  </a:lnTo>
                  <a:lnTo>
                    <a:pt x="3836" y="5385"/>
                  </a:lnTo>
                  <a:lnTo>
                    <a:pt x="4352" y="5164"/>
                  </a:lnTo>
                  <a:lnTo>
                    <a:pt x="4795" y="4795"/>
                  </a:lnTo>
                  <a:lnTo>
                    <a:pt x="5090" y="4426"/>
                  </a:lnTo>
                  <a:lnTo>
                    <a:pt x="5385" y="3910"/>
                  </a:lnTo>
                  <a:lnTo>
                    <a:pt x="5532" y="3394"/>
                  </a:lnTo>
                  <a:lnTo>
                    <a:pt x="5606" y="2804"/>
                  </a:lnTo>
                  <a:lnTo>
                    <a:pt x="5532" y="2287"/>
                  </a:lnTo>
                  <a:lnTo>
                    <a:pt x="5385" y="1771"/>
                  </a:lnTo>
                  <a:lnTo>
                    <a:pt x="5090" y="1255"/>
                  </a:lnTo>
                  <a:lnTo>
                    <a:pt x="4795" y="886"/>
                  </a:lnTo>
                  <a:lnTo>
                    <a:pt x="4352" y="517"/>
                  </a:lnTo>
                  <a:lnTo>
                    <a:pt x="3836" y="222"/>
                  </a:lnTo>
                  <a:lnTo>
                    <a:pt x="3320" y="75"/>
                  </a:lnTo>
                  <a:lnTo>
                    <a:pt x="28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44" name="Google Shape;5969;p48">
              <a:extLst>
                <a:ext uri="{FF2B5EF4-FFF2-40B4-BE49-F238E27FC236}">
                  <a16:creationId xmlns:a16="http://schemas.microsoft.com/office/drawing/2014/main" id="{B7FEFE67-CDE1-CA3F-CF02-CD6C10F7DEFF}"/>
                </a:ext>
              </a:extLst>
            </p:cNvPr>
            <p:cNvSpPr/>
            <p:nvPr/>
          </p:nvSpPr>
          <p:spPr>
            <a:xfrm>
              <a:off x="4831525" y="1193300"/>
              <a:ext cx="147550" cy="147550"/>
            </a:xfrm>
            <a:custGeom>
              <a:avLst/>
              <a:gdLst/>
              <a:ahLst/>
              <a:cxnLst/>
              <a:rect l="l" t="t" r="r" b="b"/>
              <a:pathLst>
                <a:path w="5902" h="5902" extrusionOk="0">
                  <a:moveTo>
                    <a:pt x="2951" y="295"/>
                  </a:moveTo>
                  <a:lnTo>
                    <a:pt x="3468" y="369"/>
                  </a:lnTo>
                  <a:lnTo>
                    <a:pt x="3984" y="517"/>
                  </a:lnTo>
                  <a:lnTo>
                    <a:pt x="4426" y="812"/>
                  </a:lnTo>
                  <a:lnTo>
                    <a:pt x="4795" y="1107"/>
                  </a:lnTo>
                  <a:lnTo>
                    <a:pt x="5164" y="1475"/>
                  </a:lnTo>
                  <a:lnTo>
                    <a:pt x="5385" y="1918"/>
                  </a:lnTo>
                  <a:lnTo>
                    <a:pt x="5533" y="2434"/>
                  </a:lnTo>
                  <a:lnTo>
                    <a:pt x="5607" y="2951"/>
                  </a:lnTo>
                  <a:lnTo>
                    <a:pt x="5533" y="3541"/>
                  </a:lnTo>
                  <a:lnTo>
                    <a:pt x="5385" y="3983"/>
                  </a:lnTo>
                  <a:lnTo>
                    <a:pt x="5164" y="4500"/>
                  </a:lnTo>
                  <a:lnTo>
                    <a:pt x="4795" y="4868"/>
                  </a:lnTo>
                  <a:lnTo>
                    <a:pt x="4426" y="5163"/>
                  </a:lnTo>
                  <a:lnTo>
                    <a:pt x="3984" y="5458"/>
                  </a:lnTo>
                  <a:lnTo>
                    <a:pt x="3468" y="5606"/>
                  </a:lnTo>
                  <a:lnTo>
                    <a:pt x="2361" y="5606"/>
                  </a:lnTo>
                  <a:lnTo>
                    <a:pt x="1919" y="5458"/>
                  </a:lnTo>
                  <a:lnTo>
                    <a:pt x="1476" y="5163"/>
                  </a:lnTo>
                  <a:lnTo>
                    <a:pt x="1034" y="4868"/>
                  </a:lnTo>
                  <a:lnTo>
                    <a:pt x="739" y="4500"/>
                  </a:lnTo>
                  <a:lnTo>
                    <a:pt x="517" y="3983"/>
                  </a:lnTo>
                  <a:lnTo>
                    <a:pt x="296" y="3541"/>
                  </a:lnTo>
                  <a:lnTo>
                    <a:pt x="296" y="2951"/>
                  </a:lnTo>
                  <a:lnTo>
                    <a:pt x="296" y="2434"/>
                  </a:lnTo>
                  <a:lnTo>
                    <a:pt x="517" y="1918"/>
                  </a:lnTo>
                  <a:lnTo>
                    <a:pt x="739" y="1475"/>
                  </a:lnTo>
                  <a:lnTo>
                    <a:pt x="1034" y="1107"/>
                  </a:lnTo>
                  <a:lnTo>
                    <a:pt x="1476" y="812"/>
                  </a:lnTo>
                  <a:lnTo>
                    <a:pt x="1919" y="517"/>
                  </a:lnTo>
                  <a:lnTo>
                    <a:pt x="2361" y="369"/>
                  </a:lnTo>
                  <a:lnTo>
                    <a:pt x="2951" y="295"/>
                  </a:lnTo>
                  <a:close/>
                  <a:moveTo>
                    <a:pt x="2951" y="0"/>
                  </a:moveTo>
                  <a:lnTo>
                    <a:pt x="2361" y="74"/>
                  </a:lnTo>
                  <a:lnTo>
                    <a:pt x="1771" y="295"/>
                  </a:lnTo>
                  <a:lnTo>
                    <a:pt x="1255" y="517"/>
                  </a:lnTo>
                  <a:lnTo>
                    <a:pt x="812" y="885"/>
                  </a:lnTo>
                  <a:lnTo>
                    <a:pt x="517" y="1328"/>
                  </a:lnTo>
                  <a:lnTo>
                    <a:pt x="222" y="1844"/>
                  </a:lnTo>
                  <a:lnTo>
                    <a:pt x="1" y="2361"/>
                  </a:lnTo>
                  <a:lnTo>
                    <a:pt x="1" y="2951"/>
                  </a:lnTo>
                  <a:lnTo>
                    <a:pt x="1" y="3614"/>
                  </a:lnTo>
                  <a:lnTo>
                    <a:pt x="222" y="4131"/>
                  </a:lnTo>
                  <a:lnTo>
                    <a:pt x="517" y="4647"/>
                  </a:lnTo>
                  <a:lnTo>
                    <a:pt x="812" y="5090"/>
                  </a:lnTo>
                  <a:lnTo>
                    <a:pt x="1255" y="5458"/>
                  </a:lnTo>
                  <a:lnTo>
                    <a:pt x="1771" y="5680"/>
                  </a:lnTo>
                  <a:lnTo>
                    <a:pt x="2361" y="5901"/>
                  </a:lnTo>
                  <a:lnTo>
                    <a:pt x="3541" y="5901"/>
                  </a:lnTo>
                  <a:lnTo>
                    <a:pt x="4058" y="5680"/>
                  </a:lnTo>
                  <a:lnTo>
                    <a:pt x="4574" y="5458"/>
                  </a:lnTo>
                  <a:lnTo>
                    <a:pt x="5017" y="5090"/>
                  </a:lnTo>
                  <a:lnTo>
                    <a:pt x="5385" y="4647"/>
                  </a:lnTo>
                  <a:lnTo>
                    <a:pt x="5680" y="4131"/>
                  </a:lnTo>
                  <a:lnTo>
                    <a:pt x="5828" y="3614"/>
                  </a:lnTo>
                  <a:lnTo>
                    <a:pt x="5902" y="2951"/>
                  </a:lnTo>
                  <a:lnTo>
                    <a:pt x="5828" y="2361"/>
                  </a:lnTo>
                  <a:lnTo>
                    <a:pt x="5680" y="1844"/>
                  </a:lnTo>
                  <a:lnTo>
                    <a:pt x="5385" y="1328"/>
                  </a:lnTo>
                  <a:lnTo>
                    <a:pt x="5017" y="885"/>
                  </a:lnTo>
                  <a:lnTo>
                    <a:pt x="4574" y="517"/>
                  </a:lnTo>
                  <a:lnTo>
                    <a:pt x="4058" y="295"/>
                  </a:lnTo>
                  <a:lnTo>
                    <a:pt x="3541" y="74"/>
                  </a:lnTo>
                  <a:lnTo>
                    <a:pt x="295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45" name="Google Shape;5970;p48">
              <a:extLst>
                <a:ext uri="{FF2B5EF4-FFF2-40B4-BE49-F238E27FC236}">
                  <a16:creationId xmlns:a16="http://schemas.microsoft.com/office/drawing/2014/main" id="{E9DC49E0-D787-6509-7387-8510ECB80036}"/>
                </a:ext>
              </a:extLst>
            </p:cNvPr>
            <p:cNvSpPr/>
            <p:nvPr/>
          </p:nvSpPr>
          <p:spPr>
            <a:xfrm>
              <a:off x="4872100" y="1233850"/>
              <a:ext cx="66400" cy="66425"/>
            </a:xfrm>
            <a:custGeom>
              <a:avLst/>
              <a:gdLst/>
              <a:ahLst/>
              <a:cxnLst/>
              <a:rect l="l" t="t" r="r" b="b"/>
              <a:pathLst>
                <a:path w="2656" h="2657" extrusionOk="0">
                  <a:moveTo>
                    <a:pt x="1328" y="1"/>
                  </a:moveTo>
                  <a:lnTo>
                    <a:pt x="1033" y="75"/>
                  </a:lnTo>
                  <a:lnTo>
                    <a:pt x="812" y="149"/>
                  </a:lnTo>
                  <a:lnTo>
                    <a:pt x="591" y="296"/>
                  </a:lnTo>
                  <a:lnTo>
                    <a:pt x="369" y="444"/>
                  </a:lnTo>
                  <a:lnTo>
                    <a:pt x="222" y="591"/>
                  </a:lnTo>
                  <a:lnTo>
                    <a:pt x="74" y="812"/>
                  </a:lnTo>
                  <a:lnTo>
                    <a:pt x="1" y="1107"/>
                  </a:lnTo>
                  <a:lnTo>
                    <a:pt x="1" y="1329"/>
                  </a:lnTo>
                  <a:lnTo>
                    <a:pt x="1" y="1624"/>
                  </a:lnTo>
                  <a:lnTo>
                    <a:pt x="74" y="1845"/>
                  </a:lnTo>
                  <a:lnTo>
                    <a:pt x="222" y="2140"/>
                  </a:lnTo>
                  <a:lnTo>
                    <a:pt x="369" y="2288"/>
                  </a:lnTo>
                  <a:lnTo>
                    <a:pt x="591" y="2435"/>
                  </a:lnTo>
                  <a:lnTo>
                    <a:pt x="812" y="2583"/>
                  </a:lnTo>
                  <a:lnTo>
                    <a:pt x="1033" y="2656"/>
                  </a:lnTo>
                  <a:lnTo>
                    <a:pt x="1550" y="2656"/>
                  </a:lnTo>
                  <a:lnTo>
                    <a:pt x="1845" y="2583"/>
                  </a:lnTo>
                  <a:lnTo>
                    <a:pt x="2066" y="2435"/>
                  </a:lnTo>
                  <a:lnTo>
                    <a:pt x="2213" y="2288"/>
                  </a:lnTo>
                  <a:lnTo>
                    <a:pt x="2435" y="2140"/>
                  </a:lnTo>
                  <a:lnTo>
                    <a:pt x="2508" y="1845"/>
                  </a:lnTo>
                  <a:lnTo>
                    <a:pt x="2582" y="1624"/>
                  </a:lnTo>
                  <a:lnTo>
                    <a:pt x="2656" y="1329"/>
                  </a:lnTo>
                  <a:lnTo>
                    <a:pt x="2582" y="1107"/>
                  </a:lnTo>
                  <a:lnTo>
                    <a:pt x="2508" y="812"/>
                  </a:lnTo>
                  <a:lnTo>
                    <a:pt x="2435" y="591"/>
                  </a:lnTo>
                  <a:lnTo>
                    <a:pt x="2213" y="444"/>
                  </a:lnTo>
                  <a:lnTo>
                    <a:pt x="2066" y="296"/>
                  </a:lnTo>
                  <a:lnTo>
                    <a:pt x="1845" y="149"/>
                  </a:lnTo>
                  <a:lnTo>
                    <a:pt x="1550" y="75"/>
                  </a:lnTo>
                  <a:lnTo>
                    <a:pt x="132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46" name="Google Shape;5971;p48">
              <a:extLst>
                <a:ext uri="{FF2B5EF4-FFF2-40B4-BE49-F238E27FC236}">
                  <a16:creationId xmlns:a16="http://schemas.microsoft.com/office/drawing/2014/main" id="{18450422-A125-D56E-1C97-8FB54E248352}"/>
                </a:ext>
              </a:extLst>
            </p:cNvPr>
            <p:cNvSpPr/>
            <p:nvPr/>
          </p:nvSpPr>
          <p:spPr>
            <a:xfrm>
              <a:off x="4868425" y="1230175"/>
              <a:ext cx="73775" cy="73775"/>
            </a:xfrm>
            <a:custGeom>
              <a:avLst/>
              <a:gdLst/>
              <a:ahLst/>
              <a:cxnLst/>
              <a:rect l="l" t="t" r="r" b="b"/>
              <a:pathLst>
                <a:path w="2951" h="2951" extrusionOk="0">
                  <a:moveTo>
                    <a:pt x="1475" y="296"/>
                  </a:moveTo>
                  <a:lnTo>
                    <a:pt x="1697" y="369"/>
                  </a:lnTo>
                  <a:lnTo>
                    <a:pt x="1918" y="443"/>
                  </a:lnTo>
                  <a:lnTo>
                    <a:pt x="2287" y="664"/>
                  </a:lnTo>
                  <a:lnTo>
                    <a:pt x="2508" y="1033"/>
                  </a:lnTo>
                  <a:lnTo>
                    <a:pt x="2582" y="1254"/>
                  </a:lnTo>
                  <a:lnTo>
                    <a:pt x="2655" y="1476"/>
                  </a:lnTo>
                  <a:lnTo>
                    <a:pt x="2582" y="1771"/>
                  </a:lnTo>
                  <a:lnTo>
                    <a:pt x="2508" y="1992"/>
                  </a:lnTo>
                  <a:lnTo>
                    <a:pt x="2287" y="2361"/>
                  </a:lnTo>
                  <a:lnTo>
                    <a:pt x="1918" y="2582"/>
                  </a:lnTo>
                  <a:lnTo>
                    <a:pt x="1697" y="2656"/>
                  </a:lnTo>
                  <a:lnTo>
                    <a:pt x="1180" y="2656"/>
                  </a:lnTo>
                  <a:lnTo>
                    <a:pt x="959" y="2582"/>
                  </a:lnTo>
                  <a:lnTo>
                    <a:pt x="590" y="2361"/>
                  </a:lnTo>
                  <a:lnTo>
                    <a:pt x="369" y="1992"/>
                  </a:lnTo>
                  <a:lnTo>
                    <a:pt x="295" y="1771"/>
                  </a:lnTo>
                  <a:lnTo>
                    <a:pt x="295" y="1476"/>
                  </a:lnTo>
                  <a:lnTo>
                    <a:pt x="295" y="1254"/>
                  </a:lnTo>
                  <a:lnTo>
                    <a:pt x="369" y="1033"/>
                  </a:lnTo>
                  <a:lnTo>
                    <a:pt x="590" y="664"/>
                  </a:lnTo>
                  <a:lnTo>
                    <a:pt x="959" y="443"/>
                  </a:lnTo>
                  <a:lnTo>
                    <a:pt x="1180" y="369"/>
                  </a:lnTo>
                  <a:lnTo>
                    <a:pt x="1475" y="296"/>
                  </a:lnTo>
                  <a:close/>
                  <a:moveTo>
                    <a:pt x="1475" y="0"/>
                  </a:moveTo>
                  <a:lnTo>
                    <a:pt x="1180" y="74"/>
                  </a:lnTo>
                  <a:lnTo>
                    <a:pt x="885" y="148"/>
                  </a:lnTo>
                  <a:lnTo>
                    <a:pt x="590" y="296"/>
                  </a:lnTo>
                  <a:lnTo>
                    <a:pt x="443" y="443"/>
                  </a:lnTo>
                  <a:lnTo>
                    <a:pt x="221" y="664"/>
                  </a:lnTo>
                  <a:lnTo>
                    <a:pt x="74" y="959"/>
                  </a:lnTo>
                  <a:lnTo>
                    <a:pt x="0" y="1181"/>
                  </a:lnTo>
                  <a:lnTo>
                    <a:pt x="0" y="1476"/>
                  </a:lnTo>
                  <a:lnTo>
                    <a:pt x="0" y="1844"/>
                  </a:lnTo>
                  <a:lnTo>
                    <a:pt x="74" y="2066"/>
                  </a:lnTo>
                  <a:lnTo>
                    <a:pt x="221" y="2361"/>
                  </a:lnTo>
                  <a:lnTo>
                    <a:pt x="443" y="2582"/>
                  </a:lnTo>
                  <a:lnTo>
                    <a:pt x="590" y="2730"/>
                  </a:lnTo>
                  <a:lnTo>
                    <a:pt x="885" y="2877"/>
                  </a:lnTo>
                  <a:lnTo>
                    <a:pt x="1180" y="2951"/>
                  </a:lnTo>
                  <a:lnTo>
                    <a:pt x="1770" y="2951"/>
                  </a:lnTo>
                  <a:lnTo>
                    <a:pt x="1992" y="2877"/>
                  </a:lnTo>
                  <a:lnTo>
                    <a:pt x="2287" y="2730"/>
                  </a:lnTo>
                  <a:lnTo>
                    <a:pt x="2508" y="2582"/>
                  </a:lnTo>
                  <a:lnTo>
                    <a:pt x="2655" y="2361"/>
                  </a:lnTo>
                  <a:lnTo>
                    <a:pt x="2803" y="2066"/>
                  </a:lnTo>
                  <a:lnTo>
                    <a:pt x="2877" y="1844"/>
                  </a:lnTo>
                  <a:lnTo>
                    <a:pt x="2950" y="1476"/>
                  </a:lnTo>
                  <a:lnTo>
                    <a:pt x="2877" y="1181"/>
                  </a:lnTo>
                  <a:lnTo>
                    <a:pt x="2803" y="959"/>
                  </a:lnTo>
                  <a:lnTo>
                    <a:pt x="2655" y="664"/>
                  </a:lnTo>
                  <a:lnTo>
                    <a:pt x="2508" y="443"/>
                  </a:lnTo>
                  <a:lnTo>
                    <a:pt x="2287" y="296"/>
                  </a:lnTo>
                  <a:lnTo>
                    <a:pt x="1992" y="148"/>
                  </a:lnTo>
                  <a:lnTo>
                    <a:pt x="1770" y="74"/>
                  </a:lnTo>
                  <a:lnTo>
                    <a:pt x="147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47" name="Google Shape;5972;p48">
              <a:extLst>
                <a:ext uri="{FF2B5EF4-FFF2-40B4-BE49-F238E27FC236}">
                  <a16:creationId xmlns:a16="http://schemas.microsoft.com/office/drawing/2014/main" id="{7AC57781-84D6-68BC-4ADD-56A6B676BE02}"/>
                </a:ext>
              </a:extLst>
            </p:cNvPr>
            <p:cNvSpPr/>
            <p:nvPr/>
          </p:nvSpPr>
          <p:spPr>
            <a:xfrm>
              <a:off x="4733800" y="1560250"/>
              <a:ext cx="140175" cy="140175"/>
            </a:xfrm>
            <a:custGeom>
              <a:avLst/>
              <a:gdLst/>
              <a:ahLst/>
              <a:cxnLst/>
              <a:rect l="l" t="t" r="r" b="b"/>
              <a:pathLst>
                <a:path w="5607" h="5607" extrusionOk="0">
                  <a:moveTo>
                    <a:pt x="2804" y="0"/>
                  </a:moveTo>
                  <a:lnTo>
                    <a:pt x="2213" y="74"/>
                  </a:lnTo>
                  <a:lnTo>
                    <a:pt x="1697" y="222"/>
                  </a:lnTo>
                  <a:lnTo>
                    <a:pt x="1181" y="517"/>
                  </a:lnTo>
                  <a:lnTo>
                    <a:pt x="812" y="812"/>
                  </a:lnTo>
                  <a:lnTo>
                    <a:pt x="443" y="1254"/>
                  </a:lnTo>
                  <a:lnTo>
                    <a:pt x="222" y="1771"/>
                  </a:lnTo>
                  <a:lnTo>
                    <a:pt x="1" y="2287"/>
                  </a:lnTo>
                  <a:lnTo>
                    <a:pt x="1" y="2803"/>
                  </a:lnTo>
                  <a:lnTo>
                    <a:pt x="1" y="3393"/>
                  </a:lnTo>
                  <a:lnTo>
                    <a:pt x="222" y="3910"/>
                  </a:lnTo>
                  <a:lnTo>
                    <a:pt x="443" y="4426"/>
                  </a:lnTo>
                  <a:lnTo>
                    <a:pt x="812" y="4795"/>
                  </a:lnTo>
                  <a:lnTo>
                    <a:pt x="1181" y="5164"/>
                  </a:lnTo>
                  <a:lnTo>
                    <a:pt x="1697" y="5385"/>
                  </a:lnTo>
                  <a:lnTo>
                    <a:pt x="2213" y="5606"/>
                  </a:lnTo>
                  <a:lnTo>
                    <a:pt x="3320" y="5606"/>
                  </a:lnTo>
                  <a:lnTo>
                    <a:pt x="3836" y="5385"/>
                  </a:lnTo>
                  <a:lnTo>
                    <a:pt x="4352" y="5164"/>
                  </a:lnTo>
                  <a:lnTo>
                    <a:pt x="4795" y="4795"/>
                  </a:lnTo>
                  <a:lnTo>
                    <a:pt x="5090" y="4426"/>
                  </a:lnTo>
                  <a:lnTo>
                    <a:pt x="5385" y="3910"/>
                  </a:lnTo>
                  <a:lnTo>
                    <a:pt x="5533" y="3393"/>
                  </a:lnTo>
                  <a:lnTo>
                    <a:pt x="5606" y="2803"/>
                  </a:lnTo>
                  <a:lnTo>
                    <a:pt x="5533" y="2287"/>
                  </a:lnTo>
                  <a:lnTo>
                    <a:pt x="5385" y="1771"/>
                  </a:lnTo>
                  <a:lnTo>
                    <a:pt x="5090" y="1254"/>
                  </a:lnTo>
                  <a:lnTo>
                    <a:pt x="4795" y="812"/>
                  </a:lnTo>
                  <a:lnTo>
                    <a:pt x="4352" y="517"/>
                  </a:lnTo>
                  <a:lnTo>
                    <a:pt x="3836" y="222"/>
                  </a:lnTo>
                  <a:lnTo>
                    <a:pt x="3320" y="74"/>
                  </a:lnTo>
                  <a:lnTo>
                    <a:pt x="280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48" name="Google Shape;5973;p48">
              <a:extLst>
                <a:ext uri="{FF2B5EF4-FFF2-40B4-BE49-F238E27FC236}">
                  <a16:creationId xmlns:a16="http://schemas.microsoft.com/office/drawing/2014/main" id="{FEA7E457-357C-B1F8-5DA6-AED250C042B7}"/>
                </a:ext>
              </a:extLst>
            </p:cNvPr>
            <p:cNvSpPr/>
            <p:nvPr/>
          </p:nvSpPr>
          <p:spPr>
            <a:xfrm>
              <a:off x="4730125" y="1556550"/>
              <a:ext cx="147525" cy="147550"/>
            </a:xfrm>
            <a:custGeom>
              <a:avLst/>
              <a:gdLst/>
              <a:ahLst/>
              <a:cxnLst/>
              <a:rect l="l" t="t" r="r" b="b"/>
              <a:pathLst>
                <a:path w="5901" h="5902" extrusionOk="0">
                  <a:moveTo>
                    <a:pt x="2951" y="296"/>
                  </a:moveTo>
                  <a:lnTo>
                    <a:pt x="3467" y="370"/>
                  </a:lnTo>
                  <a:lnTo>
                    <a:pt x="3983" y="517"/>
                  </a:lnTo>
                  <a:lnTo>
                    <a:pt x="4426" y="812"/>
                  </a:lnTo>
                  <a:lnTo>
                    <a:pt x="4795" y="1107"/>
                  </a:lnTo>
                  <a:lnTo>
                    <a:pt x="5090" y="1476"/>
                  </a:lnTo>
                  <a:lnTo>
                    <a:pt x="5385" y="1919"/>
                  </a:lnTo>
                  <a:lnTo>
                    <a:pt x="5532" y="2435"/>
                  </a:lnTo>
                  <a:lnTo>
                    <a:pt x="5606" y="2951"/>
                  </a:lnTo>
                  <a:lnTo>
                    <a:pt x="5532" y="3541"/>
                  </a:lnTo>
                  <a:lnTo>
                    <a:pt x="5385" y="3984"/>
                  </a:lnTo>
                  <a:lnTo>
                    <a:pt x="5090" y="4426"/>
                  </a:lnTo>
                  <a:lnTo>
                    <a:pt x="4795" y="4869"/>
                  </a:lnTo>
                  <a:lnTo>
                    <a:pt x="4426" y="5164"/>
                  </a:lnTo>
                  <a:lnTo>
                    <a:pt x="3983" y="5459"/>
                  </a:lnTo>
                  <a:lnTo>
                    <a:pt x="3467" y="5607"/>
                  </a:lnTo>
                  <a:lnTo>
                    <a:pt x="2360" y="5607"/>
                  </a:lnTo>
                  <a:lnTo>
                    <a:pt x="1918" y="5459"/>
                  </a:lnTo>
                  <a:lnTo>
                    <a:pt x="1475" y="5164"/>
                  </a:lnTo>
                  <a:lnTo>
                    <a:pt x="1033" y="4869"/>
                  </a:lnTo>
                  <a:lnTo>
                    <a:pt x="738" y="4426"/>
                  </a:lnTo>
                  <a:lnTo>
                    <a:pt x="443" y="3984"/>
                  </a:lnTo>
                  <a:lnTo>
                    <a:pt x="295" y="3541"/>
                  </a:lnTo>
                  <a:lnTo>
                    <a:pt x="295" y="2951"/>
                  </a:lnTo>
                  <a:lnTo>
                    <a:pt x="295" y="2435"/>
                  </a:lnTo>
                  <a:lnTo>
                    <a:pt x="443" y="1919"/>
                  </a:lnTo>
                  <a:lnTo>
                    <a:pt x="738" y="1476"/>
                  </a:lnTo>
                  <a:lnTo>
                    <a:pt x="1033" y="1107"/>
                  </a:lnTo>
                  <a:lnTo>
                    <a:pt x="1475" y="812"/>
                  </a:lnTo>
                  <a:lnTo>
                    <a:pt x="1918" y="517"/>
                  </a:lnTo>
                  <a:lnTo>
                    <a:pt x="2360" y="370"/>
                  </a:lnTo>
                  <a:lnTo>
                    <a:pt x="2951" y="296"/>
                  </a:lnTo>
                  <a:close/>
                  <a:moveTo>
                    <a:pt x="2951" y="1"/>
                  </a:moveTo>
                  <a:lnTo>
                    <a:pt x="2360" y="75"/>
                  </a:lnTo>
                  <a:lnTo>
                    <a:pt x="1770" y="296"/>
                  </a:lnTo>
                  <a:lnTo>
                    <a:pt x="1254" y="517"/>
                  </a:lnTo>
                  <a:lnTo>
                    <a:pt x="812" y="886"/>
                  </a:lnTo>
                  <a:lnTo>
                    <a:pt x="443" y="1329"/>
                  </a:lnTo>
                  <a:lnTo>
                    <a:pt x="221" y="1845"/>
                  </a:lnTo>
                  <a:lnTo>
                    <a:pt x="0" y="2361"/>
                  </a:lnTo>
                  <a:lnTo>
                    <a:pt x="0" y="2951"/>
                  </a:lnTo>
                  <a:lnTo>
                    <a:pt x="0" y="3541"/>
                  </a:lnTo>
                  <a:lnTo>
                    <a:pt x="221" y="4131"/>
                  </a:lnTo>
                  <a:lnTo>
                    <a:pt x="443" y="4648"/>
                  </a:lnTo>
                  <a:lnTo>
                    <a:pt x="812" y="5090"/>
                  </a:lnTo>
                  <a:lnTo>
                    <a:pt x="1254" y="5459"/>
                  </a:lnTo>
                  <a:lnTo>
                    <a:pt x="1770" y="5680"/>
                  </a:lnTo>
                  <a:lnTo>
                    <a:pt x="2360" y="5902"/>
                  </a:lnTo>
                  <a:lnTo>
                    <a:pt x="3541" y="5902"/>
                  </a:lnTo>
                  <a:lnTo>
                    <a:pt x="4057" y="5680"/>
                  </a:lnTo>
                  <a:lnTo>
                    <a:pt x="4573" y="5459"/>
                  </a:lnTo>
                  <a:lnTo>
                    <a:pt x="5016" y="5090"/>
                  </a:lnTo>
                  <a:lnTo>
                    <a:pt x="5385" y="4648"/>
                  </a:lnTo>
                  <a:lnTo>
                    <a:pt x="5606" y="4131"/>
                  </a:lnTo>
                  <a:lnTo>
                    <a:pt x="5827" y="3541"/>
                  </a:lnTo>
                  <a:lnTo>
                    <a:pt x="5901" y="2951"/>
                  </a:lnTo>
                  <a:lnTo>
                    <a:pt x="5827" y="2361"/>
                  </a:lnTo>
                  <a:lnTo>
                    <a:pt x="5606" y="1845"/>
                  </a:lnTo>
                  <a:lnTo>
                    <a:pt x="5385" y="1329"/>
                  </a:lnTo>
                  <a:lnTo>
                    <a:pt x="5016" y="886"/>
                  </a:lnTo>
                  <a:lnTo>
                    <a:pt x="4573" y="517"/>
                  </a:lnTo>
                  <a:lnTo>
                    <a:pt x="4057" y="296"/>
                  </a:lnTo>
                  <a:lnTo>
                    <a:pt x="3541" y="75"/>
                  </a:lnTo>
                  <a:lnTo>
                    <a:pt x="295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49" name="Google Shape;5974;p48">
              <a:extLst>
                <a:ext uri="{FF2B5EF4-FFF2-40B4-BE49-F238E27FC236}">
                  <a16:creationId xmlns:a16="http://schemas.microsoft.com/office/drawing/2014/main" id="{FC8AF6F9-08EA-15D7-A1DD-5F1AE6A9F6E0}"/>
                </a:ext>
              </a:extLst>
            </p:cNvPr>
            <p:cNvSpPr/>
            <p:nvPr/>
          </p:nvSpPr>
          <p:spPr>
            <a:xfrm>
              <a:off x="4770675" y="1597125"/>
              <a:ext cx="66425" cy="66400"/>
            </a:xfrm>
            <a:custGeom>
              <a:avLst/>
              <a:gdLst/>
              <a:ahLst/>
              <a:cxnLst/>
              <a:rect l="l" t="t" r="r" b="b"/>
              <a:pathLst>
                <a:path w="2657" h="2656" extrusionOk="0">
                  <a:moveTo>
                    <a:pt x="1329" y="1"/>
                  </a:moveTo>
                  <a:lnTo>
                    <a:pt x="1034" y="74"/>
                  </a:lnTo>
                  <a:lnTo>
                    <a:pt x="812" y="148"/>
                  </a:lnTo>
                  <a:lnTo>
                    <a:pt x="591" y="222"/>
                  </a:lnTo>
                  <a:lnTo>
                    <a:pt x="370" y="443"/>
                  </a:lnTo>
                  <a:lnTo>
                    <a:pt x="222" y="591"/>
                  </a:lnTo>
                  <a:lnTo>
                    <a:pt x="75" y="812"/>
                  </a:lnTo>
                  <a:lnTo>
                    <a:pt x="1" y="1107"/>
                  </a:lnTo>
                  <a:lnTo>
                    <a:pt x="1" y="1328"/>
                  </a:lnTo>
                  <a:lnTo>
                    <a:pt x="1" y="1623"/>
                  </a:lnTo>
                  <a:lnTo>
                    <a:pt x="75" y="1845"/>
                  </a:lnTo>
                  <a:lnTo>
                    <a:pt x="222" y="2066"/>
                  </a:lnTo>
                  <a:lnTo>
                    <a:pt x="370" y="2287"/>
                  </a:lnTo>
                  <a:lnTo>
                    <a:pt x="591" y="2435"/>
                  </a:lnTo>
                  <a:lnTo>
                    <a:pt x="812" y="2582"/>
                  </a:lnTo>
                  <a:lnTo>
                    <a:pt x="1034" y="2656"/>
                  </a:lnTo>
                  <a:lnTo>
                    <a:pt x="1550" y="2656"/>
                  </a:lnTo>
                  <a:lnTo>
                    <a:pt x="1845" y="2582"/>
                  </a:lnTo>
                  <a:lnTo>
                    <a:pt x="2066" y="2435"/>
                  </a:lnTo>
                  <a:lnTo>
                    <a:pt x="2214" y="2287"/>
                  </a:lnTo>
                  <a:lnTo>
                    <a:pt x="2435" y="2066"/>
                  </a:lnTo>
                  <a:lnTo>
                    <a:pt x="2509" y="1845"/>
                  </a:lnTo>
                  <a:lnTo>
                    <a:pt x="2582" y="1623"/>
                  </a:lnTo>
                  <a:lnTo>
                    <a:pt x="2656" y="1328"/>
                  </a:lnTo>
                  <a:lnTo>
                    <a:pt x="2582" y="1107"/>
                  </a:lnTo>
                  <a:lnTo>
                    <a:pt x="2509" y="812"/>
                  </a:lnTo>
                  <a:lnTo>
                    <a:pt x="2435" y="591"/>
                  </a:lnTo>
                  <a:lnTo>
                    <a:pt x="2214" y="443"/>
                  </a:lnTo>
                  <a:lnTo>
                    <a:pt x="2066" y="222"/>
                  </a:lnTo>
                  <a:lnTo>
                    <a:pt x="1845" y="148"/>
                  </a:lnTo>
                  <a:lnTo>
                    <a:pt x="1550" y="74"/>
                  </a:lnTo>
                  <a:lnTo>
                    <a:pt x="132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50" name="Google Shape;5975;p48">
              <a:extLst>
                <a:ext uri="{FF2B5EF4-FFF2-40B4-BE49-F238E27FC236}">
                  <a16:creationId xmlns:a16="http://schemas.microsoft.com/office/drawing/2014/main" id="{B1F3B013-B3FD-C3D3-7FA3-F280610989BB}"/>
                </a:ext>
              </a:extLst>
            </p:cNvPr>
            <p:cNvSpPr/>
            <p:nvPr/>
          </p:nvSpPr>
          <p:spPr>
            <a:xfrm>
              <a:off x="4767000" y="1593450"/>
              <a:ext cx="73775" cy="73775"/>
            </a:xfrm>
            <a:custGeom>
              <a:avLst/>
              <a:gdLst/>
              <a:ahLst/>
              <a:cxnLst/>
              <a:rect l="l" t="t" r="r" b="b"/>
              <a:pathLst>
                <a:path w="2951" h="2951" extrusionOk="0">
                  <a:moveTo>
                    <a:pt x="1476" y="295"/>
                  </a:moveTo>
                  <a:lnTo>
                    <a:pt x="1697" y="369"/>
                  </a:lnTo>
                  <a:lnTo>
                    <a:pt x="1918" y="443"/>
                  </a:lnTo>
                  <a:lnTo>
                    <a:pt x="2287" y="664"/>
                  </a:lnTo>
                  <a:lnTo>
                    <a:pt x="2508" y="1033"/>
                  </a:lnTo>
                  <a:lnTo>
                    <a:pt x="2582" y="1254"/>
                  </a:lnTo>
                  <a:lnTo>
                    <a:pt x="2656" y="1475"/>
                  </a:lnTo>
                  <a:lnTo>
                    <a:pt x="2582" y="1770"/>
                  </a:lnTo>
                  <a:lnTo>
                    <a:pt x="2508" y="1992"/>
                  </a:lnTo>
                  <a:lnTo>
                    <a:pt x="2287" y="2360"/>
                  </a:lnTo>
                  <a:lnTo>
                    <a:pt x="1918" y="2582"/>
                  </a:lnTo>
                  <a:lnTo>
                    <a:pt x="1697" y="2655"/>
                  </a:lnTo>
                  <a:lnTo>
                    <a:pt x="1181" y="2655"/>
                  </a:lnTo>
                  <a:lnTo>
                    <a:pt x="959" y="2582"/>
                  </a:lnTo>
                  <a:lnTo>
                    <a:pt x="590" y="2360"/>
                  </a:lnTo>
                  <a:lnTo>
                    <a:pt x="369" y="1992"/>
                  </a:lnTo>
                  <a:lnTo>
                    <a:pt x="295" y="1770"/>
                  </a:lnTo>
                  <a:lnTo>
                    <a:pt x="295" y="1475"/>
                  </a:lnTo>
                  <a:lnTo>
                    <a:pt x="295" y="1254"/>
                  </a:lnTo>
                  <a:lnTo>
                    <a:pt x="369" y="1033"/>
                  </a:lnTo>
                  <a:lnTo>
                    <a:pt x="590" y="664"/>
                  </a:lnTo>
                  <a:lnTo>
                    <a:pt x="959" y="443"/>
                  </a:lnTo>
                  <a:lnTo>
                    <a:pt x="1181" y="369"/>
                  </a:lnTo>
                  <a:lnTo>
                    <a:pt x="1476" y="295"/>
                  </a:lnTo>
                  <a:close/>
                  <a:moveTo>
                    <a:pt x="1476" y="0"/>
                  </a:moveTo>
                  <a:lnTo>
                    <a:pt x="1181" y="74"/>
                  </a:lnTo>
                  <a:lnTo>
                    <a:pt x="885" y="148"/>
                  </a:lnTo>
                  <a:lnTo>
                    <a:pt x="590" y="295"/>
                  </a:lnTo>
                  <a:lnTo>
                    <a:pt x="369" y="443"/>
                  </a:lnTo>
                  <a:lnTo>
                    <a:pt x="222" y="664"/>
                  </a:lnTo>
                  <a:lnTo>
                    <a:pt x="74" y="959"/>
                  </a:lnTo>
                  <a:lnTo>
                    <a:pt x="0" y="1180"/>
                  </a:lnTo>
                  <a:lnTo>
                    <a:pt x="0" y="1475"/>
                  </a:lnTo>
                  <a:lnTo>
                    <a:pt x="0" y="1770"/>
                  </a:lnTo>
                  <a:lnTo>
                    <a:pt x="74" y="2065"/>
                  </a:lnTo>
                  <a:lnTo>
                    <a:pt x="222" y="2360"/>
                  </a:lnTo>
                  <a:lnTo>
                    <a:pt x="369" y="2582"/>
                  </a:lnTo>
                  <a:lnTo>
                    <a:pt x="590" y="2729"/>
                  </a:lnTo>
                  <a:lnTo>
                    <a:pt x="885" y="2877"/>
                  </a:lnTo>
                  <a:lnTo>
                    <a:pt x="1181" y="2950"/>
                  </a:lnTo>
                  <a:lnTo>
                    <a:pt x="1771" y="2950"/>
                  </a:lnTo>
                  <a:lnTo>
                    <a:pt x="1992" y="2877"/>
                  </a:lnTo>
                  <a:lnTo>
                    <a:pt x="2287" y="2729"/>
                  </a:lnTo>
                  <a:lnTo>
                    <a:pt x="2508" y="2582"/>
                  </a:lnTo>
                  <a:lnTo>
                    <a:pt x="2656" y="2360"/>
                  </a:lnTo>
                  <a:lnTo>
                    <a:pt x="2803" y="2065"/>
                  </a:lnTo>
                  <a:lnTo>
                    <a:pt x="2877" y="1770"/>
                  </a:lnTo>
                  <a:lnTo>
                    <a:pt x="2951" y="1475"/>
                  </a:lnTo>
                  <a:lnTo>
                    <a:pt x="2877" y="1180"/>
                  </a:lnTo>
                  <a:lnTo>
                    <a:pt x="2803" y="959"/>
                  </a:lnTo>
                  <a:lnTo>
                    <a:pt x="2656" y="664"/>
                  </a:lnTo>
                  <a:lnTo>
                    <a:pt x="2508" y="443"/>
                  </a:lnTo>
                  <a:lnTo>
                    <a:pt x="2287" y="295"/>
                  </a:lnTo>
                  <a:lnTo>
                    <a:pt x="1992" y="148"/>
                  </a:lnTo>
                  <a:lnTo>
                    <a:pt x="1771" y="74"/>
                  </a:lnTo>
                  <a:lnTo>
                    <a:pt x="1476"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51" name="Google Shape;5976;p48">
              <a:extLst>
                <a:ext uri="{FF2B5EF4-FFF2-40B4-BE49-F238E27FC236}">
                  <a16:creationId xmlns:a16="http://schemas.microsoft.com/office/drawing/2014/main" id="{493D8CBF-0DF8-2B9F-B1DD-0A08F7C9F9A1}"/>
                </a:ext>
              </a:extLst>
            </p:cNvPr>
            <p:cNvSpPr/>
            <p:nvPr/>
          </p:nvSpPr>
          <p:spPr>
            <a:xfrm>
              <a:off x="4348425" y="1514150"/>
              <a:ext cx="18450" cy="42425"/>
            </a:xfrm>
            <a:custGeom>
              <a:avLst/>
              <a:gdLst/>
              <a:ahLst/>
              <a:cxnLst/>
              <a:rect l="l" t="t" r="r" b="b"/>
              <a:pathLst>
                <a:path w="738" h="1697" extrusionOk="0">
                  <a:moveTo>
                    <a:pt x="148" y="0"/>
                  </a:moveTo>
                  <a:lnTo>
                    <a:pt x="74" y="74"/>
                  </a:lnTo>
                  <a:lnTo>
                    <a:pt x="0" y="222"/>
                  </a:lnTo>
                  <a:lnTo>
                    <a:pt x="443" y="1623"/>
                  </a:lnTo>
                  <a:lnTo>
                    <a:pt x="516" y="1697"/>
                  </a:lnTo>
                  <a:lnTo>
                    <a:pt x="664" y="1697"/>
                  </a:lnTo>
                  <a:lnTo>
                    <a:pt x="738" y="1623"/>
                  </a:lnTo>
                  <a:lnTo>
                    <a:pt x="738" y="1549"/>
                  </a:lnTo>
                  <a:lnTo>
                    <a:pt x="295" y="148"/>
                  </a:lnTo>
                  <a:lnTo>
                    <a:pt x="221"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52" name="Google Shape;5977;p48">
              <a:extLst>
                <a:ext uri="{FF2B5EF4-FFF2-40B4-BE49-F238E27FC236}">
                  <a16:creationId xmlns:a16="http://schemas.microsoft.com/office/drawing/2014/main" id="{26CACC55-9C46-5A1C-F4D3-0CB92E0C11F2}"/>
                </a:ext>
              </a:extLst>
            </p:cNvPr>
            <p:cNvSpPr/>
            <p:nvPr/>
          </p:nvSpPr>
          <p:spPr>
            <a:xfrm>
              <a:off x="4309700" y="1539975"/>
              <a:ext cx="38750" cy="29525"/>
            </a:xfrm>
            <a:custGeom>
              <a:avLst/>
              <a:gdLst/>
              <a:ahLst/>
              <a:cxnLst/>
              <a:rect l="l" t="t" r="r" b="b"/>
              <a:pathLst>
                <a:path w="1550" h="1181" extrusionOk="0">
                  <a:moveTo>
                    <a:pt x="148" y="0"/>
                  </a:moveTo>
                  <a:lnTo>
                    <a:pt x="0" y="74"/>
                  </a:lnTo>
                  <a:lnTo>
                    <a:pt x="0" y="221"/>
                  </a:lnTo>
                  <a:lnTo>
                    <a:pt x="74" y="295"/>
                  </a:lnTo>
                  <a:lnTo>
                    <a:pt x="1254" y="1180"/>
                  </a:lnTo>
                  <a:lnTo>
                    <a:pt x="1475" y="1180"/>
                  </a:lnTo>
                  <a:lnTo>
                    <a:pt x="1549" y="1033"/>
                  </a:lnTo>
                  <a:lnTo>
                    <a:pt x="1475" y="959"/>
                  </a:lnTo>
                  <a:lnTo>
                    <a:pt x="221"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53" name="Google Shape;5978;p48">
              <a:extLst>
                <a:ext uri="{FF2B5EF4-FFF2-40B4-BE49-F238E27FC236}">
                  <a16:creationId xmlns:a16="http://schemas.microsoft.com/office/drawing/2014/main" id="{2128B69F-98A8-3283-8822-0D9519CD3B7B}"/>
                </a:ext>
              </a:extLst>
            </p:cNvPr>
            <p:cNvSpPr/>
            <p:nvPr/>
          </p:nvSpPr>
          <p:spPr>
            <a:xfrm>
              <a:off x="4403725" y="1584225"/>
              <a:ext cx="44300" cy="9250"/>
            </a:xfrm>
            <a:custGeom>
              <a:avLst/>
              <a:gdLst/>
              <a:ahLst/>
              <a:cxnLst/>
              <a:rect l="l" t="t" r="r" b="b"/>
              <a:pathLst>
                <a:path w="1772" h="370" extrusionOk="0">
                  <a:moveTo>
                    <a:pt x="148" y="0"/>
                  </a:moveTo>
                  <a:lnTo>
                    <a:pt x="75" y="74"/>
                  </a:lnTo>
                  <a:lnTo>
                    <a:pt x="1" y="148"/>
                  </a:lnTo>
                  <a:lnTo>
                    <a:pt x="75" y="295"/>
                  </a:lnTo>
                  <a:lnTo>
                    <a:pt x="148" y="295"/>
                  </a:lnTo>
                  <a:lnTo>
                    <a:pt x="1624" y="369"/>
                  </a:lnTo>
                  <a:lnTo>
                    <a:pt x="1771" y="369"/>
                  </a:lnTo>
                  <a:lnTo>
                    <a:pt x="1771" y="295"/>
                  </a:lnTo>
                  <a:lnTo>
                    <a:pt x="1771" y="148"/>
                  </a:lnTo>
                  <a:lnTo>
                    <a:pt x="1624"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54" name="Google Shape;5979;p48">
              <a:extLst>
                <a:ext uri="{FF2B5EF4-FFF2-40B4-BE49-F238E27FC236}">
                  <a16:creationId xmlns:a16="http://schemas.microsoft.com/office/drawing/2014/main" id="{0D8DE2EF-DE01-479F-6A7A-5747640D5A63}"/>
                </a:ext>
              </a:extLst>
            </p:cNvPr>
            <p:cNvSpPr/>
            <p:nvPr/>
          </p:nvSpPr>
          <p:spPr>
            <a:xfrm>
              <a:off x="4383450" y="1600825"/>
              <a:ext cx="29525" cy="49800"/>
            </a:xfrm>
            <a:custGeom>
              <a:avLst/>
              <a:gdLst/>
              <a:ahLst/>
              <a:cxnLst/>
              <a:rect l="l" t="t" r="r" b="b"/>
              <a:pathLst>
                <a:path w="1181" h="1992" extrusionOk="0">
                  <a:moveTo>
                    <a:pt x="74" y="0"/>
                  </a:moveTo>
                  <a:lnTo>
                    <a:pt x="1" y="74"/>
                  </a:lnTo>
                  <a:lnTo>
                    <a:pt x="1" y="148"/>
                  </a:lnTo>
                  <a:lnTo>
                    <a:pt x="886" y="1918"/>
                  </a:lnTo>
                  <a:lnTo>
                    <a:pt x="959" y="1992"/>
                  </a:lnTo>
                  <a:lnTo>
                    <a:pt x="1107" y="1992"/>
                  </a:lnTo>
                  <a:lnTo>
                    <a:pt x="1181" y="1918"/>
                  </a:lnTo>
                  <a:lnTo>
                    <a:pt x="1181" y="1770"/>
                  </a:lnTo>
                  <a:lnTo>
                    <a:pt x="296" y="74"/>
                  </a:lnTo>
                  <a:lnTo>
                    <a:pt x="22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55" name="Google Shape;5980;p48">
              <a:extLst>
                <a:ext uri="{FF2B5EF4-FFF2-40B4-BE49-F238E27FC236}">
                  <a16:creationId xmlns:a16="http://schemas.microsoft.com/office/drawing/2014/main" id="{AB8A9E6B-84D8-754C-319A-3E44D982C27B}"/>
                </a:ext>
              </a:extLst>
            </p:cNvPr>
            <p:cNvSpPr/>
            <p:nvPr/>
          </p:nvSpPr>
          <p:spPr>
            <a:xfrm>
              <a:off x="4416650" y="1608200"/>
              <a:ext cx="22150" cy="16600"/>
            </a:xfrm>
            <a:custGeom>
              <a:avLst/>
              <a:gdLst/>
              <a:ahLst/>
              <a:cxnLst/>
              <a:rect l="l" t="t" r="r" b="b"/>
              <a:pathLst>
                <a:path w="886" h="664" extrusionOk="0">
                  <a:moveTo>
                    <a:pt x="148" y="0"/>
                  </a:moveTo>
                  <a:lnTo>
                    <a:pt x="0" y="74"/>
                  </a:lnTo>
                  <a:lnTo>
                    <a:pt x="0" y="221"/>
                  </a:lnTo>
                  <a:lnTo>
                    <a:pt x="74" y="295"/>
                  </a:lnTo>
                  <a:lnTo>
                    <a:pt x="664" y="664"/>
                  </a:lnTo>
                  <a:lnTo>
                    <a:pt x="738" y="664"/>
                  </a:lnTo>
                  <a:lnTo>
                    <a:pt x="885" y="590"/>
                  </a:lnTo>
                  <a:lnTo>
                    <a:pt x="885" y="516"/>
                  </a:lnTo>
                  <a:lnTo>
                    <a:pt x="812" y="369"/>
                  </a:lnTo>
                  <a:lnTo>
                    <a:pt x="221"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56" name="Google Shape;5981;p48">
              <a:extLst>
                <a:ext uri="{FF2B5EF4-FFF2-40B4-BE49-F238E27FC236}">
                  <a16:creationId xmlns:a16="http://schemas.microsoft.com/office/drawing/2014/main" id="{2A24D9D6-6357-13D9-9EC1-37310837FB4A}"/>
                </a:ext>
              </a:extLst>
            </p:cNvPr>
            <p:cNvSpPr/>
            <p:nvPr/>
          </p:nvSpPr>
          <p:spPr>
            <a:xfrm>
              <a:off x="4123450" y="315550"/>
              <a:ext cx="42425" cy="433375"/>
            </a:xfrm>
            <a:custGeom>
              <a:avLst/>
              <a:gdLst/>
              <a:ahLst/>
              <a:cxnLst/>
              <a:rect l="l" t="t" r="r" b="b"/>
              <a:pathLst>
                <a:path w="1697" h="17335" extrusionOk="0">
                  <a:moveTo>
                    <a:pt x="74" y="1"/>
                  </a:moveTo>
                  <a:lnTo>
                    <a:pt x="1" y="148"/>
                  </a:lnTo>
                  <a:lnTo>
                    <a:pt x="1" y="17187"/>
                  </a:lnTo>
                  <a:lnTo>
                    <a:pt x="74" y="17261"/>
                  </a:lnTo>
                  <a:lnTo>
                    <a:pt x="148" y="17334"/>
                  </a:lnTo>
                  <a:lnTo>
                    <a:pt x="1549" y="17334"/>
                  </a:lnTo>
                  <a:lnTo>
                    <a:pt x="1623" y="17261"/>
                  </a:lnTo>
                  <a:lnTo>
                    <a:pt x="1697" y="17187"/>
                  </a:lnTo>
                  <a:lnTo>
                    <a:pt x="1697" y="222"/>
                  </a:lnTo>
                  <a:lnTo>
                    <a:pt x="1623" y="75"/>
                  </a:lnTo>
                  <a:lnTo>
                    <a:pt x="1402" y="75"/>
                  </a:lnTo>
                  <a:lnTo>
                    <a:pt x="1402" y="222"/>
                  </a:lnTo>
                  <a:lnTo>
                    <a:pt x="1402" y="17039"/>
                  </a:lnTo>
                  <a:lnTo>
                    <a:pt x="296" y="17039"/>
                  </a:lnTo>
                  <a:lnTo>
                    <a:pt x="296" y="148"/>
                  </a:lnTo>
                  <a:lnTo>
                    <a:pt x="29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57" name="Google Shape;5982;p48">
              <a:extLst>
                <a:ext uri="{FF2B5EF4-FFF2-40B4-BE49-F238E27FC236}">
                  <a16:creationId xmlns:a16="http://schemas.microsoft.com/office/drawing/2014/main" id="{75E12540-4B69-24D7-01AE-4413B567EBBE}"/>
                </a:ext>
              </a:extLst>
            </p:cNvPr>
            <p:cNvSpPr/>
            <p:nvPr/>
          </p:nvSpPr>
          <p:spPr>
            <a:xfrm>
              <a:off x="3987000" y="1257825"/>
              <a:ext cx="29525" cy="160450"/>
            </a:xfrm>
            <a:custGeom>
              <a:avLst/>
              <a:gdLst/>
              <a:ahLst/>
              <a:cxnLst/>
              <a:rect l="l" t="t" r="r" b="b"/>
              <a:pathLst>
                <a:path w="1181" h="6418" extrusionOk="0">
                  <a:moveTo>
                    <a:pt x="590" y="1"/>
                  </a:moveTo>
                  <a:lnTo>
                    <a:pt x="369" y="75"/>
                  </a:lnTo>
                  <a:lnTo>
                    <a:pt x="148" y="222"/>
                  </a:lnTo>
                  <a:lnTo>
                    <a:pt x="74" y="370"/>
                  </a:lnTo>
                  <a:lnTo>
                    <a:pt x="0" y="591"/>
                  </a:lnTo>
                  <a:lnTo>
                    <a:pt x="0" y="5828"/>
                  </a:lnTo>
                  <a:lnTo>
                    <a:pt x="74" y="6049"/>
                  </a:lnTo>
                  <a:lnTo>
                    <a:pt x="148" y="6270"/>
                  </a:lnTo>
                  <a:lnTo>
                    <a:pt x="369" y="6344"/>
                  </a:lnTo>
                  <a:lnTo>
                    <a:pt x="590" y="6418"/>
                  </a:lnTo>
                  <a:lnTo>
                    <a:pt x="812" y="6344"/>
                  </a:lnTo>
                  <a:lnTo>
                    <a:pt x="1033" y="6270"/>
                  </a:lnTo>
                  <a:lnTo>
                    <a:pt x="1107" y="6049"/>
                  </a:lnTo>
                  <a:lnTo>
                    <a:pt x="1181" y="5828"/>
                  </a:lnTo>
                  <a:lnTo>
                    <a:pt x="1181" y="591"/>
                  </a:lnTo>
                  <a:lnTo>
                    <a:pt x="1107" y="370"/>
                  </a:lnTo>
                  <a:lnTo>
                    <a:pt x="1033" y="222"/>
                  </a:lnTo>
                  <a:lnTo>
                    <a:pt x="812" y="75"/>
                  </a:lnTo>
                  <a:lnTo>
                    <a:pt x="59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58" name="Google Shape;5983;p48">
              <a:extLst>
                <a:ext uri="{FF2B5EF4-FFF2-40B4-BE49-F238E27FC236}">
                  <a16:creationId xmlns:a16="http://schemas.microsoft.com/office/drawing/2014/main" id="{6311D84A-7C42-5FE8-F9F9-82EF984C5E2D}"/>
                </a:ext>
              </a:extLst>
            </p:cNvPr>
            <p:cNvSpPr/>
            <p:nvPr/>
          </p:nvSpPr>
          <p:spPr>
            <a:xfrm>
              <a:off x="3990675" y="1167475"/>
              <a:ext cx="167825" cy="116200"/>
            </a:xfrm>
            <a:custGeom>
              <a:avLst/>
              <a:gdLst/>
              <a:ahLst/>
              <a:cxnLst/>
              <a:rect l="l" t="t" r="r" b="b"/>
              <a:pathLst>
                <a:path w="6713" h="4648" extrusionOk="0">
                  <a:moveTo>
                    <a:pt x="6049" y="1"/>
                  </a:moveTo>
                  <a:lnTo>
                    <a:pt x="5828" y="74"/>
                  </a:lnTo>
                  <a:lnTo>
                    <a:pt x="296" y="3615"/>
                  </a:lnTo>
                  <a:lnTo>
                    <a:pt x="75" y="3836"/>
                  </a:lnTo>
                  <a:lnTo>
                    <a:pt x="1" y="4131"/>
                  </a:lnTo>
                  <a:lnTo>
                    <a:pt x="75" y="4352"/>
                  </a:lnTo>
                  <a:lnTo>
                    <a:pt x="148" y="4500"/>
                  </a:lnTo>
                  <a:lnTo>
                    <a:pt x="370" y="4647"/>
                  </a:lnTo>
                  <a:lnTo>
                    <a:pt x="591" y="4647"/>
                  </a:lnTo>
                  <a:lnTo>
                    <a:pt x="886" y="4574"/>
                  </a:lnTo>
                  <a:lnTo>
                    <a:pt x="6492" y="1107"/>
                  </a:lnTo>
                  <a:lnTo>
                    <a:pt x="6639" y="960"/>
                  </a:lnTo>
                  <a:lnTo>
                    <a:pt x="6713" y="738"/>
                  </a:lnTo>
                  <a:lnTo>
                    <a:pt x="6713" y="517"/>
                  </a:lnTo>
                  <a:lnTo>
                    <a:pt x="6639" y="296"/>
                  </a:lnTo>
                  <a:lnTo>
                    <a:pt x="6492" y="148"/>
                  </a:lnTo>
                  <a:lnTo>
                    <a:pt x="627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59" name="Google Shape;5984;p48">
              <a:extLst>
                <a:ext uri="{FF2B5EF4-FFF2-40B4-BE49-F238E27FC236}">
                  <a16:creationId xmlns:a16="http://schemas.microsoft.com/office/drawing/2014/main" id="{1B948AA7-6923-EE3F-7101-817B847260C9}"/>
                </a:ext>
              </a:extLst>
            </p:cNvPr>
            <p:cNvSpPr/>
            <p:nvPr/>
          </p:nvSpPr>
          <p:spPr>
            <a:xfrm>
              <a:off x="3974100" y="1244925"/>
              <a:ext cx="55325" cy="55350"/>
            </a:xfrm>
            <a:custGeom>
              <a:avLst/>
              <a:gdLst/>
              <a:ahLst/>
              <a:cxnLst/>
              <a:rect l="l" t="t" r="r" b="b"/>
              <a:pathLst>
                <a:path w="2213" h="2214" extrusionOk="0">
                  <a:moveTo>
                    <a:pt x="885" y="1"/>
                  </a:moveTo>
                  <a:lnTo>
                    <a:pt x="664" y="74"/>
                  </a:lnTo>
                  <a:lnTo>
                    <a:pt x="295" y="369"/>
                  </a:lnTo>
                  <a:lnTo>
                    <a:pt x="74" y="664"/>
                  </a:lnTo>
                  <a:lnTo>
                    <a:pt x="0" y="886"/>
                  </a:lnTo>
                  <a:lnTo>
                    <a:pt x="0" y="1107"/>
                  </a:lnTo>
                  <a:lnTo>
                    <a:pt x="0" y="1328"/>
                  </a:lnTo>
                  <a:lnTo>
                    <a:pt x="74" y="1549"/>
                  </a:lnTo>
                  <a:lnTo>
                    <a:pt x="295" y="1918"/>
                  </a:lnTo>
                  <a:lnTo>
                    <a:pt x="664" y="2140"/>
                  </a:lnTo>
                  <a:lnTo>
                    <a:pt x="885" y="2213"/>
                  </a:lnTo>
                  <a:lnTo>
                    <a:pt x="1328" y="2213"/>
                  </a:lnTo>
                  <a:lnTo>
                    <a:pt x="1549" y="2140"/>
                  </a:lnTo>
                  <a:lnTo>
                    <a:pt x="1918" y="1918"/>
                  </a:lnTo>
                  <a:lnTo>
                    <a:pt x="2139" y="1549"/>
                  </a:lnTo>
                  <a:lnTo>
                    <a:pt x="2213" y="1328"/>
                  </a:lnTo>
                  <a:lnTo>
                    <a:pt x="2213" y="1107"/>
                  </a:lnTo>
                  <a:lnTo>
                    <a:pt x="2213" y="886"/>
                  </a:lnTo>
                  <a:lnTo>
                    <a:pt x="2139" y="664"/>
                  </a:lnTo>
                  <a:lnTo>
                    <a:pt x="1918" y="369"/>
                  </a:lnTo>
                  <a:lnTo>
                    <a:pt x="1549" y="74"/>
                  </a:lnTo>
                  <a:lnTo>
                    <a:pt x="132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60" name="Google Shape;5985;p48">
              <a:extLst>
                <a:ext uri="{FF2B5EF4-FFF2-40B4-BE49-F238E27FC236}">
                  <a16:creationId xmlns:a16="http://schemas.microsoft.com/office/drawing/2014/main" id="{971F5DCF-623E-F024-C47D-C62E7F5E56EC}"/>
                </a:ext>
              </a:extLst>
            </p:cNvPr>
            <p:cNvSpPr/>
            <p:nvPr/>
          </p:nvSpPr>
          <p:spPr>
            <a:xfrm>
              <a:off x="3970400" y="1241250"/>
              <a:ext cx="62725" cy="62700"/>
            </a:xfrm>
            <a:custGeom>
              <a:avLst/>
              <a:gdLst/>
              <a:ahLst/>
              <a:cxnLst/>
              <a:rect l="l" t="t" r="r" b="b"/>
              <a:pathLst>
                <a:path w="2509" h="2508" extrusionOk="0">
                  <a:moveTo>
                    <a:pt x="1254" y="295"/>
                  </a:moveTo>
                  <a:lnTo>
                    <a:pt x="1623" y="369"/>
                  </a:lnTo>
                  <a:lnTo>
                    <a:pt x="1918" y="590"/>
                  </a:lnTo>
                  <a:lnTo>
                    <a:pt x="2140" y="885"/>
                  </a:lnTo>
                  <a:lnTo>
                    <a:pt x="2213" y="1254"/>
                  </a:lnTo>
                  <a:lnTo>
                    <a:pt x="2140" y="1623"/>
                  </a:lnTo>
                  <a:lnTo>
                    <a:pt x="1918" y="1992"/>
                  </a:lnTo>
                  <a:lnTo>
                    <a:pt x="1623" y="2139"/>
                  </a:lnTo>
                  <a:lnTo>
                    <a:pt x="1254" y="2213"/>
                  </a:lnTo>
                  <a:lnTo>
                    <a:pt x="886" y="2139"/>
                  </a:lnTo>
                  <a:lnTo>
                    <a:pt x="591" y="1992"/>
                  </a:lnTo>
                  <a:lnTo>
                    <a:pt x="369" y="1623"/>
                  </a:lnTo>
                  <a:lnTo>
                    <a:pt x="296" y="1254"/>
                  </a:lnTo>
                  <a:lnTo>
                    <a:pt x="369" y="885"/>
                  </a:lnTo>
                  <a:lnTo>
                    <a:pt x="591" y="590"/>
                  </a:lnTo>
                  <a:lnTo>
                    <a:pt x="886" y="369"/>
                  </a:lnTo>
                  <a:lnTo>
                    <a:pt x="1254" y="295"/>
                  </a:lnTo>
                  <a:close/>
                  <a:moveTo>
                    <a:pt x="1033" y="0"/>
                  </a:moveTo>
                  <a:lnTo>
                    <a:pt x="738" y="74"/>
                  </a:lnTo>
                  <a:lnTo>
                    <a:pt x="517" y="221"/>
                  </a:lnTo>
                  <a:lnTo>
                    <a:pt x="369" y="369"/>
                  </a:lnTo>
                  <a:lnTo>
                    <a:pt x="222" y="590"/>
                  </a:lnTo>
                  <a:lnTo>
                    <a:pt x="74" y="811"/>
                  </a:lnTo>
                  <a:lnTo>
                    <a:pt x="1" y="1033"/>
                  </a:lnTo>
                  <a:lnTo>
                    <a:pt x="1" y="1254"/>
                  </a:lnTo>
                  <a:lnTo>
                    <a:pt x="1" y="1549"/>
                  </a:lnTo>
                  <a:lnTo>
                    <a:pt x="74" y="1770"/>
                  </a:lnTo>
                  <a:lnTo>
                    <a:pt x="222" y="1992"/>
                  </a:lnTo>
                  <a:lnTo>
                    <a:pt x="369" y="2139"/>
                  </a:lnTo>
                  <a:lnTo>
                    <a:pt x="517" y="2287"/>
                  </a:lnTo>
                  <a:lnTo>
                    <a:pt x="738" y="2434"/>
                  </a:lnTo>
                  <a:lnTo>
                    <a:pt x="1033" y="2508"/>
                  </a:lnTo>
                  <a:lnTo>
                    <a:pt x="1476" y="2508"/>
                  </a:lnTo>
                  <a:lnTo>
                    <a:pt x="1771" y="2434"/>
                  </a:lnTo>
                  <a:lnTo>
                    <a:pt x="1992" y="2287"/>
                  </a:lnTo>
                  <a:lnTo>
                    <a:pt x="2140" y="2139"/>
                  </a:lnTo>
                  <a:lnTo>
                    <a:pt x="2287" y="1992"/>
                  </a:lnTo>
                  <a:lnTo>
                    <a:pt x="2435" y="1770"/>
                  </a:lnTo>
                  <a:lnTo>
                    <a:pt x="2508" y="1549"/>
                  </a:lnTo>
                  <a:lnTo>
                    <a:pt x="2508" y="1254"/>
                  </a:lnTo>
                  <a:lnTo>
                    <a:pt x="2508" y="1033"/>
                  </a:lnTo>
                  <a:lnTo>
                    <a:pt x="2435" y="811"/>
                  </a:lnTo>
                  <a:lnTo>
                    <a:pt x="2287" y="590"/>
                  </a:lnTo>
                  <a:lnTo>
                    <a:pt x="2140" y="369"/>
                  </a:lnTo>
                  <a:lnTo>
                    <a:pt x="1992" y="221"/>
                  </a:lnTo>
                  <a:lnTo>
                    <a:pt x="1771" y="74"/>
                  </a:lnTo>
                  <a:lnTo>
                    <a:pt x="1476"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61" name="Google Shape;5986;p48">
              <a:extLst>
                <a:ext uri="{FF2B5EF4-FFF2-40B4-BE49-F238E27FC236}">
                  <a16:creationId xmlns:a16="http://schemas.microsoft.com/office/drawing/2014/main" id="{51F4BC0F-34F8-4BDC-7B6F-2E3E4D917E99}"/>
                </a:ext>
              </a:extLst>
            </p:cNvPr>
            <p:cNvSpPr/>
            <p:nvPr/>
          </p:nvSpPr>
          <p:spPr>
            <a:xfrm>
              <a:off x="3988850" y="1259675"/>
              <a:ext cx="25825" cy="25850"/>
            </a:xfrm>
            <a:custGeom>
              <a:avLst/>
              <a:gdLst/>
              <a:ahLst/>
              <a:cxnLst/>
              <a:rect l="l" t="t" r="r" b="b"/>
              <a:pathLst>
                <a:path w="1033" h="1034" extrusionOk="0">
                  <a:moveTo>
                    <a:pt x="516" y="1"/>
                  </a:moveTo>
                  <a:lnTo>
                    <a:pt x="295" y="74"/>
                  </a:lnTo>
                  <a:lnTo>
                    <a:pt x="148" y="148"/>
                  </a:lnTo>
                  <a:lnTo>
                    <a:pt x="0" y="296"/>
                  </a:lnTo>
                  <a:lnTo>
                    <a:pt x="0" y="517"/>
                  </a:lnTo>
                  <a:lnTo>
                    <a:pt x="0" y="738"/>
                  </a:lnTo>
                  <a:lnTo>
                    <a:pt x="148" y="886"/>
                  </a:lnTo>
                  <a:lnTo>
                    <a:pt x="295" y="1033"/>
                  </a:lnTo>
                  <a:lnTo>
                    <a:pt x="738" y="1033"/>
                  </a:lnTo>
                  <a:lnTo>
                    <a:pt x="885" y="886"/>
                  </a:lnTo>
                  <a:lnTo>
                    <a:pt x="1033" y="738"/>
                  </a:lnTo>
                  <a:lnTo>
                    <a:pt x="1033" y="517"/>
                  </a:lnTo>
                  <a:lnTo>
                    <a:pt x="1033" y="296"/>
                  </a:lnTo>
                  <a:lnTo>
                    <a:pt x="885" y="148"/>
                  </a:lnTo>
                  <a:lnTo>
                    <a:pt x="738" y="74"/>
                  </a:lnTo>
                  <a:lnTo>
                    <a:pt x="5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62" name="Google Shape;5987;p48">
              <a:extLst>
                <a:ext uri="{FF2B5EF4-FFF2-40B4-BE49-F238E27FC236}">
                  <a16:creationId xmlns:a16="http://schemas.microsoft.com/office/drawing/2014/main" id="{88044684-676A-96E5-C54E-8719EF583682}"/>
                </a:ext>
              </a:extLst>
            </p:cNvPr>
            <p:cNvSpPr/>
            <p:nvPr/>
          </p:nvSpPr>
          <p:spPr>
            <a:xfrm>
              <a:off x="3985150" y="1256000"/>
              <a:ext cx="33225" cy="33200"/>
            </a:xfrm>
            <a:custGeom>
              <a:avLst/>
              <a:gdLst/>
              <a:ahLst/>
              <a:cxnLst/>
              <a:rect l="l" t="t" r="r" b="b"/>
              <a:pathLst>
                <a:path w="1329" h="1328" extrusionOk="0">
                  <a:moveTo>
                    <a:pt x="812" y="295"/>
                  </a:moveTo>
                  <a:lnTo>
                    <a:pt x="959" y="443"/>
                  </a:lnTo>
                  <a:lnTo>
                    <a:pt x="1033" y="516"/>
                  </a:lnTo>
                  <a:lnTo>
                    <a:pt x="1033" y="664"/>
                  </a:lnTo>
                  <a:lnTo>
                    <a:pt x="1033" y="811"/>
                  </a:lnTo>
                  <a:lnTo>
                    <a:pt x="959" y="959"/>
                  </a:lnTo>
                  <a:lnTo>
                    <a:pt x="812" y="1033"/>
                  </a:lnTo>
                  <a:lnTo>
                    <a:pt x="517" y="1033"/>
                  </a:lnTo>
                  <a:lnTo>
                    <a:pt x="369" y="959"/>
                  </a:lnTo>
                  <a:lnTo>
                    <a:pt x="296" y="811"/>
                  </a:lnTo>
                  <a:lnTo>
                    <a:pt x="296" y="664"/>
                  </a:lnTo>
                  <a:lnTo>
                    <a:pt x="296" y="516"/>
                  </a:lnTo>
                  <a:lnTo>
                    <a:pt x="369" y="443"/>
                  </a:lnTo>
                  <a:lnTo>
                    <a:pt x="517" y="295"/>
                  </a:lnTo>
                  <a:close/>
                  <a:moveTo>
                    <a:pt x="664" y="0"/>
                  </a:moveTo>
                  <a:lnTo>
                    <a:pt x="369" y="74"/>
                  </a:lnTo>
                  <a:lnTo>
                    <a:pt x="148" y="221"/>
                  </a:lnTo>
                  <a:lnTo>
                    <a:pt x="1" y="443"/>
                  </a:lnTo>
                  <a:lnTo>
                    <a:pt x="1" y="664"/>
                  </a:lnTo>
                  <a:lnTo>
                    <a:pt x="1" y="959"/>
                  </a:lnTo>
                  <a:lnTo>
                    <a:pt x="148" y="1180"/>
                  </a:lnTo>
                  <a:lnTo>
                    <a:pt x="369" y="1328"/>
                  </a:lnTo>
                  <a:lnTo>
                    <a:pt x="959" y="1328"/>
                  </a:lnTo>
                  <a:lnTo>
                    <a:pt x="1107" y="1180"/>
                  </a:lnTo>
                  <a:lnTo>
                    <a:pt x="1255" y="959"/>
                  </a:lnTo>
                  <a:lnTo>
                    <a:pt x="1328" y="664"/>
                  </a:lnTo>
                  <a:lnTo>
                    <a:pt x="1255" y="443"/>
                  </a:lnTo>
                  <a:lnTo>
                    <a:pt x="1107" y="221"/>
                  </a:lnTo>
                  <a:lnTo>
                    <a:pt x="959" y="74"/>
                  </a:lnTo>
                  <a:lnTo>
                    <a:pt x="66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63" name="Google Shape;5988;p48">
              <a:extLst>
                <a:ext uri="{FF2B5EF4-FFF2-40B4-BE49-F238E27FC236}">
                  <a16:creationId xmlns:a16="http://schemas.microsoft.com/office/drawing/2014/main" id="{A1EF1733-8836-3790-F4A1-18E892F0AED8}"/>
                </a:ext>
              </a:extLst>
            </p:cNvPr>
            <p:cNvSpPr/>
            <p:nvPr/>
          </p:nvSpPr>
          <p:spPr>
            <a:xfrm>
              <a:off x="4270975" y="1257825"/>
              <a:ext cx="29525" cy="160450"/>
            </a:xfrm>
            <a:custGeom>
              <a:avLst/>
              <a:gdLst/>
              <a:ahLst/>
              <a:cxnLst/>
              <a:rect l="l" t="t" r="r" b="b"/>
              <a:pathLst>
                <a:path w="1181" h="6418" extrusionOk="0">
                  <a:moveTo>
                    <a:pt x="590" y="1"/>
                  </a:moveTo>
                  <a:lnTo>
                    <a:pt x="369" y="75"/>
                  </a:lnTo>
                  <a:lnTo>
                    <a:pt x="222" y="222"/>
                  </a:lnTo>
                  <a:lnTo>
                    <a:pt x="74" y="370"/>
                  </a:lnTo>
                  <a:lnTo>
                    <a:pt x="0" y="591"/>
                  </a:lnTo>
                  <a:lnTo>
                    <a:pt x="0" y="5828"/>
                  </a:lnTo>
                  <a:lnTo>
                    <a:pt x="74" y="6049"/>
                  </a:lnTo>
                  <a:lnTo>
                    <a:pt x="222" y="6270"/>
                  </a:lnTo>
                  <a:lnTo>
                    <a:pt x="369" y="6344"/>
                  </a:lnTo>
                  <a:lnTo>
                    <a:pt x="590" y="6418"/>
                  </a:lnTo>
                  <a:lnTo>
                    <a:pt x="812" y="6344"/>
                  </a:lnTo>
                  <a:lnTo>
                    <a:pt x="1033" y="6270"/>
                  </a:lnTo>
                  <a:lnTo>
                    <a:pt x="1180" y="6049"/>
                  </a:lnTo>
                  <a:lnTo>
                    <a:pt x="1180" y="5828"/>
                  </a:lnTo>
                  <a:lnTo>
                    <a:pt x="1180" y="591"/>
                  </a:lnTo>
                  <a:lnTo>
                    <a:pt x="1180" y="370"/>
                  </a:lnTo>
                  <a:lnTo>
                    <a:pt x="1033" y="222"/>
                  </a:lnTo>
                  <a:lnTo>
                    <a:pt x="812" y="75"/>
                  </a:lnTo>
                  <a:lnTo>
                    <a:pt x="59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64" name="Google Shape;5989;p48">
              <a:extLst>
                <a:ext uri="{FF2B5EF4-FFF2-40B4-BE49-F238E27FC236}">
                  <a16:creationId xmlns:a16="http://schemas.microsoft.com/office/drawing/2014/main" id="{120B1DFA-2D78-7831-7C2E-A0AF0B2AEB62}"/>
                </a:ext>
              </a:extLst>
            </p:cNvPr>
            <p:cNvSpPr/>
            <p:nvPr/>
          </p:nvSpPr>
          <p:spPr>
            <a:xfrm>
              <a:off x="4128975" y="1167475"/>
              <a:ext cx="167825" cy="116200"/>
            </a:xfrm>
            <a:custGeom>
              <a:avLst/>
              <a:gdLst/>
              <a:ahLst/>
              <a:cxnLst/>
              <a:rect l="l" t="t" r="r" b="b"/>
              <a:pathLst>
                <a:path w="6713" h="4648" extrusionOk="0">
                  <a:moveTo>
                    <a:pt x="665" y="1"/>
                  </a:moveTo>
                  <a:lnTo>
                    <a:pt x="443" y="74"/>
                  </a:lnTo>
                  <a:lnTo>
                    <a:pt x="296" y="148"/>
                  </a:lnTo>
                  <a:lnTo>
                    <a:pt x="75" y="296"/>
                  </a:lnTo>
                  <a:lnTo>
                    <a:pt x="1" y="517"/>
                  </a:lnTo>
                  <a:lnTo>
                    <a:pt x="1" y="738"/>
                  </a:lnTo>
                  <a:lnTo>
                    <a:pt x="75" y="960"/>
                  </a:lnTo>
                  <a:lnTo>
                    <a:pt x="296" y="1107"/>
                  </a:lnTo>
                  <a:lnTo>
                    <a:pt x="5828" y="4574"/>
                  </a:lnTo>
                  <a:lnTo>
                    <a:pt x="5975" y="4647"/>
                  </a:lnTo>
                  <a:lnTo>
                    <a:pt x="6123" y="4647"/>
                  </a:lnTo>
                  <a:lnTo>
                    <a:pt x="6418" y="4574"/>
                  </a:lnTo>
                  <a:lnTo>
                    <a:pt x="6639" y="4426"/>
                  </a:lnTo>
                  <a:lnTo>
                    <a:pt x="6713" y="4205"/>
                  </a:lnTo>
                  <a:lnTo>
                    <a:pt x="6713" y="3984"/>
                  </a:lnTo>
                  <a:lnTo>
                    <a:pt x="6639" y="3762"/>
                  </a:lnTo>
                  <a:lnTo>
                    <a:pt x="6492" y="3615"/>
                  </a:lnTo>
                  <a:lnTo>
                    <a:pt x="886" y="74"/>
                  </a:lnTo>
                  <a:lnTo>
                    <a:pt x="66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65" name="Google Shape;5990;p48">
              <a:extLst>
                <a:ext uri="{FF2B5EF4-FFF2-40B4-BE49-F238E27FC236}">
                  <a16:creationId xmlns:a16="http://schemas.microsoft.com/office/drawing/2014/main" id="{1941EAB3-B021-9AAC-9F6A-44529B62C12A}"/>
                </a:ext>
              </a:extLst>
            </p:cNvPr>
            <p:cNvSpPr/>
            <p:nvPr/>
          </p:nvSpPr>
          <p:spPr>
            <a:xfrm>
              <a:off x="4258050" y="1244925"/>
              <a:ext cx="55350" cy="55350"/>
            </a:xfrm>
            <a:custGeom>
              <a:avLst/>
              <a:gdLst/>
              <a:ahLst/>
              <a:cxnLst/>
              <a:rect l="l" t="t" r="r" b="b"/>
              <a:pathLst>
                <a:path w="2214" h="2214" extrusionOk="0">
                  <a:moveTo>
                    <a:pt x="886" y="1"/>
                  </a:moveTo>
                  <a:lnTo>
                    <a:pt x="665" y="74"/>
                  </a:lnTo>
                  <a:lnTo>
                    <a:pt x="370" y="369"/>
                  </a:lnTo>
                  <a:lnTo>
                    <a:pt x="75" y="664"/>
                  </a:lnTo>
                  <a:lnTo>
                    <a:pt x="1" y="886"/>
                  </a:lnTo>
                  <a:lnTo>
                    <a:pt x="1" y="1107"/>
                  </a:lnTo>
                  <a:lnTo>
                    <a:pt x="1" y="1328"/>
                  </a:lnTo>
                  <a:lnTo>
                    <a:pt x="75" y="1549"/>
                  </a:lnTo>
                  <a:lnTo>
                    <a:pt x="370" y="1918"/>
                  </a:lnTo>
                  <a:lnTo>
                    <a:pt x="665" y="2140"/>
                  </a:lnTo>
                  <a:lnTo>
                    <a:pt x="886" y="2213"/>
                  </a:lnTo>
                  <a:lnTo>
                    <a:pt x="1329" y="2213"/>
                  </a:lnTo>
                  <a:lnTo>
                    <a:pt x="1550" y="2140"/>
                  </a:lnTo>
                  <a:lnTo>
                    <a:pt x="1919" y="1918"/>
                  </a:lnTo>
                  <a:lnTo>
                    <a:pt x="2140" y="1549"/>
                  </a:lnTo>
                  <a:lnTo>
                    <a:pt x="2214" y="1328"/>
                  </a:lnTo>
                  <a:lnTo>
                    <a:pt x="2214" y="1107"/>
                  </a:lnTo>
                  <a:lnTo>
                    <a:pt x="2214" y="886"/>
                  </a:lnTo>
                  <a:lnTo>
                    <a:pt x="2140" y="664"/>
                  </a:lnTo>
                  <a:lnTo>
                    <a:pt x="1919" y="369"/>
                  </a:lnTo>
                  <a:lnTo>
                    <a:pt x="1550" y="74"/>
                  </a:lnTo>
                  <a:lnTo>
                    <a:pt x="132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66" name="Google Shape;5991;p48">
              <a:extLst>
                <a:ext uri="{FF2B5EF4-FFF2-40B4-BE49-F238E27FC236}">
                  <a16:creationId xmlns:a16="http://schemas.microsoft.com/office/drawing/2014/main" id="{DBED851D-630F-E592-B648-0142173D13DE}"/>
                </a:ext>
              </a:extLst>
            </p:cNvPr>
            <p:cNvSpPr/>
            <p:nvPr/>
          </p:nvSpPr>
          <p:spPr>
            <a:xfrm>
              <a:off x="4254375" y="1241250"/>
              <a:ext cx="62725" cy="62700"/>
            </a:xfrm>
            <a:custGeom>
              <a:avLst/>
              <a:gdLst/>
              <a:ahLst/>
              <a:cxnLst/>
              <a:rect l="l" t="t" r="r" b="b"/>
              <a:pathLst>
                <a:path w="2509" h="2508" extrusionOk="0">
                  <a:moveTo>
                    <a:pt x="1254" y="295"/>
                  </a:moveTo>
                  <a:lnTo>
                    <a:pt x="1623" y="369"/>
                  </a:lnTo>
                  <a:lnTo>
                    <a:pt x="1992" y="590"/>
                  </a:lnTo>
                  <a:lnTo>
                    <a:pt x="2139" y="885"/>
                  </a:lnTo>
                  <a:lnTo>
                    <a:pt x="2213" y="1254"/>
                  </a:lnTo>
                  <a:lnTo>
                    <a:pt x="2139" y="1623"/>
                  </a:lnTo>
                  <a:lnTo>
                    <a:pt x="1992" y="1992"/>
                  </a:lnTo>
                  <a:lnTo>
                    <a:pt x="1623" y="2139"/>
                  </a:lnTo>
                  <a:lnTo>
                    <a:pt x="1254" y="2213"/>
                  </a:lnTo>
                  <a:lnTo>
                    <a:pt x="886" y="2139"/>
                  </a:lnTo>
                  <a:lnTo>
                    <a:pt x="590" y="1992"/>
                  </a:lnTo>
                  <a:lnTo>
                    <a:pt x="369" y="1623"/>
                  </a:lnTo>
                  <a:lnTo>
                    <a:pt x="295" y="1254"/>
                  </a:lnTo>
                  <a:lnTo>
                    <a:pt x="369" y="885"/>
                  </a:lnTo>
                  <a:lnTo>
                    <a:pt x="590" y="590"/>
                  </a:lnTo>
                  <a:lnTo>
                    <a:pt x="886" y="369"/>
                  </a:lnTo>
                  <a:lnTo>
                    <a:pt x="1254" y="295"/>
                  </a:lnTo>
                  <a:close/>
                  <a:moveTo>
                    <a:pt x="1033" y="0"/>
                  </a:moveTo>
                  <a:lnTo>
                    <a:pt x="812" y="74"/>
                  </a:lnTo>
                  <a:lnTo>
                    <a:pt x="590" y="221"/>
                  </a:lnTo>
                  <a:lnTo>
                    <a:pt x="369" y="369"/>
                  </a:lnTo>
                  <a:lnTo>
                    <a:pt x="222" y="590"/>
                  </a:lnTo>
                  <a:lnTo>
                    <a:pt x="74" y="811"/>
                  </a:lnTo>
                  <a:lnTo>
                    <a:pt x="0" y="1033"/>
                  </a:lnTo>
                  <a:lnTo>
                    <a:pt x="0" y="1254"/>
                  </a:lnTo>
                  <a:lnTo>
                    <a:pt x="0" y="1549"/>
                  </a:lnTo>
                  <a:lnTo>
                    <a:pt x="74" y="1770"/>
                  </a:lnTo>
                  <a:lnTo>
                    <a:pt x="222" y="1992"/>
                  </a:lnTo>
                  <a:lnTo>
                    <a:pt x="369" y="2139"/>
                  </a:lnTo>
                  <a:lnTo>
                    <a:pt x="590" y="2287"/>
                  </a:lnTo>
                  <a:lnTo>
                    <a:pt x="812" y="2434"/>
                  </a:lnTo>
                  <a:lnTo>
                    <a:pt x="1033" y="2508"/>
                  </a:lnTo>
                  <a:lnTo>
                    <a:pt x="1549" y="2508"/>
                  </a:lnTo>
                  <a:lnTo>
                    <a:pt x="1771" y="2434"/>
                  </a:lnTo>
                  <a:lnTo>
                    <a:pt x="1992" y="2287"/>
                  </a:lnTo>
                  <a:lnTo>
                    <a:pt x="2139" y="2139"/>
                  </a:lnTo>
                  <a:lnTo>
                    <a:pt x="2287" y="1992"/>
                  </a:lnTo>
                  <a:lnTo>
                    <a:pt x="2434" y="1770"/>
                  </a:lnTo>
                  <a:lnTo>
                    <a:pt x="2508" y="1549"/>
                  </a:lnTo>
                  <a:lnTo>
                    <a:pt x="2508" y="1254"/>
                  </a:lnTo>
                  <a:lnTo>
                    <a:pt x="2508" y="1033"/>
                  </a:lnTo>
                  <a:lnTo>
                    <a:pt x="2434" y="811"/>
                  </a:lnTo>
                  <a:lnTo>
                    <a:pt x="2287" y="590"/>
                  </a:lnTo>
                  <a:lnTo>
                    <a:pt x="2139" y="369"/>
                  </a:lnTo>
                  <a:lnTo>
                    <a:pt x="1992" y="221"/>
                  </a:lnTo>
                  <a:lnTo>
                    <a:pt x="1771" y="74"/>
                  </a:lnTo>
                  <a:lnTo>
                    <a:pt x="1549"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67" name="Google Shape;5992;p48">
              <a:extLst>
                <a:ext uri="{FF2B5EF4-FFF2-40B4-BE49-F238E27FC236}">
                  <a16:creationId xmlns:a16="http://schemas.microsoft.com/office/drawing/2014/main" id="{3EC1BD62-0F67-22DC-A179-9EBCBDA6A3EE}"/>
                </a:ext>
              </a:extLst>
            </p:cNvPr>
            <p:cNvSpPr/>
            <p:nvPr/>
          </p:nvSpPr>
          <p:spPr>
            <a:xfrm>
              <a:off x="4272800" y="1259675"/>
              <a:ext cx="25850" cy="25850"/>
            </a:xfrm>
            <a:custGeom>
              <a:avLst/>
              <a:gdLst/>
              <a:ahLst/>
              <a:cxnLst/>
              <a:rect l="l" t="t" r="r" b="b"/>
              <a:pathLst>
                <a:path w="1034" h="1034" extrusionOk="0">
                  <a:moveTo>
                    <a:pt x="517" y="1"/>
                  </a:moveTo>
                  <a:lnTo>
                    <a:pt x="296" y="74"/>
                  </a:lnTo>
                  <a:lnTo>
                    <a:pt x="149" y="148"/>
                  </a:lnTo>
                  <a:lnTo>
                    <a:pt x="75" y="296"/>
                  </a:lnTo>
                  <a:lnTo>
                    <a:pt x="1" y="517"/>
                  </a:lnTo>
                  <a:lnTo>
                    <a:pt x="75" y="738"/>
                  </a:lnTo>
                  <a:lnTo>
                    <a:pt x="149" y="886"/>
                  </a:lnTo>
                  <a:lnTo>
                    <a:pt x="296" y="1033"/>
                  </a:lnTo>
                  <a:lnTo>
                    <a:pt x="739" y="1033"/>
                  </a:lnTo>
                  <a:lnTo>
                    <a:pt x="886" y="886"/>
                  </a:lnTo>
                  <a:lnTo>
                    <a:pt x="1034" y="738"/>
                  </a:lnTo>
                  <a:lnTo>
                    <a:pt x="1034" y="517"/>
                  </a:lnTo>
                  <a:lnTo>
                    <a:pt x="1034" y="296"/>
                  </a:lnTo>
                  <a:lnTo>
                    <a:pt x="886" y="148"/>
                  </a:lnTo>
                  <a:lnTo>
                    <a:pt x="739" y="74"/>
                  </a:lnTo>
                  <a:lnTo>
                    <a:pt x="5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68" name="Google Shape;5993;p48">
              <a:extLst>
                <a:ext uri="{FF2B5EF4-FFF2-40B4-BE49-F238E27FC236}">
                  <a16:creationId xmlns:a16="http://schemas.microsoft.com/office/drawing/2014/main" id="{E544EED5-FED9-FD08-5EB2-97D9FDC9805E}"/>
                </a:ext>
              </a:extLst>
            </p:cNvPr>
            <p:cNvSpPr/>
            <p:nvPr/>
          </p:nvSpPr>
          <p:spPr>
            <a:xfrm>
              <a:off x="4269125" y="1256000"/>
              <a:ext cx="33225" cy="33200"/>
            </a:xfrm>
            <a:custGeom>
              <a:avLst/>
              <a:gdLst/>
              <a:ahLst/>
              <a:cxnLst/>
              <a:rect l="l" t="t" r="r" b="b"/>
              <a:pathLst>
                <a:path w="1329" h="1328" extrusionOk="0">
                  <a:moveTo>
                    <a:pt x="812" y="295"/>
                  </a:moveTo>
                  <a:lnTo>
                    <a:pt x="959" y="443"/>
                  </a:lnTo>
                  <a:lnTo>
                    <a:pt x="1033" y="516"/>
                  </a:lnTo>
                  <a:lnTo>
                    <a:pt x="1033" y="664"/>
                  </a:lnTo>
                  <a:lnTo>
                    <a:pt x="1033" y="811"/>
                  </a:lnTo>
                  <a:lnTo>
                    <a:pt x="959" y="959"/>
                  </a:lnTo>
                  <a:lnTo>
                    <a:pt x="812" y="1033"/>
                  </a:lnTo>
                  <a:lnTo>
                    <a:pt x="517" y="1033"/>
                  </a:lnTo>
                  <a:lnTo>
                    <a:pt x="443" y="959"/>
                  </a:lnTo>
                  <a:lnTo>
                    <a:pt x="296" y="811"/>
                  </a:lnTo>
                  <a:lnTo>
                    <a:pt x="296" y="664"/>
                  </a:lnTo>
                  <a:lnTo>
                    <a:pt x="296" y="516"/>
                  </a:lnTo>
                  <a:lnTo>
                    <a:pt x="443" y="443"/>
                  </a:lnTo>
                  <a:lnTo>
                    <a:pt x="517" y="295"/>
                  </a:lnTo>
                  <a:close/>
                  <a:moveTo>
                    <a:pt x="664" y="0"/>
                  </a:moveTo>
                  <a:lnTo>
                    <a:pt x="443" y="74"/>
                  </a:lnTo>
                  <a:lnTo>
                    <a:pt x="222" y="221"/>
                  </a:lnTo>
                  <a:lnTo>
                    <a:pt x="74" y="443"/>
                  </a:lnTo>
                  <a:lnTo>
                    <a:pt x="0" y="664"/>
                  </a:lnTo>
                  <a:lnTo>
                    <a:pt x="74" y="959"/>
                  </a:lnTo>
                  <a:lnTo>
                    <a:pt x="222" y="1180"/>
                  </a:lnTo>
                  <a:lnTo>
                    <a:pt x="443" y="1328"/>
                  </a:lnTo>
                  <a:lnTo>
                    <a:pt x="959" y="1328"/>
                  </a:lnTo>
                  <a:lnTo>
                    <a:pt x="1181" y="1180"/>
                  </a:lnTo>
                  <a:lnTo>
                    <a:pt x="1328" y="959"/>
                  </a:lnTo>
                  <a:lnTo>
                    <a:pt x="1328" y="664"/>
                  </a:lnTo>
                  <a:lnTo>
                    <a:pt x="1328" y="443"/>
                  </a:lnTo>
                  <a:lnTo>
                    <a:pt x="1181" y="221"/>
                  </a:lnTo>
                  <a:lnTo>
                    <a:pt x="959" y="74"/>
                  </a:lnTo>
                  <a:lnTo>
                    <a:pt x="66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69" name="Google Shape;5994;p48">
              <a:extLst>
                <a:ext uri="{FF2B5EF4-FFF2-40B4-BE49-F238E27FC236}">
                  <a16:creationId xmlns:a16="http://schemas.microsoft.com/office/drawing/2014/main" id="{D45FB76B-482D-E00B-2590-D13A1A88E3CF}"/>
                </a:ext>
              </a:extLst>
            </p:cNvPr>
            <p:cNvSpPr/>
            <p:nvPr/>
          </p:nvSpPr>
          <p:spPr>
            <a:xfrm>
              <a:off x="4112375" y="673300"/>
              <a:ext cx="64575" cy="431500"/>
            </a:xfrm>
            <a:custGeom>
              <a:avLst/>
              <a:gdLst/>
              <a:ahLst/>
              <a:cxnLst/>
              <a:rect l="l" t="t" r="r" b="b"/>
              <a:pathLst>
                <a:path w="2583" h="17260" extrusionOk="0">
                  <a:moveTo>
                    <a:pt x="1" y="0"/>
                  </a:moveTo>
                  <a:lnTo>
                    <a:pt x="1" y="17260"/>
                  </a:lnTo>
                  <a:lnTo>
                    <a:pt x="2583" y="17260"/>
                  </a:lnTo>
                  <a:lnTo>
                    <a:pt x="258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70" name="Google Shape;5995;p48">
              <a:extLst>
                <a:ext uri="{FF2B5EF4-FFF2-40B4-BE49-F238E27FC236}">
                  <a16:creationId xmlns:a16="http://schemas.microsoft.com/office/drawing/2014/main" id="{BFBA9B6C-A773-B0F0-4F2D-CD9E596EF139}"/>
                </a:ext>
              </a:extLst>
            </p:cNvPr>
            <p:cNvSpPr/>
            <p:nvPr/>
          </p:nvSpPr>
          <p:spPr>
            <a:xfrm>
              <a:off x="4108700" y="669600"/>
              <a:ext cx="71950" cy="438900"/>
            </a:xfrm>
            <a:custGeom>
              <a:avLst/>
              <a:gdLst/>
              <a:ahLst/>
              <a:cxnLst/>
              <a:rect l="l" t="t" r="r" b="b"/>
              <a:pathLst>
                <a:path w="2878" h="17556" extrusionOk="0">
                  <a:moveTo>
                    <a:pt x="2582" y="296"/>
                  </a:moveTo>
                  <a:lnTo>
                    <a:pt x="2582" y="17260"/>
                  </a:lnTo>
                  <a:lnTo>
                    <a:pt x="295" y="17260"/>
                  </a:lnTo>
                  <a:lnTo>
                    <a:pt x="295" y="296"/>
                  </a:lnTo>
                  <a:close/>
                  <a:moveTo>
                    <a:pt x="0" y="1"/>
                  </a:moveTo>
                  <a:lnTo>
                    <a:pt x="0" y="148"/>
                  </a:lnTo>
                  <a:lnTo>
                    <a:pt x="0" y="17408"/>
                  </a:lnTo>
                  <a:lnTo>
                    <a:pt x="0" y="17555"/>
                  </a:lnTo>
                  <a:lnTo>
                    <a:pt x="2730" y="17555"/>
                  </a:lnTo>
                  <a:lnTo>
                    <a:pt x="2877" y="17482"/>
                  </a:lnTo>
                  <a:lnTo>
                    <a:pt x="2877" y="17408"/>
                  </a:lnTo>
                  <a:lnTo>
                    <a:pt x="2877" y="148"/>
                  </a:lnTo>
                  <a:lnTo>
                    <a:pt x="280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71" name="Google Shape;5996;p48">
              <a:extLst>
                <a:ext uri="{FF2B5EF4-FFF2-40B4-BE49-F238E27FC236}">
                  <a16:creationId xmlns:a16="http://schemas.microsoft.com/office/drawing/2014/main" id="{CCF94B57-FD5D-1259-79CE-95CD8ED3488F}"/>
                </a:ext>
              </a:extLst>
            </p:cNvPr>
            <p:cNvSpPr/>
            <p:nvPr/>
          </p:nvSpPr>
          <p:spPr>
            <a:xfrm>
              <a:off x="4069975" y="887200"/>
              <a:ext cx="149375" cy="370650"/>
            </a:xfrm>
            <a:custGeom>
              <a:avLst/>
              <a:gdLst/>
              <a:ahLst/>
              <a:cxnLst/>
              <a:rect l="l" t="t" r="r" b="b"/>
              <a:pathLst>
                <a:path w="5975" h="14826" extrusionOk="0">
                  <a:moveTo>
                    <a:pt x="1" y="0"/>
                  </a:moveTo>
                  <a:lnTo>
                    <a:pt x="1" y="11802"/>
                  </a:lnTo>
                  <a:lnTo>
                    <a:pt x="74" y="12392"/>
                  </a:lnTo>
                  <a:lnTo>
                    <a:pt x="222" y="12982"/>
                  </a:lnTo>
                  <a:lnTo>
                    <a:pt x="517" y="13498"/>
                  </a:lnTo>
                  <a:lnTo>
                    <a:pt x="886" y="13941"/>
                  </a:lnTo>
                  <a:lnTo>
                    <a:pt x="1328" y="14310"/>
                  </a:lnTo>
                  <a:lnTo>
                    <a:pt x="1844" y="14531"/>
                  </a:lnTo>
                  <a:lnTo>
                    <a:pt x="2361" y="14752"/>
                  </a:lnTo>
                  <a:lnTo>
                    <a:pt x="2951" y="14826"/>
                  </a:lnTo>
                  <a:lnTo>
                    <a:pt x="3025" y="14826"/>
                  </a:lnTo>
                  <a:lnTo>
                    <a:pt x="3615" y="14752"/>
                  </a:lnTo>
                  <a:lnTo>
                    <a:pt x="4131" y="14531"/>
                  </a:lnTo>
                  <a:lnTo>
                    <a:pt x="4647" y="14310"/>
                  </a:lnTo>
                  <a:lnTo>
                    <a:pt x="5090" y="13941"/>
                  </a:lnTo>
                  <a:lnTo>
                    <a:pt x="5459" y="13498"/>
                  </a:lnTo>
                  <a:lnTo>
                    <a:pt x="5754" y="12982"/>
                  </a:lnTo>
                  <a:lnTo>
                    <a:pt x="5901" y="12392"/>
                  </a:lnTo>
                  <a:lnTo>
                    <a:pt x="5975" y="11802"/>
                  </a:lnTo>
                  <a:lnTo>
                    <a:pt x="5975"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72" name="Google Shape;5997;p48">
              <a:extLst>
                <a:ext uri="{FF2B5EF4-FFF2-40B4-BE49-F238E27FC236}">
                  <a16:creationId xmlns:a16="http://schemas.microsoft.com/office/drawing/2014/main" id="{17E5B46B-8BBD-666F-57AD-41866B4E69AA}"/>
                </a:ext>
              </a:extLst>
            </p:cNvPr>
            <p:cNvSpPr/>
            <p:nvPr/>
          </p:nvSpPr>
          <p:spPr>
            <a:xfrm>
              <a:off x="4066275" y="883500"/>
              <a:ext cx="156775" cy="378050"/>
            </a:xfrm>
            <a:custGeom>
              <a:avLst/>
              <a:gdLst/>
              <a:ahLst/>
              <a:cxnLst/>
              <a:rect l="l" t="t" r="r" b="b"/>
              <a:pathLst>
                <a:path w="6271" h="15122" extrusionOk="0">
                  <a:moveTo>
                    <a:pt x="5975" y="296"/>
                  </a:moveTo>
                  <a:lnTo>
                    <a:pt x="5975" y="11950"/>
                  </a:lnTo>
                  <a:lnTo>
                    <a:pt x="5975" y="12171"/>
                  </a:lnTo>
                  <a:lnTo>
                    <a:pt x="5902" y="12687"/>
                  </a:lnTo>
                  <a:lnTo>
                    <a:pt x="5680" y="13277"/>
                  </a:lnTo>
                  <a:lnTo>
                    <a:pt x="5459" y="13720"/>
                  </a:lnTo>
                  <a:lnTo>
                    <a:pt x="5090" y="14163"/>
                  </a:lnTo>
                  <a:lnTo>
                    <a:pt x="4648" y="14458"/>
                  </a:lnTo>
                  <a:lnTo>
                    <a:pt x="4131" y="14679"/>
                  </a:lnTo>
                  <a:lnTo>
                    <a:pt x="3615" y="14826"/>
                  </a:lnTo>
                  <a:lnTo>
                    <a:pt x="3025" y="14900"/>
                  </a:lnTo>
                  <a:lnTo>
                    <a:pt x="2435" y="14826"/>
                  </a:lnTo>
                  <a:lnTo>
                    <a:pt x="1919" y="14605"/>
                  </a:lnTo>
                  <a:lnTo>
                    <a:pt x="1476" y="14384"/>
                  </a:lnTo>
                  <a:lnTo>
                    <a:pt x="1034" y="14015"/>
                  </a:lnTo>
                  <a:lnTo>
                    <a:pt x="739" y="13572"/>
                  </a:lnTo>
                  <a:lnTo>
                    <a:pt x="444" y="13056"/>
                  </a:lnTo>
                  <a:lnTo>
                    <a:pt x="296" y="12540"/>
                  </a:lnTo>
                  <a:lnTo>
                    <a:pt x="296" y="11950"/>
                  </a:lnTo>
                  <a:lnTo>
                    <a:pt x="296" y="296"/>
                  </a:lnTo>
                  <a:close/>
                  <a:moveTo>
                    <a:pt x="149" y="1"/>
                  </a:moveTo>
                  <a:lnTo>
                    <a:pt x="1" y="74"/>
                  </a:lnTo>
                  <a:lnTo>
                    <a:pt x="1" y="148"/>
                  </a:lnTo>
                  <a:lnTo>
                    <a:pt x="1" y="11950"/>
                  </a:lnTo>
                  <a:lnTo>
                    <a:pt x="75" y="12614"/>
                  </a:lnTo>
                  <a:lnTo>
                    <a:pt x="222" y="13204"/>
                  </a:lnTo>
                  <a:lnTo>
                    <a:pt x="517" y="13720"/>
                  </a:lnTo>
                  <a:lnTo>
                    <a:pt x="886" y="14163"/>
                  </a:lnTo>
                  <a:lnTo>
                    <a:pt x="1402" y="14531"/>
                  </a:lnTo>
                  <a:lnTo>
                    <a:pt x="1919" y="14826"/>
                  </a:lnTo>
                  <a:lnTo>
                    <a:pt x="2509" y="15048"/>
                  </a:lnTo>
                  <a:lnTo>
                    <a:pt x="3099" y="15121"/>
                  </a:lnTo>
                  <a:lnTo>
                    <a:pt x="3763" y="15048"/>
                  </a:lnTo>
                  <a:lnTo>
                    <a:pt x="4353" y="14826"/>
                  </a:lnTo>
                  <a:lnTo>
                    <a:pt x="4869" y="14531"/>
                  </a:lnTo>
                  <a:lnTo>
                    <a:pt x="5312" y="14163"/>
                  </a:lnTo>
                  <a:lnTo>
                    <a:pt x="5754" y="13720"/>
                  </a:lnTo>
                  <a:lnTo>
                    <a:pt x="6049" y="13204"/>
                  </a:lnTo>
                  <a:lnTo>
                    <a:pt x="6197" y="12614"/>
                  </a:lnTo>
                  <a:lnTo>
                    <a:pt x="6271" y="11950"/>
                  </a:lnTo>
                  <a:lnTo>
                    <a:pt x="6271" y="148"/>
                  </a:lnTo>
                  <a:lnTo>
                    <a:pt x="6197" y="74"/>
                  </a:lnTo>
                  <a:lnTo>
                    <a:pt x="612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73" name="Google Shape;5998;p48">
              <a:extLst>
                <a:ext uri="{FF2B5EF4-FFF2-40B4-BE49-F238E27FC236}">
                  <a16:creationId xmlns:a16="http://schemas.microsoft.com/office/drawing/2014/main" id="{DA9F0778-9470-2FB2-B84A-59474DFAE6F2}"/>
                </a:ext>
              </a:extLst>
            </p:cNvPr>
            <p:cNvSpPr/>
            <p:nvPr/>
          </p:nvSpPr>
          <p:spPr>
            <a:xfrm>
              <a:off x="4053375" y="876125"/>
              <a:ext cx="182575" cy="46125"/>
            </a:xfrm>
            <a:custGeom>
              <a:avLst/>
              <a:gdLst/>
              <a:ahLst/>
              <a:cxnLst/>
              <a:rect l="l" t="t" r="r" b="b"/>
              <a:pathLst>
                <a:path w="7303" h="1845" extrusionOk="0">
                  <a:moveTo>
                    <a:pt x="1" y="1"/>
                  </a:moveTo>
                  <a:lnTo>
                    <a:pt x="1" y="1845"/>
                  </a:lnTo>
                  <a:lnTo>
                    <a:pt x="7303" y="1845"/>
                  </a:lnTo>
                  <a:lnTo>
                    <a:pt x="7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74" name="Google Shape;5999;p48">
              <a:extLst>
                <a:ext uri="{FF2B5EF4-FFF2-40B4-BE49-F238E27FC236}">
                  <a16:creationId xmlns:a16="http://schemas.microsoft.com/office/drawing/2014/main" id="{71726629-18D8-63A7-D363-069E368760E4}"/>
                </a:ext>
              </a:extLst>
            </p:cNvPr>
            <p:cNvSpPr/>
            <p:nvPr/>
          </p:nvSpPr>
          <p:spPr>
            <a:xfrm>
              <a:off x="4049700" y="872450"/>
              <a:ext cx="189950" cy="53500"/>
            </a:xfrm>
            <a:custGeom>
              <a:avLst/>
              <a:gdLst/>
              <a:ahLst/>
              <a:cxnLst/>
              <a:rect l="l" t="t" r="r" b="b"/>
              <a:pathLst>
                <a:path w="7598" h="2140" extrusionOk="0">
                  <a:moveTo>
                    <a:pt x="7302" y="295"/>
                  </a:moveTo>
                  <a:lnTo>
                    <a:pt x="7302" y="1844"/>
                  </a:lnTo>
                  <a:lnTo>
                    <a:pt x="295" y="1844"/>
                  </a:lnTo>
                  <a:lnTo>
                    <a:pt x="295" y="295"/>
                  </a:lnTo>
                  <a:close/>
                  <a:moveTo>
                    <a:pt x="148" y="0"/>
                  </a:moveTo>
                  <a:lnTo>
                    <a:pt x="74" y="74"/>
                  </a:lnTo>
                  <a:lnTo>
                    <a:pt x="0" y="148"/>
                  </a:lnTo>
                  <a:lnTo>
                    <a:pt x="0" y="1992"/>
                  </a:lnTo>
                  <a:lnTo>
                    <a:pt x="74" y="2065"/>
                  </a:lnTo>
                  <a:lnTo>
                    <a:pt x="148" y="2139"/>
                  </a:lnTo>
                  <a:lnTo>
                    <a:pt x="7450" y="2139"/>
                  </a:lnTo>
                  <a:lnTo>
                    <a:pt x="7524" y="2065"/>
                  </a:lnTo>
                  <a:lnTo>
                    <a:pt x="7597" y="1992"/>
                  </a:lnTo>
                  <a:lnTo>
                    <a:pt x="7597" y="148"/>
                  </a:lnTo>
                  <a:lnTo>
                    <a:pt x="7524" y="74"/>
                  </a:lnTo>
                  <a:lnTo>
                    <a:pt x="745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75" name="Google Shape;6000;p48">
              <a:extLst>
                <a:ext uri="{FF2B5EF4-FFF2-40B4-BE49-F238E27FC236}">
                  <a16:creationId xmlns:a16="http://schemas.microsoft.com/office/drawing/2014/main" id="{D0F4EBF8-2251-C2B9-56CD-9242DD8AECE4}"/>
                </a:ext>
              </a:extLst>
            </p:cNvPr>
            <p:cNvSpPr/>
            <p:nvPr/>
          </p:nvSpPr>
          <p:spPr>
            <a:xfrm>
              <a:off x="4084725" y="1123225"/>
              <a:ext cx="118050" cy="118050"/>
            </a:xfrm>
            <a:custGeom>
              <a:avLst/>
              <a:gdLst/>
              <a:ahLst/>
              <a:cxnLst/>
              <a:rect l="l" t="t" r="r" b="b"/>
              <a:pathLst>
                <a:path w="4722" h="4722" extrusionOk="0">
                  <a:moveTo>
                    <a:pt x="2361" y="0"/>
                  </a:moveTo>
                  <a:lnTo>
                    <a:pt x="1918" y="74"/>
                  </a:lnTo>
                  <a:lnTo>
                    <a:pt x="1476" y="222"/>
                  </a:lnTo>
                  <a:lnTo>
                    <a:pt x="1033" y="443"/>
                  </a:lnTo>
                  <a:lnTo>
                    <a:pt x="738" y="664"/>
                  </a:lnTo>
                  <a:lnTo>
                    <a:pt x="443" y="1033"/>
                  </a:lnTo>
                  <a:lnTo>
                    <a:pt x="222" y="1476"/>
                  </a:lnTo>
                  <a:lnTo>
                    <a:pt x="74" y="1918"/>
                  </a:lnTo>
                  <a:lnTo>
                    <a:pt x="1" y="2361"/>
                  </a:lnTo>
                  <a:lnTo>
                    <a:pt x="74" y="2877"/>
                  </a:lnTo>
                  <a:lnTo>
                    <a:pt x="222" y="3320"/>
                  </a:lnTo>
                  <a:lnTo>
                    <a:pt x="443" y="3688"/>
                  </a:lnTo>
                  <a:lnTo>
                    <a:pt x="738" y="4057"/>
                  </a:lnTo>
                  <a:lnTo>
                    <a:pt x="1033" y="4352"/>
                  </a:lnTo>
                  <a:lnTo>
                    <a:pt x="1476" y="4574"/>
                  </a:lnTo>
                  <a:lnTo>
                    <a:pt x="1918" y="4721"/>
                  </a:lnTo>
                  <a:lnTo>
                    <a:pt x="2877" y="4721"/>
                  </a:lnTo>
                  <a:lnTo>
                    <a:pt x="3320" y="4574"/>
                  </a:lnTo>
                  <a:lnTo>
                    <a:pt x="3689" y="4352"/>
                  </a:lnTo>
                  <a:lnTo>
                    <a:pt x="4057" y="4057"/>
                  </a:lnTo>
                  <a:lnTo>
                    <a:pt x="4352" y="3688"/>
                  </a:lnTo>
                  <a:lnTo>
                    <a:pt x="4574" y="3320"/>
                  </a:lnTo>
                  <a:lnTo>
                    <a:pt x="4721" y="2877"/>
                  </a:lnTo>
                  <a:lnTo>
                    <a:pt x="4721" y="2361"/>
                  </a:lnTo>
                  <a:lnTo>
                    <a:pt x="4721" y="1918"/>
                  </a:lnTo>
                  <a:lnTo>
                    <a:pt x="4574" y="1476"/>
                  </a:lnTo>
                  <a:lnTo>
                    <a:pt x="4352" y="1033"/>
                  </a:lnTo>
                  <a:lnTo>
                    <a:pt x="4057" y="664"/>
                  </a:lnTo>
                  <a:lnTo>
                    <a:pt x="3689" y="443"/>
                  </a:lnTo>
                  <a:lnTo>
                    <a:pt x="3320" y="222"/>
                  </a:lnTo>
                  <a:lnTo>
                    <a:pt x="2877" y="74"/>
                  </a:lnTo>
                  <a:lnTo>
                    <a:pt x="23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76" name="Google Shape;6001;p48">
              <a:extLst>
                <a:ext uri="{FF2B5EF4-FFF2-40B4-BE49-F238E27FC236}">
                  <a16:creationId xmlns:a16="http://schemas.microsoft.com/office/drawing/2014/main" id="{14B8EDE8-9766-A639-E3F7-AC8AF3007C17}"/>
                </a:ext>
              </a:extLst>
            </p:cNvPr>
            <p:cNvSpPr/>
            <p:nvPr/>
          </p:nvSpPr>
          <p:spPr>
            <a:xfrm>
              <a:off x="4081050" y="1119525"/>
              <a:ext cx="125400" cy="125425"/>
            </a:xfrm>
            <a:custGeom>
              <a:avLst/>
              <a:gdLst/>
              <a:ahLst/>
              <a:cxnLst/>
              <a:rect l="l" t="t" r="r" b="b"/>
              <a:pathLst>
                <a:path w="5016" h="5017" extrusionOk="0">
                  <a:moveTo>
                    <a:pt x="2582" y="296"/>
                  </a:moveTo>
                  <a:lnTo>
                    <a:pt x="3024" y="370"/>
                  </a:lnTo>
                  <a:lnTo>
                    <a:pt x="3393" y="443"/>
                  </a:lnTo>
                  <a:lnTo>
                    <a:pt x="3762" y="665"/>
                  </a:lnTo>
                  <a:lnTo>
                    <a:pt x="4131" y="960"/>
                  </a:lnTo>
                  <a:lnTo>
                    <a:pt x="4352" y="1255"/>
                  </a:lnTo>
                  <a:lnTo>
                    <a:pt x="4573" y="1697"/>
                  </a:lnTo>
                  <a:lnTo>
                    <a:pt x="4721" y="2066"/>
                  </a:lnTo>
                  <a:lnTo>
                    <a:pt x="4721" y="2509"/>
                  </a:lnTo>
                  <a:lnTo>
                    <a:pt x="4721" y="2951"/>
                  </a:lnTo>
                  <a:lnTo>
                    <a:pt x="4573" y="3394"/>
                  </a:lnTo>
                  <a:lnTo>
                    <a:pt x="4352" y="3763"/>
                  </a:lnTo>
                  <a:lnTo>
                    <a:pt x="4131" y="4131"/>
                  </a:lnTo>
                  <a:lnTo>
                    <a:pt x="3762" y="4353"/>
                  </a:lnTo>
                  <a:lnTo>
                    <a:pt x="3393" y="4574"/>
                  </a:lnTo>
                  <a:lnTo>
                    <a:pt x="2950" y="4722"/>
                  </a:lnTo>
                  <a:lnTo>
                    <a:pt x="2065" y="4722"/>
                  </a:lnTo>
                  <a:lnTo>
                    <a:pt x="1697" y="4574"/>
                  </a:lnTo>
                  <a:lnTo>
                    <a:pt x="1328" y="4353"/>
                  </a:lnTo>
                  <a:lnTo>
                    <a:pt x="959" y="4131"/>
                  </a:lnTo>
                  <a:lnTo>
                    <a:pt x="664" y="3763"/>
                  </a:lnTo>
                  <a:lnTo>
                    <a:pt x="516" y="3394"/>
                  </a:lnTo>
                  <a:lnTo>
                    <a:pt x="369" y="2951"/>
                  </a:lnTo>
                  <a:lnTo>
                    <a:pt x="295" y="2509"/>
                  </a:lnTo>
                  <a:lnTo>
                    <a:pt x="369" y="2066"/>
                  </a:lnTo>
                  <a:lnTo>
                    <a:pt x="516" y="1697"/>
                  </a:lnTo>
                  <a:lnTo>
                    <a:pt x="664" y="1329"/>
                  </a:lnTo>
                  <a:lnTo>
                    <a:pt x="959" y="960"/>
                  </a:lnTo>
                  <a:lnTo>
                    <a:pt x="1328" y="665"/>
                  </a:lnTo>
                  <a:lnTo>
                    <a:pt x="1697" y="517"/>
                  </a:lnTo>
                  <a:lnTo>
                    <a:pt x="2065" y="370"/>
                  </a:lnTo>
                  <a:lnTo>
                    <a:pt x="2508" y="296"/>
                  </a:lnTo>
                  <a:close/>
                  <a:moveTo>
                    <a:pt x="2508" y="1"/>
                  </a:moveTo>
                  <a:lnTo>
                    <a:pt x="1992" y="75"/>
                  </a:lnTo>
                  <a:lnTo>
                    <a:pt x="1549" y="222"/>
                  </a:lnTo>
                  <a:lnTo>
                    <a:pt x="1106" y="443"/>
                  </a:lnTo>
                  <a:lnTo>
                    <a:pt x="738" y="739"/>
                  </a:lnTo>
                  <a:lnTo>
                    <a:pt x="443" y="1107"/>
                  </a:lnTo>
                  <a:lnTo>
                    <a:pt x="221" y="1550"/>
                  </a:lnTo>
                  <a:lnTo>
                    <a:pt x="74" y="1992"/>
                  </a:lnTo>
                  <a:lnTo>
                    <a:pt x="0" y="2509"/>
                  </a:lnTo>
                  <a:lnTo>
                    <a:pt x="74" y="3025"/>
                  </a:lnTo>
                  <a:lnTo>
                    <a:pt x="221" y="3468"/>
                  </a:lnTo>
                  <a:lnTo>
                    <a:pt x="443" y="3910"/>
                  </a:lnTo>
                  <a:lnTo>
                    <a:pt x="738" y="4279"/>
                  </a:lnTo>
                  <a:lnTo>
                    <a:pt x="1106" y="4574"/>
                  </a:lnTo>
                  <a:lnTo>
                    <a:pt x="1549" y="4869"/>
                  </a:lnTo>
                  <a:lnTo>
                    <a:pt x="1992" y="5017"/>
                  </a:lnTo>
                  <a:lnTo>
                    <a:pt x="3024" y="5017"/>
                  </a:lnTo>
                  <a:lnTo>
                    <a:pt x="3540" y="4869"/>
                  </a:lnTo>
                  <a:lnTo>
                    <a:pt x="3909" y="4574"/>
                  </a:lnTo>
                  <a:lnTo>
                    <a:pt x="4278" y="4279"/>
                  </a:lnTo>
                  <a:lnTo>
                    <a:pt x="4647" y="3910"/>
                  </a:lnTo>
                  <a:lnTo>
                    <a:pt x="4868" y="3468"/>
                  </a:lnTo>
                  <a:lnTo>
                    <a:pt x="5016" y="3025"/>
                  </a:lnTo>
                  <a:lnTo>
                    <a:pt x="5016" y="2509"/>
                  </a:lnTo>
                  <a:lnTo>
                    <a:pt x="5016" y="1992"/>
                  </a:lnTo>
                  <a:lnTo>
                    <a:pt x="4868" y="1550"/>
                  </a:lnTo>
                  <a:lnTo>
                    <a:pt x="4647" y="1107"/>
                  </a:lnTo>
                  <a:lnTo>
                    <a:pt x="4278" y="739"/>
                  </a:lnTo>
                  <a:lnTo>
                    <a:pt x="3909" y="443"/>
                  </a:lnTo>
                  <a:lnTo>
                    <a:pt x="3540" y="222"/>
                  </a:lnTo>
                  <a:lnTo>
                    <a:pt x="3024" y="75"/>
                  </a:lnTo>
                  <a:lnTo>
                    <a:pt x="250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77" name="Google Shape;6002;p48">
              <a:extLst>
                <a:ext uri="{FF2B5EF4-FFF2-40B4-BE49-F238E27FC236}">
                  <a16:creationId xmlns:a16="http://schemas.microsoft.com/office/drawing/2014/main" id="{61542AE0-DE8B-CF3C-6D34-B05AF1DABF02}"/>
                </a:ext>
              </a:extLst>
            </p:cNvPr>
            <p:cNvSpPr/>
            <p:nvPr/>
          </p:nvSpPr>
          <p:spPr>
            <a:xfrm>
              <a:off x="4116075" y="1154575"/>
              <a:ext cx="57175" cy="55350"/>
            </a:xfrm>
            <a:custGeom>
              <a:avLst/>
              <a:gdLst/>
              <a:ahLst/>
              <a:cxnLst/>
              <a:rect l="l" t="t" r="r" b="b"/>
              <a:pathLst>
                <a:path w="2287" h="2214" extrusionOk="0">
                  <a:moveTo>
                    <a:pt x="886" y="0"/>
                  </a:moveTo>
                  <a:lnTo>
                    <a:pt x="664" y="74"/>
                  </a:lnTo>
                  <a:lnTo>
                    <a:pt x="369" y="295"/>
                  </a:lnTo>
                  <a:lnTo>
                    <a:pt x="74" y="664"/>
                  </a:lnTo>
                  <a:lnTo>
                    <a:pt x="0" y="885"/>
                  </a:lnTo>
                  <a:lnTo>
                    <a:pt x="0" y="1107"/>
                  </a:lnTo>
                  <a:lnTo>
                    <a:pt x="0" y="1328"/>
                  </a:lnTo>
                  <a:lnTo>
                    <a:pt x="74" y="1549"/>
                  </a:lnTo>
                  <a:lnTo>
                    <a:pt x="369" y="1918"/>
                  </a:lnTo>
                  <a:lnTo>
                    <a:pt x="664" y="2139"/>
                  </a:lnTo>
                  <a:lnTo>
                    <a:pt x="886" y="2213"/>
                  </a:lnTo>
                  <a:lnTo>
                    <a:pt x="1328" y="2213"/>
                  </a:lnTo>
                  <a:lnTo>
                    <a:pt x="1549" y="2139"/>
                  </a:lnTo>
                  <a:lnTo>
                    <a:pt x="1918" y="1918"/>
                  </a:lnTo>
                  <a:lnTo>
                    <a:pt x="2139" y="1549"/>
                  </a:lnTo>
                  <a:lnTo>
                    <a:pt x="2213" y="1328"/>
                  </a:lnTo>
                  <a:lnTo>
                    <a:pt x="2287" y="1107"/>
                  </a:lnTo>
                  <a:lnTo>
                    <a:pt x="2213" y="885"/>
                  </a:lnTo>
                  <a:lnTo>
                    <a:pt x="2139" y="664"/>
                  </a:lnTo>
                  <a:lnTo>
                    <a:pt x="1918" y="295"/>
                  </a:lnTo>
                  <a:lnTo>
                    <a:pt x="1549" y="74"/>
                  </a:lnTo>
                  <a:lnTo>
                    <a:pt x="132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78" name="Google Shape;6003;p48">
              <a:extLst>
                <a:ext uri="{FF2B5EF4-FFF2-40B4-BE49-F238E27FC236}">
                  <a16:creationId xmlns:a16="http://schemas.microsoft.com/office/drawing/2014/main" id="{E1040F62-A4EC-F8D3-221E-DA7A7E3C129C}"/>
                </a:ext>
              </a:extLst>
            </p:cNvPr>
            <p:cNvSpPr/>
            <p:nvPr/>
          </p:nvSpPr>
          <p:spPr>
            <a:xfrm>
              <a:off x="4112375" y="1150875"/>
              <a:ext cx="64575" cy="62725"/>
            </a:xfrm>
            <a:custGeom>
              <a:avLst/>
              <a:gdLst/>
              <a:ahLst/>
              <a:cxnLst/>
              <a:rect l="l" t="t" r="r" b="b"/>
              <a:pathLst>
                <a:path w="2583" h="2509" extrusionOk="0">
                  <a:moveTo>
                    <a:pt x="1255" y="296"/>
                  </a:moveTo>
                  <a:lnTo>
                    <a:pt x="1624" y="370"/>
                  </a:lnTo>
                  <a:lnTo>
                    <a:pt x="1992" y="591"/>
                  </a:lnTo>
                  <a:lnTo>
                    <a:pt x="2214" y="886"/>
                  </a:lnTo>
                  <a:lnTo>
                    <a:pt x="2287" y="1255"/>
                  </a:lnTo>
                  <a:lnTo>
                    <a:pt x="2214" y="1624"/>
                  </a:lnTo>
                  <a:lnTo>
                    <a:pt x="1992" y="1992"/>
                  </a:lnTo>
                  <a:lnTo>
                    <a:pt x="1624" y="2140"/>
                  </a:lnTo>
                  <a:lnTo>
                    <a:pt x="1255" y="2214"/>
                  </a:lnTo>
                  <a:lnTo>
                    <a:pt x="886" y="2140"/>
                  </a:lnTo>
                  <a:lnTo>
                    <a:pt x="591" y="1992"/>
                  </a:lnTo>
                  <a:lnTo>
                    <a:pt x="370" y="1624"/>
                  </a:lnTo>
                  <a:lnTo>
                    <a:pt x="296" y="1255"/>
                  </a:lnTo>
                  <a:lnTo>
                    <a:pt x="370" y="886"/>
                  </a:lnTo>
                  <a:lnTo>
                    <a:pt x="591" y="591"/>
                  </a:lnTo>
                  <a:lnTo>
                    <a:pt x="886" y="370"/>
                  </a:lnTo>
                  <a:lnTo>
                    <a:pt x="1255" y="296"/>
                  </a:lnTo>
                  <a:close/>
                  <a:moveTo>
                    <a:pt x="1034" y="1"/>
                  </a:moveTo>
                  <a:lnTo>
                    <a:pt x="812" y="75"/>
                  </a:lnTo>
                  <a:lnTo>
                    <a:pt x="591" y="222"/>
                  </a:lnTo>
                  <a:lnTo>
                    <a:pt x="370" y="370"/>
                  </a:lnTo>
                  <a:lnTo>
                    <a:pt x="222" y="591"/>
                  </a:lnTo>
                  <a:lnTo>
                    <a:pt x="148" y="738"/>
                  </a:lnTo>
                  <a:lnTo>
                    <a:pt x="75" y="1033"/>
                  </a:lnTo>
                  <a:lnTo>
                    <a:pt x="1" y="1255"/>
                  </a:lnTo>
                  <a:lnTo>
                    <a:pt x="75" y="1550"/>
                  </a:lnTo>
                  <a:lnTo>
                    <a:pt x="148" y="1771"/>
                  </a:lnTo>
                  <a:lnTo>
                    <a:pt x="222" y="1992"/>
                  </a:lnTo>
                  <a:lnTo>
                    <a:pt x="370" y="2140"/>
                  </a:lnTo>
                  <a:lnTo>
                    <a:pt x="591" y="2287"/>
                  </a:lnTo>
                  <a:lnTo>
                    <a:pt x="812" y="2435"/>
                  </a:lnTo>
                  <a:lnTo>
                    <a:pt x="1034" y="2509"/>
                  </a:lnTo>
                  <a:lnTo>
                    <a:pt x="1550" y="2509"/>
                  </a:lnTo>
                  <a:lnTo>
                    <a:pt x="1771" y="2435"/>
                  </a:lnTo>
                  <a:lnTo>
                    <a:pt x="1992" y="2287"/>
                  </a:lnTo>
                  <a:lnTo>
                    <a:pt x="2214" y="2140"/>
                  </a:lnTo>
                  <a:lnTo>
                    <a:pt x="2361" y="1992"/>
                  </a:lnTo>
                  <a:lnTo>
                    <a:pt x="2435" y="1771"/>
                  </a:lnTo>
                  <a:lnTo>
                    <a:pt x="2509" y="1550"/>
                  </a:lnTo>
                  <a:lnTo>
                    <a:pt x="2583" y="1255"/>
                  </a:lnTo>
                  <a:lnTo>
                    <a:pt x="2509" y="1033"/>
                  </a:lnTo>
                  <a:lnTo>
                    <a:pt x="2435" y="738"/>
                  </a:lnTo>
                  <a:lnTo>
                    <a:pt x="2361" y="591"/>
                  </a:lnTo>
                  <a:lnTo>
                    <a:pt x="2214" y="370"/>
                  </a:lnTo>
                  <a:lnTo>
                    <a:pt x="1992" y="222"/>
                  </a:lnTo>
                  <a:lnTo>
                    <a:pt x="1771" y="75"/>
                  </a:lnTo>
                  <a:lnTo>
                    <a:pt x="155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79" name="Google Shape;6004;p48">
              <a:extLst>
                <a:ext uri="{FF2B5EF4-FFF2-40B4-BE49-F238E27FC236}">
                  <a16:creationId xmlns:a16="http://schemas.microsoft.com/office/drawing/2014/main" id="{3077A93D-B0B2-14F7-58C9-9D9F93C0EDB5}"/>
                </a:ext>
              </a:extLst>
            </p:cNvPr>
            <p:cNvSpPr/>
            <p:nvPr/>
          </p:nvSpPr>
          <p:spPr>
            <a:xfrm>
              <a:off x="4082875" y="957275"/>
              <a:ext cx="33225" cy="134625"/>
            </a:xfrm>
            <a:custGeom>
              <a:avLst/>
              <a:gdLst/>
              <a:ahLst/>
              <a:cxnLst/>
              <a:rect l="l" t="t" r="r" b="b"/>
              <a:pathLst>
                <a:path w="1329" h="5385" extrusionOk="0">
                  <a:moveTo>
                    <a:pt x="1" y="0"/>
                  </a:moveTo>
                  <a:lnTo>
                    <a:pt x="1" y="5385"/>
                  </a:lnTo>
                  <a:lnTo>
                    <a:pt x="1328" y="5385"/>
                  </a:lnTo>
                  <a:lnTo>
                    <a:pt x="132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80" name="Google Shape;6005;p48">
              <a:extLst>
                <a:ext uri="{FF2B5EF4-FFF2-40B4-BE49-F238E27FC236}">
                  <a16:creationId xmlns:a16="http://schemas.microsoft.com/office/drawing/2014/main" id="{B2CCD46A-AA68-0EDB-AC05-D5FD1E70BB55}"/>
                </a:ext>
              </a:extLst>
            </p:cNvPr>
            <p:cNvSpPr/>
            <p:nvPr/>
          </p:nvSpPr>
          <p:spPr>
            <a:xfrm>
              <a:off x="4079200" y="953575"/>
              <a:ext cx="40575" cy="142025"/>
            </a:xfrm>
            <a:custGeom>
              <a:avLst/>
              <a:gdLst/>
              <a:ahLst/>
              <a:cxnLst/>
              <a:rect l="l" t="t" r="r" b="b"/>
              <a:pathLst>
                <a:path w="1623" h="5681" extrusionOk="0">
                  <a:moveTo>
                    <a:pt x="1328" y="296"/>
                  </a:moveTo>
                  <a:lnTo>
                    <a:pt x="1328" y="5385"/>
                  </a:lnTo>
                  <a:lnTo>
                    <a:pt x="295" y="5385"/>
                  </a:lnTo>
                  <a:lnTo>
                    <a:pt x="295" y="296"/>
                  </a:lnTo>
                  <a:close/>
                  <a:moveTo>
                    <a:pt x="148" y="1"/>
                  </a:moveTo>
                  <a:lnTo>
                    <a:pt x="74" y="74"/>
                  </a:lnTo>
                  <a:lnTo>
                    <a:pt x="0" y="148"/>
                  </a:lnTo>
                  <a:lnTo>
                    <a:pt x="0" y="5533"/>
                  </a:lnTo>
                  <a:lnTo>
                    <a:pt x="74" y="5606"/>
                  </a:lnTo>
                  <a:lnTo>
                    <a:pt x="148" y="5680"/>
                  </a:lnTo>
                  <a:lnTo>
                    <a:pt x="1475" y="5680"/>
                  </a:lnTo>
                  <a:lnTo>
                    <a:pt x="1549" y="5606"/>
                  </a:lnTo>
                  <a:lnTo>
                    <a:pt x="1623" y="5533"/>
                  </a:lnTo>
                  <a:lnTo>
                    <a:pt x="1623" y="148"/>
                  </a:lnTo>
                  <a:lnTo>
                    <a:pt x="1549" y="74"/>
                  </a:lnTo>
                  <a:lnTo>
                    <a:pt x="147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81" name="Google Shape;6006;p48">
              <a:extLst>
                <a:ext uri="{FF2B5EF4-FFF2-40B4-BE49-F238E27FC236}">
                  <a16:creationId xmlns:a16="http://schemas.microsoft.com/office/drawing/2014/main" id="{FAC22D88-AC99-9212-917C-D44B9AF9A82F}"/>
                </a:ext>
              </a:extLst>
            </p:cNvPr>
            <p:cNvSpPr/>
            <p:nvPr/>
          </p:nvSpPr>
          <p:spPr>
            <a:xfrm>
              <a:off x="4173250" y="957275"/>
              <a:ext cx="33200" cy="134625"/>
            </a:xfrm>
            <a:custGeom>
              <a:avLst/>
              <a:gdLst/>
              <a:ahLst/>
              <a:cxnLst/>
              <a:rect l="l" t="t" r="r" b="b"/>
              <a:pathLst>
                <a:path w="1328" h="5385" extrusionOk="0">
                  <a:moveTo>
                    <a:pt x="0" y="0"/>
                  </a:moveTo>
                  <a:lnTo>
                    <a:pt x="0" y="5385"/>
                  </a:lnTo>
                  <a:lnTo>
                    <a:pt x="1328" y="5385"/>
                  </a:lnTo>
                  <a:lnTo>
                    <a:pt x="132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82" name="Google Shape;6007;p48">
              <a:extLst>
                <a:ext uri="{FF2B5EF4-FFF2-40B4-BE49-F238E27FC236}">
                  <a16:creationId xmlns:a16="http://schemas.microsoft.com/office/drawing/2014/main" id="{E623FDF2-37D9-BA9A-82D3-828E3F12A91A}"/>
                </a:ext>
              </a:extLst>
            </p:cNvPr>
            <p:cNvSpPr/>
            <p:nvPr/>
          </p:nvSpPr>
          <p:spPr>
            <a:xfrm>
              <a:off x="4169550" y="953575"/>
              <a:ext cx="40600" cy="142025"/>
            </a:xfrm>
            <a:custGeom>
              <a:avLst/>
              <a:gdLst/>
              <a:ahLst/>
              <a:cxnLst/>
              <a:rect l="l" t="t" r="r" b="b"/>
              <a:pathLst>
                <a:path w="1624" h="5681" extrusionOk="0">
                  <a:moveTo>
                    <a:pt x="1328" y="296"/>
                  </a:moveTo>
                  <a:lnTo>
                    <a:pt x="1328" y="5385"/>
                  </a:lnTo>
                  <a:lnTo>
                    <a:pt x="296" y="5385"/>
                  </a:lnTo>
                  <a:lnTo>
                    <a:pt x="296" y="296"/>
                  </a:lnTo>
                  <a:close/>
                  <a:moveTo>
                    <a:pt x="148" y="1"/>
                  </a:moveTo>
                  <a:lnTo>
                    <a:pt x="74" y="74"/>
                  </a:lnTo>
                  <a:lnTo>
                    <a:pt x="0" y="148"/>
                  </a:lnTo>
                  <a:lnTo>
                    <a:pt x="0" y="5533"/>
                  </a:lnTo>
                  <a:lnTo>
                    <a:pt x="74" y="5606"/>
                  </a:lnTo>
                  <a:lnTo>
                    <a:pt x="148" y="5680"/>
                  </a:lnTo>
                  <a:lnTo>
                    <a:pt x="1476" y="5680"/>
                  </a:lnTo>
                  <a:lnTo>
                    <a:pt x="1549" y="5606"/>
                  </a:lnTo>
                  <a:lnTo>
                    <a:pt x="1623" y="5533"/>
                  </a:lnTo>
                  <a:lnTo>
                    <a:pt x="1623" y="148"/>
                  </a:lnTo>
                  <a:lnTo>
                    <a:pt x="1549" y="74"/>
                  </a:lnTo>
                  <a:lnTo>
                    <a:pt x="147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83" name="Google Shape;6008;p48">
              <a:extLst>
                <a:ext uri="{FF2B5EF4-FFF2-40B4-BE49-F238E27FC236}">
                  <a16:creationId xmlns:a16="http://schemas.microsoft.com/office/drawing/2014/main" id="{810BA92D-F69B-044E-F2E1-FDC37DBCEF5E}"/>
                </a:ext>
              </a:extLst>
            </p:cNvPr>
            <p:cNvSpPr/>
            <p:nvPr/>
          </p:nvSpPr>
          <p:spPr>
            <a:xfrm>
              <a:off x="3492800" y="1381375"/>
              <a:ext cx="223150" cy="188125"/>
            </a:xfrm>
            <a:custGeom>
              <a:avLst/>
              <a:gdLst/>
              <a:ahLst/>
              <a:cxnLst/>
              <a:rect l="l" t="t" r="r" b="b"/>
              <a:pathLst>
                <a:path w="8926" h="7525" extrusionOk="0">
                  <a:moveTo>
                    <a:pt x="1" y="1"/>
                  </a:moveTo>
                  <a:lnTo>
                    <a:pt x="1" y="7524"/>
                  </a:lnTo>
                  <a:lnTo>
                    <a:pt x="8926" y="7524"/>
                  </a:lnTo>
                  <a:lnTo>
                    <a:pt x="89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84" name="Google Shape;6009;p48">
              <a:extLst>
                <a:ext uri="{FF2B5EF4-FFF2-40B4-BE49-F238E27FC236}">
                  <a16:creationId xmlns:a16="http://schemas.microsoft.com/office/drawing/2014/main" id="{D7F5B97C-29FC-1BF8-1018-6A634DEB47A5}"/>
                </a:ext>
              </a:extLst>
            </p:cNvPr>
            <p:cNvSpPr/>
            <p:nvPr/>
          </p:nvSpPr>
          <p:spPr>
            <a:xfrm>
              <a:off x="3489125" y="1377700"/>
              <a:ext cx="230525" cy="195475"/>
            </a:xfrm>
            <a:custGeom>
              <a:avLst/>
              <a:gdLst/>
              <a:ahLst/>
              <a:cxnLst/>
              <a:rect l="l" t="t" r="r" b="b"/>
              <a:pathLst>
                <a:path w="9221" h="7819" extrusionOk="0">
                  <a:moveTo>
                    <a:pt x="8925" y="295"/>
                  </a:moveTo>
                  <a:lnTo>
                    <a:pt x="8925" y="7524"/>
                  </a:lnTo>
                  <a:lnTo>
                    <a:pt x="295" y="7524"/>
                  </a:lnTo>
                  <a:lnTo>
                    <a:pt x="295" y="295"/>
                  </a:lnTo>
                  <a:close/>
                  <a:moveTo>
                    <a:pt x="148" y="0"/>
                  </a:moveTo>
                  <a:lnTo>
                    <a:pt x="74" y="74"/>
                  </a:lnTo>
                  <a:lnTo>
                    <a:pt x="0" y="148"/>
                  </a:lnTo>
                  <a:lnTo>
                    <a:pt x="0" y="7671"/>
                  </a:lnTo>
                  <a:lnTo>
                    <a:pt x="74" y="7745"/>
                  </a:lnTo>
                  <a:lnTo>
                    <a:pt x="148" y="7819"/>
                  </a:lnTo>
                  <a:lnTo>
                    <a:pt x="9073" y="7819"/>
                  </a:lnTo>
                  <a:lnTo>
                    <a:pt x="9220" y="7745"/>
                  </a:lnTo>
                  <a:lnTo>
                    <a:pt x="9220" y="7671"/>
                  </a:lnTo>
                  <a:lnTo>
                    <a:pt x="9220" y="148"/>
                  </a:lnTo>
                  <a:lnTo>
                    <a:pt x="9220" y="74"/>
                  </a:lnTo>
                  <a:lnTo>
                    <a:pt x="907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85" name="Google Shape;6010;p48">
              <a:extLst>
                <a:ext uri="{FF2B5EF4-FFF2-40B4-BE49-F238E27FC236}">
                  <a16:creationId xmlns:a16="http://schemas.microsoft.com/office/drawing/2014/main" id="{188499A1-9D0C-03EE-C91E-DCCDD8D6D881}"/>
                </a:ext>
              </a:extLst>
            </p:cNvPr>
            <p:cNvSpPr/>
            <p:nvPr/>
          </p:nvSpPr>
          <p:spPr>
            <a:xfrm>
              <a:off x="3588700" y="1381375"/>
              <a:ext cx="162300" cy="188125"/>
            </a:xfrm>
            <a:custGeom>
              <a:avLst/>
              <a:gdLst/>
              <a:ahLst/>
              <a:cxnLst/>
              <a:rect l="l" t="t" r="r" b="b"/>
              <a:pathLst>
                <a:path w="6492" h="7525" extrusionOk="0">
                  <a:moveTo>
                    <a:pt x="0" y="1"/>
                  </a:moveTo>
                  <a:lnTo>
                    <a:pt x="0" y="7524"/>
                  </a:lnTo>
                  <a:lnTo>
                    <a:pt x="6491" y="7524"/>
                  </a:lnTo>
                  <a:lnTo>
                    <a:pt x="649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86" name="Google Shape;6011;p48">
              <a:extLst>
                <a:ext uri="{FF2B5EF4-FFF2-40B4-BE49-F238E27FC236}">
                  <a16:creationId xmlns:a16="http://schemas.microsoft.com/office/drawing/2014/main" id="{EDD9A27B-2787-B010-4165-4BB274A1EF32}"/>
                </a:ext>
              </a:extLst>
            </p:cNvPr>
            <p:cNvSpPr/>
            <p:nvPr/>
          </p:nvSpPr>
          <p:spPr>
            <a:xfrm>
              <a:off x="3585000" y="1377700"/>
              <a:ext cx="169675" cy="195475"/>
            </a:xfrm>
            <a:custGeom>
              <a:avLst/>
              <a:gdLst/>
              <a:ahLst/>
              <a:cxnLst/>
              <a:rect l="l" t="t" r="r" b="b"/>
              <a:pathLst>
                <a:path w="6787" h="7819" extrusionOk="0">
                  <a:moveTo>
                    <a:pt x="6492" y="295"/>
                  </a:moveTo>
                  <a:lnTo>
                    <a:pt x="6492" y="7524"/>
                  </a:lnTo>
                  <a:lnTo>
                    <a:pt x="296" y="7524"/>
                  </a:lnTo>
                  <a:lnTo>
                    <a:pt x="296" y="295"/>
                  </a:lnTo>
                  <a:close/>
                  <a:moveTo>
                    <a:pt x="148" y="0"/>
                  </a:moveTo>
                  <a:lnTo>
                    <a:pt x="1" y="74"/>
                  </a:lnTo>
                  <a:lnTo>
                    <a:pt x="1" y="148"/>
                  </a:lnTo>
                  <a:lnTo>
                    <a:pt x="1" y="7671"/>
                  </a:lnTo>
                  <a:lnTo>
                    <a:pt x="1" y="7745"/>
                  </a:lnTo>
                  <a:lnTo>
                    <a:pt x="148" y="7819"/>
                  </a:lnTo>
                  <a:lnTo>
                    <a:pt x="6639" y="7819"/>
                  </a:lnTo>
                  <a:lnTo>
                    <a:pt x="6713" y="7745"/>
                  </a:lnTo>
                  <a:lnTo>
                    <a:pt x="6787" y="7671"/>
                  </a:lnTo>
                  <a:lnTo>
                    <a:pt x="6787" y="148"/>
                  </a:lnTo>
                  <a:lnTo>
                    <a:pt x="6713" y="74"/>
                  </a:lnTo>
                  <a:lnTo>
                    <a:pt x="6639"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87" name="Google Shape;6012;p48">
              <a:extLst>
                <a:ext uri="{FF2B5EF4-FFF2-40B4-BE49-F238E27FC236}">
                  <a16:creationId xmlns:a16="http://schemas.microsoft.com/office/drawing/2014/main" id="{485898FD-B619-54C9-FAA0-7F6912102DFA}"/>
                </a:ext>
              </a:extLst>
            </p:cNvPr>
            <p:cNvSpPr/>
            <p:nvPr/>
          </p:nvSpPr>
          <p:spPr>
            <a:xfrm>
              <a:off x="3601600" y="315550"/>
              <a:ext cx="40600" cy="433375"/>
            </a:xfrm>
            <a:custGeom>
              <a:avLst/>
              <a:gdLst/>
              <a:ahLst/>
              <a:cxnLst/>
              <a:rect l="l" t="t" r="r" b="b"/>
              <a:pathLst>
                <a:path w="1624" h="17335" extrusionOk="0">
                  <a:moveTo>
                    <a:pt x="75" y="1"/>
                  </a:moveTo>
                  <a:lnTo>
                    <a:pt x="1" y="148"/>
                  </a:lnTo>
                  <a:lnTo>
                    <a:pt x="1" y="17187"/>
                  </a:lnTo>
                  <a:lnTo>
                    <a:pt x="75" y="17261"/>
                  </a:lnTo>
                  <a:lnTo>
                    <a:pt x="148" y="17334"/>
                  </a:lnTo>
                  <a:lnTo>
                    <a:pt x="1550" y="17334"/>
                  </a:lnTo>
                  <a:lnTo>
                    <a:pt x="1623" y="17261"/>
                  </a:lnTo>
                  <a:lnTo>
                    <a:pt x="1623" y="17187"/>
                  </a:lnTo>
                  <a:lnTo>
                    <a:pt x="1623" y="222"/>
                  </a:lnTo>
                  <a:lnTo>
                    <a:pt x="1623" y="75"/>
                  </a:lnTo>
                  <a:lnTo>
                    <a:pt x="1402" y="75"/>
                  </a:lnTo>
                  <a:lnTo>
                    <a:pt x="1328" y="222"/>
                  </a:lnTo>
                  <a:lnTo>
                    <a:pt x="1328" y="17039"/>
                  </a:lnTo>
                  <a:lnTo>
                    <a:pt x="296" y="17039"/>
                  </a:lnTo>
                  <a:lnTo>
                    <a:pt x="296" y="148"/>
                  </a:lnTo>
                  <a:lnTo>
                    <a:pt x="22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88" name="Google Shape;6013;p48">
              <a:extLst>
                <a:ext uri="{FF2B5EF4-FFF2-40B4-BE49-F238E27FC236}">
                  <a16:creationId xmlns:a16="http://schemas.microsoft.com/office/drawing/2014/main" id="{421696CD-C0A8-8F92-FD70-E24D783FDD3A}"/>
                </a:ext>
              </a:extLst>
            </p:cNvPr>
            <p:cNvSpPr/>
            <p:nvPr/>
          </p:nvSpPr>
          <p:spPr>
            <a:xfrm>
              <a:off x="3465150" y="1257825"/>
              <a:ext cx="29525" cy="160450"/>
            </a:xfrm>
            <a:custGeom>
              <a:avLst/>
              <a:gdLst/>
              <a:ahLst/>
              <a:cxnLst/>
              <a:rect l="l" t="t" r="r" b="b"/>
              <a:pathLst>
                <a:path w="1181" h="6418" extrusionOk="0">
                  <a:moveTo>
                    <a:pt x="591" y="1"/>
                  </a:moveTo>
                  <a:lnTo>
                    <a:pt x="369" y="75"/>
                  </a:lnTo>
                  <a:lnTo>
                    <a:pt x="148" y="222"/>
                  </a:lnTo>
                  <a:lnTo>
                    <a:pt x="74" y="370"/>
                  </a:lnTo>
                  <a:lnTo>
                    <a:pt x="1" y="591"/>
                  </a:lnTo>
                  <a:lnTo>
                    <a:pt x="1" y="5828"/>
                  </a:lnTo>
                  <a:lnTo>
                    <a:pt x="74" y="6049"/>
                  </a:lnTo>
                  <a:lnTo>
                    <a:pt x="148" y="6270"/>
                  </a:lnTo>
                  <a:lnTo>
                    <a:pt x="369" y="6344"/>
                  </a:lnTo>
                  <a:lnTo>
                    <a:pt x="591" y="6418"/>
                  </a:lnTo>
                  <a:lnTo>
                    <a:pt x="812" y="6344"/>
                  </a:lnTo>
                  <a:lnTo>
                    <a:pt x="1033" y="6270"/>
                  </a:lnTo>
                  <a:lnTo>
                    <a:pt x="1107" y="6049"/>
                  </a:lnTo>
                  <a:lnTo>
                    <a:pt x="1181" y="5828"/>
                  </a:lnTo>
                  <a:lnTo>
                    <a:pt x="1181" y="591"/>
                  </a:lnTo>
                  <a:lnTo>
                    <a:pt x="1107" y="370"/>
                  </a:lnTo>
                  <a:lnTo>
                    <a:pt x="1033" y="222"/>
                  </a:lnTo>
                  <a:lnTo>
                    <a:pt x="812" y="75"/>
                  </a:lnTo>
                  <a:lnTo>
                    <a:pt x="59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89" name="Google Shape;6014;p48">
              <a:extLst>
                <a:ext uri="{FF2B5EF4-FFF2-40B4-BE49-F238E27FC236}">
                  <a16:creationId xmlns:a16="http://schemas.microsoft.com/office/drawing/2014/main" id="{D54C5BBE-687F-5C06-CA84-C6EEB4B2900A}"/>
                </a:ext>
              </a:extLst>
            </p:cNvPr>
            <p:cNvSpPr/>
            <p:nvPr/>
          </p:nvSpPr>
          <p:spPr>
            <a:xfrm>
              <a:off x="3468850" y="1167475"/>
              <a:ext cx="167825" cy="116200"/>
            </a:xfrm>
            <a:custGeom>
              <a:avLst/>
              <a:gdLst/>
              <a:ahLst/>
              <a:cxnLst/>
              <a:rect l="l" t="t" r="r" b="b"/>
              <a:pathLst>
                <a:path w="6713" h="4648" extrusionOk="0">
                  <a:moveTo>
                    <a:pt x="6048" y="1"/>
                  </a:moveTo>
                  <a:lnTo>
                    <a:pt x="5827" y="74"/>
                  </a:lnTo>
                  <a:lnTo>
                    <a:pt x="295" y="3615"/>
                  </a:lnTo>
                  <a:lnTo>
                    <a:pt x="74" y="3836"/>
                  </a:lnTo>
                  <a:lnTo>
                    <a:pt x="0" y="4057"/>
                  </a:lnTo>
                  <a:lnTo>
                    <a:pt x="74" y="4352"/>
                  </a:lnTo>
                  <a:lnTo>
                    <a:pt x="148" y="4500"/>
                  </a:lnTo>
                  <a:lnTo>
                    <a:pt x="369" y="4647"/>
                  </a:lnTo>
                  <a:lnTo>
                    <a:pt x="738" y="4647"/>
                  </a:lnTo>
                  <a:lnTo>
                    <a:pt x="885" y="4574"/>
                  </a:lnTo>
                  <a:lnTo>
                    <a:pt x="6491" y="1107"/>
                  </a:lnTo>
                  <a:lnTo>
                    <a:pt x="6638" y="960"/>
                  </a:lnTo>
                  <a:lnTo>
                    <a:pt x="6712" y="738"/>
                  </a:lnTo>
                  <a:lnTo>
                    <a:pt x="6712" y="517"/>
                  </a:lnTo>
                  <a:lnTo>
                    <a:pt x="6638" y="296"/>
                  </a:lnTo>
                  <a:lnTo>
                    <a:pt x="6491" y="148"/>
                  </a:lnTo>
                  <a:lnTo>
                    <a:pt x="6270" y="74"/>
                  </a:lnTo>
                  <a:lnTo>
                    <a:pt x="604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90" name="Google Shape;6015;p48">
              <a:extLst>
                <a:ext uri="{FF2B5EF4-FFF2-40B4-BE49-F238E27FC236}">
                  <a16:creationId xmlns:a16="http://schemas.microsoft.com/office/drawing/2014/main" id="{B87A9387-BAAB-E0AD-CBA0-45C3CBE717B5}"/>
                </a:ext>
              </a:extLst>
            </p:cNvPr>
            <p:cNvSpPr/>
            <p:nvPr/>
          </p:nvSpPr>
          <p:spPr>
            <a:xfrm>
              <a:off x="3452250" y="1244925"/>
              <a:ext cx="55350" cy="55350"/>
            </a:xfrm>
            <a:custGeom>
              <a:avLst/>
              <a:gdLst/>
              <a:ahLst/>
              <a:cxnLst/>
              <a:rect l="l" t="t" r="r" b="b"/>
              <a:pathLst>
                <a:path w="2214" h="2214" extrusionOk="0">
                  <a:moveTo>
                    <a:pt x="885" y="1"/>
                  </a:moveTo>
                  <a:lnTo>
                    <a:pt x="664" y="74"/>
                  </a:lnTo>
                  <a:lnTo>
                    <a:pt x="295" y="296"/>
                  </a:lnTo>
                  <a:lnTo>
                    <a:pt x="74" y="664"/>
                  </a:lnTo>
                  <a:lnTo>
                    <a:pt x="0" y="886"/>
                  </a:lnTo>
                  <a:lnTo>
                    <a:pt x="0" y="1107"/>
                  </a:lnTo>
                  <a:lnTo>
                    <a:pt x="0" y="1328"/>
                  </a:lnTo>
                  <a:lnTo>
                    <a:pt x="74" y="1549"/>
                  </a:lnTo>
                  <a:lnTo>
                    <a:pt x="295" y="1918"/>
                  </a:lnTo>
                  <a:lnTo>
                    <a:pt x="664" y="2140"/>
                  </a:lnTo>
                  <a:lnTo>
                    <a:pt x="885" y="2213"/>
                  </a:lnTo>
                  <a:lnTo>
                    <a:pt x="1328" y="2213"/>
                  </a:lnTo>
                  <a:lnTo>
                    <a:pt x="1549" y="2140"/>
                  </a:lnTo>
                  <a:lnTo>
                    <a:pt x="1918" y="1918"/>
                  </a:lnTo>
                  <a:lnTo>
                    <a:pt x="2139" y="1549"/>
                  </a:lnTo>
                  <a:lnTo>
                    <a:pt x="2213" y="1328"/>
                  </a:lnTo>
                  <a:lnTo>
                    <a:pt x="2213" y="1107"/>
                  </a:lnTo>
                  <a:lnTo>
                    <a:pt x="2213" y="886"/>
                  </a:lnTo>
                  <a:lnTo>
                    <a:pt x="2139" y="664"/>
                  </a:lnTo>
                  <a:lnTo>
                    <a:pt x="1918" y="296"/>
                  </a:lnTo>
                  <a:lnTo>
                    <a:pt x="1549" y="74"/>
                  </a:lnTo>
                  <a:lnTo>
                    <a:pt x="132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91" name="Google Shape;6016;p48">
              <a:extLst>
                <a:ext uri="{FF2B5EF4-FFF2-40B4-BE49-F238E27FC236}">
                  <a16:creationId xmlns:a16="http://schemas.microsoft.com/office/drawing/2014/main" id="{E30645E4-AE20-E77C-6B28-8EE728C0D431}"/>
                </a:ext>
              </a:extLst>
            </p:cNvPr>
            <p:cNvSpPr/>
            <p:nvPr/>
          </p:nvSpPr>
          <p:spPr>
            <a:xfrm>
              <a:off x="3448550" y="1241250"/>
              <a:ext cx="62725" cy="62700"/>
            </a:xfrm>
            <a:custGeom>
              <a:avLst/>
              <a:gdLst/>
              <a:ahLst/>
              <a:cxnLst/>
              <a:rect l="l" t="t" r="r" b="b"/>
              <a:pathLst>
                <a:path w="2509" h="2508" extrusionOk="0">
                  <a:moveTo>
                    <a:pt x="1255" y="295"/>
                  </a:moveTo>
                  <a:lnTo>
                    <a:pt x="1623" y="369"/>
                  </a:lnTo>
                  <a:lnTo>
                    <a:pt x="1918" y="590"/>
                  </a:lnTo>
                  <a:lnTo>
                    <a:pt x="2140" y="885"/>
                  </a:lnTo>
                  <a:lnTo>
                    <a:pt x="2214" y="1254"/>
                  </a:lnTo>
                  <a:lnTo>
                    <a:pt x="2140" y="1623"/>
                  </a:lnTo>
                  <a:lnTo>
                    <a:pt x="1918" y="1992"/>
                  </a:lnTo>
                  <a:lnTo>
                    <a:pt x="1623" y="2139"/>
                  </a:lnTo>
                  <a:lnTo>
                    <a:pt x="1255" y="2213"/>
                  </a:lnTo>
                  <a:lnTo>
                    <a:pt x="886" y="2139"/>
                  </a:lnTo>
                  <a:lnTo>
                    <a:pt x="591" y="1992"/>
                  </a:lnTo>
                  <a:lnTo>
                    <a:pt x="370" y="1623"/>
                  </a:lnTo>
                  <a:lnTo>
                    <a:pt x="296" y="1254"/>
                  </a:lnTo>
                  <a:lnTo>
                    <a:pt x="370" y="885"/>
                  </a:lnTo>
                  <a:lnTo>
                    <a:pt x="591" y="590"/>
                  </a:lnTo>
                  <a:lnTo>
                    <a:pt x="886" y="369"/>
                  </a:lnTo>
                  <a:lnTo>
                    <a:pt x="1255" y="295"/>
                  </a:lnTo>
                  <a:close/>
                  <a:moveTo>
                    <a:pt x="1033" y="0"/>
                  </a:moveTo>
                  <a:lnTo>
                    <a:pt x="738" y="74"/>
                  </a:lnTo>
                  <a:lnTo>
                    <a:pt x="517" y="221"/>
                  </a:lnTo>
                  <a:lnTo>
                    <a:pt x="370" y="369"/>
                  </a:lnTo>
                  <a:lnTo>
                    <a:pt x="222" y="590"/>
                  </a:lnTo>
                  <a:lnTo>
                    <a:pt x="75" y="811"/>
                  </a:lnTo>
                  <a:lnTo>
                    <a:pt x="1" y="1033"/>
                  </a:lnTo>
                  <a:lnTo>
                    <a:pt x="1" y="1254"/>
                  </a:lnTo>
                  <a:lnTo>
                    <a:pt x="1" y="1549"/>
                  </a:lnTo>
                  <a:lnTo>
                    <a:pt x="75" y="1770"/>
                  </a:lnTo>
                  <a:lnTo>
                    <a:pt x="222" y="1992"/>
                  </a:lnTo>
                  <a:lnTo>
                    <a:pt x="370" y="2139"/>
                  </a:lnTo>
                  <a:lnTo>
                    <a:pt x="517" y="2287"/>
                  </a:lnTo>
                  <a:lnTo>
                    <a:pt x="738" y="2434"/>
                  </a:lnTo>
                  <a:lnTo>
                    <a:pt x="1033" y="2508"/>
                  </a:lnTo>
                  <a:lnTo>
                    <a:pt x="1476" y="2508"/>
                  </a:lnTo>
                  <a:lnTo>
                    <a:pt x="1771" y="2434"/>
                  </a:lnTo>
                  <a:lnTo>
                    <a:pt x="1992" y="2287"/>
                  </a:lnTo>
                  <a:lnTo>
                    <a:pt x="2140" y="2139"/>
                  </a:lnTo>
                  <a:lnTo>
                    <a:pt x="2287" y="1992"/>
                  </a:lnTo>
                  <a:lnTo>
                    <a:pt x="2435" y="1770"/>
                  </a:lnTo>
                  <a:lnTo>
                    <a:pt x="2509" y="1549"/>
                  </a:lnTo>
                  <a:lnTo>
                    <a:pt x="2509" y="1254"/>
                  </a:lnTo>
                  <a:lnTo>
                    <a:pt x="2509" y="1033"/>
                  </a:lnTo>
                  <a:lnTo>
                    <a:pt x="2435" y="811"/>
                  </a:lnTo>
                  <a:lnTo>
                    <a:pt x="2287" y="590"/>
                  </a:lnTo>
                  <a:lnTo>
                    <a:pt x="2140" y="369"/>
                  </a:lnTo>
                  <a:lnTo>
                    <a:pt x="1992" y="221"/>
                  </a:lnTo>
                  <a:lnTo>
                    <a:pt x="1771" y="74"/>
                  </a:lnTo>
                  <a:lnTo>
                    <a:pt x="155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92" name="Google Shape;6017;p48">
              <a:extLst>
                <a:ext uri="{FF2B5EF4-FFF2-40B4-BE49-F238E27FC236}">
                  <a16:creationId xmlns:a16="http://schemas.microsoft.com/office/drawing/2014/main" id="{5FABDA9B-D1C0-4F41-EDF5-8D0F1F29532E}"/>
                </a:ext>
              </a:extLst>
            </p:cNvPr>
            <p:cNvSpPr/>
            <p:nvPr/>
          </p:nvSpPr>
          <p:spPr>
            <a:xfrm>
              <a:off x="3467000" y="1259675"/>
              <a:ext cx="25825" cy="25850"/>
            </a:xfrm>
            <a:custGeom>
              <a:avLst/>
              <a:gdLst/>
              <a:ahLst/>
              <a:cxnLst/>
              <a:rect l="l" t="t" r="r" b="b"/>
              <a:pathLst>
                <a:path w="1033" h="1034" extrusionOk="0">
                  <a:moveTo>
                    <a:pt x="517" y="1"/>
                  </a:moveTo>
                  <a:lnTo>
                    <a:pt x="295" y="74"/>
                  </a:lnTo>
                  <a:lnTo>
                    <a:pt x="148" y="148"/>
                  </a:lnTo>
                  <a:lnTo>
                    <a:pt x="0" y="296"/>
                  </a:lnTo>
                  <a:lnTo>
                    <a:pt x="0" y="517"/>
                  </a:lnTo>
                  <a:lnTo>
                    <a:pt x="0" y="738"/>
                  </a:lnTo>
                  <a:lnTo>
                    <a:pt x="148" y="886"/>
                  </a:lnTo>
                  <a:lnTo>
                    <a:pt x="295" y="1033"/>
                  </a:lnTo>
                  <a:lnTo>
                    <a:pt x="738" y="1033"/>
                  </a:lnTo>
                  <a:lnTo>
                    <a:pt x="885" y="886"/>
                  </a:lnTo>
                  <a:lnTo>
                    <a:pt x="1033" y="738"/>
                  </a:lnTo>
                  <a:lnTo>
                    <a:pt x="1033" y="517"/>
                  </a:lnTo>
                  <a:lnTo>
                    <a:pt x="1033" y="296"/>
                  </a:lnTo>
                  <a:lnTo>
                    <a:pt x="885" y="148"/>
                  </a:lnTo>
                  <a:lnTo>
                    <a:pt x="738" y="74"/>
                  </a:lnTo>
                  <a:lnTo>
                    <a:pt x="5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93" name="Google Shape;6018;p48">
              <a:extLst>
                <a:ext uri="{FF2B5EF4-FFF2-40B4-BE49-F238E27FC236}">
                  <a16:creationId xmlns:a16="http://schemas.microsoft.com/office/drawing/2014/main" id="{69BFFECE-768A-DE47-B859-AB1B88A5E8D4}"/>
                </a:ext>
              </a:extLst>
            </p:cNvPr>
            <p:cNvSpPr/>
            <p:nvPr/>
          </p:nvSpPr>
          <p:spPr>
            <a:xfrm>
              <a:off x="3463300" y="1256000"/>
              <a:ext cx="33225" cy="33200"/>
            </a:xfrm>
            <a:custGeom>
              <a:avLst/>
              <a:gdLst/>
              <a:ahLst/>
              <a:cxnLst/>
              <a:rect l="l" t="t" r="r" b="b"/>
              <a:pathLst>
                <a:path w="1329" h="1328" extrusionOk="0">
                  <a:moveTo>
                    <a:pt x="812" y="295"/>
                  </a:moveTo>
                  <a:lnTo>
                    <a:pt x="960" y="443"/>
                  </a:lnTo>
                  <a:lnTo>
                    <a:pt x="1033" y="516"/>
                  </a:lnTo>
                  <a:lnTo>
                    <a:pt x="1033" y="664"/>
                  </a:lnTo>
                  <a:lnTo>
                    <a:pt x="1033" y="811"/>
                  </a:lnTo>
                  <a:lnTo>
                    <a:pt x="960" y="959"/>
                  </a:lnTo>
                  <a:lnTo>
                    <a:pt x="812" y="1033"/>
                  </a:lnTo>
                  <a:lnTo>
                    <a:pt x="517" y="1033"/>
                  </a:lnTo>
                  <a:lnTo>
                    <a:pt x="370" y="959"/>
                  </a:lnTo>
                  <a:lnTo>
                    <a:pt x="296" y="811"/>
                  </a:lnTo>
                  <a:lnTo>
                    <a:pt x="296" y="664"/>
                  </a:lnTo>
                  <a:lnTo>
                    <a:pt x="296" y="516"/>
                  </a:lnTo>
                  <a:lnTo>
                    <a:pt x="370" y="443"/>
                  </a:lnTo>
                  <a:lnTo>
                    <a:pt x="517" y="295"/>
                  </a:lnTo>
                  <a:close/>
                  <a:moveTo>
                    <a:pt x="665" y="0"/>
                  </a:moveTo>
                  <a:lnTo>
                    <a:pt x="370" y="74"/>
                  </a:lnTo>
                  <a:lnTo>
                    <a:pt x="148" y="221"/>
                  </a:lnTo>
                  <a:lnTo>
                    <a:pt x="75" y="443"/>
                  </a:lnTo>
                  <a:lnTo>
                    <a:pt x="1" y="664"/>
                  </a:lnTo>
                  <a:lnTo>
                    <a:pt x="75" y="959"/>
                  </a:lnTo>
                  <a:lnTo>
                    <a:pt x="148" y="1180"/>
                  </a:lnTo>
                  <a:lnTo>
                    <a:pt x="370" y="1328"/>
                  </a:lnTo>
                  <a:lnTo>
                    <a:pt x="960" y="1328"/>
                  </a:lnTo>
                  <a:lnTo>
                    <a:pt x="1181" y="1180"/>
                  </a:lnTo>
                  <a:lnTo>
                    <a:pt x="1255" y="959"/>
                  </a:lnTo>
                  <a:lnTo>
                    <a:pt x="1328" y="664"/>
                  </a:lnTo>
                  <a:lnTo>
                    <a:pt x="1255" y="443"/>
                  </a:lnTo>
                  <a:lnTo>
                    <a:pt x="1181" y="221"/>
                  </a:lnTo>
                  <a:lnTo>
                    <a:pt x="960" y="74"/>
                  </a:lnTo>
                  <a:lnTo>
                    <a:pt x="66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94" name="Google Shape;6019;p48">
              <a:extLst>
                <a:ext uri="{FF2B5EF4-FFF2-40B4-BE49-F238E27FC236}">
                  <a16:creationId xmlns:a16="http://schemas.microsoft.com/office/drawing/2014/main" id="{CBC872FF-5C0B-2E4A-01A9-9284429591D2}"/>
                </a:ext>
              </a:extLst>
            </p:cNvPr>
            <p:cNvSpPr/>
            <p:nvPr/>
          </p:nvSpPr>
          <p:spPr>
            <a:xfrm>
              <a:off x="3749125" y="1257825"/>
              <a:ext cx="29525" cy="160450"/>
            </a:xfrm>
            <a:custGeom>
              <a:avLst/>
              <a:gdLst/>
              <a:ahLst/>
              <a:cxnLst/>
              <a:rect l="l" t="t" r="r" b="b"/>
              <a:pathLst>
                <a:path w="1181" h="6418" extrusionOk="0">
                  <a:moveTo>
                    <a:pt x="591" y="1"/>
                  </a:moveTo>
                  <a:lnTo>
                    <a:pt x="369" y="75"/>
                  </a:lnTo>
                  <a:lnTo>
                    <a:pt x="222" y="222"/>
                  </a:lnTo>
                  <a:lnTo>
                    <a:pt x="74" y="370"/>
                  </a:lnTo>
                  <a:lnTo>
                    <a:pt x="0" y="591"/>
                  </a:lnTo>
                  <a:lnTo>
                    <a:pt x="0" y="5828"/>
                  </a:lnTo>
                  <a:lnTo>
                    <a:pt x="74" y="6049"/>
                  </a:lnTo>
                  <a:lnTo>
                    <a:pt x="222" y="6270"/>
                  </a:lnTo>
                  <a:lnTo>
                    <a:pt x="369" y="6344"/>
                  </a:lnTo>
                  <a:lnTo>
                    <a:pt x="591" y="6418"/>
                  </a:lnTo>
                  <a:lnTo>
                    <a:pt x="812" y="6344"/>
                  </a:lnTo>
                  <a:lnTo>
                    <a:pt x="1033" y="6270"/>
                  </a:lnTo>
                  <a:lnTo>
                    <a:pt x="1181" y="6049"/>
                  </a:lnTo>
                  <a:lnTo>
                    <a:pt x="1181" y="5828"/>
                  </a:lnTo>
                  <a:lnTo>
                    <a:pt x="1181" y="591"/>
                  </a:lnTo>
                  <a:lnTo>
                    <a:pt x="1181" y="370"/>
                  </a:lnTo>
                  <a:lnTo>
                    <a:pt x="1033" y="222"/>
                  </a:lnTo>
                  <a:lnTo>
                    <a:pt x="812" y="75"/>
                  </a:lnTo>
                  <a:lnTo>
                    <a:pt x="59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95" name="Google Shape;6020;p48">
              <a:extLst>
                <a:ext uri="{FF2B5EF4-FFF2-40B4-BE49-F238E27FC236}">
                  <a16:creationId xmlns:a16="http://schemas.microsoft.com/office/drawing/2014/main" id="{391A1087-5277-B41F-48F8-8806A0AE43D6}"/>
                </a:ext>
              </a:extLst>
            </p:cNvPr>
            <p:cNvSpPr/>
            <p:nvPr/>
          </p:nvSpPr>
          <p:spPr>
            <a:xfrm>
              <a:off x="3607150" y="1167475"/>
              <a:ext cx="167825" cy="116200"/>
            </a:xfrm>
            <a:custGeom>
              <a:avLst/>
              <a:gdLst/>
              <a:ahLst/>
              <a:cxnLst/>
              <a:rect l="l" t="t" r="r" b="b"/>
              <a:pathLst>
                <a:path w="6713" h="4648" extrusionOk="0">
                  <a:moveTo>
                    <a:pt x="443" y="1"/>
                  </a:moveTo>
                  <a:lnTo>
                    <a:pt x="221" y="148"/>
                  </a:lnTo>
                  <a:lnTo>
                    <a:pt x="74" y="296"/>
                  </a:lnTo>
                  <a:lnTo>
                    <a:pt x="0" y="517"/>
                  </a:lnTo>
                  <a:lnTo>
                    <a:pt x="0" y="738"/>
                  </a:lnTo>
                  <a:lnTo>
                    <a:pt x="74" y="960"/>
                  </a:lnTo>
                  <a:lnTo>
                    <a:pt x="295" y="1107"/>
                  </a:lnTo>
                  <a:lnTo>
                    <a:pt x="5827" y="4574"/>
                  </a:lnTo>
                  <a:lnTo>
                    <a:pt x="5974" y="4647"/>
                  </a:lnTo>
                  <a:lnTo>
                    <a:pt x="6122" y="4647"/>
                  </a:lnTo>
                  <a:lnTo>
                    <a:pt x="6417" y="4574"/>
                  </a:lnTo>
                  <a:lnTo>
                    <a:pt x="6638" y="4426"/>
                  </a:lnTo>
                  <a:lnTo>
                    <a:pt x="6712" y="4205"/>
                  </a:lnTo>
                  <a:lnTo>
                    <a:pt x="6712" y="3984"/>
                  </a:lnTo>
                  <a:lnTo>
                    <a:pt x="6638" y="3762"/>
                  </a:lnTo>
                  <a:lnTo>
                    <a:pt x="6417" y="3615"/>
                  </a:lnTo>
                  <a:lnTo>
                    <a:pt x="885" y="74"/>
                  </a:lnTo>
                  <a:lnTo>
                    <a:pt x="66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96" name="Google Shape;6021;p48">
              <a:extLst>
                <a:ext uri="{FF2B5EF4-FFF2-40B4-BE49-F238E27FC236}">
                  <a16:creationId xmlns:a16="http://schemas.microsoft.com/office/drawing/2014/main" id="{51367928-5928-D4C8-9697-FDDE981DAB1A}"/>
                </a:ext>
              </a:extLst>
            </p:cNvPr>
            <p:cNvSpPr/>
            <p:nvPr/>
          </p:nvSpPr>
          <p:spPr>
            <a:xfrm>
              <a:off x="3736225" y="1244925"/>
              <a:ext cx="55325" cy="55350"/>
            </a:xfrm>
            <a:custGeom>
              <a:avLst/>
              <a:gdLst/>
              <a:ahLst/>
              <a:cxnLst/>
              <a:rect l="l" t="t" r="r" b="b"/>
              <a:pathLst>
                <a:path w="2213" h="2214" extrusionOk="0">
                  <a:moveTo>
                    <a:pt x="885" y="1"/>
                  </a:moveTo>
                  <a:lnTo>
                    <a:pt x="664" y="74"/>
                  </a:lnTo>
                  <a:lnTo>
                    <a:pt x="369" y="369"/>
                  </a:lnTo>
                  <a:lnTo>
                    <a:pt x="74" y="664"/>
                  </a:lnTo>
                  <a:lnTo>
                    <a:pt x="0" y="886"/>
                  </a:lnTo>
                  <a:lnTo>
                    <a:pt x="0" y="1107"/>
                  </a:lnTo>
                  <a:lnTo>
                    <a:pt x="0" y="1328"/>
                  </a:lnTo>
                  <a:lnTo>
                    <a:pt x="74" y="1549"/>
                  </a:lnTo>
                  <a:lnTo>
                    <a:pt x="369" y="1918"/>
                  </a:lnTo>
                  <a:lnTo>
                    <a:pt x="664" y="2140"/>
                  </a:lnTo>
                  <a:lnTo>
                    <a:pt x="885" y="2213"/>
                  </a:lnTo>
                  <a:lnTo>
                    <a:pt x="1328" y="2213"/>
                  </a:lnTo>
                  <a:lnTo>
                    <a:pt x="1549" y="2140"/>
                  </a:lnTo>
                  <a:lnTo>
                    <a:pt x="1918" y="1918"/>
                  </a:lnTo>
                  <a:lnTo>
                    <a:pt x="2139" y="1549"/>
                  </a:lnTo>
                  <a:lnTo>
                    <a:pt x="2213" y="1328"/>
                  </a:lnTo>
                  <a:lnTo>
                    <a:pt x="2213" y="1107"/>
                  </a:lnTo>
                  <a:lnTo>
                    <a:pt x="2213" y="886"/>
                  </a:lnTo>
                  <a:lnTo>
                    <a:pt x="2139" y="664"/>
                  </a:lnTo>
                  <a:lnTo>
                    <a:pt x="1918" y="369"/>
                  </a:lnTo>
                  <a:lnTo>
                    <a:pt x="1549" y="74"/>
                  </a:lnTo>
                  <a:lnTo>
                    <a:pt x="132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97" name="Google Shape;6022;p48">
              <a:extLst>
                <a:ext uri="{FF2B5EF4-FFF2-40B4-BE49-F238E27FC236}">
                  <a16:creationId xmlns:a16="http://schemas.microsoft.com/office/drawing/2014/main" id="{DB517AA7-0FE5-4135-CF31-C6A87E7787E6}"/>
                </a:ext>
              </a:extLst>
            </p:cNvPr>
            <p:cNvSpPr/>
            <p:nvPr/>
          </p:nvSpPr>
          <p:spPr>
            <a:xfrm>
              <a:off x="3732525" y="1241250"/>
              <a:ext cx="62725" cy="62700"/>
            </a:xfrm>
            <a:custGeom>
              <a:avLst/>
              <a:gdLst/>
              <a:ahLst/>
              <a:cxnLst/>
              <a:rect l="l" t="t" r="r" b="b"/>
              <a:pathLst>
                <a:path w="2509" h="2508" extrusionOk="0">
                  <a:moveTo>
                    <a:pt x="1255" y="295"/>
                  </a:moveTo>
                  <a:lnTo>
                    <a:pt x="1623" y="369"/>
                  </a:lnTo>
                  <a:lnTo>
                    <a:pt x="1992" y="590"/>
                  </a:lnTo>
                  <a:lnTo>
                    <a:pt x="2140" y="885"/>
                  </a:lnTo>
                  <a:lnTo>
                    <a:pt x="2213" y="1254"/>
                  </a:lnTo>
                  <a:lnTo>
                    <a:pt x="2140" y="1623"/>
                  </a:lnTo>
                  <a:lnTo>
                    <a:pt x="1992" y="1992"/>
                  </a:lnTo>
                  <a:lnTo>
                    <a:pt x="1623" y="2139"/>
                  </a:lnTo>
                  <a:lnTo>
                    <a:pt x="1255" y="2213"/>
                  </a:lnTo>
                  <a:lnTo>
                    <a:pt x="886" y="2139"/>
                  </a:lnTo>
                  <a:lnTo>
                    <a:pt x="591" y="1992"/>
                  </a:lnTo>
                  <a:lnTo>
                    <a:pt x="369" y="1623"/>
                  </a:lnTo>
                  <a:lnTo>
                    <a:pt x="296" y="1254"/>
                  </a:lnTo>
                  <a:lnTo>
                    <a:pt x="369" y="885"/>
                  </a:lnTo>
                  <a:lnTo>
                    <a:pt x="591" y="590"/>
                  </a:lnTo>
                  <a:lnTo>
                    <a:pt x="886" y="369"/>
                  </a:lnTo>
                  <a:lnTo>
                    <a:pt x="1255" y="295"/>
                  </a:lnTo>
                  <a:close/>
                  <a:moveTo>
                    <a:pt x="1033" y="0"/>
                  </a:moveTo>
                  <a:lnTo>
                    <a:pt x="812" y="74"/>
                  </a:lnTo>
                  <a:lnTo>
                    <a:pt x="591" y="221"/>
                  </a:lnTo>
                  <a:lnTo>
                    <a:pt x="369" y="369"/>
                  </a:lnTo>
                  <a:lnTo>
                    <a:pt x="222" y="590"/>
                  </a:lnTo>
                  <a:lnTo>
                    <a:pt x="74" y="811"/>
                  </a:lnTo>
                  <a:lnTo>
                    <a:pt x="1" y="1033"/>
                  </a:lnTo>
                  <a:lnTo>
                    <a:pt x="1" y="1254"/>
                  </a:lnTo>
                  <a:lnTo>
                    <a:pt x="1" y="1549"/>
                  </a:lnTo>
                  <a:lnTo>
                    <a:pt x="74" y="1770"/>
                  </a:lnTo>
                  <a:lnTo>
                    <a:pt x="222" y="1992"/>
                  </a:lnTo>
                  <a:lnTo>
                    <a:pt x="369" y="2139"/>
                  </a:lnTo>
                  <a:lnTo>
                    <a:pt x="591" y="2287"/>
                  </a:lnTo>
                  <a:lnTo>
                    <a:pt x="812" y="2434"/>
                  </a:lnTo>
                  <a:lnTo>
                    <a:pt x="1033" y="2508"/>
                  </a:lnTo>
                  <a:lnTo>
                    <a:pt x="1550" y="2508"/>
                  </a:lnTo>
                  <a:lnTo>
                    <a:pt x="1771" y="2434"/>
                  </a:lnTo>
                  <a:lnTo>
                    <a:pt x="1992" y="2287"/>
                  </a:lnTo>
                  <a:lnTo>
                    <a:pt x="2140" y="2139"/>
                  </a:lnTo>
                  <a:lnTo>
                    <a:pt x="2287" y="1992"/>
                  </a:lnTo>
                  <a:lnTo>
                    <a:pt x="2435" y="1770"/>
                  </a:lnTo>
                  <a:lnTo>
                    <a:pt x="2508" y="1549"/>
                  </a:lnTo>
                  <a:lnTo>
                    <a:pt x="2508" y="1254"/>
                  </a:lnTo>
                  <a:lnTo>
                    <a:pt x="2508" y="1033"/>
                  </a:lnTo>
                  <a:lnTo>
                    <a:pt x="2435" y="811"/>
                  </a:lnTo>
                  <a:lnTo>
                    <a:pt x="2287" y="590"/>
                  </a:lnTo>
                  <a:lnTo>
                    <a:pt x="2140" y="369"/>
                  </a:lnTo>
                  <a:lnTo>
                    <a:pt x="1992" y="221"/>
                  </a:lnTo>
                  <a:lnTo>
                    <a:pt x="1771" y="74"/>
                  </a:lnTo>
                  <a:lnTo>
                    <a:pt x="155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98" name="Google Shape;6023;p48">
              <a:extLst>
                <a:ext uri="{FF2B5EF4-FFF2-40B4-BE49-F238E27FC236}">
                  <a16:creationId xmlns:a16="http://schemas.microsoft.com/office/drawing/2014/main" id="{BE89DF69-BC1F-3AEB-DB0A-C7F3BF227C82}"/>
                </a:ext>
              </a:extLst>
            </p:cNvPr>
            <p:cNvSpPr/>
            <p:nvPr/>
          </p:nvSpPr>
          <p:spPr>
            <a:xfrm>
              <a:off x="3750975" y="1259675"/>
              <a:ext cx="25825" cy="25850"/>
            </a:xfrm>
            <a:custGeom>
              <a:avLst/>
              <a:gdLst/>
              <a:ahLst/>
              <a:cxnLst/>
              <a:rect l="l" t="t" r="r" b="b"/>
              <a:pathLst>
                <a:path w="1033" h="1034" extrusionOk="0">
                  <a:moveTo>
                    <a:pt x="517" y="1"/>
                  </a:moveTo>
                  <a:lnTo>
                    <a:pt x="295" y="74"/>
                  </a:lnTo>
                  <a:lnTo>
                    <a:pt x="148" y="148"/>
                  </a:lnTo>
                  <a:lnTo>
                    <a:pt x="74" y="296"/>
                  </a:lnTo>
                  <a:lnTo>
                    <a:pt x="0" y="517"/>
                  </a:lnTo>
                  <a:lnTo>
                    <a:pt x="74" y="738"/>
                  </a:lnTo>
                  <a:lnTo>
                    <a:pt x="148" y="886"/>
                  </a:lnTo>
                  <a:lnTo>
                    <a:pt x="295" y="1033"/>
                  </a:lnTo>
                  <a:lnTo>
                    <a:pt x="738" y="1033"/>
                  </a:lnTo>
                  <a:lnTo>
                    <a:pt x="885" y="886"/>
                  </a:lnTo>
                  <a:lnTo>
                    <a:pt x="1033" y="738"/>
                  </a:lnTo>
                  <a:lnTo>
                    <a:pt x="1033" y="517"/>
                  </a:lnTo>
                  <a:lnTo>
                    <a:pt x="1033" y="296"/>
                  </a:lnTo>
                  <a:lnTo>
                    <a:pt x="885" y="148"/>
                  </a:lnTo>
                  <a:lnTo>
                    <a:pt x="738" y="74"/>
                  </a:lnTo>
                  <a:lnTo>
                    <a:pt x="51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599" name="Google Shape;6024;p48">
              <a:extLst>
                <a:ext uri="{FF2B5EF4-FFF2-40B4-BE49-F238E27FC236}">
                  <a16:creationId xmlns:a16="http://schemas.microsoft.com/office/drawing/2014/main" id="{87DBF126-15EB-E2F2-5101-863103C0839F}"/>
                </a:ext>
              </a:extLst>
            </p:cNvPr>
            <p:cNvSpPr/>
            <p:nvPr/>
          </p:nvSpPr>
          <p:spPr>
            <a:xfrm>
              <a:off x="3747275" y="1256000"/>
              <a:ext cx="33225" cy="33200"/>
            </a:xfrm>
            <a:custGeom>
              <a:avLst/>
              <a:gdLst/>
              <a:ahLst/>
              <a:cxnLst/>
              <a:rect l="l" t="t" r="r" b="b"/>
              <a:pathLst>
                <a:path w="1329" h="1328" extrusionOk="0">
                  <a:moveTo>
                    <a:pt x="812" y="295"/>
                  </a:moveTo>
                  <a:lnTo>
                    <a:pt x="960" y="443"/>
                  </a:lnTo>
                  <a:lnTo>
                    <a:pt x="1033" y="516"/>
                  </a:lnTo>
                  <a:lnTo>
                    <a:pt x="1033" y="664"/>
                  </a:lnTo>
                  <a:lnTo>
                    <a:pt x="1033" y="811"/>
                  </a:lnTo>
                  <a:lnTo>
                    <a:pt x="960" y="959"/>
                  </a:lnTo>
                  <a:lnTo>
                    <a:pt x="812" y="1033"/>
                  </a:lnTo>
                  <a:lnTo>
                    <a:pt x="517" y="1033"/>
                  </a:lnTo>
                  <a:lnTo>
                    <a:pt x="369" y="959"/>
                  </a:lnTo>
                  <a:lnTo>
                    <a:pt x="296" y="811"/>
                  </a:lnTo>
                  <a:lnTo>
                    <a:pt x="296" y="664"/>
                  </a:lnTo>
                  <a:lnTo>
                    <a:pt x="296" y="516"/>
                  </a:lnTo>
                  <a:lnTo>
                    <a:pt x="443" y="443"/>
                  </a:lnTo>
                  <a:lnTo>
                    <a:pt x="517" y="295"/>
                  </a:lnTo>
                  <a:close/>
                  <a:moveTo>
                    <a:pt x="665" y="0"/>
                  </a:moveTo>
                  <a:lnTo>
                    <a:pt x="443" y="74"/>
                  </a:lnTo>
                  <a:lnTo>
                    <a:pt x="222" y="221"/>
                  </a:lnTo>
                  <a:lnTo>
                    <a:pt x="74" y="443"/>
                  </a:lnTo>
                  <a:lnTo>
                    <a:pt x="1" y="664"/>
                  </a:lnTo>
                  <a:lnTo>
                    <a:pt x="74" y="959"/>
                  </a:lnTo>
                  <a:lnTo>
                    <a:pt x="222" y="1180"/>
                  </a:lnTo>
                  <a:lnTo>
                    <a:pt x="443" y="1328"/>
                  </a:lnTo>
                  <a:lnTo>
                    <a:pt x="960" y="1328"/>
                  </a:lnTo>
                  <a:lnTo>
                    <a:pt x="1181" y="1180"/>
                  </a:lnTo>
                  <a:lnTo>
                    <a:pt x="1328" y="959"/>
                  </a:lnTo>
                  <a:lnTo>
                    <a:pt x="1328" y="664"/>
                  </a:lnTo>
                  <a:lnTo>
                    <a:pt x="1328" y="443"/>
                  </a:lnTo>
                  <a:lnTo>
                    <a:pt x="1181" y="221"/>
                  </a:lnTo>
                  <a:lnTo>
                    <a:pt x="960" y="74"/>
                  </a:lnTo>
                  <a:lnTo>
                    <a:pt x="66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600" name="Google Shape;6025;p48">
              <a:extLst>
                <a:ext uri="{FF2B5EF4-FFF2-40B4-BE49-F238E27FC236}">
                  <a16:creationId xmlns:a16="http://schemas.microsoft.com/office/drawing/2014/main" id="{604F5022-24ED-D5F3-2766-906CFD645CE5}"/>
                </a:ext>
              </a:extLst>
            </p:cNvPr>
            <p:cNvSpPr/>
            <p:nvPr/>
          </p:nvSpPr>
          <p:spPr>
            <a:xfrm>
              <a:off x="3590550" y="673300"/>
              <a:ext cx="64550" cy="431500"/>
            </a:xfrm>
            <a:custGeom>
              <a:avLst/>
              <a:gdLst/>
              <a:ahLst/>
              <a:cxnLst/>
              <a:rect l="l" t="t" r="r" b="b"/>
              <a:pathLst>
                <a:path w="2582" h="17260" extrusionOk="0">
                  <a:moveTo>
                    <a:pt x="0" y="0"/>
                  </a:moveTo>
                  <a:lnTo>
                    <a:pt x="0" y="17260"/>
                  </a:lnTo>
                  <a:lnTo>
                    <a:pt x="2582" y="17260"/>
                  </a:lnTo>
                  <a:lnTo>
                    <a:pt x="258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601" name="Google Shape;6026;p48">
              <a:extLst>
                <a:ext uri="{FF2B5EF4-FFF2-40B4-BE49-F238E27FC236}">
                  <a16:creationId xmlns:a16="http://schemas.microsoft.com/office/drawing/2014/main" id="{F6873F19-7D33-B104-6261-6396496C1464}"/>
                </a:ext>
              </a:extLst>
            </p:cNvPr>
            <p:cNvSpPr/>
            <p:nvPr/>
          </p:nvSpPr>
          <p:spPr>
            <a:xfrm>
              <a:off x="3586850" y="669600"/>
              <a:ext cx="71950" cy="438900"/>
            </a:xfrm>
            <a:custGeom>
              <a:avLst/>
              <a:gdLst/>
              <a:ahLst/>
              <a:cxnLst/>
              <a:rect l="l" t="t" r="r" b="b"/>
              <a:pathLst>
                <a:path w="2878" h="17556" extrusionOk="0">
                  <a:moveTo>
                    <a:pt x="2582" y="296"/>
                  </a:moveTo>
                  <a:lnTo>
                    <a:pt x="2582" y="17260"/>
                  </a:lnTo>
                  <a:lnTo>
                    <a:pt x="296" y="17260"/>
                  </a:lnTo>
                  <a:lnTo>
                    <a:pt x="296" y="296"/>
                  </a:lnTo>
                  <a:close/>
                  <a:moveTo>
                    <a:pt x="1" y="1"/>
                  </a:moveTo>
                  <a:lnTo>
                    <a:pt x="1" y="148"/>
                  </a:lnTo>
                  <a:lnTo>
                    <a:pt x="1" y="17408"/>
                  </a:lnTo>
                  <a:lnTo>
                    <a:pt x="1" y="17555"/>
                  </a:lnTo>
                  <a:lnTo>
                    <a:pt x="2730" y="17555"/>
                  </a:lnTo>
                  <a:lnTo>
                    <a:pt x="2877" y="17482"/>
                  </a:lnTo>
                  <a:lnTo>
                    <a:pt x="2877" y="17408"/>
                  </a:lnTo>
                  <a:lnTo>
                    <a:pt x="2877" y="148"/>
                  </a:lnTo>
                  <a:lnTo>
                    <a:pt x="280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602" name="Google Shape;6027;p48">
              <a:extLst>
                <a:ext uri="{FF2B5EF4-FFF2-40B4-BE49-F238E27FC236}">
                  <a16:creationId xmlns:a16="http://schemas.microsoft.com/office/drawing/2014/main" id="{5B44CEAE-E13A-D845-084C-2FF56D748191}"/>
                </a:ext>
              </a:extLst>
            </p:cNvPr>
            <p:cNvSpPr/>
            <p:nvPr/>
          </p:nvSpPr>
          <p:spPr>
            <a:xfrm>
              <a:off x="3548125" y="887200"/>
              <a:ext cx="149400" cy="370650"/>
            </a:xfrm>
            <a:custGeom>
              <a:avLst/>
              <a:gdLst/>
              <a:ahLst/>
              <a:cxnLst/>
              <a:rect l="l" t="t" r="r" b="b"/>
              <a:pathLst>
                <a:path w="5976" h="14826" extrusionOk="0">
                  <a:moveTo>
                    <a:pt x="1" y="0"/>
                  </a:moveTo>
                  <a:lnTo>
                    <a:pt x="1" y="11802"/>
                  </a:lnTo>
                  <a:lnTo>
                    <a:pt x="75" y="12392"/>
                  </a:lnTo>
                  <a:lnTo>
                    <a:pt x="222" y="12982"/>
                  </a:lnTo>
                  <a:lnTo>
                    <a:pt x="517" y="13498"/>
                  </a:lnTo>
                  <a:lnTo>
                    <a:pt x="886" y="13941"/>
                  </a:lnTo>
                  <a:lnTo>
                    <a:pt x="1328" y="14310"/>
                  </a:lnTo>
                  <a:lnTo>
                    <a:pt x="1845" y="14605"/>
                  </a:lnTo>
                  <a:lnTo>
                    <a:pt x="2361" y="14752"/>
                  </a:lnTo>
                  <a:lnTo>
                    <a:pt x="2951" y="14826"/>
                  </a:lnTo>
                  <a:lnTo>
                    <a:pt x="3615" y="14752"/>
                  </a:lnTo>
                  <a:lnTo>
                    <a:pt x="4131" y="14531"/>
                  </a:lnTo>
                  <a:lnTo>
                    <a:pt x="4648" y="14310"/>
                  </a:lnTo>
                  <a:lnTo>
                    <a:pt x="5090" y="13941"/>
                  </a:lnTo>
                  <a:lnTo>
                    <a:pt x="5459" y="13498"/>
                  </a:lnTo>
                  <a:lnTo>
                    <a:pt x="5754" y="12982"/>
                  </a:lnTo>
                  <a:lnTo>
                    <a:pt x="5901" y="12392"/>
                  </a:lnTo>
                  <a:lnTo>
                    <a:pt x="5975" y="11802"/>
                  </a:lnTo>
                  <a:lnTo>
                    <a:pt x="5975"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603" name="Google Shape;6028;p48">
              <a:extLst>
                <a:ext uri="{FF2B5EF4-FFF2-40B4-BE49-F238E27FC236}">
                  <a16:creationId xmlns:a16="http://schemas.microsoft.com/office/drawing/2014/main" id="{7562B985-31CB-D71E-5A27-43E4A0F10586}"/>
                </a:ext>
              </a:extLst>
            </p:cNvPr>
            <p:cNvSpPr/>
            <p:nvPr/>
          </p:nvSpPr>
          <p:spPr>
            <a:xfrm>
              <a:off x="3544450" y="883500"/>
              <a:ext cx="156750" cy="378050"/>
            </a:xfrm>
            <a:custGeom>
              <a:avLst/>
              <a:gdLst/>
              <a:ahLst/>
              <a:cxnLst/>
              <a:rect l="l" t="t" r="r" b="b"/>
              <a:pathLst>
                <a:path w="6270" h="15122" extrusionOk="0">
                  <a:moveTo>
                    <a:pt x="5975" y="296"/>
                  </a:moveTo>
                  <a:lnTo>
                    <a:pt x="5975" y="11950"/>
                  </a:lnTo>
                  <a:lnTo>
                    <a:pt x="5975" y="12171"/>
                  </a:lnTo>
                  <a:lnTo>
                    <a:pt x="5901" y="12687"/>
                  </a:lnTo>
                  <a:lnTo>
                    <a:pt x="5680" y="13277"/>
                  </a:lnTo>
                  <a:lnTo>
                    <a:pt x="5458" y="13720"/>
                  </a:lnTo>
                  <a:lnTo>
                    <a:pt x="5090" y="14163"/>
                  </a:lnTo>
                  <a:lnTo>
                    <a:pt x="4647" y="14458"/>
                  </a:lnTo>
                  <a:lnTo>
                    <a:pt x="4131" y="14679"/>
                  </a:lnTo>
                  <a:lnTo>
                    <a:pt x="3614" y="14826"/>
                  </a:lnTo>
                  <a:lnTo>
                    <a:pt x="3024" y="14900"/>
                  </a:lnTo>
                  <a:lnTo>
                    <a:pt x="2434" y="14826"/>
                  </a:lnTo>
                  <a:lnTo>
                    <a:pt x="1918" y="14605"/>
                  </a:lnTo>
                  <a:lnTo>
                    <a:pt x="1475" y="14384"/>
                  </a:lnTo>
                  <a:lnTo>
                    <a:pt x="1033" y="14015"/>
                  </a:lnTo>
                  <a:lnTo>
                    <a:pt x="738" y="13572"/>
                  </a:lnTo>
                  <a:lnTo>
                    <a:pt x="443" y="13056"/>
                  </a:lnTo>
                  <a:lnTo>
                    <a:pt x="295" y="12540"/>
                  </a:lnTo>
                  <a:lnTo>
                    <a:pt x="295" y="11950"/>
                  </a:lnTo>
                  <a:lnTo>
                    <a:pt x="295" y="296"/>
                  </a:lnTo>
                  <a:close/>
                  <a:moveTo>
                    <a:pt x="148" y="1"/>
                  </a:moveTo>
                  <a:lnTo>
                    <a:pt x="0" y="74"/>
                  </a:lnTo>
                  <a:lnTo>
                    <a:pt x="0" y="148"/>
                  </a:lnTo>
                  <a:lnTo>
                    <a:pt x="0" y="11950"/>
                  </a:lnTo>
                  <a:lnTo>
                    <a:pt x="74" y="12614"/>
                  </a:lnTo>
                  <a:lnTo>
                    <a:pt x="222" y="13204"/>
                  </a:lnTo>
                  <a:lnTo>
                    <a:pt x="517" y="13720"/>
                  </a:lnTo>
                  <a:lnTo>
                    <a:pt x="885" y="14163"/>
                  </a:lnTo>
                  <a:lnTo>
                    <a:pt x="1402" y="14531"/>
                  </a:lnTo>
                  <a:lnTo>
                    <a:pt x="1918" y="14826"/>
                  </a:lnTo>
                  <a:lnTo>
                    <a:pt x="2508" y="15048"/>
                  </a:lnTo>
                  <a:lnTo>
                    <a:pt x="3098" y="15121"/>
                  </a:lnTo>
                  <a:lnTo>
                    <a:pt x="3762" y="15048"/>
                  </a:lnTo>
                  <a:lnTo>
                    <a:pt x="4352" y="14826"/>
                  </a:lnTo>
                  <a:lnTo>
                    <a:pt x="4868" y="14531"/>
                  </a:lnTo>
                  <a:lnTo>
                    <a:pt x="5311" y="14163"/>
                  </a:lnTo>
                  <a:lnTo>
                    <a:pt x="5753" y="13720"/>
                  </a:lnTo>
                  <a:lnTo>
                    <a:pt x="5975" y="13204"/>
                  </a:lnTo>
                  <a:lnTo>
                    <a:pt x="6196" y="12614"/>
                  </a:lnTo>
                  <a:lnTo>
                    <a:pt x="6270" y="11950"/>
                  </a:lnTo>
                  <a:lnTo>
                    <a:pt x="6270" y="148"/>
                  </a:lnTo>
                  <a:lnTo>
                    <a:pt x="6196" y="74"/>
                  </a:lnTo>
                  <a:lnTo>
                    <a:pt x="612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604" name="Google Shape;6029;p48">
              <a:extLst>
                <a:ext uri="{FF2B5EF4-FFF2-40B4-BE49-F238E27FC236}">
                  <a16:creationId xmlns:a16="http://schemas.microsoft.com/office/drawing/2014/main" id="{55022F3D-0AC5-0117-278D-09C4F294BE69}"/>
                </a:ext>
              </a:extLst>
            </p:cNvPr>
            <p:cNvSpPr/>
            <p:nvPr/>
          </p:nvSpPr>
          <p:spPr>
            <a:xfrm>
              <a:off x="3531525" y="876125"/>
              <a:ext cx="182600" cy="46125"/>
            </a:xfrm>
            <a:custGeom>
              <a:avLst/>
              <a:gdLst/>
              <a:ahLst/>
              <a:cxnLst/>
              <a:rect l="l" t="t" r="r" b="b"/>
              <a:pathLst>
                <a:path w="7304" h="1845" extrusionOk="0">
                  <a:moveTo>
                    <a:pt x="1" y="1"/>
                  </a:moveTo>
                  <a:lnTo>
                    <a:pt x="1" y="1845"/>
                  </a:lnTo>
                  <a:lnTo>
                    <a:pt x="7303" y="1845"/>
                  </a:lnTo>
                  <a:lnTo>
                    <a:pt x="730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605" name="Google Shape;6030;p48">
              <a:extLst>
                <a:ext uri="{FF2B5EF4-FFF2-40B4-BE49-F238E27FC236}">
                  <a16:creationId xmlns:a16="http://schemas.microsoft.com/office/drawing/2014/main" id="{77DC35CA-78A4-3832-17EB-6D1EFCFF0014}"/>
                </a:ext>
              </a:extLst>
            </p:cNvPr>
            <p:cNvSpPr/>
            <p:nvPr/>
          </p:nvSpPr>
          <p:spPr>
            <a:xfrm>
              <a:off x="3527850" y="872450"/>
              <a:ext cx="189950" cy="53500"/>
            </a:xfrm>
            <a:custGeom>
              <a:avLst/>
              <a:gdLst/>
              <a:ahLst/>
              <a:cxnLst/>
              <a:rect l="l" t="t" r="r" b="b"/>
              <a:pathLst>
                <a:path w="7598" h="2140" extrusionOk="0">
                  <a:moveTo>
                    <a:pt x="7303" y="295"/>
                  </a:moveTo>
                  <a:lnTo>
                    <a:pt x="7303" y="1844"/>
                  </a:lnTo>
                  <a:lnTo>
                    <a:pt x="295" y="1844"/>
                  </a:lnTo>
                  <a:lnTo>
                    <a:pt x="295" y="295"/>
                  </a:lnTo>
                  <a:close/>
                  <a:moveTo>
                    <a:pt x="148" y="0"/>
                  </a:moveTo>
                  <a:lnTo>
                    <a:pt x="74" y="74"/>
                  </a:lnTo>
                  <a:lnTo>
                    <a:pt x="0" y="148"/>
                  </a:lnTo>
                  <a:lnTo>
                    <a:pt x="0" y="1992"/>
                  </a:lnTo>
                  <a:lnTo>
                    <a:pt x="74" y="2065"/>
                  </a:lnTo>
                  <a:lnTo>
                    <a:pt x="148" y="2139"/>
                  </a:lnTo>
                  <a:lnTo>
                    <a:pt x="7450" y="2139"/>
                  </a:lnTo>
                  <a:lnTo>
                    <a:pt x="7524" y="2065"/>
                  </a:lnTo>
                  <a:lnTo>
                    <a:pt x="7598" y="1992"/>
                  </a:lnTo>
                  <a:lnTo>
                    <a:pt x="7598" y="148"/>
                  </a:lnTo>
                  <a:lnTo>
                    <a:pt x="7524" y="74"/>
                  </a:lnTo>
                  <a:lnTo>
                    <a:pt x="745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606" name="Google Shape;6031;p48">
              <a:extLst>
                <a:ext uri="{FF2B5EF4-FFF2-40B4-BE49-F238E27FC236}">
                  <a16:creationId xmlns:a16="http://schemas.microsoft.com/office/drawing/2014/main" id="{5B2BDDC8-E1A9-8171-2DE1-DBC4A889BBAA}"/>
                </a:ext>
              </a:extLst>
            </p:cNvPr>
            <p:cNvSpPr/>
            <p:nvPr/>
          </p:nvSpPr>
          <p:spPr>
            <a:xfrm>
              <a:off x="3562875" y="1123225"/>
              <a:ext cx="118050" cy="118050"/>
            </a:xfrm>
            <a:custGeom>
              <a:avLst/>
              <a:gdLst/>
              <a:ahLst/>
              <a:cxnLst/>
              <a:rect l="l" t="t" r="r" b="b"/>
              <a:pathLst>
                <a:path w="4722" h="4722" extrusionOk="0">
                  <a:moveTo>
                    <a:pt x="2361" y="0"/>
                  </a:moveTo>
                  <a:lnTo>
                    <a:pt x="1919" y="74"/>
                  </a:lnTo>
                  <a:lnTo>
                    <a:pt x="1476" y="222"/>
                  </a:lnTo>
                  <a:lnTo>
                    <a:pt x="1033" y="443"/>
                  </a:lnTo>
                  <a:lnTo>
                    <a:pt x="738" y="664"/>
                  </a:lnTo>
                  <a:lnTo>
                    <a:pt x="443" y="1033"/>
                  </a:lnTo>
                  <a:lnTo>
                    <a:pt x="222" y="1476"/>
                  </a:lnTo>
                  <a:lnTo>
                    <a:pt x="75" y="1918"/>
                  </a:lnTo>
                  <a:lnTo>
                    <a:pt x="1" y="2361"/>
                  </a:lnTo>
                  <a:lnTo>
                    <a:pt x="75" y="2877"/>
                  </a:lnTo>
                  <a:lnTo>
                    <a:pt x="222" y="3320"/>
                  </a:lnTo>
                  <a:lnTo>
                    <a:pt x="443" y="3688"/>
                  </a:lnTo>
                  <a:lnTo>
                    <a:pt x="738" y="4057"/>
                  </a:lnTo>
                  <a:lnTo>
                    <a:pt x="1033" y="4352"/>
                  </a:lnTo>
                  <a:lnTo>
                    <a:pt x="1476" y="4574"/>
                  </a:lnTo>
                  <a:lnTo>
                    <a:pt x="1919" y="4721"/>
                  </a:lnTo>
                  <a:lnTo>
                    <a:pt x="2877" y="4721"/>
                  </a:lnTo>
                  <a:lnTo>
                    <a:pt x="3320" y="4574"/>
                  </a:lnTo>
                  <a:lnTo>
                    <a:pt x="3689" y="4352"/>
                  </a:lnTo>
                  <a:lnTo>
                    <a:pt x="4058" y="4057"/>
                  </a:lnTo>
                  <a:lnTo>
                    <a:pt x="4353" y="3688"/>
                  </a:lnTo>
                  <a:lnTo>
                    <a:pt x="4574" y="3320"/>
                  </a:lnTo>
                  <a:lnTo>
                    <a:pt x="4721" y="2877"/>
                  </a:lnTo>
                  <a:lnTo>
                    <a:pt x="4721" y="2361"/>
                  </a:lnTo>
                  <a:lnTo>
                    <a:pt x="4721" y="1918"/>
                  </a:lnTo>
                  <a:lnTo>
                    <a:pt x="4574" y="1476"/>
                  </a:lnTo>
                  <a:lnTo>
                    <a:pt x="4353" y="1033"/>
                  </a:lnTo>
                  <a:lnTo>
                    <a:pt x="4058" y="664"/>
                  </a:lnTo>
                  <a:lnTo>
                    <a:pt x="3689" y="443"/>
                  </a:lnTo>
                  <a:lnTo>
                    <a:pt x="3320" y="222"/>
                  </a:lnTo>
                  <a:lnTo>
                    <a:pt x="2877" y="74"/>
                  </a:lnTo>
                  <a:lnTo>
                    <a:pt x="236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607" name="Google Shape;6032;p48">
              <a:extLst>
                <a:ext uri="{FF2B5EF4-FFF2-40B4-BE49-F238E27FC236}">
                  <a16:creationId xmlns:a16="http://schemas.microsoft.com/office/drawing/2014/main" id="{827AD8B8-A85D-44F5-1BDC-BB758118455C}"/>
                </a:ext>
              </a:extLst>
            </p:cNvPr>
            <p:cNvSpPr/>
            <p:nvPr/>
          </p:nvSpPr>
          <p:spPr>
            <a:xfrm>
              <a:off x="3559200" y="1119525"/>
              <a:ext cx="125400" cy="125425"/>
            </a:xfrm>
            <a:custGeom>
              <a:avLst/>
              <a:gdLst/>
              <a:ahLst/>
              <a:cxnLst/>
              <a:rect l="l" t="t" r="r" b="b"/>
              <a:pathLst>
                <a:path w="5016" h="5017" extrusionOk="0">
                  <a:moveTo>
                    <a:pt x="2582" y="296"/>
                  </a:moveTo>
                  <a:lnTo>
                    <a:pt x="3024" y="370"/>
                  </a:lnTo>
                  <a:lnTo>
                    <a:pt x="3393" y="443"/>
                  </a:lnTo>
                  <a:lnTo>
                    <a:pt x="3762" y="665"/>
                  </a:lnTo>
                  <a:lnTo>
                    <a:pt x="4131" y="960"/>
                  </a:lnTo>
                  <a:lnTo>
                    <a:pt x="4352" y="1255"/>
                  </a:lnTo>
                  <a:lnTo>
                    <a:pt x="4573" y="1697"/>
                  </a:lnTo>
                  <a:lnTo>
                    <a:pt x="4721" y="2066"/>
                  </a:lnTo>
                  <a:lnTo>
                    <a:pt x="4721" y="2509"/>
                  </a:lnTo>
                  <a:lnTo>
                    <a:pt x="4721" y="2951"/>
                  </a:lnTo>
                  <a:lnTo>
                    <a:pt x="4573" y="3394"/>
                  </a:lnTo>
                  <a:lnTo>
                    <a:pt x="4352" y="3763"/>
                  </a:lnTo>
                  <a:lnTo>
                    <a:pt x="4131" y="4131"/>
                  </a:lnTo>
                  <a:lnTo>
                    <a:pt x="3762" y="4353"/>
                  </a:lnTo>
                  <a:lnTo>
                    <a:pt x="3393" y="4574"/>
                  </a:lnTo>
                  <a:lnTo>
                    <a:pt x="2951" y="4722"/>
                  </a:lnTo>
                  <a:lnTo>
                    <a:pt x="2066" y="4722"/>
                  </a:lnTo>
                  <a:lnTo>
                    <a:pt x="1697" y="4574"/>
                  </a:lnTo>
                  <a:lnTo>
                    <a:pt x="1254" y="4353"/>
                  </a:lnTo>
                  <a:lnTo>
                    <a:pt x="959" y="4131"/>
                  </a:lnTo>
                  <a:lnTo>
                    <a:pt x="664" y="3763"/>
                  </a:lnTo>
                  <a:lnTo>
                    <a:pt x="517" y="3394"/>
                  </a:lnTo>
                  <a:lnTo>
                    <a:pt x="369" y="2951"/>
                  </a:lnTo>
                  <a:lnTo>
                    <a:pt x="295" y="2509"/>
                  </a:lnTo>
                  <a:lnTo>
                    <a:pt x="369" y="2066"/>
                  </a:lnTo>
                  <a:lnTo>
                    <a:pt x="517" y="1697"/>
                  </a:lnTo>
                  <a:lnTo>
                    <a:pt x="664" y="1255"/>
                  </a:lnTo>
                  <a:lnTo>
                    <a:pt x="959" y="960"/>
                  </a:lnTo>
                  <a:lnTo>
                    <a:pt x="1328" y="665"/>
                  </a:lnTo>
                  <a:lnTo>
                    <a:pt x="1697" y="517"/>
                  </a:lnTo>
                  <a:lnTo>
                    <a:pt x="2066" y="370"/>
                  </a:lnTo>
                  <a:lnTo>
                    <a:pt x="2508" y="296"/>
                  </a:lnTo>
                  <a:close/>
                  <a:moveTo>
                    <a:pt x="2508" y="1"/>
                  </a:moveTo>
                  <a:lnTo>
                    <a:pt x="1992" y="75"/>
                  </a:lnTo>
                  <a:lnTo>
                    <a:pt x="1549" y="222"/>
                  </a:lnTo>
                  <a:lnTo>
                    <a:pt x="1107" y="443"/>
                  </a:lnTo>
                  <a:lnTo>
                    <a:pt x="738" y="739"/>
                  </a:lnTo>
                  <a:lnTo>
                    <a:pt x="443" y="1107"/>
                  </a:lnTo>
                  <a:lnTo>
                    <a:pt x="222" y="1550"/>
                  </a:lnTo>
                  <a:lnTo>
                    <a:pt x="74" y="1992"/>
                  </a:lnTo>
                  <a:lnTo>
                    <a:pt x="0" y="2509"/>
                  </a:lnTo>
                  <a:lnTo>
                    <a:pt x="74" y="3025"/>
                  </a:lnTo>
                  <a:lnTo>
                    <a:pt x="222" y="3468"/>
                  </a:lnTo>
                  <a:lnTo>
                    <a:pt x="443" y="3910"/>
                  </a:lnTo>
                  <a:lnTo>
                    <a:pt x="738" y="4279"/>
                  </a:lnTo>
                  <a:lnTo>
                    <a:pt x="1107" y="4574"/>
                  </a:lnTo>
                  <a:lnTo>
                    <a:pt x="1549" y="4869"/>
                  </a:lnTo>
                  <a:lnTo>
                    <a:pt x="1992" y="5017"/>
                  </a:lnTo>
                  <a:lnTo>
                    <a:pt x="3024" y="5017"/>
                  </a:lnTo>
                  <a:lnTo>
                    <a:pt x="3541" y="4869"/>
                  </a:lnTo>
                  <a:lnTo>
                    <a:pt x="3910" y="4574"/>
                  </a:lnTo>
                  <a:lnTo>
                    <a:pt x="4278" y="4279"/>
                  </a:lnTo>
                  <a:lnTo>
                    <a:pt x="4647" y="3910"/>
                  </a:lnTo>
                  <a:lnTo>
                    <a:pt x="4868" y="3468"/>
                  </a:lnTo>
                  <a:lnTo>
                    <a:pt x="5016" y="3025"/>
                  </a:lnTo>
                  <a:lnTo>
                    <a:pt x="5016" y="2509"/>
                  </a:lnTo>
                  <a:lnTo>
                    <a:pt x="5016" y="1992"/>
                  </a:lnTo>
                  <a:lnTo>
                    <a:pt x="4868" y="1550"/>
                  </a:lnTo>
                  <a:lnTo>
                    <a:pt x="4647" y="1107"/>
                  </a:lnTo>
                  <a:lnTo>
                    <a:pt x="4278" y="739"/>
                  </a:lnTo>
                  <a:lnTo>
                    <a:pt x="3910" y="443"/>
                  </a:lnTo>
                  <a:lnTo>
                    <a:pt x="3541" y="222"/>
                  </a:lnTo>
                  <a:lnTo>
                    <a:pt x="3024" y="75"/>
                  </a:lnTo>
                  <a:lnTo>
                    <a:pt x="250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608" name="Google Shape;6033;p48">
              <a:extLst>
                <a:ext uri="{FF2B5EF4-FFF2-40B4-BE49-F238E27FC236}">
                  <a16:creationId xmlns:a16="http://schemas.microsoft.com/office/drawing/2014/main" id="{B62579CE-473C-E557-CB49-782BECAAF563}"/>
                </a:ext>
              </a:extLst>
            </p:cNvPr>
            <p:cNvSpPr/>
            <p:nvPr/>
          </p:nvSpPr>
          <p:spPr>
            <a:xfrm>
              <a:off x="3594225" y="1154575"/>
              <a:ext cx="57200" cy="55350"/>
            </a:xfrm>
            <a:custGeom>
              <a:avLst/>
              <a:gdLst/>
              <a:ahLst/>
              <a:cxnLst/>
              <a:rect l="l" t="t" r="r" b="b"/>
              <a:pathLst>
                <a:path w="2288" h="2214" extrusionOk="0">
                  <a:moveTo>
                    <a:pt x="886" y="0"/>
                  </a:moveTo>
                  <a:lnTo>
                    <a:pt x="665" y="74"/>
                  </a:lnTo>
                  <a:lnTo>
                    <a:pt x="370" y="295"/>
                  </a:lnTo>
                  <a:lnTo>
                    <a:pt x="74" y="664"/>
                  </a:lnTo>
                  <a:lnTo>
                    <a:pt x="1" y="885"/>
                  </a:lnTo>
                  <a:lnTo>
                    <a:pt x="1" y="1107"/>
                  </a:lnTo>
                  <a:lnTo>
                    <a:pt x="1" y="1328"/>
                  </a:lnTo>
                  <a:lnTo>
                    <a:pt x="74" y="1549"/>
                  </a:lnTo>
                  <a:lnTo>
                    <a:pt x="370" y="1918"/>
                  </a:lnTo>
                  <a:lnTo>
                    <a:pt x="665" y="2139"/>
                  </a:lnTo>
                  <a:lnTo>
                    <a:pt x="886" y="2213"/>
                  </a:lnTo>
                  <a:lnTo>
                    <a:pt x="1328" y="2213"/>
                  </a:lnTo>
                  <a:lnTo>
                    <a:pt x="1550" y="2139"/>
                  </a:lnTo>
                  <a:lnTo>
                    <a:pt x="1918" y="1918"/>
                  </a:lnTo>
                  <a:lnTo>
                    <a:pt x="2140" y="1549"/>
                  </a:lnTo>
                  <a:lnTo>
                    <a:pt x="2213" y="1328"/>
                  </a:lnTo>
                  <a:lnTo>
                    <a:pt x="2287" y="1107"/>
                  </a:lnTo>
                  <a:lnTo>
                    <a:pt x="2213" y="885"/>
                  </a:lnTo>
                  <a:lnTo>
                    <a:pt x="2140" y="664"/>
                  </a:lnTo>
                  <a:lnTo>
                    <a:pt x="1918" y="295"/>
                  </a:lnTo>
                  <a:lnTo>
                    <a:pt x="1550" y="74"/>
                  </a:lnTo>
                  <a:lnTo>
                    <a:pt x="132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609" name="Google Shape;6034;p48">
              <a:extLst>
                <a:ext uri="{FF2B5EF4-FFF2-40B4-BE49-F238E27FC236}">
                  <a16:creationId xmlns:a16="http://schemas.microsoft.com/office/drawing/2014/main" id="{15D3F176-4BB8-94EF-D0E4-14038C7A2EBC}"/>
                </a:ext>
              </a:extLst>
            </p:cNvPr>
            <p:cNvSpPr/>
            <p:nvPr/>
          </p:nvSpPr>
          <p:spPr>
            <a:xfrm>
              <a:off x="3590550" y="1150875"/>
              <a:ext cx="64550" cy="62725"/>
            </a:xfrm>
            <a:custGeom>
              <a:avLst/>
              <a:gdLst/>
              <a:ahLst/>
              <a:cxnLst/>
              <a:rect l="l" t="t" r="r" b="b"/>
              <a:pathLst>
                <a:path w="2582" h="2509" extrusionOk="0">
                  <a:moveTo>
                    <a:pt x="1254" y="296"/>
                  </a:moveTo>
                  <a:lnTo>
                    <a:pt x="1623" y="370"/>
                  </a:lnTo>
                  <a:lnTo>
                    <a:pt x="1992" y="591"/>
                  </a:lnTo>
                  <a:lnTo>
                    <a:pt x="2213" y="886"/>
                  </a:lnTo>
                  <a:lnTo>
                    <a:pt x="2287" y="1255"/>
                  </a:lnTo>
                  <a:lnTo>
                    <a:pt x="2213" y="1624"/>
                  </a:lnTo>
                  <a:lnTo>
                    <a:pt x="1992" y="1992"/>
                  </a:lnTo>
                  <a:lnTo>
                    <a:pt x="1623" y="2140"/>
                  </a:lnTo>
                  <a:lnTo>
                    <a:pt x="1254" y="2214"/>
                  </a:lnTo>
                  <a:lnTo>
                    <a:pt x="885" y="2140"/>
                  </a:lnTo>
                  <a:lnTo>
                    <a:pt x="590" y="1992"/>
                  </a:lnTo>
                  <a:lnTo>
                    <a:pt x="369" y="1624"/>
                  </a:lnTo>
                  <a:lnTo>
                    <a:pt x="295" y="1255"/>
                  </a:lnTo>
                  <a:lnTo>
                    <a:pt x="369" y="886"/>
                  </a:lnTo>
                  <a:lnTo>
                    <a:pt x="590" y="591"/>
                  </a:lnTo>
                  <a:lnTo>
                    <a:pt x="885" y="370"/>
                  </a:lnTo>
                  <a:lnTo>
                    <a:pt x="1254" y="296"/>
                  </a:lnTo>
                  <a:close/>
                  <a:moveTo>
                    <a:pt x="1033" y="1"/>
                  </a:moveTo>
                  <a:lnTo>
                    <a:pt x="812" y="75"/>
                  </a:lnTo>
                  <a:lnTo>
                    <a:pt x="590" y="222"/>
                  </a:lnTo>
                  <a:lnTo>
                    <a:pt x="369" y="370"/>
                  </a:lnTo>
                  <a:lnTo>
                    <a:pt x="221" y="591"/>
                  </a:lnTo>
                  <a:lnTo>
                    <a:pt x="148" y="738"/>
                  </a:lnTo>
                  <a:lnTo>
                    <a:pt x="74" y="1033"/>
                  </a:lnTo>
                  <a:lnTo>
                    <a:pt x="0" y="1255"/>
                  </a:lnTo>
                  <a:lnTo>
                    <a:pt x="74" y="1550"/>
                  </a:lnTo>
                  <a:lnTo>
                    <a:pt x="148" y="1771"/>
                  </a:lnTo>
                  <a:lnTo>
                    <a:pt x="221" y="1992"/>
                  </a:lnTo>
                  <a:lnTo>
                    <a:pt x="369" y="2140"/>
                  </a:lnTo>
                  <a:lnTo>
                    <a:pt x="590" y="2287"/>
                  </a:lnTo>
                  <a:lnTo>
                    <a:pt x="812" y="2435"/>
                  </a:lnTo>
                  <a:lnTo>
                    <a:pt x="1033" y="2509"/>
                  </a:lnTo>
                  <a:lnTo>
                    <a:pt x="1549" y="2509"/>
                  </a:lnTo>
                  <a:lnTo>
                    <a:pt x="1770" y="2435"/>
                  </a:lnTo>
                  <a:lnTo>
                    <a:pt x="1992" y="2287"/>
                  </a:lnTo>
                  <a:lnTo>
                    <a:pt x="2213" y="2140"/>
                  </a:lnTo>
                  <a:lnTo>
                    <a:pt x="2360" y="1992"/>
                  </a:lnTo>
                  <a:lnTo>
                    <a:pt x="2434" y="1771"/>
                  </a:lnTo>
                  <a:lnTo>
                    <a:pt x="2508" y="1550"/>
                  </a:lnTo>
                  <a:lnTo>
                    <a:pt x="2582" y="1255"/>
                  </a:lnTo>
                  <a:lnTo>
                    <a:pt x="2508" y="1033"/>
                  </a:lnTo>
                  <a:lnTo>
                    <a:pt x="2434" y="738"/>
                  </a:lnTo>
                  <a:lnTo>
                    <a:pt x="2360" y="591"/>
                  </a:lnTo>
                  <a:lnTo>
                    <a:pt x="2213" y="370"/>
                  </a:lnTo>
                  <a:lnTo>
                    <a:pt x="1992" y="222"/>
                  </a:lnTo>
                  <a:lnTo>
                    <a:pt x="1770" y="75"/>
                  </a:lnTo>
                  <a:lnTo>
                    <a:pt x="154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610" name="Google Shape;6035;p48">
              <a:extLst>
                <a:ext uri="{FF2B5EF4-FFF2-40B4-BE49-F238E27FC236}">
                  <a16:creationId xmlns:a16="http://schemas.microsoft.com/office/drawing/2014/main" id="{4782DBDF-7BE2-A736-5678-8B0CB1343A70}"/>
                </a:ext>
              </a:extLst>
            </p:cNvPr>
            <p:cNvSpPr/>
            <p:nvPr/>
          </p:nvSpPr>
          <p:spPr>
            <a:xfrm>
              <a:off x="3561050" y="957275"/>
              <a:ext cx="33200" cy="134625"/>
            </a:xfrm>
            <a:custGeom>
              <a:avLst/>
              <a:gdLst/>
              <a:ahLst/>
              <a:cxnLst/>
              <a:rect l="l" t="t" r="r" b="b"/>
              <a:pathLst>
                <a:path w="1328" h="5385" extrusionOk="0">
                  <a:moveTo>
                    <a:pt x="0" y="0"/>
                  </a:moveTo>
                  <a:lnTo>
                    <a:pt x="0" y="5385"/>
                  </a:lnTo>
                  <a:lnTo>
                    <a:pt x="1328" y="5385"/>
                  </a:lnTo>
                  <a:lnTo>
                    <a:pt x="132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611" name="Google Shape;6036;p48">
              <a:extLst>
                <a:ext uri="{FF2B5EF4-FFF2-40B4-BE49-F238E27FC236}">
                  <a16:creationId xmlns:a16="http://schemas.microsoft.com/office/drawing/2014/main" id="{4C3DB253-624D-1368-FA6A-C1B6AD9F8E7A}"/>
                </a:ext>
              </a:extLst>
            </p:cNvPr>
            <p:cNvSpPr/>
            <p:nvPr/>
          </p:nvSpPr>
          <p:spPr>
            <a:xfrm>
              <a:off x="3557350" y="953575"/>
              <a:ext cx="40600" cy="142025"/>
            </a:xfrm>
            <a:custGeom>
              <a:avLst/>
              <a:gdLst/>
              <a:ahLst/>
              <a:cxnLst/>
              <a:rect l="l" t="t" r="r" b="b"/>
              <a:pathLst>
                <a:path w="1624" h="5681" extrusionOk="0">
                  <a:moveTo>
                    <a:pt x="1328" y="296"/>
                  </a:moveTo>
                  <a:lnTo>
                    <a:pt x="1328" y="5385"/>
                  </a:lnTo>
                  <a:lnTo>
                    <a:pt x="296" y="5385"/>
                  </a:lnTo>
                  <a:lnTo>
                    <a:pt x="296" y="296"/>
                  </a:lnTo>
                  <a:close/>
                  <a:moveTo>
                    <a:pt x="148" y="1"/>
                  </a:moveTo>
                  <a:lnTo>
                    <a:pt x="74" y="74"/>
                  </a:lnTo>
                  <a:lnTo>
                    <a:pt x="1" y="148"/>
                  </a:lnTo>
                  <a:lnTo>
                    <a:pt x="1" y="5533"/>
                  </a:lnTo>
                  <a:lnTo>
                    <a:pt x="74" y="5606"/>
                  </a:lnTo>
                  <a:lnTo>
                    <a:pt x="148" y="5680"/>
                  </a:lnTo>
                  <a:lnTo>
                    <a:pt x="1476" y="5680"/>
                  </a:lnTo>
                  <a:lnTo>
                    <a:pt x="1549" y="5606"/>
                  </a:lnTo>
                  <a:lnTo>
                    <a:pt x="1623" y="5533"/>
                  </a:lnTo>
                  <a:lnTo>
                    <a:pt x="1623" y="148"/>
                  </a:lnTo>
                  <a:lnTo>
                    <a:pt x="1549" y="74"/>
                  </a:lnTo>
                  <a:lnTo>
                    <a:pt x="147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612" name="Google Shape;6037;p48">
              <a:extLst>
                <a:ext uri="{FF2B5EF4-FFF2-40B4-BE49-F238E27FC236}">
                  <a16:creationId xmlns:a16="http://schemas.microsoft.com/office/drawing/2014/main" id="{0DAB9FCD-29A6-5AE6-CDE7-2805BC096925}"/>
                </a:ext>
              </a:extLst>
            </p:cNvPr>
            <p:cNvSpPr/>
            <p:nvPr/>
          </p:nvSpPr>
          <p:spPr>
            <a:xfrm>
              <a:off x="3651400" y="957275"/>
              <a:ext cx="33200" cy="134625"/>
            </a:xfrm>
            <a:custGeom>
              <a:avLst/>
              <a:gdLst/>
              <a:ahLst/>
              <a:cxnLst/>
              <a:rect l="l" t="t" r="r" b="b"/>
              <a:pathLst>
                <a:path w="1328" h="5385" extrusionOk="0">
                  <a:moveTo>
                    <a:pt x="0" y="0"/>
                  </a:moveTo>
                  <a:lnTo>
                    <a:pt x="0" y="5385"/>
                  </a:lnTo>
                  <a:lnTo>
                    <a:pt x="1328" y="5385"/>
                  </a:lnTo>
                  <a:lnTo>
                    <a:pt x="132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613" name="Google Shape;6038;p48">
              <a:extLst>
                <a:ext uri="{FF2B5EF4-FFF2-40B4-BE49-F238E27FC236}">
                  <a16:creationId xmlns:a16="http://schemas.microsoft.com/office/drawing/2014/main" id="{52DDB60E-6422-E877-ADDA-113427798341}"/>
                </a:ext>
              </a:extLst>
            </p:cNvPr>
            <p:cNvSpPr/>
            <p:nvPr/>
          </p:nvSpPr>
          <p:spPr>
            <a:xfrm>
              <a:off x="3647700" y="953575"/>
              <a:ext cx="40600" cy="142025"/>
            </a:xfrm>
            <a:custGeom>
              <a:avLst/>
              <a:gdLst/>
              <a:ahLst/>
              <a:cxnLst/>
              <a:rect l="l" t="t" r="r" b="b"/>
              <a:pathLst>
                <a:path w="1624" h="5681" extrusionOk="0">
                  <a:moveTo>
                    <a:pt x="1328" y="296"/>
                  </a:moveTo>
                  <a:lnTo>
                    <a:pt x="1328" y="5385"/>
                  </a:lnTo>
                  <a:lnTo>
                    <a:pt x="296" y="5385"/>
                  </a:lnTo>
                  <a:lnTo>
                    <a:pt x="296" y="296"/>
                  </a:lnTo>
                  <a:close/>
                  <a:moveTo>
                    <a:pt x="148" y="1"/>
                  </a:moveTo>
                  <a:lnTo>
                    <a:pt x="74" y="74"/>
                  </a:lnTo>
                  <a:lnTo>
                    <a:pt x="1" y="148"/>
                  </a:lnTo>
                  <a:lnTo>
                    <a:pt x="1" y="5533"/>
                  </a:lnTo>
                  <a:lnTo>
                    <a:pt x="74" y="5606"/>
                  </a:lnTo>
                  <a:lnTo>
                    <a:pt x="148" y="5680"/>
                  </a:lnTo>
                  <a:lnTo>
                    <a:pt x="1476" y="5680"/>
                  </a:lnTo>
                  <a:lnTo>
                    <a:pt x="1550" y="5606"/>
                  </a:lnTo>
                  <a:lnTo>
                    <a:pt x="1623" y="5533"/>
                  </a:lnTo>
                  <a:lnTo>
                    <a:pt x="1623" y="148"/>
                  </a:lnTo>
                  <a:lnTo>
                    <a:pt x="1550" y="74"/>
                  </a:lnTo>
                  <a:lnTo>
                    <a:pt x="147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614" name="Google Shape;6039;p48">
              <a:extLst>
                <a:ext uri="{FF2B5EF4-FFF2-40B4-BE49-F238E27FC236}">
                  <a16:creationId xmlns:a16="http://schemas.microsoft.com/office/drawing/2014/main" id="{054019C5-3B27-8804-0B76-12E208D23DE1}"/>
                </a:ext>
              </a:extLst>
            </p:cNvPr>
            <p:cNvSpPr/>
            <p:nvPr/>
          </p:nvSpPr>
          <p:spPr>
            <a:xfrm>
              <a:off x="2355075" y="2432450"/>
              <a:ext cx="2987275" cy="29525"/>
            </a:xfrm>
            <a:custGeom>
              <a:avLst/>
              <a:gdLst/>
              <a:ahLst/>
              <a:cxnLst/>
              <a:rect l="l" t="t" r="r" b="b"/>
              <a:pathLst>
                <a:path w="119491" h="1181" extrusionOk="0">
                  <a:moveTo>
                    <a:pt x="1" y="0"/>
                  </a:moveTo>
                  <a:lnTo>
                    <a:pt x="1" y="1181"/>
                  </a:lnTo>
                  <a:lnTo>
                    <a:pt x="119490" y="1181"/>
                  </a:lnTo>
                  <a:lnTo>
                    <a:pt x="11949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sp>
          <p:nvSpPr>
            <p:cNvPr id="615" name="Google Shape;6040;p48">
              <a:extLst>
                <a:ext uri="{FF2B5EF4-FFF2-40B4-BE49-F238E27FC236}">
                  <a16:creationId xmlns:a16="http://schemas.microsoft.com/office/drawing/2014/main" id="{C8AE524C-9B73-C9AF-EA1B-6D4C6C33B752}"/>
                </a:ext>
              </a:extLst>
            </p:cNvPr>
            <p:cNvSpPr/>
            <p:nvPr/>
          </p:nvSpPr>
          <p:spPr>
            <a:xfrm>
              <a:off x="2351400" y="2428750"/>
              <a:ext cx="2994625" cy="36925"/>
            </a:xfrm>
            <a:custGeom>
              <a:avLst/>
              <a:gdLst/>
              <a:ahLst/>
              <a:cxnLst/>
              <a:rect l="l" t="t" r="r" b="b"/>
              <a:pathLst>
                <a:path w="119785" h="1477" extrusionOk="0">
                  <a:moveTo>
                    <a:pt x="119490" y="296"/>
                  </a:moveTo>
                  <a:lnTo>
                    <a:pt x="119490" y="1181"/>
                  </a:lnTo>
                  <a:lnTo>
                    <a:pt x="295" y="1181"/>
                  </a:lnTo>
                  <a:lnTo>
                    <a:pt x="295" y="296"/>
                  </a:lnTo>
                  <a:close/>
                  <a:moveTo>
                    <a:pt x="74" y="1"/>
                  </a:moveTo>
                  <a:lnTo>
                    <a:pt x="0" y="148"/>
                  </a:lnTo>
                  <a:lnTo>
                    <a:pt x="0" y="1329"/>
                  </a:lnTo>
                  <a:lnTo>
                    <a:pt x="74" y="1402"/>
                  </a:lnTo>
                  <a:lnTo>
                    <a:pt x="148" y="1476"/>
                  </a:lnTo>
                  <a:lnTo>
                    <a:pt x="119637" y="1476"/>
                  </a:lnTo>
                  <a:lnTo>
                    <a:pt x="119785" y="1402"/>
                  </a:lnTo>
                  <a:lnTo>
                    <a:pt x="119785" y="1329"/>
                  </a:lnTo>
                  <a:lnTo>
                    <a:pt x="119785" y="148"/>
                  </a:lnTo>
                  <a:lnTo>
                    <a:pt x="11978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lumMod val="25000"/>
                  </a:schemeClr>
                </a:solidFill>
              </a:endParaRPr>
            </a:p>
          </p:txBody>
        </p:sp>
      </p:grpSp>
      <p:grpSp>
        <p:nvGrpSpPr>
          <p:cNvPr id="616" name="Google Shape;5365;p46">
            <a:extLst>
              <a:ext uri="{FF2B5EF4-FFF2-40B4-BE49-F238E27FC236}">
                <a16:creationId xmlns:a16="http://schemas.microsoft.com/office/drawing/2014/main" id="{BCF40A08-A3FF-5F7B-BBA7-B063CA510589}"/>
              </a:ext>
            </a:extLst>
          </p:cNvPr>
          <p:cNvGrpSpPr/>
          <p:nvPr/>
        </p:nvGrpSpPr>
        <p:grpSpPr>
          <a:xfrm>
            <a:off x="3898899" y="685800"/>
            <a:ext cx="3948887" cy="2140309"/>
            <a:chOff x="2147075" y="2365103"/>
            <a:chExt cx="4849775" cy="2381745"/>
          </a:xfrm>
        </p:grpSpPr>
        <p:sp>
          <p:nvSpPr>
            <p:cNvPr id="617" name="Google Shape;5366;p46">
              <a:extLst>
                <a:ext uri="{FF2B5EF4-FFF2-40B4-BE49-F238E27FC236}">
                  <a16:creationId xmlns:a16="http://schemas.microsoft.com/office/drawing/2014/main" id="{E70C8650-563E-9E40-D774-A4E613B17143}"/>
                </a:ext>
              </a:extLst>
            </p:cNvPr>
            <p:cNvSpPr/>
            <p:nvPr/>
          </p:nvSpPr>
          <p:spPr>
            <a:xfrm>
              <a:off x="3957116" y="2553345"/>
              <a:ext cx="31095" cy="274635"/>
            </a:xfrm>
            <a:custGeom>
              <a:avLst/>
              <a:gdLst/>
              <a:ahLst/>
              <a:cxnLst/>
              <a:rect l="l" t="t" r="r" b="b"/>
              <a:pathLst>
                <a:path w="1328" h="11729" extrusionOk="0">
                  <a:moveTo>
                    <a:pt x="0" y="1"/>
                  </a:moveTo>
                  <a:lnTo>
                    <a:pt x="0" y="1919"/>
                  </a:lnTo>
                  <a:lnTo>
                    <a:pt x="0" y="5902"/>
                  </a:lnTo>
                  <a:lnTo>
                    <a:pt x="74" y="11728"/>
                  </a:lnTo>
                  <a:lnTo>
                    <a:pt x="1033" y="11728"/>
                  </a:lnTo>
                  <a:lnTo>
                    <a:pt x="1328"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5367;p46">
              <a:extLst>
                <a:ext uri="{FF2B5EF4-FFF2-40B4-BE49-F238E27FC236}">
                  <a16:creationId xmlns:a16="http://schemas.microsoft.com/office/drawing/2014/main" id="{F1279ECB-575E-94CA-5036-7C370F4D8037}"/>
                </a:ext>
              </a:extLst>
            </p:cNvPr>
            <p:cNvSpPr/>
            <p:nvPr/>
          </p:nvSpPr>
          <p:spPr>
            <a:xfrm>
              <a:off x="3929485" y="2791697"/>
              <a:ext cx="82913" cy="107100"/>
            </a:xfrm>
            <a:custGeom>
              <a:avLst/>
              <a:gdLst/>
              <a:ahLst/>
              <a:cxnLst/>
              <a:rect l="l" t="t" r="r" b="b"/>
              <a:pathLst>
                <a:path w="3541" h="4574" extrusionOk="0">
                  <a:moveTo>
                    <a:pt x="2287" y="1"/>
                  </a:moveTo>
                  <a:lnTo>
                    <a:pt x="1180" y="74"/>
                  </a:lnTo>
                  <a:lnTo>
                    <a:pt x="1180" y="1697"/>
                  </a:lnTo>
                  <a:lnTo>
                    <a:pt x="0" y="2361"/>
                  </a:lnTo>
                  <a:lnTo>
                    <a:pt x="0" y="3467"/>
                  </a:lnTo>
                  <a:lnTo>
                    <a:pt x="812" y="4574"/>
                  </a:lnTo>
                  <a:lnTo>
                    <a:pt x="812" y="3025"/>
                  </a:lnTo>
                  <a:lnTo>
                    <a:pt x="1844" y="2435"/>
                  </a:lnTo>
                  <a:lnTo>
                    <a:pt x="2656" y="2951"/>
                  </a:lnTo>
                  <a:lnTo>
                    <a:pt x="2656" y="4574"/>
                  </a:lnTo>
                  <a:lnTo>
                    <a:pt x="3541" y="3467"/>
                  </a:lnTo>
                  <a:lnTo>
                    <a:pt x="3467" y="2508"/>
                  </a:lnTo>
                  <a:lnTo>
                    <a:pt x="2360" y="1623"/>
                  </a:lnTo>
                  <a:lnTo>
                    <a:pt x="2287"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5368;p46">
              <a:extLst>
                <a:ext uri="{FF2B5EF4-FFF2-40B4-BE49-F238E27FC236}">
                  <a16:creationId xmlns:a16="http://schemas.microsoft.com/office/drawing/2014/main" id="{ACE165EB-921D-C05E-312E-CB2419C4AB62}"/>
                </a:ext>
              </a:extLst>
            </p:cNvPr>
            <p:cNvSpPr/>
            <p:nvPr/>
          </p:nvSpPr>
          <p:spPr>
            <a:xfrm>
              <a:off x="3509775" y="2489442"/>
              <a:ext cx="347174" cy="392084"/>
            </a:xfrm>
            <a:custGeom>
              <a:avLst/>
              <a:gdLst/>
              <a:ahLst/>
              <a:cxnLst/>
              <a:rect l="l" t="t" r="r" b="b"/>
              <a:pathLst>
                <a:path w="14827" h="16745" extrusionOk="0">
                  <a:moveTo>
                    <a:pt x="11728" y="1"/>
                  </a:moveTo>
                  <a:lnTo>
                    <a:pt x="11286" y="74"/>
                  </a:lnTo>
                  <a:lnTo>
                    <a:pt x="10843" y="296"/>
                  </a:lnTo>
                  <a:lnTo>
                    <a:pt x="10475" y="517"/>
                  </a:lnTo>
                  <a:lnTo>
                    <a:pt x="10106" y="886"/>
                  </a:lnTo>
                  <a:lnTo>
                    <a:pt x="517" y="12392"/>
                  </a:lnTo>
                  <a:lnTo>
                    <a:pt x="296" y="12835"/>
                  </a:lnTo>
                  <a:lnTo>
                    <a:pt x="75" y="13277"/>
                  </a:lnTo>
                  <a:lnTo>
                    <a:pt x="1" y="13720"/>
                  </a:lnTo>
                  <a:lnTo>
                    <a:pt x="1" y="14162"/>
                  </a:lnTo>
                  <a:lnTo>
                    <a:pt x="75" y="14605"/>
                  </a:lnTo>
                  <a:lnTo>
                    <a:pt x="222" y="15048"/>
                  </a:lnTo>
                  <a:lnTo>
                    <a:pt x="517" y="15490"/>
                  </a:lnTo>
                  <a:lnTo>
                    <a:pt x="886" y="15859"/>
                  </a:lnTo>
                  <a:lnTo>
                    <a:pt x="1328" y="16228"/>
                  </a:lnTo>
                  <a:lnTo>
                    <a:pt x="1697" y="16449"/>
                  </a:lnTo>
                  <a:lnTo>
                    <a:pt x="2140" y="16670"/>
                  </a:lnTo>
                  <a:lnTo>
                    <a:pt x="2656" y="16744"/>
                  </a:lnTo>
                  <a:lnTo>
                    <a:pt x="3099" y="16744"/>
                  </a:lnTo>
                  <a:lnTo>
                    <a:pt x="3541" y="16670"/>
                  </a:lnTo>
                  <a:lnTo>
                    <a:pt x="3984" y="16449"/>
                  </a:lnTo>
                  <a:lnTo>
                    <a:pt x="4426" y="16228"/>
                  </a:lnTo>
                  <a:lnTo>
                    <a:pt x="4721" y="15859"/>
                  </a:lnTo>
                  <a:lnTo>
                    <a:pt x="14310" y="4352"/>
                  </a:lnTo>
                  <a:lnTo>
                    <a:pt x="14605" y="3910"/>
                  </a:lnTo>
                  <a:lnTo>
                    <a:pt x="14753" y="3467"/>
                  </a:lnTo>
                  <a:lnTo>
                    <a:pt x="14826" y="3025"/>
                  </a:lnTo>
                  <a:lnTo>
                    <a:pt x="14826" y="2582"/>
                  </a:lnTo>
                  <a:lnTo>
                    <a:pt x="14753" y="2140"/>
                  </a:lnTo>
                  <a:lnTo>
                    <a:pt x="14605" y="1697"/>
                  </a:lnTo>
                  <a:lnTo>
                    <a:pt x="14310" y="1255"/>
                  </a:lnTo>
                  <a:lnTo>
                    <a:pt x="13941" y="886"/>
                  </a:lnTo>
                  <a:lnTo>
                    <a:pt x="13499" y="517"/>
                  </a:lnTo>
                  <a:lnTo>
                    <a:pt x="13130" y="296"/>
                  </a:lnTo>
                  <a:lnTo>
                    <a:pt x="12687" y="74"/>
                  </a:lnTo>
                  <a:lnTo>
                    <a:pt x="12245"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5369;p46">
              <a:extLst>
                <a:ext uri="{FF2B5EF4-FFF2-40B4-BE49-F238E27FC236}">
                  <a16:creationId xmlns:a16="http://schemas.microsoft.com/office/drawing/2014/main" id="{D95B109B-9928-BEC0-CAA0-03321E6E7FAC}"/>
                </a:ext>
              </a:extLst>
            </p:cNvPr>
            <p:cNvSpPr/>
            <p:nvPr/>
          </p:nvSpPr>
          <p:spPr>
            <a:xfrm>
              <a:off x="3737754" y="2515364"/>
              <a:ext cx="272902" cy="79447"/>
            </a:xfrm>
            <a:custGeom>
              <a:avLst/>
              <a:gdLst/>
              <a:ahLst/>
              <a:cxnLst/>
              <a:rect l="l" t="t" r="r" b="b"/>
              <a:pathLst>
                <a:path w="11655" h="3393" extrusionOk="0">
                  <a:moveTo>
                    <a:pt x="1255" y="0"/>
                  </a:moveTo>
                  <a:lnTo>
                    <a:pt x="960" y="74"/>
                  </a:lnTo>
                  <a:lnTo>
                    <a:pt x="739" y="221"/>
                  </a:lnTo>
                  <a:lnTo>
                    <a:pt x="517" y="443"/>
                  </a:lnTo>
                  <a:lnTo>
                    <a:pt x="296" y="664"/>
                  </a:lnTo>
                  <a:lnTo>
                    <a:pt x="148" y="885"/>
                  </a:lnTo>
                  <a:lnTo>
                    <a:pt x="75" y="1180"/>
                  </a:lnTo>
                  <a:lnTo>
                    <a:pt x="1" y="1549"/>
                  </a:lnTo>
                  <a:lnTo>
                    <a:pt x="1" y="1844"/>
                  </a:lnTo>
                  <a:lnTo>
                    <a:pt x="75" y="2213"/>
                  </a:lnTo>
                  <a:lnTo>
                    <a:pt x="148" y="2508"/>
                  </a:lnTo>
                  <a:lnTo>
                    <a:pt x="296" y="2729"/>
                  </a:lnTo>
                  <a:lnTo>
                    <a:pt x="517" y="2950"/>
                  </a:lnTo>
                  <a:lnTo>
                    <a:pt x="739" y="3172"/>
                  </a:lnTo>
                  <a:lnTo>
                    <a:pt x="960" y="3319"/>
                  </a:lnTo>
                  <a:lnTo>
                    <a:pt x="1255" y="3393"/>
                  </a:lnTo>
                  <a:lnTo>
                    <a:pt x="10401" y="3393"/>
                  </a:lnTo>
                  <a:lnTo>
                    <a:pt x="10696" y="3319"/>
                  </a:lnTo>
                  <a:lnTo>
                    <a:pt x="10917" y="3172"/>
                  </a:lnTo>
                  <a:lnTo>
                    <a:pt x="11212" y="2950"/>
                  </a:lnTo>
                  <a:lnTo>
                    <a:pt x="11360" y="2729"/>
                  </a:lnTo>
                  <a:lnTo>
                    <a:pt x="11507" y="2508"/>
                  </a:lnTo>
                  <a:lnTo>
                    <a:pt x="11581" y="2213"/>
                  </a:lnTo>
                  <a:lnTo>
                    <a:pt x="11655" y="1844"/>
                  </a:lnTo>
                  <a:lnTo>
                    <a:pt x="11655" y="1549"/>
                  </a:lnTo>
                  <a:lnTo>
                    <a:pt x="11581" y="1180"/>
                  </a:lnTo>
                  <a:lnTo>
                    <a:pt x="11507" y="885"/>
                  </a:lnTo>
                  <a:lnTo>
                    <a:pt x="11360" y="664"/>
                  </a:lnTo>
                  <a:lnTo>
                    <a:pt x="11212" y="443"/>
                  </a:lnTo>
                  <a:lnTo>
                    <a:pt x="10917" y="221"/>
                  </a:lnTo>
                  <a:lnTo>
                    <a:pt x="10696" y="74"/>
                  </a:lnTo>
                  <a:lnTo>
                    <a:pt x="1040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5370;p46">
              <a:extLst>
                <a:ext uri="{FF2B5EF4-FFF2-40B4-BE49-F238E27FC236}">
                  <a16:creationId xmlns:a16="http://schemas.microsoft.com/office/drawing/2014/main" id="{8F17D4AA-381E-DE38-6C93-312908F7F778}"/>
                </a:ext>
              </a:extLst>
            </p:cNvPr>
            <p:cNvSpPr/>
            <p:nvPr/>
          </p:nvSpPr>
          <p:spPr>
            <a:xfrm>
              <a:off x="3497692" y="2741610"/>
              <a:ext cx="179640" cy="564770"/>
            </a:xfrm>
            <a:custGeom>
              <a:avLst/>
              <a:gdLst/>
              <a:ahLst/>
              <a:cxnLst/>
              <a:rect l="l" t="t" r="r" b="b"/>
              <a:pathLst>
                <a:path w="7672" h="24120" extrusionOk="0">
                  <a:moveTo>
                    <a:pt x="3467" y="1"/>
                  </a:moveTo>
                  <a:lnTo>
                    <a:pt x="2803" y="74"/>
                  </a:lnTo>
                  <a:lnTo>
                    <a:pt x="2139" y="296"/>
                  </a:lnTo>
                  <a:lnTo>
                    <a:pt x="1549" y="591"/>
                  </a:lnTo>
                  <a:lnTo>
                    <a:pt x="1033" y="1033"/>
                  </a:lnTo>
                  <a:lnTo>
                    <a:pt x="591" y="1549"/>
                  </a:lnTo>
                  <a:lnTo>
                    <a:pt x="296" y="2066"/>
                  </a:lnTo>
                  <a:lnTo>
                    <a:pt x="74" y="2730"/>
                  </a:lnTo>
                  <a:lnTo>
                    <a:pt x="0" y="3467"/>
                  </a:lnTo>
                  <a:lnTo>
                    <a:pt x="0" y="20727"/>
                  </a:lnTo>
                  <a:lnTo>
                    <a:pt x="74" y="21391"/>
                  </a:lnTo>
                  <a:lnTo>
                    <a:pt x="296" y="22055"/>
                  </a:lnTo>
                  <a:lnTo>
                    <a:pt x="591" y="22645"/>
                  </a:lnTo>
                  <a:lnTo>
                    <a:pt x="1033" y="23161"/>
                  </a:lnTo>
                  <a:lnTo>
                    <a:pt x="1549" y="23530"/>
                  </a:lnTo>
                  <a:lnTo>
                    <a:pt x="2139" y="23899"/>
                  </a:lnTo>
                  <a:lnTo>
                    <a:pt x="2803" y="24046"/>
                  </a:lnTo>
                  <a:lnTo>
                    <a:pt x="3467" y="24120"/>
                  </a:lnTo>
                  <a:lnTo>
                    <a:pt x="4278" y="24120"/>
                  </a:lnTo>
                  <a:lnTo>
                    <a:pt x="4942" y="24046"/>
                  </a:lnTo>
                  <a:lnTo>
                    <a:pt x="5606" y="23899"/>
                  </a:lnTo>
                  <a:lnTo>
                    <a:pt x="6196" y="23530"/>
                  </a:lnTo>
                  <a:lnTo>
                    <a:pt x="6713" y="23161"/>
                  </a:lnTo>
                  <a:lnTo>
                    <a:pt x="7155" y="22645"/>
                  </a:lnTo>
                  <a:lnTo>
                    <a:pt x="7450" y="22055"/>
                  </a:lnTo>
                  <a:lnTo>
                    <a:pt x="7598" y="21391"/>
                  </a:lnTo>
                  <a:lnTo>
                    <a:pt x="7671" y="20727"/>
                  </a:lnTo>
                  <a:lnTo>
                    <a:pt x="7671" y="3467"/>
                  </a:lnTo>
                  <a:lnTo>
                    <a:pt x="7598" y="2730"/>
                  </a:lnTo>
                  <a:lnTo>
                    <a:pt x="7450" y="2066"/>
                  </a:lnTo>
                  <a:lnTo>
                    <a:pt x="7155" y="1549"/>
                  </a:lnTo>
                  <a:lnTo>
                    <a:pt x="6713" y="1033"/>
                  </a:lnTo>
                  <a:lnTo>
                    <a:pt x="6196" y="591"/>
                  </a:lnTo>
                  <a:lnTo>
                    <a:pt x="5606" y="296"/>
                  </a:lnTo>
                  <a:lnTo>
                    <a:pt x="4942" y="74"/>
                  </a:lnTo>
                  <a:lnTo>
                    <a:pt x="4278"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5371;p46">
              <a:extLst>
                <a:ext uri="{FF2B5EF4-FFF2-40B4-BE49-F238E27FC236}">
                  <a16:creationId xmlns:a16="http://schemas.microsoft.com/office/drawing/2014/main" id="{4CA283A3-0837-EE15-C103-5F4362462F66}"/>
                </a:ext>
              </a:extLst>
            </p:cNvPr>
            <p:cNvSpPr/>
            <p:nvPr/>
          </p:nvSpPr>
          <p:spPr>
            <a:xfrm>
              <a:off x="3497692" y="2741610"/>
              <a:ext cx="179640" cy="564770"/>
            </a:xfrm>
            <a:custGeom>
              <a:avLst/>
              <a:gdLst/>
              <a:ahLst/>
              <a:cxnLst/>
              <a:rect l="l" t="t" r="r" b="b"/>
              <a:pathLst>
                <a:path w="7672" h="24120" fill="none" extrusionOk="0">
                  <a:moveTo>
                    <a:pt x="3467" y="1"/>
                  </a:moveTo>
                  <a:lnTo>
                    <a:pt x="4278" y="1"/>
                  </a:lnTo>
                  <a:lnTo>
                    <a:pt x="4278" y="1"/>
                  </a:lnTo>
                  <a:lnTo>
                    <a:pt x="4942" y="74"/>
                  </a:lnTo>
                  <a:lnTo>
                    <a:pt x="5606" y="296"/>
                  </a:lnTo>
                  <a:lnTo>
                    <a:pt x="6196" y="591"/>
                  </a:lnTo>
                  <a:lnTo>
                    <a:pt x="6713" y="1033"/>
                  </a:lnTo>
                  <a:lnTo>
                    <a:pt x="7155" y="1549"/>
                  </a:lnTo>
                  <a:lnTo>
                    <a:pt x="7450" y="2066"/>
                  </a:lnTo>
                  <a:lnTo>
                    <a:pt x="7598" y="2730"/>
                  </a:lnTo>
                  <a:lnTo>
                    <a:pt x="7671" y="3467"/>
                  </a:lnTo>
                  <a:lnTo>
                    <a:pt x="7671" y="20727"/>
                  </a:lnTo>
                  <a:lnTo>
                    <a:pt x="7671" y="20727"/>
                  </a:lnTo>
                  <a:lnTo>
                    <a:pt x="7598" y="21391"/>
                  </a:lnTo>
                  <a:lnTo>
                    <a:pt x="7450" y="22055"/>
                  </a:lnTo>
                  <a:lnTo>
                    <a:pt x="7155" y="22645"/>
                  </a:lnTo>
                  <a:lnTo>
                    <a:pt x="6713" y="23161"/>
                  </a:lnTo>
                  <a:lnTo>
                    <a:pt x="6196" y="23530"/>
                  </a:lnTo>
                  <a:lnTo>
                    <a:pt x="5606" y="23899"/>
                  </a:lnTo>
                  <a:lnTo>
                    <a:pt x="4942" y="24046"/>
                  </a:lnTo>
                  <a:lnTo>
                    <a:pt x="4278" y="24120"/>
                  </a:lnTo>
                  <a:lnTo>
                    <a:pt x="3467" y="24120"/>
                  </a:lnTo>
                  <a:lnTo>
                    <a:pt x="3467" y="24120"/>
                  </a:lnTo>
                  <a:lnTo>
                    <a:pt x="2803" y="24046"/>
                  </a:lnTo>
                  <a:lnTo>
                    <a:pt x="2139" y="23899"/>
                  </a:lnTo>
                  <a:lnTo>
                    <a:pt x="1549" y="23530"/>
                  </a:lnTo>
                  <a:lnTo>
                    <a:pt x="1033" y="23161"/>
                  </a:lnTo>
                  <a:lnTo>
                    <a:pt x="591" y="22645"/>
                  </a:lnTo>
                  <a:lnTo>
                    <a:pt x="296" y="22055"/>
                  </a:lnTo>
                  <a:lnTo>
                    <a:pt x="74" y="21391"/>
                  </a:lnTo>
                  <a:lnTo>
                    <a:pt x="0" y="20727"/>
                  </a:lnTo>
                  <a:lnTo>
                    <a:pt x="0" y="3467"/>
                  </a:lnTo>
                  <a:lnTo>
                    <a:pt x="0" y="3467"/>
                  </a:lnTo>
                  <a:lnTo>
                    <a:pt x="74" y="2730"/>
                  </a:lnTo>
                  <a:lnTo>
                    <a:pt x="296" y="2066"/>
                  </a:lnTo>
                  <a:lnTo>
                    <a:pt x="591" y="1549"/>
                  </a:lnTo>
                  <a:lnTo>
                    <a:pt x="1033" y="1033"/>
                  </a:lnTo>
                  <a:lnTo>
                    <a:pt x="1549" y="591"/>
                  </a:lnTo>
                  <a:lnTo>
                    <a:pt x="2139" y="296"/>
                  </a:lnTo>
                  <a:lnTo>
                    <a:pt x="2803" y="74"/>
                  </a:lnTo>
                  <a:lnTo>
                    <a:pt x="346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5372;p46">
              <a:extLst>
                <a:ext uri="{FF2B5EF4-FFF2-40B4-BE49-F238E27FC236}">
                  <a16:creationId xmlns:a16="http://schemas.microsoft.com/office/drawing/2014/main" id="{F394C0F0-F957-57E2-7E89-13B3CCC1A52E}"/>
                </a:ext>
              </a:extLst>
            </p:cNvPr>
            <p:cNvSpPr/>
            <p:nvPr/>
          </p:nvSpPr>
          <p:spPr>
            <a:xfrm>
              <a:off x="3546046" y="3176845"/>
              <a:ext cx="88111" cy="88111"/>
            </a:xfrm>
            <a:custGeom>
              <a:avLst/>
              <a:gdLst/>
              <a:ahLst/>
              <a:cxnLst/>
              <a:rect l="l" t="t" r="r" b="b"/>
              <a:pathLst>
                <a:path w="3763" h="3763" extrusionOk="0">
                  <a:moveTo>
                    <a:pt x="1476" y="1"/>
                  </a:moveTo>
                  <a:lnTo>
                    <a:pt x="1107" y="148"/>
                  </a:lnTo>
                  <a:lnTo>
                    <a:pt x="812" y="296"/>
                  </a:lnTo>
                  <a:lnTo>
                    <a:pt x="517" y="591"/>
                  </a:lnTo>
                  <a:lnTo>
                    <a:pt x="296" y="812"/>
                  </a:lnTo>
                  <a:lnTo>
                    <a:pt x="148" y="1181"/>
                  </a:lnTo>
                  <a:lnTo>
                    <a:pt x="1" y="1476"/>
                  </a:lnTo>
                  <a:lnTo>
                    <a:pt x="1" y="1919"/>
                  </a:lnTo>
                  <a:lnTo>
                    <a:pt x="1" y="2287"/>
                  </a:lnTo>
                  <a:lnTo>
                    <a:pt x="148" y="2656"/>
                  </a:lnTo>
                  <a:lnTo>
                    <a:pt x="296" y="2951"/>
                  </a:lnTo>
                  <a:lnTo>
                    <a:pt x="517" y="3246"/>
                  </a:lnTo>
                  <a:lnTo>
                    <a:pt x="812" y="3468"/>
                  </a:lnTo>
                  <a:lnTo>
                    <a:pt x="1107" y="3615"/>
                  </a:lnTo>
                  <a:lnTo>
                    <a:pt x="1476" y="3763"/>
                  </a:lnTo>
                  <a:lnTo>
                    <a:pt x="2287" y="3763"/>
                  </a:lnTo>
                  <a:lnTo>
                    <a:pt x="2582" y="3615"/>
                  </a:lnTo>
                  <a:lnTo>
                    <a:pt x="2951" y="3468"/>
                  </a:lnTo>
                  <a:lnTo>
                    <a:pt x="3246" y="3246"/>
                  </a:lnTo>
                  <a:lnTo>
                    <a:pt x="3467" y="2951"/>
                  </a:lnTo>
                  <a:lnTo>
                    <a:pt x="3615" y="2656"/>
                  </a:lnTo>
                  <a:lnTo>
                    <a:pt x="3689" y="2287"/>
                  </a:lnTo>
                  <a:lnTo>
                    <a:pt x="3762" y="1919"/>
                  </a:lnTo>
                  <a:lnTo>
                    <a:pt x="3689" y="1476"/>
                  </a:lnTo>
                  <a:lnTo>
                    <a:pt x="3615" y="1181"/>
                  </a:lnTo>
                  <a:lnTo>
                    <a:pt x="3467" y="812"/>
                  </a:lnTo>
                  <a:lnTo>
                    <a:pt x="3172" y="517"/>
                  </a:lnTo>
                  <a:lnTo>
                    <a:pt x="2951" y="296"/>
                  </a:lnTo>
                  <a:lnTo>
                    <a:pt x="2582" y="148"/>
                  </a:lnTo>
                  <a:lnTo>
                    <a:pt x="2287"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5373;p46">
              <a:extLst>
                <a:ext uri="{FF2B5EF4-FFF2-40B4-BE49-F238E27FC236}">
                  <a16:creationId xmlns:a16="http://schemas.microsoft.com/office/drawing/2014/main" id="{B6764A25-304F-A9C4-957C-D89290A72C07}"/>
                </a:ext>
              </a:extLst>
            </p:cNvPr>
            <p:cNvSpPr/>
            <p:nvPr/>
          </p:nvSpPr>
          <p:spPr>
            <a:xfrm>
              <a:off x="3546046" y="3176845"/>
              <a:ext cx="88111" cy="88111"/>
            </a:xfrm>
            <a:custGeom>
              <a:avLst/>
              <a:gdLst/>
              <a:ahLst/>
              <a:cxnLst/>
              <a:rect l="l" t="t" r="r" b="b"/>
              <a:pathLst>
                <a:path w="3763" h="3763" fill="none" extrusionOk="0">
                  <a:moveTo>
                    <a:pt x="3762" y="1919"/>
                  </a:moveTo>
                  <a:lnTo>
                    <a:pt x="3762" y="1919"/>
                  </a:lnTo>
                  <a:lnTo>
                    <a:pt x="3689" y="2287"/>
                  </a:lnTo>
                  <a:lnTo>
                    <a:pt x="3615" y="2656"/>
                  </a:lnTo>
                  <a:lnTo>
                    <a:pt x="3467" y="2951"/>
                  </a:lnTo>
                  <a:lnTo>
                    <a:pt x="3246" y="3246"/>
                  </a:lnTo>
                  <a:lnTo>
                    <a:pt x="2951" y="3468"/>
                  </a:lnTo>
                  <a:lnTo>
                    <a:pt x="2582" y="3615"/>
                  </a:lnTo>
                  <a:lnTo>
                    <a:pt x="2287" y="3763"/>
                  </a:lnTo>
                  <a:lnTo>
                    <a:pt x="1845" y="3763"/>
                  </a:lnTo>
                  <a:lnTo>
                    <a:pt x="1845" y="3763"/>
                  </a:lnTo>
                  <a:lnTo>
                    <a:pt x="1476" y="3763"/>
                  </a:lnTo>
                  <a:lnTo>
                    <a:pt x="1107" y="3615"/>
                  </a:lnTo>
                  <a:lnTo>
                    <a:pt x="812" y="3468"/>
                  </a:lnTo>
                  <a:lnTo>
                    <a:pt x="517" y="3246"/>
                  </a:lnTo>
                  <a:lnTo>
                    <a:pt x="296" y="2951"/>
                  </a:lnTo>
                  <a:lnTo>
                    <a:pt x="148" y="2656"/>
                  </a:lnTo>
                  <a:lnTo>
                    <a:pt x="1" y="2287"/>
                  </a:lnTo>
                  <a:lnTo>
                    <a:pt x="1" y="1919"/>
                  </a:lnTo>
                  <a:lnTo>
                    <a:pt x="1" y="1919"/>
                  </a:lnTo>
                  <a:lnTo>
                    <a:pt x="1" y="1476"/>
                  </a:lnTo>
                  <a:lnTo>
                    <a:pt x="148" y="1181"/>
                  </a:lnTo>
                  <a:lnTo>
                    <a:pt x="296" y="812"/>
                  </a:lnTo>
                  <a:lnTo>
                    <a:pt x="517" y="591"/>
                  </a:lnTo>
                  <a:lnTo>
                    <a:pt x="812" y="296"/>
                  </a:lnTo>
                  <a:lnTo>
                    <a:pt x="1107" y="148"/>
                  </a:lnTo>
                  <a:lnTo>
                    <a:pt x="1476" y="1"/>
                  </a:lnTo>
                  <a:lnTo>
                    <a:pt x="1845" y="1"/>
                  </a:lnTo>
                  <a:lnTo>
                    <a:pt x="1845" y="1"/>
                  </a:lnTo>
                  <a:lnTo>
                    <a:pt x="1845" y="1"/>
                  </a:lnTo>
                  <a:lnTo>
                    <a:pt x="2287" y="1"/>
                  </a:lnTo>
                  <a:lnTo>
                    <a:pt x="2582" y="148"/>
                  </a:lnTo>
                  <a:lnTo>
                    <a:pt x="2951" y="296"/>
                  </a:lnTo>
                  <a:lnTo>
                    <a:pt x="3172" y="517"/>
                  </a:lnTo>
                  <a:lnTo>
                    <a:pt x="3467" y="812"/>
                  </a:lnTo>
                  <a:lnTo>
                    <a:pt x="3615" y="1181"/>
                  </a:lnTo>
                  <a:lnTo>
                    <a:pt x="3689" y="1476"/>
                  </a:lnTo>
                  <a:lnTo>
                    <a:pt x="3762" y="19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5374;p46">
              <a:extLst>
                <a:ext uri="{FF2B5EF4-FFF2-40B4-BE49-F238E27FC236}">
                  <a16:creationId xmlns:a16="http://schemas.microsoft.com/office/drawing/2014/main" id="{3871C510-81F3-D417-8F47-CC32F5A13CE8}"/>
                </a:ext>
              </a:extLst>
            </p:cNvPr>
            <p:cNvSpPr/>
            <p:nvPr/>
          </p:nvSpPr>
          <p:spPr>
            <a:xfrm>
              <a:off x="3544314" y="2774416"/>
              <a:ext cx="88111" cy="89843"/>
            </a:xfrm>
            <a:custGeom>
              <a:avLst/>
              <a:gdLst/>
              <a:ahLst/>
              <a:cxnLst/>
              <a:rect l="l" t="t" r="r" b="b"/>
              <a:pathLst>
                <a:path w="3763" h="3837" extrusionOk="0">
                  <a:moveTo>
                    <a:pt x="1845" y="1"/>
                  </a:moveTo>
                  <a:lnTo>
                    <a:pt x="1476" y="75"/>
                  </a:lnTo>
                  <a:lnTo>
                    <a:pt x="1107" y="148"/>
                  </a:lnTo>
                  <a:lnTo>
                    <a:pt x="812" y="370"/>
                  </a:lnTo>
                  <a:lnTo>
                    <a:pt x="517" y="591"/>
                  </a:lnTo>
                  <a:lnTo>
                    <a:pt x="296" y="886"/>
                  </a:lnTo>
                  <a:lnTo>
                    <a:pt x="148" y="1181"/>
                  </a:lnTo>
                  <a:lnTo>
                    <a:pt x="1" y="1550"/>
                  </a:lnTo>
                  <a:lnTo>
                    <a:pt x="1" y="1919"/>
                  </a:lnTo>
                  <a:lnTo>
                    <a:pt x="1" y="2287"/>
                  </a:lnTo>
                  <a:lnTo>
                    <a:pt x="148" y="2656"/>
                  </a:lnTo>
                  <a:lnTo>
                    <a:pt x="296" y="2951"/>
                  </a:lnTo>
                  <a:lnTo>
                    <a:pt x="517" y="3246"/>
                  </a:lnTo>
                  <a:lnTo>
                    <a:pt x="812" y="3468"/>
                  </a:lnTo>
                  <a:lnTo>
                    <a:pt x="1107" y="3689"/>
                  </a:lnTo>
                  <a:lnTo>
                    <a:pt x="1476" y="3763"/>
                  </a:lnTo>
                  <a:lnTo>
                    <a:pt x="1845" y="3836"/>
                  </a:lnTo>
                  <a:lnTo>
                    <a:pt x="2287" y="3763"/>
                  </a:lnTo>
                  <a:lnTo>
                    <a:pt x="2583" y="3689"/>
                  </a:lnTo>
                  <a:lnTo>
                    <a:pt x="2951" y="3468"/>
                  </a:lnTo>
                  <a:lnTo>
                    <a:pt x="3246" y="3246"/>
                  </a:lnTo>
                  <a:lnTo>
                    <a:pt x="3468" y="2951"/>
                  </a:lnTo>
                  <a:lnTo>
                    <a:pt x="3615" y="2656"/>
                  </a:lnTo>
                  <a:lnTo>
                    <a:pt x="3763" y="2287"/>
                  </a:lnTo>
                  <a:lnTo>
                    <a:pt x="3763" y="1919"/>
                  </a:lnTo>
                  <a:lnTo>
                    <a:pt x="3763" y="1550"/>
                  </a:lnTo>
                  <a:lnTo>
                    <a:pt x="3615" y="1181"/>
                  </a:lnTo>
                  <a:lnTo>
                    <a:pt x="3468" y="886"/>
                  </a:lnTo>
                  <a:lnTo>
                    <a:pt x="3246" y="591"/>
                  </a:lnTo>
                  <a:lnTo>
                    <a:pt x="2951" y="370"/>
                  </a:lnTo>
                  <a:lnTo>
                    <a:pt x="2583" y="148"/>
                  </a:lnTo>
                  <a:lnTo>
                    <a:pt x="2287" y="75"/>
                  </a:lnTo>
                  <a:lnTo>
                    <a:pt x="1845"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5375;p46">
              <a:extLst>
                <a:ext uri="{FF2B5EF4-FFF2-40B4-BE49-F238E27FC236}">
                  <a16:creationId xmlns:a16="http://schemas.microsoft.com/office/drawing/2014/main" id="{BCD66FDD-84A1-8E04-63F8-F5A8BDAF530F}"/>
                </a:ext>
              </a:extLst>
            </p:cNvPr>
            <p:cNvSpPr/>
            <p:nvPr/>
          </p:nvSpPr>
          <p:spPr>
            <a:xfrm>
              <a:off x="3756768" y="2527446"/>
              <a:ext cx="53550" cy="55283"/>
            </a:xfrm>
            <a:custGeom>
              <a:avLst/>
              <a:gdLst/>
              <a:ahLst/>
              <a:cxnLst/>
              <a:rect l="l" t="t" r="r" b="b"/>
              <a:pathLst>
                <a:path w="2287" h="2361" extrusionOk="0">
                  <a:moveTo>
                    <a:pt x="1180" y="0"/>
                  </a:moveTo>
                  <a:lnTo>
                    <a:pt x="959" y="74"/>
                  </a:lnTo>
                  <a:lnTo>
                    <a:pt x="738" y="148"/>
                  </a:lnTo>
                  <a:lnTo>
                    <a:pt x="369" y="369"/>
                  </a:lnTo>
                  <a:lnTo>
                    <a:pt x="148" y="738"/>
                  </a:lnTo>
                  <a:lnTo>
                    <a:pt x="74" y="959"/>
                  </a:lnTo>
                  <a:lnTo>
                    <a:pt x="0" y="1181"/>
                  </a:lnTo>
                  <a:lnTo>
                    <a:pt x="74" y="1402"/>
                  </a:lnTo>
                  <a:lnTo>
                    <a:pt x="148" y="1623"/>
                  </a:lnTo>
                  <a:lnTo>
                    <a:pt x="369" y="1992"/>
                  </a:lnTo>
                  <a:lnTo>
                    <a:pt x="738" y="2213"/>
                  </a:lnTo>
                  <a:lnTo>
                    <a:pt x="959" y="2287"/>
                  </a:lnTo>
                  <a:lnTo>
                    <a:pt x="1180" y="2361"/>
                  </a:lnTo>
                  <a:lnTo>
                    <a:pt x="1402" y="2287"/>
                  </a:lnTo>
                  <a:lnTo>
                    <a:pt x="1623" y="2213"/>
                  </a:lnTo>
                  <a:lnTo>
                    <a:pt x="1992" y="1992"/>
                  </a:lnTo>
                  <a:lnTo>
                    <a:pt x="2213" y="1623"/>
                  </a:lnTo>
                  <a:lnTo>
                    <a:pt x="2287" y="1402"/>
                  </a:lnTo>
                  <a:lnTo>
                    <a:pt x="2287" y="1181"/>
                  </a:lnTo>
                  <a:lnTo>
                    <a:pt x="2287" y="959"/>
                  </a:lnTo>
                  <a:lnTo>
                    <a:pt x="2213" y="738"/>
                  </a:lnTo>
                  <a:lnTo>
                    <a:pt x="1992" y="369"/>
                  </a:lnTo>
                  <a:lnTo>
                    <a:pt x="1623" y="148"/>
                  </a:lnTo>
                  <a:lnTo>
                    <a:pt x="1402" y="74"/>
                  </a:lnTo>
                  <a:lnTo>
                    <a:pt x="1180"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5376;p46">
              <a:extLst>
                <a:ext uri="{FF2B5EF4-FFF2-40B4-BE49-F238E27FC236}">
                  <a16:creationId xmlns:a16="http://schemas.microsoft.com/office/drawing/2014/main" id="{F84A873F-8E09-26AB-2E68-6501880A04AB}"/>
                </a:ext>
              </a:extLst>
            </p:cNvPr>
            <p:cNvSpPr/>
            <p:nvPr/>
          </p:nvSpPr>
          <p:spPr>
            <a:xfrm>
              <a:off x="3955383" y="2536087"/>
              <a:ext cx="36293" cy="38003"/>
            </a:xfrm>
            <a:custGeom>
              <a:avLst/>
              <a:gdLst/>
              <a:ahLst/>
              <a:cxnLst/>
              <a:rect l="l" t="t" r="r" b="b"/>
              <a:pathLst>
                <a:path w="1550" h="1623" extrusionOk="0">
                  <a:moveTo>
                    <a:pt x="812" y="0"/>
                  </a:moveTo>
                  <a:lnTo>
                    <a:pt x="517" y="74"/>
                  </a:lnTo>
                  <a:lnTo>
                    <a:pt x="222" y="295"/>
                  </a:lnTo>
                  <a:lnTo>
                    <a:pt x="74" y="516"/>
                  </a:lnTo>
                  <a:lnTo>
                    <a:pt x="1" y="812"/>
                  </a:lnTo>
                  <a:lnTo>
                    <a:pt x="74" y="1107"/>
                  </a:lnTo>
                  <a:lnTo>
                    <a:pt x="222" y="1328"/>
                  </a:lnTo>
                  <a:lnTo>
                    <a:pt x="517" y="1549"/>
                  </a:lnTo>
                  <a:lnTo>
                    <a:pt x="812" y="1623"/>
                  </a:lnTo>
                  <a:lnTo>
                    <a:pt x="1107" y="1549"/>
                  </a:lnTo>
                  <a:lnTo>
                    <a:pt x="1328" y="1328"/>
                  </a:lnTo>
                  <a:lnTo>
                    <a:pt x="1550" y="1107"/>
                  </a:lnTo>
                  <a:lnTo>
                    <a:pt x="1550" y="812"/>
                  </a:lnTo>
                  <a:lnTo>
                    <a:pt x="1550" y="516"/>
                  </a:lnTo>
                  <a:lnTo>
                    <a:pt x="1328" y="295"/>
                  </a:lnTo>
                  <a:lnTo>
                    <a:pt x="1107" y="74"/>
                  </a:lnTo>
                  <a:lnTo>
                    <a:pt x="812"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5377;p46">
              <a:extLst>
                <a:ext uri="{FF2B5EF4-FFF2-40B4-BE49-F238E27FC236}">
                  <a16:creationId xmlns:a16="http://schemas.microsoft.com/office/drawing/2014/main" id="{5ECCD0CC-7D5B-F72B-4040-923F4362B902}"/>
                </a:ext>
              </a:extLst>
            </p:cNvPr>
            <p:cNvSpPr/>
            <p:nvPr/>
          </p:nvSpPr>
          <p:spPr>
            <a:xfrm>
              <a:off x="5482183" y="2434180"/>
              <a:ext cx="34561" cy="203804"/>
            </a:xfrm>
            <a:custGeom>
              <a:avLst/>
              <a:gdLst/>
              <a:ahLst/>
              <a:cxnLst/>
              <a:rect l="l" t="t" r="r" b="b"/>
              <a:pathLst>
                <a:path w="1476" h="8704" extrusionOk="0">
                  <a:moveTo>
                    <a:pt x="0" y="0"/>
                  </a:moveTo>
                  <a:lnTo>
                    <a:pt x="0" y="8704"/>
                  </a:lnTo>
                  <a:lnTo>
                    <a:pt x="1107" y="8704"/>
                  </a:lnTo>
                  <a:lnTo>
                    <a:pt x="1328" y="4426"/>
                  </a:lnTo>
                  <a:lnTo>
                    <a:pt x="1476" y="1476"/>
                  </a:lnTo>
                  <a:lnTo>
                    <a:pt x="1476" y="74"/>
                  </a:lnTo>
                  <a:lnTo>
                    <a:pt x="0"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5378;p46">
              <a:extLst>
                <a:ext uri="{FF2B5EF4-FFF2-40B4-BE49-F238E27FC236}">
                  <a16:creationId xmlns:a16="http://schemas.microsoft.com/office/drawing/2014/main" id="{731923D2-AC18-A4DD-177D-945DC2C25AE1}"/>
                </a:ext>
              </a:extLst>
            </p:cNvPr>
            <p:cNvSpPr/>
            <p:nvPr/>
          </p:nvSpPr>
          <p:spPr>
            <a:xfrm>
              <a:off x="5395824" y="2530889"/>
              <a:ext cx="198629" cy="253912"/>
            </a:xfrm>
            <a:custGeom>
              <a:avLst/>
              <a:gdLst/>
              <a:ahLst/>
              <a:cxnLst/>
              <a:rect l="l" t="t" r="r" b="b"/>
              <a:pathLst>
                <a:path w="8483" h="10844" extrusionOk="0">
                  <a:moveTo>
                    <a:pt x="3172" y="1"/>
                  </a:moveTo>
                  <a:lnTo>
                    <a:pt x="2951" y="3910"/>
                  </a:lnTo>
                  <a:lnTo>
                    <a:pt x="222" y="5828"/>
                  </a:lnTo>
                  <a:lnTo>
                    <a:pt x="1" y="8188"/>
                  </a:lnTo>
                  <a:lnTo>
                    <a:pt x="2066" y="10844"/>
                  </a:lnTo>
                  <a:lnTo>
                    <a:pt x="1992" y="6861"/>
                  </a:lnTo>
                  <a:lnTo>
                    <a:pt x="4057" y="5828"/>
                  </a:lnTo>
                  <a:lnTo>
                    <a:pt x="6418" y="7156"/>
                  </a:lnTo>
                  <a:lnTo>
                    <a:pt x="6418" y="10844"/>
                  </a:lnTo>
                  <a:lnTo>
                    <a:pt x="8409" y="8262"/>
                  </a:lnTo>
                  <a:lnTo>
                    <a:pt x="8483" y="5680"/>
                  </a:lnTo>
                  <a:lnTo>
                    <a:pt x="5606" y="4131"/>
                  </a:lnTo>
                  <a:lnTo>
                    <a:pt x="5754" y="222"/>
                  </a:lnTo>
                  <a:lnTo>
                    <a:pt x="3172"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5379;p46">
              <a:extLst>
                <a:ext uri="{FF2B5EF4-FFF2-40B4-BE49-F238E27FC236}">
                  <a16:creationId xmlns:a16="http://schemas.microsoft.com/office/drawing/2014/main" id="{37B7EFD4-3675-F962-4208-EADF7C7F8270}"/>
                </a:ext>
              </a:extLst>
            </p:cNvPr>
            <p:cNvSpPr/>
            <p:nvPr/>
          </p:nvSpPr>
          <p:spPr>
            <a:xfrm>
              <a:off x="5628978" y="2365103"/>
              <a:ext cx="397259" cy="449053"/>
            </a:xfrm>
            <a:custGeom>
              <a:avLst/>
              <a:gdLst/>
              <a:ahLst/>
              <a:cxnLst/>
              <a:rect l="l" t="t" r="r" b="b"/>
              <a:pathLst>
                <a:path w="16966" h="19178" extrusionOk="0">
                  <a:moveTo>
                    <a:pt x="3025" y="0"/>
                  </a:moveTo>
                  <a:lnTo>
                    <a:pt x="2435" y="74"/>
                  </a:lnTo>
                  <a:lnTo>
                    <a:pt x="1992" y="295"/>
                  </a:lnTo>
                  <a:lnTo>
                    <a:pt x="1476" y="664"/>
                  </a:lnTo>
                  <a:lnTo>
                    <a:pt x="960" y="1033"/>
                  </a:lnTo>
                  <a:lnTo>
                    <a:pt x="591" y="1475"/>
                  </a:lnTo>
                  <a:lnTo>
                    <a:pt x="296" y="1918"/>
                  </a:lnTo>
                  <a:lnTo>
                    <a:pt x="75" y="2434"/>
                  </a:lnTo>
                  <a:lnTo>
                    <a:pt x="1" y="2950"/>
                  </a:lnTo>
                  <a:lnTo>
                    <a:pt x="1" y="3467"/>
                  </a:lnTo>
                  <a:lnTo>
                    <a:pt x="75" y="3983"/>
                  </a:lnTo>
                  <a:lnTo>
                    <a:pt x="296" y="4499"/>
                  </a:lnTo>
                  <a:lnTo>
                    <a:pt x="591" y="5016"/>
                  </a:lnTo>
                  <a:lnTo>
                    <a:pt x="11581" y="18145"/>
                  </a:lnTo>
                  <a:lnTo>
                    <a:pt x="11950" y="18587"/>
                  </a:lnTo>
                  <a:lnTo>
                    <a:pt x="12392" y="18882"/>
                  </a:lnTo>
                  <a:lnTo>
                    <a:pt x="12909" y="19104"/>
                  </a:lnTo>
                  <a:lnTo>
                    <a:pt x="13425" y="19177"/>
                  </a:lnTo>
                  <a:lnTo>
                    <a:pt x="14015" y="19177"/>
                  </a:lnTo>
                  <a:lnTo>
                    <a:pt x="14531" y="19104"/>
                  </a:lnTo>
                  <a:lnTo>
                    <a:pt x="15048" y="18882"/>
                  </a:lnTo>
                  <a:lnTo>
                    <a:pt x="15490" y="18514"/>
                  </a:lnTo>
                  <a:lnTo>
                    <a:pt x="16007" y="18145"/>
                  </a:lnTo>
                  <a:lnTo>
                    <a:pt x="16375" y="17702"/>
                  </a:lnTo>
                  <a:lnTo>
                    <a:pt x="16670" y="17260"/>
                  </a:lnTo>
                  <a:lnTo>
                    <a:pt x="16892" y="16743"/>
                  </a:lnTo>
                  <a:lnTo>
                    <a:pt x="16966" y="16227"/>
                  </a:lnTo>
                  <a:lnTo>
                    <a:pt x="16966" y="15711"/>
                  </a:lnTo>
                  <a:lnTo>
                    <a:pt x="16892" y="15194"/>
                  </a:lnTo>
                  <a:lnTo>
                    <a:pt x="16670" y="14678"/>
                  </a:lnTo>
                  <a:lnTo>
                    <a:pt x="16375" y="14162"/>
                  </a:lnTo>
                  <a:lnTo>
                    <a:pt x="5459" y="1033"/>
                  </a:lnTo>
                  <a:lnTo>
                    <a:pt x="5017" y="590"/>
                  </a:lnTo>
                  <a:lnTo>
                    <a:pt x="4574" y="295"/>
                  </a:lnTo>
                  <a:lnTo>
                    <a:pt x="4058" y="74"/>
                  </a:lnTo>
                  <a:lnTo>
                    <a:pt x="354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5380;p46">
              <a:extLst>
                <a:ext uri="{FF2B5EF4-FFF2-40B4-BE49-F238E27FC236}">
                  <a16:creationId xmlns:a16="http://schemas.microsoft.com/office/drawing/2014/main" id="{16703878-A7AD-70C2-1A93-0B0023621A7C}"/>
                </a:ext>
              </a:extLst>
            </p:cNvPr>
            <p:cNvSpPr/>
            <p:nvPr/>
          </p:nvSpPr>
          <p:spPr>
            <a:xfrm>
              <a:off x="5454552" y="2394443"/>
              <a:ext cx="310881" cy="91576"/>
            </a:xfrm>
            <a:custGeom>
              <a:avLst/>
              <a:gdLst/>
              <a:ahLst/>
              <a:cxnLst/>
              <a:rect l="l" t="t" r="r" b="b"/>
              <a:pathLst>
                <a:path w="13277" h="3911" extrusionOk="0">
                  <a:moveTo>
                    <a:pt x="1402" y="1"/>
                  </a:moveTo>
                  <a:lnTo>
                    <a:pt x="1033" y="148"/>
                  </a:lnTo>
                  <a:lnTo>
                    <a:pt x="738" y="296"/>
                  </a:lnTo>
                  <a:lnTo>
                    <a:pt x="517" y="517"/>
                  </a:lnTo>
                  <a:lnTo>
                    <a:pt x="295" y="739"/>
                  </a:lnTo>
                  <a:lnTo>
                    <a:pt x="74" y="1034"/>
                  </a:lnTo>
                  <a:lnTo>
                    <a:pt x="0" y="1402"/>
                  </a:lnTo>
                  <a:lnTo>
                    <a:pt x="0" y="1771"/>
                  </a:lnTo>
                  <a:lnTo>
                    <a:pt x="0" y="2140"/>
                  </a:lnTo>
                  <a:lnTo>
                    <a:pt x="0" y="2509"/>
                  </a:lnTo>
                  <a:lnTo>
                    <a:pt x="74" y="2878"/>
                  </a:lnTo>
                  <a:lnTo>
                    <a:pt x="295" y="3173"/>
                  </a:lnTo>
                  <a:lnTo>
                    <a:pt x="517" y="3394"/>
                  </a:lnTo>
                  <a:lnTo>
                    <a:pt x="738" y="3615"/>
                  </a:lnTo>
                  <a:lnTo>
                    <a:pt x="1033" y="3763"/>
                  </a:lnTo>
                  <a:lnTo>
                    <a:pt x="1402" y="3910"/>
                  </a:lnTo>
                  <a:lnTo>
                    <a:pt x="11875" y="3910"/>
                  </a:lnTo>
                  <a:lnTo>
                    <a:pt x="12171" y="3763"/>
                  </a:lnTo>
                  <a:lnTo>
                    <a:pt x="12466" y="3615"/>
                  </a:lnTo>
                  <a:lnTo>
                    <a:pt x="12761" y="3394"/>
                  </a:lnTo>
                  <a:lnTo>
                    <a:pt x="12982" y="3173"/>
                  </a:lnTo>
                  <a:lnTo>
                    <a:pt x="13129" y="2878"/>
                  </a:lnTo>
                  <a:lnTo>
                    <a:pt x="13203" y="2509"/>
                  </a:lnTo>
                  <a:lnTo>
                    <a:pt x="13277" y="2140"/>
                  </a:lnTo>
                  <a:lnTo>
                    <a:pt x="13277" y="1771"/>
                  </a:lnTo>
                  <a:lnTo>
                    <a:pt x="13203" y="1402"/>
                  </a:lnTo>
                  <a:lnTo>
                    <a:pt x="13129" y="1034"/>
                  </a:lnTo>
                  <a:lnTo>
                    <a:pt x="12982" y="739"/>
                  </a:lnTo>
                  <a:lnTo>
                    <a:pt x="12761" y="517"/>
                  </a:lnTo>
                  <a:lnTo>
                    <a:pt x="12466" y="296"/>
                  </a:lnTo>
                  <a:lnTo>
                    <a:pt x="12171" y="148"/>
                  </a:lnTo>
                  <a:lnTo>
                    <a:pt x="11875"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5381;p46">
              <a:extLst>
                <a:ext uri="{FF2B5EF4-FFF2-40B4-BE49-F238E27FC236}">
                  <a16:creationId xmlns:a16="http://schemas.microsoft.com/office/drawing/2014/main" id="{4514F8C6-CB8B-DB80-D839-99C51AEBA0BB}"/>
                </a:ext>
              </a:extLst>
            </p:cNvPr>
            <p:cNvSpPr/>
            <p:nvPr/>
          </p:nvSpPr>
          <p:spPr>
            <a:xfrm>
              <a:off x="5834525" y="2653519"/>
              <a:ext cx="205537" cy="647682"/>
            </a:xfrm>
            <a:custGeom>
              <a:avLst/>
              <a:gdLst/>
              <a:ahLst/>
              <a:cxnLst/>
              <a:rect l="l" t="t" r="r" b="b"/>
              <a:pathLst>
                <a:path w="8778" h="27661" extrusionOk="0">
                  <a:moveTo>
                    <a:pt x="3909" y="1"/>
                  </a:moveTo>
                  <a:lnTo>
                    <a:pt x="3098" y="75"/>
                  </a:lnTo>
                  <a:lnTo>
                    <a:pt x="2361" y="370"/>
                  </a:lnTo>
                  <a:lnTo>
                    <a:pt x="1697" y="665"/>
                  </a:lnTo>
                  <a:lnTo>
                    <a:pt x="1107" y="1181"/>
                  </a:lnTo>
                  <a:lnTo>
                    <a:pt x="664" y="1771"/>
                  </a:lnTo>
                  <a:lnTo>
                    <a:pt x="295" y="2435"/>
                  </a:lnTo>
                  <a:lnTo>
                    <a:pt x="74" y="3172"/>
                  </a:lnTo>
                  <a:lnTo>
                    <a:pt x="0" y="3984"/>
                  </a:lnTo>
                  <a:lnTo>
                    <a:pt x="0" y="23751"/>
                  </a:lnTo>
                  <a:lnTo>
                    <a:pt x="74" y="24489"/>
                  </a:lnTo>
                  <a:lnTo>
                    <a:pt x="295" y="25226"/>
                  </a:lnTo>
                  <a:lnTo>
                    <a:pt x="664" y="25890"/>
                  </a:lnTo>
                  <a:lnTo>
                    <a:pt x="1107" y="26480"/>
                  </a:lnTo>
                  <a:lnTo>
                    <a:pt x="1697" y="26997"/>
                  </a:lnTo>
                  <a:lnTo>
                    <a:pt x="2361" y="27365"/>
                  </a:lnTo>
                  <a:lnTo>
                    <a:pt x="3098" y="27587"/>
                  </a:lnTo>
                  <a:lnTo>
                    <a:pt x="3909" y="27661"/>
                  </a:lnTo>
                  <a:lnTo>
                    <a:pt x="4868" y="27661"/>
                  </a:lnTo>
                  <a:lnTo>
                    <a:pt x="5606" y="27587"/>
                  </a:lnTo>
                  <a:lnTo>
                    <a:pt x="6344" y="27365"/>
                  </a:lnTo>
                  <a:lnTo>
                    <a:pt x="7007" y="26997"/>
                  </a:lnTo>
                  <a:lnTo>
                    <a:pt x="7597" y="26480"/>
                  </a:lnTo>
                  <a:lnTo>
                    <a:pt x="8114" y="25890"/>
                  </a:lnTo>
                  <a:lnTo>
                    <a:pt x="8483" y="25226"/>
                  </a:lnTo>
                  <a:lnTo>
                    <a:pt x="8704" y="24489"/>
                  </a:lnTo>
                  <a:lnTo>
                    <a:pt x="8778" y="23751"/>
                  </a:lnTo>
                  <a:lnTo>
                    <a:pt x="8778" y="3984"/>
                  </a:lnTo>
                  <a:lnTo>
                    <a:pt x="8704" y="3172"/>
                  </a:lnTo>
                  <a:lnTo>
                    <a:pt x="8483" y="2435"/>
                  </a:lnTo>
                  <a:lnTo>
                    <a:pt x="8114" y="1771"/>
                  </a:lnTo>
                  <a:lnTo>
                    <a:pt x="7597" y="1181"/>
                  </a:lnTo>
                  <a:lnTo>
                    <a:pt x="7007" y="665"/>
                  </a:lnTo>
                  <a:lnTo>
                    <a:pt x="6344" y="370"/>
                  </a:lnTo>
                  <a:lnTo>
                    <a:pt x="5606" y="75"/>
                  </a:lnTo>
                  <a:lnTo>
                    <a:pt x="4868"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5382;p46">
              <a:extLst>
                <a:ext uri="{FF2B5EF4-FFF2-40B4-BE49-F238E27FC236}">
                  <a16:creationId xmlns:a16="http://schemas.microsoft.com/office/drawing/2014/main" id="{DB0CA873-5E27-61DF-109A-5C754866C25F}"/>
                </a:ext>
              </a:extLst>
            </p:cNvPr>
            <p:cNvSpPr/>
            <p:nvPr/>
          </p:nvSpPr>
          <p:spPr>
            <a:xfrm>
              <a:off x="5884612" y="3152680"/>
              <a:ext cx="100193" cy="101925"/>
            </a:xfrm>
            <a:custGeom>
              <a:avLst/>
              <a:gdLst/>
              <a:ahLst/>
              <a:cxnLst/>
              <a:rect l="l" t="t" r="r" b="b"/>
              <a:pathLst>
                <a:path w="4279" h="4353" extrusionOk="0">
                  <a:moveTo>
                    <a:pt x="1697" y="0"/>
                  </a:moveTo>
                  <a:lnTo>
                    <a:pt x="1328" y="148"/>
                  </a:lnTo>
                  <a:lnTo>
                    <a:pt x="959" y="369"/>
                  </a:lnTo>
                  <a:lnTo>
                    <a:pt x="664" y="590"/>
                  </a:lnTo>
                  <a:lnTo>
                    <a:pt x="369" y="959"/>
                  </a:lnTo>
                  <a:lnTo>
                    <a:pt x="148" y="1328"/>
                  </a:lnTo>
                  <a:lnTo>
                    <a:pt x="0" y="1770"/>
                  </a:lnTo>
                  <a:lnTo>
                    <a:pt x="0" y="2139"/>
                  </a:lnTo>
                  <a:lnTo>
                    <a:pt x="0" y="2582"/>
                  </a:lnTo>
                  <a:lnTo>
                    <a:pt x="148" y="2951"/>
                  </a:lnTo>
                  <a:lnTo>
                    <a:pt x="369" y="3319"/>
                  </a:lnTo>
                  <a:lnTo>
                    <a:pt x="590" y="3688"/>
                  </a:lnTo>
                  <a:lnTo>
                    <a:pt x="959" y="3909"/>
                  </a:lnTo>
                  <a:lnTo>
                    <a:pt x="1328" y="4131"/>
                  </a:lnTo>
                  <a:lnTo>
                    <a:pt x="1770" y="4278"/>
                  </a:lnTo>
                  <a:lnTo>
                    <a:pt x="2139" y="4352"/>
                  </a:lnTo>
                  <a:lnTo>
                    <a:pt x="2582" y="4278"/>
                  </a:lnTo>
                  <a:lnTo>
                    <a:pt x="2951" y="4131"/>
                  </a:lnTo>
                  <a:lnTo>
                    <a:pt x="3319" y="3983"/>
                  </a:lnTo>
                  <a:lnTo>
                    <a:pt x="3688" y="3688"/>
                  </a:lnTo>
                  <a:lnTo>
                    <a:pt x="3909" y="3393"/>
                  </a:lnTo>
                  <a:lnTo>
                    <a:pt x="4131" y="2951"/>
                  </a:lnTo>
                  <a:lnTo>
                    <a:pt x="4278" y="2582"/>
                  </a:lnTo>
                  <a:lnTo>
                    <a:pt x="4278" y="2139"/>
                  </a:lnTo>
                  <a:lnTo>
                    <a:pt x="4278" y="1697"/>
                  </a:lnTo>
                  <a:lnTo>
                    <a:pt x="4131" y="1328"/>
                  </a:lnTo>
                  <a:lnTo>
                    <a:pt x="3983" y="959"/>
                  </a:lnTo>
                  <a:lnTo>
                    <a:pt x="3688" y="664"/>
                  </a:lnTo>
                  <a:lnTo>
                    <a:pt x="3393" y="369"/>
                  </a:lnTo>
                  <a:lnTo>
                    <a:pt x="2951" y="148"/>
                  </a:lnTo>
                  <a:lnTo>
                    <a:pt x="2582"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5383;p46">
              <a:extLst>
                <a:ext uri="{FF2B5EF4-FFF2-40B4-BE49-F238E27FC236}">
                  <a16:creationId xmlns:a16="http://schemas.microsoft.com/office/drawing/2014/main" id="{EB9D40D4-62CF-384E-228B-4D68A26BD8CD}"/>
                </a:ext>
              </a:extLst>
            </p:cNvPr>
            <p:cNvSpPr/>
            <p:nvPr/>
          </p:nvSpPr>
          <p:spPr>
            <a:xfrm>
              <a:off x="5886345" y="2691523"/>
              <a:ext cx="101902" cy="101925"/>
            </a:xfrm>
            <a:custGeom>
              <a:avLst/>
              <a:gdLst/>
              <a:ahLst/>
              <a:cxnLst/>
              <a:rect l="l" t="t" r="r" b="b"/>
              <a:pathLst>
                <a:path w="4352" h="4353" extrusionOk="0">
                  <a:moveTo>
                    <a:pt x="2139" y="1"/>
                  </a:moveTo>
                  <a:lnTo>
                    <a:pt x="1696" y="74"/>
                  </a:lnTo>
                  <a:lnTo>
                    <a:pt x="1328" y="222"/>
                  </a:lnTo>
                  <a:lnTo>
                    <a:pt x="959" y="369"/>
                  </a:lnTo>
                  <a:lnTo>
                    <a:pt x="590" y="664"/>
                  </a:lnTo>
                  <a:lnTo>
                    <a:pt x="369" y="959"/>
                  </a:lnTo>
                  <a:lnTo>
                    <a:pt x="148" y="1328"/>
                  </a:lnTo>
                  <a:lnTo>
                    <a:pt x="0" y="1771"/>
                  </a:lnTo>
                  <a:lnTo>
                    <a:pt x="0" y="2213"/>
                  </a:lnTo>
                  <a:lnTo>
                    <a:pt x="0" y="2656"/>
                  </a:lnTo>
                  <a:lnTo>
                    <a:pt x="148" y="3025"/>
                  </a:lnTo>
                  <a:lnTo>
                    <a:pt x="369" y="3393"/>
                  </a:lnTo>
                  <a:lnTo>
                    <a:pt x="590" y="3688"/>
                  </a:lnTo>
                  <a:lnTo>
                    <a:pt x="959" y="3984"/>
                  </a:lnTo>
                  <a:lnTo>
                    <a:pt x="1328" y="4205"/>
                  </a:lnTo>
                  <a:lnTo>
                    <a:pt x="1696" y="4279"/>
                  </a:lnTo>
                  <a:lnTo>
                    <a:pt x="2139" y="4352"/>
                  </a:lnTo>
                  <a:lnTo>
                    <a:pt x="2582" y="4279"/>
                  </a:lnTo>
                  <a:lnTo>
                    <a:pt x="3024" y="4205"/>
                  </a:lnTo>
                  <a:lnTo>
                    <a:pt x="3393" y="3984"/>
                  </a:lnTo>
                  <a:lnTo>
                    <a:pt x="3688" y="3688"/>
                  </a:lnTo>
                  <a:lnTo>
                    <a:pt x="3983" y="3393"/>
                  </a:lnTo>
                  <a:lnTo>
                    <a:pt x="4131" y="3025"/>
                  </a:lnTo>
                  <a:lnTo>
                    <a:pt x="4278" y="2656"/>
                  </a:lnTo>
                  <a:lnTo>
                    <a:pt x="4352" y="2213"/>
                  </a:lnTo>
                  <a:lnTo>
                    <a:pt x="4278" y="1771"/>
                  </a:lnTo>
                  <a:lnTo>
                    <a:pt x="4131" y="1328"/>
                  </a:lnTo>
                  <a:lnTo>
                    <a:pt x="3983" y="959"/>
                  </a:lnTo>
                  <a:lnTo>
                    <a:pt x="3688" y="664"/>
                  </a:lnTo>
                  <a:lnTo>
                    <a:pt x="3393" y="369"/>
                  </a:lnTo>
                  <a:lnTo>
                    <a:pt x="3024" y="222"/>
                  </a:lnTo>
                  <a:lnTo>
                    <a:pt x="2582" y="74"/>
                  </a:lnTo>
                  <a:lnTo>
                    <a:pt x="2139"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5384;p46">
              <a:extLst>
                <a:ext uri="{FF2B5EF4-FFF2-40B4-BE49-F238E27FC236}">
                  <a16:creationId xmlns:a16="http://schemas.microsoft.com/office/drawing/2014/main" id="{05DB71A9-B9C4-695D-CE03-FD3A29355204}"/>
                </a:ext>
              </a:extLst>
            </p:cNvPr>
            <p:cNvSpPr/>
            <p:nvPr/>
          </p:nvSpPr>
          <p:spPr>
            <a:xfrm>
              <a:off x="5682531" y="2409991"/>
              <a:ext cx="60481" cy="60481"/>
            </a:xfrm>
            <a:custGeom>
              <a:avLst/>
              <a:gdLst/>
              <a:ahLst/>
              <a:cxnLst/>
              <a:rect l="l" t="t" r="r" b="b"/>
              <a:pathLst>
                <a:path w="2583" h="2583" extrusionOk="0">
                  <a:moveTo>
                    <a:pt x="1033" y="1"/>
                  </a:moveTo>
                  <a:lnTo>
                    <a:pt x="738" y="75"/>
                  </a:lnTo>
                  <a:lnTo>
                    <a:pt x="517" y="222"/>
                  </a:lnTo>
                  <a:lnTo>
                    <a:pt x="369" y="370"/>
                  </a:lnTo>
                  <a:lnTo>
                    <a:pt x="222" y="591"/>
                  </a:lnTo>
                  <a:lnTo>
                    <a:pt x="74" y="812"/>
                  </a:lnTo>
                  <a:lnTo>
                    <a:pt x="0" y="1033"/>
                  </a:lnTo>
                  <a:lnTo>
                    <a:pt x="0" y="1328"/>
                  </a:lnTo>
                  <a:lnTo>
                    <a:pt x="0" y="1550"/>
                  </a:lnTo>
                  <a:lnTo>
                    <a:pt x="74" y="1771"/>
                  </a:lnTo>
                  <a:lnTo>
                    <a:pt x="222" y="1992"/>
                  </a:lnTo>
                  <a:lnTo>
                    <a:pt x="369" y="2214"/>
                  </a:lnTo>
                  <a:lnTo>
                    <a:pt x="517" y="2361"/>
                  </a:lnTo>
                  <a:lnTo>
                    <a:pt x="738" y="2509"/>
                  </a:lnTo>
                  <a:lnTo>
                    <a:pt x="1033" y="2582"/>
                  </a:lnTo>
                  <a:lnTo>
                    <a:pt x="1549" y="2582"/>
                  </a:lnTo>
                  <a:lnTo>
                    <a:pt x="1771" y="2509"/>
                  </a:lnTo>
                  <a:lnTo>
                    <a:pt x="1992" y="2361"/>
                  </a:lnTo>
                  <a:lnTo>
                    <a:pt x="2213" y="2214"/>
                  </a:lnTo>
                  <a:lnTo>
                    <a:pt x="2361" y="1992"/>
                  </a:lnTo>
                  <a:lnTo>
                    <a:pt x="2508" y="1771"/>
                  </a:lnTo>
                  <a:lnTo>
                    <a:pt x="2582" y="1550"/>
                  </a:lnTo>
                  <a:lnTo>
                    <a:pt x="2582" y="1328"/>
                  </a:lnTo>
                  <a:lnTo>
                    <a:pt x="2582" y="1033"/>
                  </a:lnTo>
                  <a:lnTo>
                    <a:pt x="2508" y="812"/>
                  </a:lnTo>
                  <a:lnTo>
                    <a:pt x="2361" y="591"/>
                  </a:lnTo>
                  <a:lnTo>
                    <a:pt x="2213" y="370"/>
                  </a:lnTo>
                  <a:lnTo>
                    <a:pt x="1992" y="222"/>
                  </a:lnTo>
                  <a:lnTo>
                    <a:pt x="1771" y="75"/>
                  </a:lnTo>
                  <a:lnTo>
                    <a:pt x="1549"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5385;p46">
              <a:extLst>
                <a:ext uri="{FF2B5EF4-FFF2-40B4-BE49-F238E27FC236}">
                  <a16:creationId xmlns:a16="http://schemas.microsoft.com/office/drawing/2014/main" id="{B5F99709-44C9-7FC8-FF70-84F78A8A7380}"/>
                </a:ext>
              </a:extLst>
            </p:cNvPr>
            <p:cNvSpPr/>
            <p:nvPr/>
          </p:nvSpPr>
          <p:spPr>
            <a:xfrm>
              <a:off x="5473542" y="2418632"/>
              <a:ext cx="41468" cy="41468"/>
            </a:xfrm>
            <a:custGeom>
              <a:avLst/>
              <a:gdLst/>
              <a:ahLst/>
              <a:cxnLst/>
              <a:rect l="l" t="t" r="r" b="b"/>
              <a:pathLst>
                <a:path w="1771" h="1771" extrusionOk="0">
                  <a:moveTo>
                    <a:pt x="886" y="1"/>
                  </a:moveTo>
                  <a:lnTo>
                    <a:pt x="591" y="74"/>
                  </a:lnTo>
                  <a:lnTo>
                    <a:pt x="296" y="296"/>
                  </a:lnTo>
                  <a:lnTo>
                    <a:pt x="74" y="591"/>
                  </a:lnTo>
                  <a:lnTo>
                    <a:pt x="1" y="886"/>
                  </a:lnTo>
                  <a:lnTo>
                    <a:pt x="74" y="1254"/>
                  </a:lnTo>
                  <a:lnTo>
                    <a:pt x="296" y="1549"/>
                  </a:lnTo>
                  <a:lnTo>
                    <a:pt x="591" y="1771"/>
                  </a:lnTo>
                  <a:lnTo>
                    <a:pt x="886" y="1771"/>
                  </a:lnTo>
                  <a:lnTo>
                    <a:pt x="1255" y="1697"/>
                  </a:lnTo>
                  <a:lnTo>
                    <a:pt x="1550" y="1549"/>
                  </a:lnTo>
                  <a:lnTo>
                    <a:pt x="1771" y="1254"/>
                  </a:lnTo>
                  <a:lnTo>
                    <a:pt x="1771" y="886"/>
                  </a:lnTo>
                  <a:lnTo>
                    <a:pt x="1771" y="591"/>
                  </a:lnTo>
                  <a:lnTo>
                    <a:pt x="1550" y="296"/>
                  </a:lnTo>
                  <a:lnTo>
                    <a:pt x="1255" y="74"/>
                  </a:lnTo>
                  <a:lnTo>
                    <a:pt x="886"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5386;p46">
              <a:extLst>
                <a:ext uri="{FF2B5EF4-FFF2-40B4-BE49-F238E27FC236}">
                  <a16:creationId xmlns:a16="http://schemas.microsoft.com/office/drawing/2014/main" id="{E2F56590-B286-9D78-E89E-68255738A729}"/>
                </a:ext>
              </a:extLst>
            </p:cNvPr>
            <p:cNvSpPr/>
            <p:nvPr/>
          </p:nvSpPr>
          <p:spPr>
            <a:xfrm>
              <a:off x="3129802" y="3135398"/>
              <a:ext cx="3272808" cy="183105"/>
            </a:xfrm>
            <a:custGeom>
              <a:avLst/>
              <a:gdLst/>
              <a:ahLst/>
              <a:cxnLst/>
              <a:rect l="l" t="t" r="r" b="b"/>
              <a:pathLst>
                <a:path w="139774" h="7820" extrusionOk="0">
                  <a:moveTo>
                    <a:pt x="3541" y="1"/>
                  </a:moveTo>
                  <a:lnTo>
                    <a:pt x="2804" y="74"/>
                  </a:lnTo>
                  <a:lnTo>
                    <a:pt x="2140" y="296"/>
                  </a:lnTo>
                  <a:lnTo>
                    <a:pt x="1550" y="591"/>
                  </a:lnTo>
                  <a:lnTo>
                    <a:pt x="1033" y="1033"/>
                  </a:lnTo>
                  <a:lnTo>
                    <a:pt x="591" y="1550"/>
                  </a:lnTo>
                  <a:lnTo>
                    <a:pt x="296" y="2140"/>
                  </a:lnTo>
                  <a:lnTo>
                    <a:pt x="75" y="2803"/>
                  </a:lnTo>
                  <a:lnTo>
                    <a:pt x="1" y="3467"/>
                  </a:lnTo>
                  <a:lnTo>
                    <a:pt x="1" y="4352"/>
                  </a:lnTo>
                  <a:lnTo>
                    <a:pt x="75" y="5016"/>
                  </a:lnTo>
                  <a:lnTo>
                    <a:pt x="296" y="5680"/>
                  </a:lnTo>
                  <a:lnTo>
                    <a:pt x="591" y="6270"/>
                  </a:lnTo>
                  <a:lnTo>
                    <a:pt x="1033" y="6786"/>
                  </a:lnTo>
                  <a:lnTo>
                    <a:pt x="1550" y="7229"/>
                  </a:lnTo>
                  <a:lnTo>
                    <a:pt x="2140" y="7524"/>
                  </a:lnTo>
                  <a:lnTo>
                    <a:pt x="2804" y="7745"/>
                  </a:lnTo>
                  <a:lnTo>
                    <a:pt x="3541" y="7819"/>
                  </a:lnTo>
                  <a:lnTo>
                    <a:pt x="136307" y="7819"/>
                  </a:lnTo>
                  <a:lnTo>
                    <a:pt x="137045" y="7745"/>
                  </a:lnTo>
                  <a:lnTo>
                    <a:pt x="137635" y="7524"/>
                  </a:lnTo>
                  <a:lnTo>
                    <a:pt x="138299" y="7229"/>
                  </a:lnTo>
                  <a:lnTo>
                    <a:pt x="138815" y="6786"/>
                  </a:lnTo>
                  <a:lnTo>
                    <a:pt x="139184" y="6270"/>
                  </a:lnTo>
                  <a:lnTo>
                    <a:pt x="139553" y="5680"/>
                  </a:lnTo>
                  <a:lnTo>
                    <a:pt x="139700" y="5016"/>
                  </a:lnTo>
                  <a:lnTo>
                    <a:pt x="139774" y="4352"/>
                  </a:lnTo>
                  <a:lnTo>
                    <a:pt x="139774" y="3467"/>
                  </a:lnTo>
                  <a:lnTo>
                    <a:pt x="139700" y="2803"/>
                  </a:lnTo>
                  <a:lnTo>
                    <a:pt x="139553" y="2140"/>
                  </a:lnTo>
                  <a:lnTo>
                    <a:pt x="139184" y="1550"/>
                  </a:lnTo>
                  <a:lnTo>
                    <a:pt x="138815" y="1033"/>
                  </a:lnTo>
                  <a:lnTo>
                    <a:pt x="138299" y="591"/>
                  </a:lnTo>
                  <a:lnTo>
                    <a:pt x="137635" y="296"/>
                  </a:lnTo>
                  <a:lnTo>
                    <a:pt x="137045" y="74"/>
                  </a:lnTo>
                  <a:lnTo>
                    <a:pt x="136307"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5387;p46">
              <a:extLst>
                <a:ext uri="{FF2B5EF4-FFF2-40B4-BE49-F238E27FC236}">
                  <a16:creationId xmlns:a16="http://schemas.microsoft.com/office/drawing/2014/main" id="{F63C6F0E-4CC0-D674-C0AB-3CA52EACC089}"/>
                </a:ext>
              </a:extLst>
            </p:cNvPr>
            <p:cNvSpPr/>
            <p:nvPr/>
          </p:nvSpPr>
          <p:spPr>
            <a:xfrm>
              <a:off x="3129802" y="3135398"/>
              <a:ext cx="3272808" cy="183105"/>
            </a:xfrm>
            <a:custGeom>
              <a:avLst/>
              <a:gdLst/>
              <a:ahLst/>
              <a:cxnLst/>
              <a:rect l="l" t="t" r="r" b="b"/>
              <a:pathLst>
                <a:path w="139774" h="7820" fill="none" extrusionOk="0">
                  <a:moveTo>
                    <a:pt x="136307" y="7819"/>
                  </a:moveTo>
                  <a:lnTo>
                    <a:pt x="3541" y="7819"/>
                  </a:lnTo>
                  <a:lnTo>
                    <a:pt x="3541" y="7819"/>
                  </a:lnTo>
                  <a:lnTo>
                    <a:pt x="2804" y="7745"/>
                  </a:lnTo>
                  <a:lnTo>
                    <a:pt x="2140" y="7524"/>
                  </a:lnTo>
                  <a:lnTo>
                    <a:pt x="1550" y="7229"/>
                  </a:lnTo>
                  <a:lnTo>
                    <a:pt x="1033" y="6786"/>
                  </a:lnTo>
                  <a:lnTo>
                    <a:pt x="591" y="6270"/>
                  </a:lnTo>
                  <a:lnTo>
                    <a:pt x="296" y="5680"/>
                  </a:lnTo>
                  <a:lnTo>
                    <a:pt x="75" y="5016"/>
                  </a:lnTo>
                  <a:lnTo>
                    <a:pt x="1" y="4352"/>
                  </a:lnTo>
                  <a:lnTo>
                    <a:pt x="1" y="3467"/>
                  </a:lnTo>
                  <a:lnTo>
                    <a:pt x="1" y="3467"/>
                  </a:lnTo>
                  <a:lnTo>
                    <a:pt x="75" y="2803"/>
                  </a:lnTo>
                  <a:lnTo>
                    <a:pt x="296" y="2140"/>
                  </a:lnTo>
                  <a:lnTo>
                    <a:pt x="591" y="1550"/>
                  </a:lnTo>
                  <a:lnTo>
                    <a:pt x="1033" y="1033"/>
                  </a:lnTo>
                  <a:lnTo>
                    <a:pt x="1550" y="591"/>
                  </a:lnTo>
                  <a:lnTo>
                    <a:pt x="2140" y="296"/>
                  </a:lnTo>
                  <a:lnTo>
                    <a:pt x="2804" y="74"/>
                  </a:lnTo>
                  <a:lnTo>
                    <a:pt x="3541" y="1"/>
                  </a:lnTo>
                  <a:lnTo>
                    <a:pt x="136307" y="1"/>
                  </a:lnTo>
                  <a:lnTo>
                    <a:pt x="136307" y="1"/>
                  </a:lnTo>
                  <a:lnTo>
                    <a:pt x="137045" y="74"/>
                  </a:lnTo>
                  <a:lnTo>
                    <a:pt x="137635" y="296"/>
                  </a:lnTo>
                  <a:lnTo>
                    <a:pt x="138299" y="591"/>
                  </a:lnTo>
                  <a:lnTo>
                    <a:pt x="138815" y="1033"/>
                  </a:lnTo>
                  <a:lnTo>
                    <a:pt x="139184" y="1550"/>
                  </a:lnTo>
                  <a:lnTo>
                    <a:pt x="139553" y="2140"/>
                  </a:lnTo>
                  <a:lnTo>
                    <a:pt x="139700" y="2803"/>
                  </a:lnTo>
                  <a:lnTo>
                    <a:pt x="139774" y="3467"/>
                  </a:lnTo>
                  <a:lnTo>
                    <a:pt x="139774" y="4352"/>
                  </a:lnTo>
                  <a:lnTo>
                    <a:pt x="139774" y="4352"/>
                  </a:lnTo>
                  <a:lnTo>
                    <a:pt x="139700" y="5016"/>
                  </a:lnTo>
                  <a:lnTo>
                    <a:pt x="139553" y="5680"/>
                  </a:lnTo>
                  <a:lnTo>
                    <a:pt x="139184" y="6270"/>
                  </a:lnTo>
                  <a:lnTo>
                    <a:pt x="138815" y="6786"/>
                  </a:lnTo>
                  <a:lnTo>
                    <a:pt x="138299" y="7229"/>
                  </a:lnTo>
                  <a:lnTo>
                    <a:pt x="137635" y="7524"/>
                  </a:lnTo>
                  <a:lnTo>
                    <a:pt x="137045" y="7745"/>
                  </a:lnTo>
                  <a:lnTo>
                    <a:pt x="136307" y="781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5388;p46">
              <a:extLst>
                <a:ext uri="{FF2B5EF4-FFF2-40B4-BE49-F238E27FC236}">
                  <a16:creationId xmlns:a16="http://schemas.microsoft.com/office/drawing/2014/main" id="{0F9CB058-64B6-FB0C-8C1C-115EA1B7F1A8}"/>
                </a:ext>
              </a:extLst>
            </p:cNvPr>
            <p:cNvSpPr/>
            <p:nvPr/>
          </p:nvSpPr>
          <p:spPr>
            <a:xfrm>
              <a:off x="3556420" y="3187218"/>
              <a:ext cx="91553" cy="89820"/>
            </a:xfrm>
            <a:custGeom>
              <a:avLst/>
              <a:gdLst/>
              <a:ahLst/>
              <a:cxnLst/>
              <a:rect l="l" t="t" r="r" b="b"/>
              <a:pathLst>
                <a:path w="3910" h="3836" extrusionOk="0">
                  <a:moveTo>
                    <a:pt x="1549" y="0"/>
                  </a:moveTo>
                  <a:lnTo>
                    <a:pt x="1180" y="148"/>
                  </a:lnTo>
                  <a:lnTo>
                    <a:pt x="885" y="295"/>
                  </a:lnTo>
                  <a:lnTo>
                    <a:pt x="590" y="590"/>
                  </a:lnTo>
                  <a:lnTo>
                    <a:pt x="369" y="812"/>
                  </a:lnTo>
                  <a:lnTo>
                    <a:pt x="148" y="1181"/>
                  </a:lnTo>
                  <a:lnTo>
                    <a:pt x="74" y="1549"/>
                  </a:lnTo>
                  <a:lnTo>
                    <a:pt x="0" y="1918"/>
                  </a:lnTo>
                  <a:lnTo>
                    <a:pt x="74" y="2287"/>
                  </a:lnTo>
                  <a:lnTo>
                    <a:pt x="148" y="2656"/>
                  </a:lnTo>
                  <a:lnTo>
                    <a:pt x="369" y="3025"/>
                  </a:lnTo>
                  <a:lnTo>
                    <a:pt x="590" y="3320"/>
                  </a:lnTo>
                  <a:lnTo>
                    <a:pt x="885" y="3541"/>
                  </a:lnTo>
                  <a:lnTo>
                    <a:pt x="1180" y="3688"/>
                  </a:lnTo>
                  <a:lnTo>
                    <a:pt x="1549" y="3836"/>
                  </a:lnTo>
                  <a:lnTo>
                    <a:pt x="2361" y="3836"/>
                  </a:lnTo>
                  <a:lnTo>
                    <a:pt x="2729" y="3688"/>
                  </a:lnTo>
                  <a:lnTo>
                    <a:pt x="3024" y="3541"/>
                  </a:lnTo>
                  <a:lnTo>
                    <a:pt x="3319" y="3320"/>
                  </a:lnTo>
                  <a:lnTo>
                    <a:pt x="3541" y="3025"/>
                  </a:lnTo>
                  <a:lnTo>
                    <a:pt x="3762" y="2656"/>
                  </a:lnTo>
                  <a:lnTo>
                    <a:pt x="3836" y="2287"/>
                  </a:lnTo>
                  <a:lnTo>
                    <a:pt x="3909" y="1918"/>
                  </a:lnTo>
                  <a:lnTo>
                    <a:pt x="3836" y="1549"/>
                  </a:lnTo>
                  <a:lnTo>
                    <a:pt x="3762" y="1181"/>
                  </a:lnTo>
                  <a:lnTo>
                    <a:pt x="3541" y="812"/>
                  </a:lnTo>
                  <a:lnTo>
                    <a:pt x="3319" y="590"/>
                  </a:lnTo>
                  <a:lnTo>
                    <a:pt x="3024" y="295"/>
                  </a:lnTo>
                  <a:lnTo>
                    <a:pt x="2729" y="148"/>
                  </a:lnTo>
                  <a:lnTo>
                    <a:pt x="236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5389;p46">
              <a:extLst>
                <a:ext uri="{FF2B5EF4-FFF2-40B4-BE49-F238E27FC236}">
                  <a16:creationId xmlns:a16="http://schemas.microsoft.com/office/drawing/2014/main" id="{152A8BA0-0E30-39C1-C0EC-085A835D98A9}"/>
                </a:ext>
              </a:extLst>
            </p:cNvPr>
            <p:cNvSpPr/>
            <p:nvPr/>
          </p:nvSpPr>
          <p:spPr>
            <a:xfrm>
              <a:off x="3556420" y="3187218"/>
              <a:ext cx="91553" cy="89820"/>
            </a:xfrm>
            <a:custGeom>
              <a:avLst/>
              <a:gdLst/>
              <a:ahLst/>
              <a:cxnLst/>
              <a:rect l="l" t="t" r="r" b="b"/>
              <a:pathLst>
                <a:path w="3910" h="3836" fill="none" extrusionOk="0">
                  <a:moveTo>
                    <a:pt x="0" y="1918"/>
                  </a:moveTo>
                  <a:lnTo>
                    <a:pt x="0" y="1918"/>
                  </a:lnTo>
                  <a:lnTo>
                    <a:pt x="74" y="2287"/>
                  </a:lnTo>
                  <a:lnTo>
                    <a:pt x="148" y="2656"/>
                  </a:lnTo>
                  <a:lnTo>
                    <a:pt x="369" y="3025"/>
                  </a:lnTo>
                  <a:lnTo>
                    <a:pt x="590" y="3320"/>
                  </a:lnTo>
                  <a:lnTo>
                    <a:pt x="885" y="3541"/>
                  </a:lnTo>
                  <a:lnTo>
                    <a:pt x="1180" y="3688"/>
                  </a:lnTo>
                  <a:lnTo>
                    <a:pt x="1549" y="3836"/>
                  </a:lnTo>
                  <a:lnTo>
                    <a:pt x="1992" y="3836"/>
                  </a:lnTo>
                  <a:lnTo>
                    <a:pt x="1992" y="3836"/>
                  </a:lnTo>
                  <a:lnTo>
                    <a:pt x="2361" y="3836"/>
                  </a:lnTo>
                  <a:lnTo>
                    <a:pt x="2729" y="3688"/>
                  </a:lnTo>
                  <a:lnTo>
                    <a:pt x="3024" y="3541"/>
                  </a:lnTo>
                  <a:lnTo>
                    <a:pt x="3319" y="3320"/>
                  </a:lnTo>
                  <a:lnTo>
                    <a:pt x="3541" y="3025"/>
                  </a:lnTo>
                  <a:lnTo>
                    <a:pt x="3762" y="2656"/>
                  </a:lnTo>
                  <a:lnTo>
                    <a:pt x="3836" y="2287"/>
                  </a:lnTo>
                  <a:lnTo>
                    <a:pt x="3909" y="1918"/>
                  </a:lnTo>
                  <a:lnTo>
                    <a:pt x="3909" y="1918"/>
                  </a:lnTo>
                  <a:lnTo>
                    <a:pt x="3836" y="1549"/>
                  </a:lnTo>
                  <a:lnTo>
                    <a:pt x="3762" y="1181"/>
                  </a:lnTo>
                  <a:lnTo>
                    <a:pt x="3541" y="812"/>
                  </a:lnTo>
                  <a:lnTo>
                    <a:pt x="3319" y="590"/>
                  </a:lnTo>
                  <a:lnTo>
                    <a:pt x="3024" y="295"/>
                  </a:lnTo>
                  <a:lnTo>
                    <a:pt x="2729" y="148"/>
                  </a:lnTo>
                  <a:lnTo>
                    <a:pt x="2361" y="0"/>
                  </a:lnTo>
                  <a:lnTo>
                    <a:pt x="1992" y="0"/>
                  </a:lnTo>
                  <a:lnTo>
                    <a:pt x="1992" y="0"/>
                  </a:lnTo>
                  <a:lnTo>
                    <a:pt x="1549" y="0"/>
                  </a:lnTo>
                  <a:lnTo>
                    <a:pt x="1180" y="148"/>
                  </a:lnTo>
                  <a:lnTo>
                    <a:pt x="885" y="295"/>
                  </a:lnTo>
                  <a:lnTo>
                    <a:pt x="590" y="590"/>
                  </a:lnTo>
                  <a:lnTo>
                    <a:pt x="369" y="812"/>
                  </a:lnTo>
                  <a:lnTo>
                    <a:pt x="148" y="1181"/>
                  </a:lnTo>
                  <a:lnTo>
                    <a:pt x="74" y="1549"/>
                  </a:lnTo>
                  <a:lnTo>
                    <a:pt x="0" y="191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5390;p46">
              <a:extLst>
                <a:ext uri="{FF2B5EF4-FFF2-40B4-BE49-F238E27FC236}">
                  <a16:creationId xmlns:a16="http://schemas.microsoft.com/office/drawing/2014/main" id="{3735EE1E-DEE8-D78E-BE5A-2154282869CA}"/>
                </a:ext>
              </a:extLst>
            </p:cNvPr>
            <p:cNvSpPr/>
            <p:nvPr/>
          </p:nvSpPr>
          <p:spPr>
            <a:xfrm>
              <a:off x="3185087" y="3180311"/>
              <a:ext cx="89820" cy="89820"/>
            </a:xfrm>
            <a:custGeom>
              <a:avLst/>
              <a:gdLst/>
              <a:ahLst/>
              <a:cxnLst/>
              <a:rect l="l" t="t" r="r" b="b"/>
              <a:pathLst>
                <a:path w="3836" h="3836" extrusionOk="0">
                  <a:moveTo>
                    <a:pt x="1549" y="0"/>
                  </a:moveTo>
                  <a:lnTo>
                    <a:pt x="1180" y="148"/>
                  </a:lnTo>
                  <a:lnTo>
                    <a:pt x="811" y="295"/>
                  </a:lnTo>
                  <a:lnTo>
                    <a:pt x="516" y="517"/>
                  </a:lnTo>
                  <a:lnTo>
                    <a:pt x="295" y="812"/>
                  </a:lnTo>
                  <a:lnTo>
                    <a:pt x="148" y="1181"/>
                  </a:lnTo>
                  <a:lnTo>
                    <a:pt x="0" y="1549"/>
                  </a:lnTo>
                  <a:lnTo>
                    <a:pt x="0" y="1918"/>
                  </a:lnTo>
                  <a:lnTo>
                    <a:pt x="0" y="2287"/>
                  </a:lnTo>
                  <a:lnTo>
                    <a:pt x="148" y="2656"/>
                  </a:lnTo>
                  <a:lnTo>
                    <a:pt x="295" y="3025"/>
                  </a:lnTo>
                  <a:lnTo>
                    <a:pt x="516" y="3320"/>
                  </a:lnTo>
                  <a:lnTo>
                    <a:pt x="811" y="3541"/>
                  </a:lnTo>
                  <a:lnTo>
                    <a:pt x="1180" y="3688"/>
                  </a:lnTo>
                  <a:lnTo>
                    <a:pt x="1549" y="3836"/>
                  </a:lnTo>
                  <a:lnTo>
                    <a:pt x="2287" y="3836"/>
                  </a:lnTo>
                  <a:lnTo>
                    <a:pt x="2655" y="3688"/>
                  </a:lnTo>
                  <a:lnTo>
                    <a:pt x="3024" y="3541"/>
                  </a:lnTo>
                  <a:lnTo>
                    <a:pt x="3319" y="3320"/>
                  </a:lnTo>
                  <a:lnTo>
                    <a:pt x="3541" y="3025"/>
                  </a:lnTo>
                  <a:lnTo>
                    <a:pt x="3688" y="2656"/>
                  </a:lnTo>
                  <a:lnTo>
                    <a:pt x="3836" y="2287"/>
                  </a:lnTo>
                  <a:lnTo>
                    <a:pt x="3836" y="1918"/>
                  </a:lnTo>
                  <a:lnTo>
                    <a:pt x="3836" y="1549"/>
                  </a:lnTo>
                  <a:lnTo>
                    <a:pt x="3688" y="1181"/>
                  </a:lnTo>
                  <a:lnTo>
                    <a:pt x="3541" y="812"/>
                  </a:lnTo>
                  <a:lnTo>
                    <a:pt x="3319" y="517"/>
                  </a:lnTo>
                  <a:lnTo>
                    <a:pt x="3024" y="295"/>
                  </a:lnTo>
                  <a:lnTo>
                    <a:pt x="2655" y="148"/>
                  </a:lnTo>
                  <a:lnTo>
                    <a:pt x="2287"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5391;p46">
              <a:extLst>
                <a:ext uri="{FF2B5EF4-FFF2-40B4-BE49-F238E27FC236}">
                  <a16:creationId xmlns:a16="http://schemas.microsoft.com/office/drawing/2014/main" id="{E2EDF578-FD72-CBA1-C4A3-614F5112D6A5}"/>
                </a:ext>
              </a:extLst>
            </p:cNvPr>
            <p:cNvSpPr/>
            <p:nvPr/>
          </p:nvSpPr>
          <p:spPr>
            <a:xfrm>
              <a:off x="3970931" y="3187218"/>
              <a:ext cx="89820" cy="89820"/>
            </a:xfrm>
            <a:custGeom>
              <a:avLst/>
              <a:gdLst/>
              <a:ahLst/>
              <a:cxnLst/>
              <a:rect l="l" t="t" r="r" b="b"/>
              <a:pathLst>
                <a:path w="3836" h="3836" extrusionOk="0">
                  <a:moveTo>
                    <a:pt x="1549" y="0"/>
                  </a:moveTo>
                  <a:lnTo>
                    <a:pt x="1181" y="148"/>
                  </a:lnTo>
                  <a:lnTo>
                    <a:pt x="812" y="295"/>
                  </a:lnTo>
                  <a:lnTo>
                    <a:pt x="517" y="590"/>
                  </a:lnTo>
                  <a:lnTo>
                    <a:pt x="295" y="812"/>
                  </a:lnTo>
                  <a:lnTo>
                    <a:pt x="148" y="1181"/>
                  </a:lnTo>
                  <a:lnTo>
                    <a:pt x="0" y="1549"/>
                  </a:lnTo>
                  <a:lnTo>
                    <a:pt x="0" y="1918"/>
                  </a:lnTo>
                  <a:lnTo>
                    <a:pt x="0" y="2287"/>
                  </a:lnTo>
                  <a:lnTo>
                    <a:pt x="148" y="2656"/>
                  </a:lnTo>
                  <a:lnTo>
                    <a:pt x="295" y="3025"/>
                  </a:lnTo>
                  <a:lnTo>
                    <a:pt x="517" y="3320"/>
                  </a:lnTo>
                  <a:lnTo>
                    <a:pt x="812" y="3541"/>
                  </a:lnTo>
                  <a:lnTo>
                    <a:pt x="1181" y="3688"/>
                  </a:lnTo>
                  <a:lnTo>
                    <a:pt x="1549" y="3836"/>
                  </a:lnTo>
                  <a:lnTo>
                    <a:pt x="2287" y="3836"/>
                  </a:lnTo>
                  <a:lnTo>
                    <a:pt x="2656" y="3688"/>
                  </a:lnTo>
                  <a:lnTo>
                    <a:pt x="3025" y="3541"/>
                  </a:lnTo>
                  <a:lnTo>
                    <a:pt x="3320" y="3320"/>
                  </a:lnTo>
                  <a:lnTo>
                    <a:pt x="3541" y="3025"/>
                  </a:lnTo>
                  <a:lnTo>
                    <a:pt x="3688" y="2656"/>
                  </a:lnTo>
                  <a:lnTo>
                    <a:pt x="3836" y="2287"/>
                  </a:lnTo>
                  <a:lnTo>
                    <a:pt x="3836" y="1918"/>
                  </a:lnTo>
                  <a:lnTo>
                    <a:pt x="3836" y="1549"/>
                  </a:lnTo>
                  <a:lnTo>
                    <a:pt x="3688" y="1181"/>
                  </a:lnTo>
                  <a:lnTo>
                    <a:pt x="3541" y="812"/>
                  </a:lnTo>
                  <a:lnTo>
                    <a:pt x="3320" y="590"/>
                  </a:lnTo>
                  <a:lnTo>
                    <a:pt x="3025" y="295"/>
                  </a:lnTo>
                  <a:lnTo>
                    <a:pt x="2656" y="148"/>
                  </a:lnTo>
                  <a:lnTo>
                    <a:pt x="2287"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5392;p46">
              <a:extLst>
                <a:ext uri="{FF2B5EF4-FFF2-40B4-BE49-F238E27FC236}">
                  <a16:creationId xmlns:a16="http://schemas.microsoft.com/office/drawing/2014/main" id="{BB7BED0E-B997-492A-7846-5F888E488819}"/>
                </a:ext>
              </a:extLst>
            </p:cNvPr>
            <p:cNvSpPr/>
            <p:nvPr/>
          </p:nvSpPr>
          <p:spPr>
            <a:xfrm>
              <a:off x="4383710" y="3187218"/>
              <a:ext cx="89843" cy="89820"/>
            </a:xfrm>
            <a:custGeom>
              <a:avLst/>
              <a:gdLst/>
              <a:ahLst/>
              <a:cxnLst/>
              <a:rect l="l" t="t" r="r" b="b"/>
              <a:pathLst>
                <a:path w="3837" h="3836" extrusionOk="0">
                  <a:moveTo>
                    <a:pt x="1550" y="0"/>
                  </a:moveTo>
                  <a:lnTo>
                    <a:pt x="1181" y="148"/>
                  </a:lnTo>
                  <a:lnTo>
                    <a:pt x="886" y="295"/>
                  </a:lnTo>
                  <a:lnTo>
                    <a:pt x="591" y="590"/>
                  </a:lnTo>
                  <a:lnTo>
                    <a:pt x="296" y="812"/>
                  </a:lnTo>
                  <a:lnTo>
                    <a:pt x="148" y="1181"/>
                  </a:lnTo>
                  <a:lnTo>
                    <a:pt x="1" y="1549"/>
                  </a:lnTo>
                  <a:lnTo>
                    <a:pt x="1" y="1918"/>
                  </a:lnTo>
                  <a:lnTo>
                    <a:pt x="1" y="2287"/>
                  </a:lnTo>
                  <a:lnTo>
                    <a:pt x="148" y="2656"/>
                  </a:lnTo>
                  <a:lnTo>
                    <a:pt x="296" y="3025"/>
                  </a:lnTo>
                  <a:lnTo>
                    <a:pt x="591" y="3320"/>
                  </a:lnTo>
                  <a:lnTo>
                    <a:pt x="886" y="3541"/>
                  </a:lnTo>
                  <a:lnTo>
                    <a:pt x="1181" y="3688"/>
                  </a:lnTo>
                  <a:lnTo>
                    <a:pt x="1550" y="3836"/>
                  </a:lnTo>
                  <a:lnTo>
                    <a:pt x="2287" y="3836"/>
                  </a:lnTo>
                  <a:lnTo>
                    <a:pt x="2656" y="3688"/>
                  </a:lnTo>
                  <a:lnTo>
                    <a:pt x="3025" y="3541"/>
                  </a:lnTo>
                  <a:lnTo>
                    <a:pt x="3320" y="3320"/>
                  </a:lnTo>
                  <a:lnTo>
                    <a:pt x="3541" y="3025"/>
                  </a:lnTo>
                  <a:lnTo>
                    <a:pt x="3689" y="2656"/>
                  </a:lnTo>
                  <a:lnTo>
                    <a:pt x="3836" y="2287"/>
                  </a:lnTo>
                  <a:lnTo>
                    <a:pt x="3836" y="1918"/>
                  </a:lnTo>
                  <a:lnTo>
                    <a:pt x="3836" y="1549"/>
                  </a:lnTo>
                  <a:lnTo>
                    <a:pt x="3689" y="1181"/>
                  </a:lnTo>
                  <a:lnTo>
                    <a:pt x="3541" y="812"/>
                  </a:lnTo>
                  <a:lnTo>
                    <a:pt x="3320" y="590"/>
                  </a:lnTo>
                  <a:lnTo>
                    <a:pt x="3025" y="295"/>
                  </a:lnTo>
                  <a:lnTo>
                    <a:pt x="2656" y="148"/>
                  </a:lnTo>
                  <a:lnTo>
                    <a:pt x="2287"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5393;p46">
              <a:extLst>
                <a:ext uri="{FF2B5EF4-FFF2-40B4-BE49-F238E27FC236}">
                  <a16:creationId xmlns:a16="http://schemas.microsoft.com/office/drawing/2014/main" id="{5DFA7010-73E0-95AA-E9BF-0221885A6B20}"/>
                </a:ext>
              </a:extLst>
            </p:cNvPr>
            <p:cNvSpPr/>
            <p:nvPr/>
          </p:nvSpPr>
          <p:spPr>
            <a:xfrm>
              <a:off x="4796513" y="3187218"/>
              <a:ext cx="91553" cy="89820"/>
            </a:xfrm>
            <a:custGeom>
              <a:avLst/>
              <a:gdLst/>
              <a:ahLst/>
              <a:cxnLst/>
              <a:rect l="l" t="t" r="r" b="b"/>
              <a:pathLst>
                <a:path w="3910" h="3836" extrusionOk="0">
                  <a:moveTo>
                    <a:pt x="1549" y="0"/>
                  </a:moveTo>
                  <a:lnTo>
                    <a:pt x="1180" y="148"/>
                  </a:lnTo>
                  <a:lnTo>
                    <a:pt x="885" y="295"/>
                  </a:lnTo>
                  <a:lnTo>
                    <a:pt x="590" y="590"/>
                  </a:lnTo>
                  <a:lnTo>
                    <a:pt x="369" y="812"/>
                  </a:lnTo>
                  <a:lnTo>
                    <a:pt x="148" y="1181"/>
                  </a:lnTo>
                  <a:lnTo>
                    <a:pt x="74" y="1549"/>
                  </a:lnTo>
                  <a:lnTo>
                    <a:pt x="0" y="1918"/>
                  </a:lnTo>
                  <a:lnTo>
                    <a:pt x="74" y="2287"/>
                  </a:lnTo>
                  <a:lnTo>
                    <a:pt x="148" y="2656"/>
                  </a:lnTo>
                  <a:lnTo>
                    <a:pt x="369" y="3025"/>
                  </a:lnTo>
                  <a:lnTo>
                    <a:pt x="590" y="3320"/>
                  </a:lnTo>
                  <a:lnTo>
                    <a:pt x="885" y="3541"/>
                  </a:lnTo>
                  <a:lnTo>
                    <a:pt x="1180" y="3688"/>
                  </a:lnTo>
                  <a:lnTo>
                    <a:pt x="1549" y="3836"/>
                  </a:lnTo>
                  <a:lnTo>
                    <a:pt x="2360" y="3836"/>
                  </a:lnTo>
                  <a:lnTo>
                    <a:pt x="2729" y="3688"/>
                  </a:lnTo>
                  <a:lnTo>
                    <a:pt x="3024" y="3541"/>
                  </a:lnTo>
                  <a:lnTo>
                    <a:pt x="3319" y="3320"/>
                  </a:lnTo>
                  <a:lnTo>
                    <a:pt x="3541" y="3025"/>
                  </a:lnTo>
                  <a:lnTo>
                    <a:pt x="3762" y="2656"/>
                  </a:lnTo>
                  <a:lnTo>
                    <a:pt x="3836" y="2287"/>
                  </a:lnTo>
                  <a:lnTo>
                    <a:pt x="3909" y="1918"/>
                  </a:lnTo>
                  <a:lnTo>
                    <a:pt x="3836" y="1549"/>
                  </a:lnTo>
                  <a:lnTo>
                    <a:pt x="3762" y="1181"/>
                  </a:lnTo>
                  <a:lnTo>
                    <a:pt x="3541" y="812"/>
                  </a:lnTo>
                  <a:lnTo>
                    <a:pt x="3319" y="590"/>
                  </a:lnTo>
                  <a:lnTo>
                    <a:pt x="3024" y="295"/>
                  </a:lnTo>
                  <a:lnTo>
                    <a:pt x="2729" y="148"/>
                  </a:lnTo>
                  <a:lnTo>
                    <a:pt x="2360"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5394;p46">
              <a:extLst>
                <a:ext uri="{FF2B5EF4-FFF2-40B4-BE49-F238E27FC236}">
                  <a16:creationId xmlns:a16="http://schemas.microsoft.com/office/drawing/2014/main" id="{79F99AB5-EAF1-DC9C-62DB-10FE4A4F4AE9}"/>
                </a:ext>
              </a:extLst>
            </p:cNvPr>
            <p:cNvSpPr/>
            <p:nvPr/>
          </p:nvSpPr>
          <p:spPr>
            <a:xfrm>
              <a:off x="5209292" y="3187218"/>
              <a:ext cx="91553" cy="89820"/>
            </a:xfrm>
            <a:custGeom>
              <a:avLst/>
              <a:gdLst/>
              <a:ahLst/>
              <a:cxnLst/>
              <a:rect l="l" t="t" r="r" b="b"/>
              <a:pathLst>
                <a:path w="3910" h="3836" extrusionOk="0">
                  <a:moveTo>
                    <a:pt x="1549" y="0"/>
                  </a:moveTo>
                  <a:lnTo>
                    <a:pt x="1254" y="148"/>
                  </a:lnTo>
                  <a:lnTo>
                    <a:pt x="886" y="295"/>
                  </a:lnTo>
                  <a:lnTo>
                    <a:pt x="591" y="590"/>
                  </a:lnTo>
                  <a:lnTo>
                    <a:pt x="369" y="812"/>
                  </a:lnTo>
                  <a:lnTo>
                    <a:pt x="222" y="1181"/>
                  </a:lnTo>
                  <a:lnTo>
                    <a:pt x="74" y="1549"/>
                  </a:lnTo>
                  <a:lnTo>
                    <a:pt x="1" y="1918"/>
                  </a:lnTo>
                  <a:lnTo>
                    <a:pt x="74" y="2287"/>
                  </a:lnTo>
                  <a:lnTo>
                    <a:pt x="222" y="2656"/>
                  </a:lnTo>
                  <a:lnTo>
                    <a:pt x="369" y="3025"/>
                  </a:lnTo>
                  <a:lnTo>
                    <a:pt x="591" y="3320"/>
                  </a:lnTo>
                  <a:lnTo>
                    <a:pt x="886" y="3541"/>
                  </a:lnTo>
                  <a:lnTo>
                    <a:pt x="1254" y="3688"/>
                  </a:lnTo>
                  <a:lnTo>
                    <a:pt x="1549" y="3836"/>
                  </a:lnTo>
                  <a:lnTo>
                    <a:pt x="2361" y="3836"/>
                  </a:lnTo>
                  <a:lnTo>
                    <a:pt x="2730" y="3688"/>
                  </a:lnTo>
                  <a:lnTo>
                    <a:pt x="3025" y="3541"/>
                  </a:lnTo>
                  <a:lnTo>
                    <a:pt x="3320" y="3320"/>
                  </a:lnTo>
                  <a:lnTo>
                    <a:pt x="3615" y="3025"/>
                  </a:lnTo>
                  <a:lnTo>
                    <a:pt x="3762" y="2656"/>
                  </a:lnTo>
                  <a:lnTo>
                    <a:pt x="3910" y="2287"/>
                  </a:lnTo>
                  <a:lnTo>
                    <a:pt x="3910" y="1918"/>
                  </a:lnTo>
                  <a:lnTo>
                    <a:pt x="3910" y="1549"/>
                  </a:lnTo>
                  <a:lnTo>
                    <a:pt x="3762" y="1181"/>
                  </a:lnTo>
                  <a:lnTo>
                    <a:pt x="3615" y="812"/>
                  </a:lnTo>
                  <a:lnTo>
                    <a:pt x="3320" y="590"/>
                  </a:lnTo>
                  <a:lnTo>
                    <a:pt x="3025" y="295"/>
                  </a:lnTo>
                  <a:lnTo>
                    <a:pt x="2730" y="148"/>
                  </a:lnTo>
                  <a:lnTo>
                    <a:pt x="2361"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5395;p46">
              <a:extLst>
                <a:ext uri="{FF2B5EF4-FFF2-40B4-BE49-F238E27FC236}">
                  <a16:creationId xmlns:a16="http://schemas.microsoft.com/office/drawing/2014/main" id="{DA377C94-CC46-69DA-AC19-F9D3DFF02D03}"/>
                </a:ext>
              </a:extLst>
            </p:cNvPr>
            <p:cNvSpPr/>
            <p:nvPr/>
          </p:nvSpPr>
          <p:spPr>
            <a:xfrm>
              <a:off x="5623803" y="3187218"/>
              <a:ext cx="89843" cy="89820"/>
            </a:xfrm>
            <a:custGeom>
              <a:avLst/>
              <a:gdLst/>
              <a:ahLst/>
              <a:cxnLst/>
              <a:rect l="l" t="t" r="r" b="b"/>
              <a:pathLst>
                <a:path w="3837" h="3836" extrusionOk="0">
                  <a:moveTo>
                    <a:pt x="1550" y="0"/>
                  </a:moveTo>
                  <a:lnTo>
                    <a:pt x="1181" y="148"/>
                  </a:lnTo>
                  <a:lnTo>
                    <a:pt x="812" y="295"/>
                  </a:lnTo>
                  <a:lnTo>
                    <a:pt x="517" y="590"/>
                  </a:lnTo>
                  <a:lnTo>
                    <a:pt x="296" y="812"/>
                  </a:lnTo>
                  <a:lnTo>
                    <a:pt x="148" y="1181"/>
                  </a:lnTo>
                  <a:lnTo>
                    <a:pt x="1" y="1549"/>
                  </a:lnTo>
                  <a:lnTo>
                    <a:pt x="1" y="1918"/>
                  </a:lnTo>
                  <a:lnTo>
                    <a:pt x="1" y="2287"/>
                  </a:lnTo>
                  <a:lnTo>
                    <a:pt x="148" y="2656"/>
                  </a:lnTo>
                  <a:lnTo>
                    <a:pt x="296" y="3025"/>
                  </a:lnTo>
                  <a:lnTo>
                    <a:pt x="517" y="3320"/>
                  </a:lnTo>
                  <a:lnTo>
                    <a:pt x="812" y="3541"/>
                  </a:lnTo>
                  <a:lnTo>
                    <a:pt x="1181" y="3688"/>
                  </a:lnTo>
                  <a:lnTo>
                    <a:pt x="1550" y="3836"/>
                  </a:lnTo>
                  <a:lnTo>
                    <a:pt x="2287" y="3836"/>
                  </a:lnTo>
                  <a:lnTo>
                    <a:pt x="2656" y="3688"/>
                  </a:lnTo>
                  <a:lnTo>
                    <a:pt x="3025" y="3541"/>
                  </a:lnTo>
                  <a:lnTo>
                    <a:pt x="3320" y="3320"/>
                  </a:lnTo>
                  <a:lnTo>
                    <a:pt x="3541" y="3025"/>
                  </a:lnTo>
                  <a:lnTo>
                    <a:pt x="3689" y="2656"/>
                  </a:lnTo>
                  <a:lnTo>
                    <a:pt x="3836" y="2361"/>
                  </a:lnTo>
                  <a:lnTo>
                    <a:pt x="3836" y="1918"/>
                  </a:lnTo>
                  <a:lnTo>
                    <a:pt x="3836" y="1549"/>
                  </a:lnTo>
                  <a:lnTo>
                    <a:pt x="3689" y="1181"/>
                  </a:lnTo>
                  <a:lnTo>
                    <a:pt x="3541" y="812"/>
                  </a:lnTo>
                  <a:lnTo>
                    <a:pt x="3320" y="590"/>
                  </a:lnTo>
                  <a:lnTo>
                    <a:pt x="3025" y="295"/>
                  </a:lnTo>
                  <a:lnTo>
                    <a:pt x="2656" y="148"/>
                  </a:lnTo>
                  <a:lnTo>
                    <a:pt x="2287"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5396;p46">
              <a:extLst>
                <a:ext uri="{FF2B5EF4-FFF2-40B4-BE49-F238E27FC236}">
                  <a16:creationId xmlns:a16="http://schemas.microsoft.com/office/drawing/2014/main" id="{D781EE9E-53AD-5C7B-AD46-635C3D56A738}"/>
                </a:ext>
              </a:extLst>
            </p:cNvPr>
            <p:cNvSpPr/>
            <p:nvPr/>
          </p:nvSpPr>
          <p:spPr>
            <a:xfrm>
              <a:off x="6186867" y="3187218"/>
              <a:ext cx="91553" cy="89820"/>
            </a:xfrm>
            <a:custGeom>
              <a:avLst/>
              <a:gdLst/>
              <a:ahLst/>
              <a:cxnLst/>
              <a:rect l="l" t="t" r="r" b="b"/>
              <a:pathLst>
                <a:path w="3910" h="3836" extrusionOk="0">
                  <a:moveTo>
                    <a:pt x="1549" y="0"/>
                  </a:moveTo>
                  <a:lnTo>
                    <a:pt x="1180" y="148"/>
                  </a:lnTo>
                  <a:lnTo>
                    <a:pt x="885" y="295"/>
                  </a:lnTo>
                  <a:lnTo>
                    <a:pt x="590" y="590"/>
                  </a:lnTo>
                  <a:lnTo>
                    <a:pt x="369" y="812"/>
                  </a:lnTo>
                  <a:lnTo>
                    <a:pt x="148" y="1181"/>
                  </a:lnTo>
                  <a:lnTo>
                    <a:pt x="74" y="1549"/>
                  </a:lnTo>
                  <a:lnTo>
                    <a:pt x="0" y="1918"/>
                  </a:lnTo>
                  <a:lnTo>
                    <a:pt x="74" y="2287"/>
                  </a:lnTo>
                  <a:lnTo>
                    <a:pt x="148" y="2656"/>
                  </a:lnTo>
                  <a:lnTo>
                    <a:pt x="295" y="3025"/>
                  </a:lnTo>
                  <a:lnTo>
                    <a:pt x="590" y="3320"/>
                  </a:lnTo>
                  <a:lnTo>
                    <a:pt x="885" y="3541"/>
                  </a:lnTo>
                  <a:lnTo>
                    <a:pt x="1180" y="3688"/>
                  </a:lnTo>
                  <a:lnTo>
                    <a:pt x="1549" y="3836"/>
                  </a:lnTo>
                  <a:lnTo>
                    <a:pt x="2360" y="3836"/>
                  </a:lnTo>
                  <a:lnTo>
                    <a:pt x="2729" y="3688"/>
                  </a:lnTo>
                  <a:lnTo>
                    <a:pt x="3024" y="3541"/>
                  </a:lnTo>
                  <a:lnTo>
                    <a:pt x="3319" y="3320"/>
                  </a:lnTo>
                  <a:lnTo>
                    <a:pt x="3541" y="3025"/>
                  </a:lnTo>
                  <a:lnTo>
                    <a:pt x="3762" y="2656"/>
                  </a:lnTo>
                  <a:lnTo>
                    <a:pt x="3836" y="2361"/>
                  </a:lnTo>
                  <a:lnTo>
                    <a:pt x="3909" y="1918"/>
                  </a:lnTo>
                  <a:lnTo>
                    <a:pt x="3836" y="1549"/>
                  </a:lnTo>
                  <a:lnTo>
                    <a:pt x="3762" y="1181"/>
                  </a:lnTo>
                  <a:lnTo>
                    <a:pt x="3541" y="812"/>
                  </a:lnTo>
                  <a:lnTo>
                    <a:pt x="3319" y="590"/>
                  </a:lnTo>
                  <a:lnTo>
                    <a:pt x="3024" y="295"/>
                  </a:lnTo>
                  <a:lnTo>
                    <a:pt x="2729" y="148"/>
                  </a:lnTo>
                  <a:lnTo>
                    <a:pt x="2360"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5397;p46">
              <a:extLst>
                <a:ext uri="{FF2B5EF4-FFF2-40B4-BE49-F238E27FC236}">
                  <a16:creationId xmlns:a16="http://schemas.microsoft.com/office/drawing/2014/main" id="{2858ADB9-56E4-3897-DDB4-396D361BE40D}"/>
                </a:ext>
              </a:extLst>
            </p:cNvPr>
            <p:cNvSpPr/>
            <p:nvPr/>
          </p:nvSpPr>
          <p:spPr>
            <a:xfrm>
              <a:off x="5668716" y="3318489"/>
              <a:ext cx="518151" cy="704651"/>
            </a:xfrm>
            <a:custGeom>
              <a:avLst/>
              <a:gdLst/>
              <a:ahLst/>
              <a:cxnLst/>
              <a:rect l="l" t="t" r="r" b="b"/>
              <a:pathLst>
                <a:path w="22129" h="30094" extrusionOk="0">
                  <a:moveTo>
                    <a:pt x="0" y="0"/>
                  </a:moveTo>
                  <a:lnTo>
                    <a:pt x="0" y="30094"/>
                  </a:lnTo>
                  <a:lnTo>
                    <a:pt x="22128" y="30094"/>
                  </a:lnTo>
                  <a:lnTo>
                    <a:pt x="22128"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5398;p46">
              <a:extLst>
                <a:ext uri="{FF2B5EF4-FFF2-40B4-BE49-F238E27FC236}">
                  <a16:creationId xmlns:a16="http://schemas.microsoft.com/office/drawing/2014/main" id="{70975A6D-C9D6-9C0C-9D08-5902E5763F7A}"/>
                </a:ext>
              </a:extLst>
            </p:cNvPr>
            <p:cNvSpPr/>
            <p:nvPr/>
          </p:nvSpPr>
          <p:spPr>
            <a:xfrm>
              <a:off x="3375062" y="3605196"/>
              <a:ext cx="518151" cy="431773"/>
            </a:xfrm>
            <a:custGeom>
              <a:avLst/>
              <a:gdLst/>
              <a:ahLst/>
              <a:cxnLst/>
              <a:rect l="l" t="t" r="r" b="b"/>
              <a:pathLst>
                <a:path w="22129" h="18440" extrusionOk="0">
                  <a:moveTo>
                    <a:pt x="1" y="0"/>
                  </a:moveTo>
                  <a:lnTo>
                    <a:pt x="1" y="18440"/>
                  </a:lnTo>
                  <a:lnTo>
                    <a:pt x="22128" y="18440"/>
                  </a:lnTo>
                  <a:lnTo>
                    <a:pt x="22128"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5399;p46">
              <a:extLst>
                <a:ext uri="{FF2B5EF4-FFF2-40B4-BE49-F238E27FC236}">
                  <a16:creationId xmlns:a16="http://schemas.microsoft.com/office/drawing/2014/main" id="{13967D43-884F-B84D-9755-779B8D404EFF}"/>
                </a:ext>
              </a:extLst>
            </p:cNvPr>
            <p:cNvSpPr/>
            <p:nvPr/>
          </p:nvSpPr>
          <p:spPr>
            <a:xfrm>
              <a:off x="2250691" y="4739916"/>
              <a:ext cx="3999914" cy="3489"/>
            </a:xfrm>
            <a:custGeom>
              <a:avLst/>
              <a:gdLst/>
              <a:ahLst/>
              <a:cxnLst/>
              <a:rect l="l" t="t" r="r" b="b"/>
              <a:pathLst>
                <a:path w="170827" h="149" extrusionOk="0">
                  <a:moveTo>
                    <a:pt x="25005" y="1"/>
                  </a:moveTo>
                  <a:lnTo>
                    <a:pt x="1" y="75"/>
                  </a:lnTo>
                  <a:lnTo>
                    <a:pt x="25005" y="148"/>
                  </a:lnTo>
                  <a:lnTo>
                    <a:pt x="145822" y="148"/>
                  </a:lnTo>
                  <a:lnTo>
                    <a:pt x="170826" y="75"/>
                  </a:lnTo>
                  <a:lnTo>
                    <a:pt x="14582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5400;p46">
              <a:extLst>
                <a:ext uri="{FF2B5EF4-FFF2-40B4-BE49-F238E27FC236}">
                  <a16:creationId xmlns:a16="http://schemas.microsoft.com/office/drawing/2014/main" id="{486BEA6D-B393-273E-219A-21B00F55996A}"/>
                </a:ext>
              </a:extLst>
            </p:cNvPr>
            <p:cNvSpPr/>
            <p:nvPr/>
          </p:nvSpPr>
          <p:spPr>
            <a:xfrm>
              <a:off x="2250691" y="4739916"/>
              <a:ext cx="3999914" cy="3489"/>
            </a:xfrm>
            <a:custGeom>
              <a:avLst/>
              <a:gdLst/>
              <a:ahLst/>
              <a:cxnLst/>
              <a:rect l="l" t="t" r="r" b="b"/>
              <a:pathLst>
                <a:path w="170827" h="149" fill="none" extrusionOk="0">
                  <a:moveTo>
                    <a:pt x="170826" y="75"/>
                  </a:moveTo>
                  <a:lnTo>
                    <a:pt x="170826" y="75"/>
                  </a:lnTo>
                  <a:lnTo>
                    <a:pt x="145822" y="148"/>
                  </a:lnTo>
                  <a:lnTo>
                    <a:pt x="85413" y="148"/>
                  </a:lnTo>
                  <a:lnTo>
                    <a:pt x="85413" y="148"/>
                  </a:lnTo>
                  <a:lnTo>
                    <a:pt x="25005" y="148"/>
                  </a:lnTo>
                  <a:lnTo>
                    <a:pt x="1" y="75"/>
                  </a:lnTo>
                  <a:lnTo>
                    <a:pt x="1" y="75"/>
                  </a:lnTo>
                  <a:lnTo>
                    <a:pt x="25005" y="1"/>
                  </a:lnTo>
                  <a:lnTo>
                    <a:pt x="85413" y="1"/>
                  </a:lnTo>
                  <a:lnTo>
                    <a:pt x="85413" y="1"/>
                  </a:lnTo>
                  <a:lnTo>
                    <a:pt x="145822" y="1"/>
                  </a:lnTo>
                  <a:lnTo>
                    <a:pt x="170826" y="7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5401;p46">
              <a:extLst>
                <a:ext uri="{FF2B5EF4-FFF2-40B4-BE49-F238E27FC236}">
                  <a16:creationId xmlns:a16="http://schemas.microsoft.com/office/drawing/2014/main" id="{DB3DD7EE-BF64-30B9-4179-F5DD55E66999}"/>
                </a:ext>
              </a:extLst>
            </p:cNvPr>
            <p:cNvSpPr/>
            <p:nvPr/>
          </p:nvSpPr>
          <p:spPr>
            <a:xfrm>
              <a:off x="4577151" y="4669106"/>
              <a:ext cx="146835" cy="72563"/>
            </a:xfrm>
            <a:custGeom>
              <a:avLst/>
              <a:gdLst/>
              <a:ahLst/>
              <a:cxnLst/>
              <a:rect l="l" t="t" r="r" b="b"/>
              <a:pathLst>
                <a:path w="6271" h="3099" extrusionOk="0">
                  <a:moveTo>
                    <a:pt x="75" y="1"/>
                  </a:moveTo>
                  <a:lnTo>
                    <a:pt x="1" y="2877"/>
                  </a:lnTo>
                  <a:lnTo>
                    <a:pt x="222" y="2951"/>
                  </a:lnTo>
                  <a:lnTo>
                    <a:pt x="3320" y="3099"/>
                  </a:lnTo>
                  <a:lnTo>
                    <a:pt x="5680" y="3099"/>
                  </a:lnTo>
                  <a:lnTo>
                    <a:pt x="6123" y="3025"/>
                  </a:lnTo>
                  <a:lnTo>
                    <a:pt x="6197" y="3025"/>
                  </a:lnTo>
                  <a:lnTo>
                    <a:pt x="6270" y="2951"/>
                  </a:lnTo>
                  <a:lnTo>
                    <a:pt x="6049" y="2804"/>
                  </a:lnTo>
                  <a:lnTo>
                    <a:pt x="5238" y="2509"/>
                  </a:lnTo>
                  <a:lnTo>
                    <a:pt x="3762" y="2066"/>
                  </a:lnTo>
                  <a:lnTo>
                    <a:pt x="3762" y="75"/>
                  </a:lnTo>
                  <a:lnTo>
                    <a:pt x="75"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5402;p46">
              <a:extLst>
                <a:ext uri="{FF2B5EF4-FFF2-40B4-BE49-F238E27FC236}">
                  <a16:creationId xmlns:a16="http://schemas.microsoft.com/office/drawing/2014/main" id="{589CEDCE-0E34-7E73-94ED-39327AC739D6}"/>
                </a:ext>
              </a:extLst>
            </p:cNvPr>
            <p:cNvSpPr/>
            <p:nvPr/>
          </p:nvSpPr>
          <p:spPr>
            <a:xfrm>
              <a:off x="4577151" y="4669106"/>
              <a:ext cx="146835" cy="72563"/>
            </a:xfrm>
            <a:custGeom>
              <a:avLst/>
              <a:gdLst/>
              <a:ahLst/>
              <a:cxnLst/>
              <a:rect l="l" t="t" r="r" b="b"/>
              <a:pathLst>
                <a:path w="6271" h="3099" fill="none" extrusionOk="0">
                  <a:moveTo>
                    <a:pt x="3762" y="2066"/>
                  </a:moveTo>
                  <a:lnTo>
                    <a:pt x="3762" y="75"/>
                  </a:lnTo>
                  <a:lnTo>
                    <a:pt x="75" y="1"/>
                  </a:lnTo>
                  <a:lnTo>
                    <a:pt x="1" y="2877"/>
                  </a:lnTo>
                  <a:lnTo>
                    <a:pt x="222" y="2951"/>
                  </a:lnTo>
                  <a:lnTo>
                    <a:pt x="222" y="2951"/>
                  </a:lnTo>
                  <a:lnTo>
                    <a:pt x="3320" y="3099"/>
                  </a:lnTo>
                  <a:lnTo>
                    <a:pt x="5090" y="3099"/>
                  </a:lnTo>
                  <a:lnTo>
                    <a:pt x="5680" y="3099"/>
                  </a:lnTo>
                  <a:lnTo>
                    <a:pt x="6123" y="3025"/>
                  </a:lnTo>
                  <a:lnTo>
                    <a:pt x="6123" y="3025"/>
                  </a:lnTo>
                  <a:lnTo>
                    <a:pt x="6197" y="3025"/>
                  </a:lnTo>
                  <a:lnTo>
                    <a:pt x="6270" y="2951"/>
                  </a:lnTo>
                  <a:lnTo>
                    <a:pt x="6049" y="2804"/>
                  </a:lnTo>
                  <a:lnTo>
                    <a:pt x="5238" y="2509"/>
                  </a:lnTo>
                  <a:lnTo>
                    <a:pt x="3762" y="206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5403;p46">
              <a:extLst>
                <a:ext uri="{FF2B5EF4-FFF2-40B4-BE49-F238E27FC236}">
                  <a16:creationId xmlns:a16="http://schemas.microsoft.com/office/drawing/2014/main" id="{2769C87F-90B2-F626-9E27-9221E5592EFC}"/>
                </a:ext>
              </a:extLst>
            </p:cNvPr>
            <p:cNvSpPr/>
            <p:nvPr/>
          </p:nvSpPr>
          <p:spPr>
            <a:xfrm>
              <a:off x="4577151" y="4710576"/>
              <a:ext cx="23" cy="1733"/>
            </a:xfrm>
            <a:custGeom>
              <a:avLst/>
              <a:gdLst/>
              <a:ahLst/>
              <a:cxnLst/>
              <a:rect l="l" t="t" r="r" b="b"/>
              <a:pathLst>
                <a:path w="1" h="74" extrusionOk="0">
                  <a:moveTo>
                    <a:pt x="1" y="0"/>
                  </a:moveTo>
                  <a:lnTo>
                    <a:pt x="1" y="0"/>
                  </a:lnTo>
                  <a:lnTo>
                    <a:pt x="1" y="74"/>
                  </a:lnTo>
                  <a:lnTo>
                    <a:pt x="1"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5404;p46">
              <a:extLst>
                <a:ext uri="{FF2B5EF4-FFF2-40B4-BE49-F238E27FC236}">
                  <a16:creationId xmlns:a16="http://schemas.microsoft.com/office/drawing/2014/main" id="{193AA09F-C898-50D7-D28B-E81E7DB5426D}"/>
                </a:ext>
              </a:extLst>
            </p:cNvPr>
            <p:cNvSpPr/>
            <p:nvPr/>
          </p:nvSpPr>
          <p:spPr>
            <a:xfrm>
              <a:off x="4577151" y="4710576"/>
              <a:ext cx="23" cy="1733"/>
            </a:xfrm>
            <a:custGeom>
              <a:avLst/>
              <a:gdLst/>
              <a:ahLst/>
              <a:cxnLst/>
              <a:rect l="l" t="t" r="r" b="b"/>
              <a:pathLst>
                <a:path w="1" h="74" fill="none" extrusionOk="0">
                  <a:moveTo>
                    <a:pt x="1" y="0"/>
                  </a:moveTo>
                  <a:lnTo>
                    <a:pt x="1" y="0"/>
                  </a:lnTo>
                  <a:lnTo>
                    <a:pt x="1" y="74"/>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5405;p46">
              <a:extLst>
                <a:ext uri="{FF2B5EF4-FFF2-40B4-BE49-F238E27FC236}">
                  <a16:creationId xmlns:a16="http://schemas.microsoft.com/office/drawing/2014/main" id="{C3F6899C-7F6F-0D5D-FF90-D2501202C493}"/>
                </a:ext>
              </a:extLst>
            </p:cNvPr>
            <p:cNvSpPr/>
            <p:nvPr/>
          </p:nvSpPr>
          <p:spPr>
            <a:xfrm>
              <a:off x="4577151" y="4710576"/>
              <a:ext cx="31119" cy="25920"/>
            </a:xfrm>
            <a:custGeom>
              <a:avLst/>
              <a:gdLst/>
              <a:ahLst/>
              <a:cxnLst/>
              <a:rect l="l" t="t" r="r" b="b"/>
              <a:pathLst>
                <a:path w="1329" h="1107" extrusionOk="0">
                  <a:moveTo>
                    <a:pt x="1" y="0"/>
                  </a:moveTo>
                  <a:lnTo>
                    <a:pt x="1" y="74"/>
                  </a:lnTo>
                  <a:lnTo>
                    <a:pt x="1" y="1033"/>
                  </a:lnTo>
                  <a:lnTo>
                    <a:pt x="1328" y="1106"/>
                  </a:lnTo>
                  <a:lnTo>
                    <a:pt x="1181" y="664"/>
                  </a:lnTo>
                  <a:lnTo>
                    <a:pt x="886" y="295"/>
                  </a:lnTo>
                  <a:lnTo>
                    <a:pt x="517" y="148"/>
                  </a:lnTo>
                  <a:lnTo>
                    <a:pt x="75" y="0"/>
                  </a:lnTo>
                  <a:close/>
                </a:path>
              </a:pathLst>
            </a:custGeom>
            <a:solidFill>
              <a:srgbClr val="91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5406;p46">
              <a:extLst>
                <a:ext uri="{FF2B5EF4-FFF2-40B4-BE49-F238E27FC236}">
                  <a16:creationId xmlns:a16="http://schemas.microsoft.com/office/drawing/2014/main" id="{26CB726D-A3A2-B2A5-185F-67422081A435}"/>
                </a:ext>
              </a:extLst>
            </p:cNvPr>
            <p:cNvSpPr/>
            <p:nvPr/>
          </p:nvSpPr>
          <p:spPr>
            <a:xfrm>
              <a:off x="4577151" y="4710576"/>
              <a:ext cx="31119" cy="25920"/>
            </a:xfrm>
            <a:custGeom>
              <a:avLst/>
              <a:gdLst/>
              <a:ahLst/>
              <a:cxnLst/>
              <a:rect l="l" t="t" r="r" b="b"/>
              <a:pathLst>
                <a:path w="1329" h="1107" fill="none" extrusionOk="0">
                  <a:moveTo>
                    <a:pt x="75" y="0"/>
                  </a:moveTo>
                  <a:lnTo>
                    <a:pt x="75" y="0"/>
                  </a:lnTo>
                  <a:lnTo>
                    <a:pt x="1" y="0"/>
                  </a:lnTo>
                  <a:lnTo>
                    <a:pt x="1" y="74"/>
                  </a:lnTo>
                  <a:lnTo>
                    <a:pt x="1" y="1033"/>
                  </a:lnTo>
                  <a:lnTo>
                    <a:pt x="1328" y="1106"/>
                  </a:lnTo>
                  <a:lnTo>
                    <a:pt x="1328" y="1106"/>
                  </a:lnTo>
                  <a:lnTo>
                    <a:pt x="1181" y="664"/>
                  </a:lnTo>
                  <a:lnTo>
                    <a:pt x="886" y="295"/>
                  </a:lnTo>
                  <a:lnTo>
                    <a:pt x="886" y="295"/>
                  </a:lnTo>
                  <a:lnTo>
                    <a:pt x="517" y="148"/>
                  </a:lnTo>
                  <a:lnTo>
                    <a:pt x="7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5407;p46">
              <a:extLst>
                <a:ext uri="{FF2B5EF4-FFF2-40B4-BE49-F238E27FC236}">
                  <a16:creationId xmlns:a16="http://schemas.microsoft.com/office/drawing/2014/main" id="{33B10C2B-3DCF-3686-DD17-0C6EEF22CE44}"/>
                </a:ext>
              </a:extLst>
            </p:cNvPr>
            <p:cNvSpPr/>
            <p:nvPr/>
          </p:nvSpPr>
          <p:spPr>
            <a:xfrm>
              <a:off x="4577151" y="4736474"/>
              <a:ext cx="146835" cy="3465"/>
            </a:xfrm>
            <a:custGeom>
              <a:avLst/>
              <a:gdLst/>
              <a:ahLst/>
              <a:cxnLst/>
              <a:rect l="l" t="t" r="r" b="b"/>
              <a:pathLst>
                <a:path w="6271" h="148" extrusionOk="0">
                  <a:moveTo>
                    <a:pt x="1" y="0"/>
                  </a:moveTo>
                  <a:lnTo>
                    <a:pt x="222" y="74"/>
                  </a:lnTo>
                  <a:lnTo>
                    <a:pt x="1383" y="121"/>
                  </a:lnTo>
                  <a:lnTo>
                    <a:pt x="1383" y="121"/>
                  </a:lnTo>
                  <a:lnTo>
                    <a:pt x="1" y="0"/>
                  </a:lnTo>
                  <a:close/>
                  <a:moveTo>
                    <a:pt x="1383" y="121"/>
                  </a:moveTo>
                  <a:lnTo>
                    <a:pt x="1697" y="148"/>
                  </a:lnTo>
                  <a:lnTo>
                    <a:pt x="2066" y="148"/>
                  </a:lnTo>
                  <a:lnTo>
                    <a:pt x="1383" y="121"/>
                  </a:lnTo>
                  <a:close/>
                  <a:moveTo>
                    <a:pt x="6270" y="74"/>
                  </a:moveTo>
                  <a:lnTo>
                    <a:pt x="6197" y="148"/>
                  </a:lnTo>
                  <a:lnTo>
                    <a:pt x="6270" y="148"/>
                  </a:lnTo>
                  <a:lnTo>
                    <a:pt x="6270" y="74"/>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5408;p46">
              <a:extLst>
                <a:ext uri="{FF2B5EF4-FFF2-40B4-BE49-F238E27FC236}">
                  <a16:creationId xmlns:a16="http://schemas.microsoft.com/office/drawing/2014/main" id="{9DF058B5-03C6-607C-9508-9258B5DC43C5}"/>
                </a:ext>
              </a:extLst>
            </p:cNvPr>
            <p:cNvSpPr/>
            <p:nvPr/>
          </p:nvSpPr>
          <p:spPr>
            <a:xfrm>
              <a:off x="4722237" y="4738207"/>
              <a:ext cx="1756" cy="1733"/>
            </a:xfrm>
            <a:custGeom>
              <a:avLst/>
              <a:gdLst/>
              <a:ahLst/>
              <a:cxnLst/>
              <a:rect l="l" t="t" r="r" b="b"/>
              <a:pathLst>
                <a:path w="75" h="74" fill="none" extrusionOk="0">
                  <a:moveTo>
                    <a:pt x="74" y="0"/>
                  </a:moveTo>
                  <a:lnTo>
                    <a:pt x="74" y="0"/>
                  </a:lnTo>
                  <a:lnTo>
                    <a:pt x="1" y="74"/>
                  </a:lnTo>
                  <a:lnTo>
                    <a:pt x="1" y="74"/>
                  </a:lnTo>
                  <a:lnTo>
                    <a:pt x="1" y="74"/>
                  </a:lnTo>
                  <a:lnTo>
                    <a:pt x="1" y="74"/>
                  </a:lnTo>
                  <a:lnTo>
                    <a:pt x="1" y="74"/>
                  </a:lnTo>
                  <a:lnTo>
                    <a:pt x="74" y="74"/>
                  </a:lnTo>
                  <a:lnTo>
                    <a:pt x="74" y="74"/>
                  </a:lnTo>
                  <a:lnTo>
                    <a:pt x="7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5409;p46">
              <a:extLst>
                <a:ext uri="{FF2B5EF4-FFF2-40B4-BE49-F238E27FC236}">
                  <a16:creationId xmlns:a16="http://schemas.microsoft.com/office/drawing/2014/main" id="{6EC36E12-A84B-B5C0-C4B5-3F347C0692D8}"/>
                </a:ext>
              </a:extLst>
            </p:cNvPr>
            <p:cNvSpPr/>
            <p:nvPr/>
          </p:nvSpPr>
          <p:spPr>
            <a:xfrm>
              <a:off x="4577151" y="4736474"/>
              <a:ext cx="48399" cy="3465"/>
            </a:xfrm>
            <a:custGeom>
              <a:avLst/>
              <a:gdLst/>
              <a:ahLst/>
              <a:cxnLst/>
              <a:rect l="l" t="t" r="r" b="b"/>
              <a:pathLst>
                <a:path w="2067" h="148" fill="none" extrusionOk="0">
                  <a:moveTo>
                    <a:pt x="1" y="0"/>
                  </a:moveTo>
                  <a:lnTo>
                    <a:pt x="1" y="0"/>
                  </a:lnTo>
                  <a:lnTo>
                    <a:pt x="1" y="0"/>
                  </a:lnTo>
                  <a:lnTo>
                    <a:pt x="1697" y="148"/>
                  </a:lnTo>
                  <a:lnTo>
                    <a:pt x="1697" y="148"/>
                  </a:lnTo>
                  <a:lnTo>
                    <a:pt x="2066" y="148"/>
                  </a:lnTo>
                  <a:lnTo>
                    <a:pt x="2066" y="148"/>
                  </a:lnTo>
                  <a:lnTo>
                    <a:pt x="222" y="74"/>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5410;p46">
              <a:extLst>
                <a:ext uri="{FF2B5EF4-FFF2-40B4-BE49-F238E27FC236}">
                  <a16:creationId xmlns:a16="http://schemas.microsoft.com/office/drawing/2014/main" id="{BC089CB2-A46E-8C6E-8930-C16E3251E19E}"/>
                </a:ext>
              </a:extLst>
            </p:cNvPr>
            <p:cNvSpPr/>
            <p:nvPr/>
          </p:nvSpPr>
          <p:spPr>
            <a:xfrm>
              <a:off x="4577151" y="4734741"/>
              <a:ext cx="23" cy="1756"/>
            </a:xfrm>
            <a:custGeom>
              <a:avLst/>
              <a:gdLst/>
              <a:ahLst/>
              <a:cxnLst/>
              <a:rect l="l" t="t" r="r" b="b"/>
              <a:pathLst>
                <a:path w="1" h="75" fill="none" extrusionOk="0">
                  <a:moveTo>
                    <a:pt x="1" y="1"/>
                  </a:moveTo>
                  <a:lnTo>
                    <a:pt x="1" y="74"/>
                  </a:lnTo>
                  <a:lnTo>
                    <a:pt x="1" y="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5411;p46">
              <a:extLst>
                <a:ext uri="{FF2B5EF4-FFF2-40B4-BE49-F238E27FC236}">
                  <a16:creationId xmlns:a16="http://schemas.microsoft.com/office/drawing/2014/main" id="{C5779495-DB31-E428-E8E2-82FCFEE5651E}"/>
                </a:ext>
              </a:extLst>
            </p:cNvPr>
            <p:cNvSpPr/>
            <p:nvPr/>
          </p:nvSpPr>
          <p:spPr>
            <a:xfrm>
              <a:off x="4616888" y="4739916"/>
              <a:ext cx="105368" cy="1756"/>
            </a:xfrm>
            <a:custGeom>
              <a:avLst/>
              <a:gdLst/>
              <a:ahLst/>
              <a:cxnLst/>
              <a:rect l="l" t="t" r="r" b="b"/>
              <a:pathLst>
                <a:path w="4500" h="75" extrusionOk="0">
                  <a:moveTo>
                    <a:pt x="0" y="1"/>
                  </a:moveTo>
                  <a:lnTo>
                    <a:pt x="2287" y="75"/>
                  </a:lnTo>
                  <a:lnTo>
                    <a:pt x="2287" y="75"/>
                  </a:lnTo>
                  <a:lnTo>
                    <a:pt x="369" y="1"/>
                  </a:lnTo>
                  <a:close/>
                  <a:moveTo>
                    <a:pt x="4426" y="1"/>
                  </a:moveTo>
                  <a:lnTo>
                    <a:pt x="4352" y="75"/>
                  </a:lnTo>
                  <a:lnTo>
                    <a:pt x="4352" y="75"/>
                  </a:lnTo>
                  <a:lnTo>
                    <a:pt x="4500" y="1"/>
                  </a:lnTo>
                  <a:close/>
                </a:path>
              </a:pathLst>
            </a:custGeom>
            <a:solidFill>
              <a:srgbClr val="171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5412;p46">
              <a:extLst>
                <a:ext uri="{FF2B5EF4-FFF2-40B4-BE49-F238E27FC236}">
                  <a16:creationId xmlns:a16="http://schemas.microsoft.com/office/drawing/2014/main" id="{2862C72E-451C-9EB0-1F4D-9A2C809CB0DD}"/>
                </a:ext>
              </a:extLst>
            </p:cNvPr>
            <p:cNvSpPr/>
            <p:nvPr/>
          </p:nvSpPr>
          <p:spPr>
            <a:xfrm>
              <a:off x="4718795" y="4739916"/>
              <a:ext cx="3465" cy="1756"/>
            </a:xfrm>
            <a:custGeom>
              <a:avLst/>
              <a:gdLst/>
              <a:ahLst/>
              <a:cxnLst/>
              <a:rect l="l" t="t" r="r" b="b"/>
              <a:pathLst>
                <a:path w="148" h="75" fill="none" extrusionOk="0">
                  <a:moveTo>
                    <a:pt x="148" y="1"/>
                  </a:moveTo>
                  <a:lnTo>
                    <a:pt x="148" y="1"/>
                  </a:lnTo>
                  <a:lnTo>
                    <a:pt x="74" y="1"/>
                  </a:lnTo>
                  <a:lnTo>
                    <a:pt x="74" y="1"/>
                  </a:lnTo>
                  <a:lnTo>
                    <a:pt x="0" y="75"/>
                  </a:lnTo>
                  <a:lnTo>
                    <a:pt x="0" y="75"/>
                  </a:lnTo>
                  <a:lnTo>
                    <a:pt x="148" y="1"/>
                  </a:lnTo>
                  <a:lnTo>
                    <a:pt x="148" y="1"/>
                  </a:lnTo>
                  <a:lnTo>
                    <a:pt x="14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5413;p46">
              <a:extLst>
                <a:ext uri="{FF2B5EF4-FFF2-40B4-BE49-F238E27FC236}">
                  <a16:creationId xmlns:a16="http://schemas.microsoft.com/office/drawing/2014/main" id="{D9687AD5-17F6-A8A4-6F97-43F84994AFA5}"/>
                </a:ext>
              </a:extLst>
            </p:cNvPr>
            <p:cNvSpPr/>
            <p:nvPr/>
          </p:nvSpPr>
          <p:spPr>
            <a:xfrm>
              <a:off x="4616888" y="4739916"/>
              <a:ext cx="53550" cy="1756"/>
            </a:xfrm>
            <a:custGeom>
              <a:avLst/>
              <a:gdLst/>
              <a:ahLst/>
              <a:cxnLst/>
              <a:rect l="l" t="t" r="r" b="b"/>
              <a:pathLst>
                <a:path w="2287" h="75" fill="none" extrusionOk="0">
                  <a:moveTo>
                    <a:pt x="0" y="1"/>
                  </a:moveTo>
                  <a:lnTo>
                    <a:pt x="0" y="1"/>
                  </a:lnTo>
                  <a:lnTo>
                    <a:pt x="2287" y="75"/>
                  </a:lnTo>
                  <a:lnTo>
                    <a:pt x="2287" y="75"/>
                  </a:lnTo>
                  <a:lnTo>
                    <a:pt x="369" y="1"/>
                  </a:lnTo>
                  <a:lnTo>
                    <a:pt x="369" y="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5414;p46">
              <a:extLst>
                <a:ext uri="{FF2B5EF4-FFF2-40B4-BE49-F238E27FC236}">
                  <a16:creationId xmlns:a16="http://schemas.microsoft.com/office/drawing/2014/main" id="{5660A3F5-AE5F-CE29-B299-0FB6B9E07699}"/>
                </a:ext>
              </a:extLst>
            </p:cNvPr>
            <p:cNvSpPr/>
            <p:nvPr/>
          </p:nvSpPr>
          <p:spPr>
            <a:xfrm>
              <a:off x="4577151" y="4727834"/>
              <a:ext cx="146835" cy="13838"/>
            </a:xfrm>
            <a:custGeom>
              <a:avLst/>
              <a:gdLst/>
              <a:ahLst/>
              <a:cxnLst/>
              <a:rect l="l" t="t" r="r" b="b"/>
              <a:pathLst>
                <a:path w="6271" h="591" extrusionOk="0">
                  <a:moveTo>
                    <a:pt x="5311" y="1"/>
                  </a:moveTo>
                  <a:lnTo>
                    <a:pt x="5164" y="74"/>
                  </a:lnTo>
                  <a:lnTo>
                    <a:pt x="5016" y="222"/>
                  </a:lnTo>
                  <a:lnTo>
                    <a:pt x="4943" y="443"/>
                  </a:lnTo>
                  <a:lnTo>
                    <a:pt x="1328" y="369"/>
                  </a:lnTo>
                  <a:lnTo>
                    <a:pt x="1" y="369"/>
                  </a:lnTo>
                  <a:lnTo>
                    <a:pt x="222" y="443"/>
                  </a:lnTo>
                  <a:lnTo>
                    <a:pt x="2066" y="517"/>
                  </a:lnTo>
                  <a:lnTo>
                    <a:pt x="3984" y="591"/>
                  </a:lnTo>
                  <a:lnTo>
                    <a:pt x="6049" y="591"/>
                  </a:lnTo>
                  <a:lnTo>
                    <a:pt x="6123" y="517"/>
                  </a:lnTo>
                  <a:lnTo>
                    <a:pt x="6197" y="517"/>
                  </a:lnTo>
                  <a:lnTo>
                    <a:pt x="6270" y="443"/>
                  </a:lnTo>
                  <a:lnTo>
                    <a:pt x="6049" y="296"/>
                  </a:lnTo>
                  <a:lnTo>
                    <a:pt x="5680" y="148"/>
                  </a:lnTo>
                  <a:lnTo>
                    <a:pt x="5311" y="1"/>
                  </a:lnTo>
                  <a:close/>
                </a:path>
              </a:pathLst>
            </a:custGeom>
            <a:solidFill>
              <a:srgbClr val="91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5415;p46">
              <a:extLst>
                <a:ext uri="{FF2B5EF4-FFF2-40B4-BE49-F238E27FC236}">
                  <a16:creationId xmlns:a16="http://schemas.microsoft.com/office/drawing/2014/main" id="{F86AC17E-8195-FF52-696C-702AB763F6A8}"/>
                </a:ext>
              </a:extLst>
            </p:cNvPr>
            <p:cNvSpPr/>
            <p:nvPr/>
          </p:nvSpPr>
          <p:spPr>
            <a:xfrm>
              <a:off x="4577151" y="4727834"/>
              <a:ext cx="146835" cy="13838"/>
            </a:xfrm>
            <a:custGeom>
              <a:avLst/>
              <a:gdLst/>
              <a:ahLst/>
              <a:cxnLst/>
              <a:rect l="l" t="t" r="r" b="b"/>
              <a:pathLst>
                <a:path w="6271" h="591" fill="none" extrusionOk="0">
                  <a:moveTo>
                    <a:pt x="5311" y="1"/>
                  </a:moveTo>
                  <a:lnTo>
                    <a:pt x="5311" y="1"/>
                  </a:lnTo>
                  <a:lnTo>
                    <a:pt x="5164" y="74"/>
                  </a:lnTo>
                  <a:lnTo>
                    <a:pt x="5016" y="222"/>
                  </a:lnTo>
                  <a:lnTo>
                    <a:pt x="4943" y="443"/>
                  </a:lnTo>
                  <a:lnTo>
                    <a:pt x="1328" y="369"/>
                  </a:lnTo>
                  <a:lnTo>
                    <a:pt x="1328" y="369"/>
                  </a:lnTo>
                  <a:lnTo>
                    <a:pt x="1328" y="369"/>
                  </a:lnTo>
                  <a:lnTo>
                    <a:pt x="1" y="369"/>
                  </a:lnTo>
                  <a:lnTo>
                    <a:pt x="1" y="296"/>
                  </a:lnTo>
                  <a:lnTo>
                    <a:pt x="1" y="296"/>
                  </a:lnTo>
                  <a:lnTo>
                    <a:pt x="1" y="369"/>
                  </a:lnTo>
                  <a:lnTo>
                    <a:pt x="222" y="443"/>
                  </a:lnTo>
                  <a:lnTo>
                    <a:pt x="222" y="443"/>
                  </a:lnTo>
                  <a:lnTo>
                    <a:pt x="2066" y="517"/>
                  </a:lnTo>
                  <a:lnTo>
                    <a:pt x="2066" y="517"/>
                  </a:lnTo>
                  <a:lnTo>
                    <a:pt x="3984" y="591"/>
                  </a:lnTo>
                  <a:lnTo>
                    <a:pt x="3984" y="591"/>
                  </a:lnTo>
                  <a:lnTo>
                    <a:pt x="4721" y="591"/>
                  </a:lnTo>
                  <a:lnTo>
                    <a:pt x="4721" y="591"/>
                  </a:lnTo>
                  <a:lnTo>
                    <a:pt x="6049" y="591"/>
                  </a:lnTo>
                  <a:lnTo>
                    <a:pt x="6049" y="591"/>
                  </a:lnTo>
                  <a:lnTo>
                    <a:pt x="6123" y="517"/>
                  </a:lnTo>
                  <a:lnTo>
                    <a:pt x="6123" y="517"/>
                  </a:lnTo>
                  <a:lnTo>
                    <a:pt x="6197" y="517"/>
                  </a:lnTo>
                  <a:lnTo>
                    <a:pt x="6197" y="517"/>
                  </a:lnTo>
                  <a:lnTo>
                    <a:pt x="6197" y="517"/>
                  </a:lnTo>
                  <a:lnTo>
                    <a:pt x="6270" y="443"/>
                  </a:lnTo>
                  <a:lnTo>
                    <a:pt x="6270" y="443"/>
                  </a:lnTo>
                  <a:lnTo>
                    <a:pt x="6049" y="296"/>
                  </a:lnTo>
                  <a:lnTo>
                    <a:pt x="5680" y="148"/>
                  </a:lnTo>
                  <a:lnTo>
                    <a:pt x="531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5416;p46">
              <a:extLst>
                <a:ext uri="{FF2B5EF4-FFF2-40B4-BE49-F238E27FC236}">
                  <a16:creationId xmlns:a16="http://schemas.microsoft.com/office/drawing/2014/main" id="{045DC3AF-786D-A437-66EA-88EF8FBD384A}"/>
                </a:ext>
              </a:extLst>
            </p:cNvPr>
            <p:cNvSpPr/>
            <p:nvPr/>
          </p:nvSpPr>
          <p:spPr>
            <a:xfrm>
              <a:off x="4577151" y="4734741"/>
              <a:ext cx="31119" cy="1756"/>
            </a:xfrm>
            <a:custGeom>
              <a:avLst/>
              <a:gdLst/>
              <a:ahLst/>
              <a:cxnLst/>
              <a:rect l="l" t="t" r="r" b="b"/>
              <a:pathLst>
                <a:path w="1329" h="75" extrusionOk="0">
                  <a:moveTo>
                    <a:pt x="1" y="1"/>
                  </a:moveTo>
                  <a:lnTo>
                    <a:pt x="1" y="74"/>
                  </a:lnTo>
                  <a:lnTo>
                    <a:pt x="1328" y="74"/>
                  </a:lnTo>
                  <a:lnTo>
                    <a:pt x="1" y="1"/>
                  </a:lnTo>
                  <a:close/>
                </a:path>
              </a:pathLst>
            </a:custGeom>
            <a:solidFill>
              <a:srgbClr val="571D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5417;p46">
              <a:extLst>
                <a:ext uri="{FF2B5EF4-FFF2-40B4-BE49-F238E27FC236}">
                  <a16:creationId xmlns:a16="http://schemas.microsoft.com/office/drawing/2014/main" id="{B0D7CAD9-941B-3427-B0CA-36005D47E81D}"/>
                </a:ext>
              </a:extLst>
            </p:cNvPr>
            <p:cNvSpPr/>
            <p:nvPr/>
          </p:nvSpPr>
          <p:spPr>
            <a:xfrm>
              <a:off x="4577151" y="4734741"/>
              <a:ext cx="31119" cy="1756"/>
            </a:xfrm>
            <a:custGeom>
              <a:avLst/>
              <a:gdLst/>
              <a:ahLst/>
              <a:cxnLst/>
              <a:rect l="l" t="t" r="r" b="b"/>
              <a:pathLst>
                <a:path w="1329" h="75" fill="none" extrusionOk="0">
                  <a:moveTo>
                    <a:pt x="1" y="1"/>
                  </a:moveTo>
                  <a:lnTo>
                    <a:pt x="1" y="74"/>
                  </a:lnTo>
                  <a:lnTo>
                    <a:pt x="1328" y="74"/>
                  </a:lnTo>
                  <a:lnTo>
                    <a:pt x="1328" y="74"/>
                  </a:lnTo>
                  <a:lnTo>
                    <a:pt x="1328" y="74"/>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5418;p46">
              <a:extLst>
                <a:ext uri="{FF2B5EF4-FFF2-40B4-BE49-F238E27FC236}">
                  <a16:creationId xmlns:a16="http://schemas.microsoft.com/office/drawing/2014/main" id="{A4EA69B7-96D8-CE50-BE7D-99BC1FDCCEAD}"/>
                </a:ext>
              </a:extLst>
            </p:cNvPr>
            <p:cNvSpPr/>
            <p:nvPr/>
          </p:nvSpPr>
          <p:spPr>
            <a:xfrm>
              <a:off x="4575441" y="4734741"/>
              <a:ext cx="148545" cy="3489"/>
            </a:xfrm>
            <a:custGeom>
              <a:avLst/>
              <a:gdLst/>
              <a:ahLst/>
              <a:cxnLst/>
              <a:rect l="l" t="t" r="r" b="b"/>
              <a:pathLst>
                <a:path w="6344" h="149" extrusionOk="0">
                  <a:moveTo>
                    <a:pt x="0" y="1"/>
                  </a:moveTo>
                  <a:lnTo>
                    <a:pt x="74" y="1"/>
                  </a:lnTo>
                  <a:lnTo>
                    <a:pt x="295" y="1"/>
                  </a:lnTo>
                  <a:lnTo>
                    <a:pt x="959" y="74"/>
                  </a:lnTo>
                  <a:lnTo>
                    <a:pt x="959" y="74"/>
                  </a:lnTo>
                  <a:lnTo>
                    <a:pt x="3172" y="148"/>
                  </a:lnTo>
                  <a:lnTo>
                    <a:pt x="3172" y="148"/>
                  </a:lnTo>
                  <a:lnTo>
                    <a:pt x="5384" y="148"/>
                  </a:lnTo>
                  <a:lnTo>
                    <a:pt x="6048" y="148"/>
                  </a:lnTo>
                  <a:lnTo>
                    <a:pt x="6270" y="148"/>
                  </a:lnTo>
                  <a:lnTo>
                    <a:pt x="6343" y="148"/>
                  </a:lnTo>
                  <a:lnTo>
                    <a:pt x="5384" y="148"/>
                  </a:lnTo>
                  <a:lnTo>
                    <a:pt x="5384" y="148"/>
                  </a:lnTo>
                  <a:lnTo>
                    <a:pt x="3172" y="148"/>
                  </a:lnTo>
                  <a:lnTo>
                    <a:pt x="3172" y="148"/>
                  </a:lnTo>
                  <a:lnTo>
                    <a:pt x="959" y="74"/>
                  </a:lnTo>
                  <a:lnTo>
                    <a:pt x="295" y="1"/>
                  </a:lnTo>
                  <a:lnTo>
                    <a:pt x="74" y="1"/>
                  </a:lnTo>
                  <a:lnTo>
                    <a:pt x="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5419;p46">
              <a:extLst>
                <a:ext uri="{FF2B5EF4-FFF2-40B4-BE49-F238E27FC236}">
                  <a16:creationId xmlns:a16="http://schemas.microsoft.com/office/drawing/2014/main" id="{D0B1D113-2D81-99CB-5F7F-D81282F15AC4}"/>
                </a:ext>
              </a:extLst>
            </p:cNvPr>
            <p:cNvSpPr/>
            <p:nvPr/>
          </p:nvSpPr>
          <p:spPr>
            <a:xfrm>
              <a:off x="4692873" y="4726101"/>
              <a:ext cx="8664" cy="13838"/>
            </a:xfrm>
            <a:custGeom>
              <a:avLst/>
              <a:gdLst/>
              <a:ahLst/>
              <a:cxnLst/>
              <a:rect l="l" t="t" r="r" b="b"/>
              <a:pathLst>
                <a:path w="370" h="591" extrusionOk="0">
                  <a:moveTo>
                    <a:pt x="369" y="1"/>
                  </a:moveTo>
                  <a:lnTo>
                    <a:pt x="222" y="148"/>
                  </a:lnTo>
                  <a:lnTo>
                    <a:pt x="74" y="222"/>
                  </a:lnTo>
                  <a:lnTo>
                    <a:pt x="1" y="443"/>
                  </a:lnTo>
                  <a:lnTo>
                    <a:pt x="1" y="591"/>
                  </a:lnTo>
                  <a:lnTo>
                    <a:pt x="148" y="296"/>
                  </a:lnTo>
                  <a:lnTo>
                    <a:pt x="36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5420;p46">
              <a:extLst>
                <a:ext uri="{FF2B5EF4-FFF2-40B4-BE49-F238E27FC236}">
                  <a16:creationId xmlns:a16="http://schemas.microsoft.com/office/drawing/2014/main" id="{BDDFEAEA-73CC-2332-575B-DF50D573A111}"/>
                </a:ext>
              </a:extLst>
            </p:cNvPr>
            <p:cNvSpPr/>
            <p:nvPr/>
          </p:nvSpPr>
          <p:spPr>
            <a:xfrm>
              <a:off x="4666975" y="4719193"/>
              <a:ext cx="5198" cy="6931"/>
            </a:xfrm>
            <a:custGeom>
              <a:avLst/>
              <a:gdLst/>
              <a:ahLst/>
              <a:cxnLst/>
              <a:rect l="l" t="t" r="r" b="b"/>
              <a:pathLst>
                <a:path w="222" h="296" extrusionOk="0">
                  <a:moveTo>
                    <a:pt x="222" y="1"/>
                  </a:moveTo>
                  <a:lnTo>
                    <a:pt x="74" y="148"/>
                  </a:lnTo>
                  <a:lnTo>
                    <a:pt x="0" y="296"/>
                  </a:lnTo>
                  <a:lnTo>
                    <a:pt x="148" y="148"/>
                  </a:lnTo>
                  <a:lnTo>
                    <a:pt x="22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5421;p46">
              <a:extLst>
                <a:ext uri="{FF2B5EF4-FFF2-40B4-BE49-F238E27FC236}">
                  <a16:creationId xmlns:a16="http://schemas.microsoft.com/office/drawing/2014/main" id="{A16ADC81-2C03-2F54-63F5-BA53D4F5A5E6}"/>
                </a:ext>
              </a:extLst>
            </p:cNvPr>
            <p:cNvSpPr/>
            <p:nvPr/>
          </p:nvSpPr>
          <p:spPr>
            <a:xfrm>
              <a:off x="4660067" y="4717484"/>
              <a:ext cx="6931" cy="5198"/>
            </a:xfrm>
            <a:custGeom>
              <a:avLst/>
              <a:gdLst/>
              <a:ahLst/>
              <a:cxnLst/>
              <a:rect l="l" t="t" r="r" b="b"/>
              <a:pathLst>
                <a:path w="296" h="222" extrusionOk="0">
                  <a:moveTo>
                    <a:pt x="295" y="0"/>
                  </a:moveTo>
                  <a:lnTo>
                    <a:pt x="148" y="74"/>
                  </a:lnTo>
                  <a:lnTo>
                    <a:pt x="0" y="221"/>
                  </a:lnTo>
                  <a:lnTo>
                    <a:pt x="0" y="221"/>
                  </a:lnTo>
                  <a:lnTo>
                    <a:pt x="148" y="148"/>
                  </a:lnTo>
                  <a:lnTo>
                    <a:pt x="29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5422;p46">
              <a:extLst>
                <a:ext uri="{FF2B5EF4-FFF2-40B4-BE49-F238E27FC236}">
                  <a16:creationId xmlns:a16="http://schemas.microsoft.com/office/drawing/2014/main" id="{FD85AE14-6D91-86D6-E27B-97CD8875D78B}"/>
                </a:ext>
              </a:extLst>
            </p:cNvPr>
            <p:cNvSpPr/>
            <p:nvPr/>
          </p:nvSpPr>
          <p:spPr>
            <a:xfrm>
              <a:off x="4656602" y="4714018"/>
              <a:ext cx="8664" cy="1756"/>
            </a:xfrm>
            <a:custGeom>
              <a:avLst/>
              <a:gdLst/>
              <a:ahLst/>
              <a:cxnLst/>
              <a:rect l="l" t="t" r="r" b="b"/>
              <a:pathLst>
                <a:path w="370" h="75" extrusionOk="0">
                  <a:moveTo>
                    <a:pt x="1" y="1"/>
                  </a:moveTo>
                  <a:lnTo>
                    <a:pt x="222" y="74"/>
                  </a:lnTo>
                  <a:lnTo>
                    <a:pt x="36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5423;p46">
              <a:extLst>
                <a:ext uri="{FF2B5EF4-FFF2-40B4-BE49-F238E27FC236}">
                  <a16:creationId xmlns:a16="http://schemas.microsoft.com/office/drawing/2014/main" id="{F32F0280-3EB8-2BE6-A133-CA625F3BEF36}"/>
                </a:ext>
              </a:extLst>
            </p:cNvPr>
            <p:cNvSpPr/>
            <p:nvPr/>
          </p:nvSpPr>
          <p:spPr>
            <a:xfrm>
              <a:off x="4654869" y="4708843"/>
              <a:ext cx="10396" cy="1756"/>
            </a:xfrm>
            <a:custGeom>
              <a:avLst/>
              <a:gdLst/>
              <a:ahLst/>
              <a:cxnLst/>
              <a:rect l="l" t="t" r="r" b="b"/>
              <a:pathLst>
                <a:path w="444" h="75" extrusionOk="0">
                  <a:moveTo>
                    <a:pt x="1" y="0"/>
                  </a:moveTo>
                  <a:lnTo>
                    <a:pt x="222" y="74"/>
                  </a:lnTo>
                  <a:lnTo>
                    <a:pt x="44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5424;p46">
              <a:extLst>
                <a:ext uri="{FF2B5EF4-FFF2-40B4-BE49-F238E27FC236}">
                  <a16:creationId xmlns:a16="http://schemas.microsoft.com/office/drawing/2014/main" id="{E44A8F2B-A65B-E32A-9921-8CEC8A2A005C}"/>
                </a:ext>
              </a:extLst>
            </p:cNvPr>
            <p:cNvSpPr/>
            <p:nvPr/>
          </p:nvSpPr>
          <p:spPr>
            <a:xfrm>
              <a:off x="4670417" y="4710576"/>
              <a:ext cx="15571" cy="10373"/>
            </a:xfrm>
            <a:custGeom>
              <a:avLst/>
              <a:gdLst/>
              <a:ahLst/>
              <a:cxnLst/>
              <a:rect l="l" t="t" r="r" b="b"/>
              <a:pathLst>
                <a:path w="665" h="443" extrusionOk="0">
                  <a:moveTo>
                    <a:pt x="517" y="0"/>
                  </a:moveTo>
                  <a:lnTo>
                    <a:pt x="370" y="74"/>
                  </a:lnTo>
                  <a:lnTo>
                    <a:pt x="517" y="74"/>
                  </a:lnTo>
                  <a:lnTo>
                    <a:pt x="665" y="148"/>
                  </a:lnTo>
                  <a:lnTo>
                    <a:pt x="665" y="74"/>
                  </a:lnTo>
                  <a:lnTo>
                    <a:pt x="517" y="0"/>
                  </a:lnTo>
                  <a:close/>
                  <a:moveTo>
                    <a:pt x="222" y="74"/>
                  </a:moveTo>
                  <a:lnTo>
                    <a:pt x="148" y="221"/>
                  </a:lnTo>
                  <a:lnTo>
                    <a:pt x="370" y="74"/>
                  </a:lnTo>
                  <a:close/>
                  <a:moveTo>
                    <a:pt x="148" y="221"/>
                  </a:moveTo>
                  <a:lnTo>
                    <a:pt x="89" y="339"/>
                  </a:lnTo>
                  <a:lnTo>
                    <a:pt x="89" y="339"/>
                  </a:lnTo>
                  <a:lnTo>
                    <a:pt x="1" y="369"/>
                  </a:lnTo>
                  <a:lnTo>
                    <a:pt x="75" y="369"/>
                  </a:lnTo>
                  <a:lnTo>
                    <a:pt x="75" y="443"/>
                  </a:lnTo>
                  <a:lnTo>
                    <a:pt x="99" y="369"/>
                  </a:lnTo>
                  <a:lnTo>
                    <a:pt x="222" y="369"/>
                  </a:lnTo>
                  <a:lnTo>
                    <a:pt x="517" y="295"/>
                  </a:lnTo>
                  <a:lnTo>
                    <a:pt x="222" y="295"/>
                  </a:lnTo>
                  <a:lnTo>
                    <a:pt x="111" y="332"/>
                  </a:lnTo>
                  <a:lnTo>
                    <a:pt x="111" y="332"/>
                  </a:lnTo>
                  <a:lnTo>
                    <a:pt x="148" y="22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5425;p46">
              <a:extLst>
                <a:ext uri="{FF2B5EF4-FFF2-40B4-BE49-F238E27FC236}">
                  <a16:creationId xmlns:a16="http://schemas.microsoft.com/office/drawing/2014/main" id="{BCF25A38-00C4-6CB8-0EB7-1F98E62E1A2E}"/>
                </a:ext>
              </a:extLst>
            </p:cNvPr>
            <p:cNvSpPr/>
            <p:nvPr/>
          </p:nvSpPr>
          <p:spPr>
            <a:xfrm>
              <a:off x="4665242" y="4708843"/>
              <a:ext cx="6931" cy="10373"/>
            </a:xfrm>
            <a:custGeom>
              <a:avLst/>
              <a:gdLst/>
              <a:ahLst/>
              <a:cxnLst/>
              <a:rect l="l" t="t" r="r" b="b"/>
              <a:pathLst>
                <a:path w="296" h="443" extrusionOk="0">
                  <a:moveTo>
                    <a:pt x="0" y="0"/>
                  </a:moveTo>
                  <a:lnTo>
                    <a:pt x="0" y="74"/>
                  </a:lnTo>
                  <a:lnTo>
                    <a:pt x="74" y="0"/>
                  </a:lnTo>
                  <a:close/>
                  <a:moveTo>
                    <a:pt x="74" y="0"/>
                  </a:moveTo>
                  <a:lnTo>
                    <a:pt x="148" y="74"/>
                  </a:lnTo>
                  <a:lnTo>
                    <a:pt x="222" y="148"/>
                  </a:lnTo>
                  <a:lnTo>
                    <a:pt x="296" y="295"/>
                  </a:lnTo>
                  <a:lnTo>
                    <a:pt x="296" y="74"/>
                  </a:lnTo>
                  <a:lnTo>
                    <a:pt x="148" y="0"/>
                  </a:lnTo>
                  <a:close/>
                  <a:moveTo>
                    <a:pt x="0" y="74"/>
                  </a:moveTo>
                  <a:lnTo>
                    <a:pt x="0" y="222"/>
                  </a:lnTo>
                  <a:lnTo>
                    <a:pt x="148" y="369"/>
                  </a:lnTo>
                  <a:lnTo>
                    <a:pt x="296" y="443"/>
                  </a:lnTo>
                  <a:lnTo>
                    <a:pt x="296" y="443"/>
                  </a:lnTo>
                  <a:lnTo>
                    <a:pt x="148" y="295"/>
                  </a:lnTo>
                  <a:lnTo>
                    <a:pt x="74" y="148"/>
                  </a:lnTo>
                  <a:lnTo>
                    <a:pt x="0" y="74"/>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5426;p46">
              <a:extLst>
                <a:ext uri="{FF2B5EF4-FFF2-40B4-BE49-F238E27FC236}">
                  <a16:creationId xmlns:a16="http://schemas.microsoft.com/office/drawing/2014/main" id="{3AFDA322-CE16-6614-6320-C3881E76BC69}"/>
                </a:ext>
              </a:extLst>
            </p:cNvPr>
            <p:cNvSpPr/>
            <p:nvPr/>
          </p:nvSpPr>
          <p:spPr>
            <a:xfrm>
              <a:off x="4578884" y="4710576"/>
              <a:ext cx="29386" cy="25920"/>
            </a:xfrm>
            <a:custGeom>
              <a:avLst/>
              <a:gdLst/>
              <a:ahLst/>
              <a:cxnLst/>
              <a:rect l="l" t="t" r="r" b="b"/>
              <a:pathLst>
                <a:path w="1255" h="1107" extrusionOk="0">
                  <a:moveTo>
                    <a:pt x="1" y="0"/>
                  </a:moveTo>
                  <a:lnTo>
                    <a:pt x="222" y="74"/>
                  </a:lnTo>
                  <a:lnTo>
                    <a:pt x="591" y="148"/>
                  </a:lnTo>
                  <a:lnTo>
                    <a:pt x="812" y="295"/>
                  </a:lnTo>
                  <a:lnTo>
                    <a:pt x="1033" y="516"/>
                  </a:lnTo>
                  <a:lnTo>
                    <a:pt x="1181" y="811"/>
                  </a:lnTo>
                  <a:lnTo>
                    <a:pt x="1254" y="1106"/>
                  </a:lnTo>
                  <a:lnTo>
                    <a:pt x="1254" y="1033"/>
                  </a:lnTo>
                  <a:lnTo>
                    <a:pt x="1254" y="811"/>
                  </a:lnTo>
                  <a:lnTo>
                    <a:pt x="1107" y="516"/>
                  </a:lnTo>
                  <a:lnTo>
                    <a:pt x="886" y="295"/>
                  </a:lnTo>
                  <a:lnTo>
                    <a:pt x="591" y="74"/>
                  </a:lnTo>
                  <a:lnTo>
                    <a:pt x="22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5427;p46">
              <a:extLst>
                <a:ext uri="{FF2B5EF4-FFF2-40B4-BE49-F238E27FC236}">
                  <a16:creationId xmlns:a16="http://schemas.microsoft.com/office/drawing/2014/main" id="{E5BAF26F-54A9-16B6-49C8-EA4E22653ADC}"/>
                </a:ext>
              </a:extLst>
            </p:cNvPr>
            <p:cNvSpPr/>
            <p:nvPr/>
          </p:nvSpPr>
          <p:spPr>
            <a:xfrm>
              <a:off x="4587524" y="4676014"/>
              <a:ext cx="23" cy="34584"/>
            </a:xfrm>
            <a:custGeom>
              <a:avLst/>
              <a:gdLst/>
              <a:ahLst/>
              <a:cxnLst/>
              <a:rect l="l" t="t" r="r" b="b"/>
              <a:pathLst>
                <a:path w="1" h="1477" extrusionOk="0">
                  <a:moveTo>
                    <a:pt x="0" y="1"/>
                  </a:moveTo>
                  <a:lnTo>
                    <a:pt x="0" y="1"/>
                  </a:lnTo>
                  <a:lnTo>
                    <a:pt x="0" y="738"/>
                  </a:lnTo>
                  <a:lnTo>
                    <a:pt x="0" y="738"/>
                  </a:lnTo>
                  <a:lnTo>
                    <a:pt x="0" y="1476"/>
                  </a:lnTo>
                  <a:lnTo>
                    <a:pt x="0" y="1476"/>
                  </a:lnTo>
                  <a:lnTo>
                    <a:pt x="0" y="738"/>
                  </a:lnTo>
                  <a:lnTo>
                    <a:pt x="0" y="738"/>
                  </a:lnTo>
                  <a:lnTo>
                    <a:pt x="0" y="1"/>
                  </a:lnTo>
                  <a:lnTo>
                    <a:pt x="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5428;p46">
              <a:extLst>
                <a:ext uri="{FF2B5EF4-FFF2-40B4-BE49-F238E27FC236}">
                  <a16:creationId xmlns:a16="http://schemas.microsoft.com/office/drawing/2014/main" id="{B9FB8E4D-ABEC-F9E3-ABB9-F5032C73EE1E}"/>
                </a:ext>
              </a:extLst>
            </p:cNvPr>
            <p:cNvSpPr/>
            <p:nvPr/>
          </p:nvSpPr>
          <p:spPr>
            <a:xfrm>
              <a:off x="4620330" y="4729566"/>
              <a:ext cx="24211" cy="23"/>
            </a:xfrm>
            <a:custGeom>
              <a:avLst/>
              <a:gdLst/>
              <a:ahLst/>
              <a:cxnLst/>
              <a:rect l="l" t="t" r="r" b="b"/>
              <a:pathLst>
                <a:path w="1034" h="1" extrusionOk="0">
                  <a:moveTo>
                    <a:pt x="1" y="0"/>
                  </a:moveTo>
                  <a:lnTo>
                    <a:pt x="1" y="0"/>
                  </a:lnTo>
                  <a:lnTo>
                    <a:pt x="517" y="0"/>
                  </a:lnTo>
                  <a:lnTo>
                    <a:pt x="517" y="0"/>
                  </a:lnTo>
                  <a:lnTo>
                    <a:pt x="1033" y="0"/>
                  </a:lnTo>
                  <a:lnTo>
                    <a:pt x="1033" y="0"/>
                  </a:lnTo>
                  <a:lnTo>
                    <a:pt x="517" y="0"/>
                  </a:lnTo>
                  <a:lnTo>
                    <a:pt x="517" y="0"/>
                  </a:lnTo>
                  <a:lnTo>
                    <a:pt x="1" y="0"/>
                  </a:lnTo>
                  <a:lnTo>
                    <a:pt x="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5429;p46">
              <a:extLst>
                <a:ext uri="{FF2B5EF4-FFF2-40B4-BE49-F238E27FC236}">
                  <a16:creationId xmlns:a16="http://schemas.microsoft.com/office/drawing/2014/main" id="{970D7794-A40F-5E5F-5730-8F7E4D4B32E9}"/>
                </a:ext>
              </a:extLst>
            </p:cNvPr>
            <p:cNvSpPr/>
            <p:nvPr/>
          </p:nvSpPr>
          <p:spPr>
            <a:xfrm>
              <a:off x="4603072" y="4729566"/>
              <a:ext cx="1733" cy="3465"/>
            </a:xfrm>
            <a:custGeom>
              <a:avLst/>
              <a:gdLst/>
              <a:ahLst/>
              <a:cxnLst/>
              <a:rect l="l" t="t" r="r" b="b"/>
              <a:pathLst>
                <a:path w="74" h="148" extrusionOk="0">
                  <a:moveTo>
                    <a:pt x="0" y="0"/>
                  </a:moveTo>
                  <a:lnTo>
                    <a:pt x="0" y="74"/>
                  </a:lnTo>
                  <a:lnTo>
                    <a:pt x="74" y="148"/>
                  </a:lnTo>
                  <a:lnTo>
                    <a:pt x="74" y="74"/>
                  </a:lnTo>
                  <a:lnTo>
                    <a:pt x="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5430;p46">
              <a:extLst>
                <a:ext uri="{FF2B5EF4-FFF2-40B4-BE49-F238E27FC236}">
                  <a16:creationId xmlns:a16="http://schemas.microsoft.com/office/drawing/2014/main" id="{3178004C-2184-6905-AFFA-98AF29C301FE}"/>
                </a:ext>
              </a:extLst>
            </p:cNvPr>
            <p:cNvSpPr/>
            <p:nvPr/>
          </p:nvSpPr>
          <p:spPr>
            <a:xfrm>
              <a:off x="4596165" y="4720926"/>
              <a:ext cx="3465" cy="3489"/>
            </a:xfrm>
            <a:custGeom>
              <a:avLst/>
              <a:gdLst/>
              <a:ahLst/>
              <a:cxnLst/>
              <a:rect l="l" t="t" r="r" b="b"/>
              <a:pathLst>
                <a:path w="148" h="149" extrusionOk="0">
                  <a:moveTo>
                    <a:pt x="0" y="1"/>
                  </a:moveTo>
                  <a:lnTo>
                    <a:pt x="74" y="74"/>
                  </a:lnTo>
                  <a:lnTo>
                    <a:pt x="148" y="148"/>
                  </a:lnTo>
                  <a:lnTo>
                    <a:pt x="7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5431;p46">
              <a:extLst>
                <a:ext uri="{FF2B5EF4-FFF2-40B4-BE49-F238E27FC236}">
                  <a16:creationId xmlns:a16="http://schemas.microsoft.com/office/drawing/2014/main" id="{9C6A18D8-7D40-17FF-F706-D4843FDB9154}"/>
                </a:ext>
              </a:extLst>
            </p:cNvPr>
            <p:cNvSpPr/>
            <p:nvPr/>
          </p:nvSpPr>
          <p:spPr>
            <a:xfrm>
              <a:off x="4587524" y="4715751"/>
              <a:ext cx="5198" cy="1756"/>
            </a:xfrm>
            <a:custGeom>
              <a:avLst/>
              <a:gdLst/>
              <a:ahLst/>
              <a:cxnLst/>
              <a:rect l="l" t="t" r="r" b="b"/>
              <a:pathLst>
                <a:path w="222" h="75" extrusionOk="0">
                  <a:moveTo>
                    <a:pt x="0" y="0"/>
                  </a:moveTo>
                  <a:lnTo>
                    <a:pt x="74" y="74"/>
                  </a:lnTo>
                  <a:lnTo>
                    <a:pt x="222"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5432;p46">
              <a:extLst>
                <a:ext uri="{FF2B5EF4-FFF2-40B4-BE49-F238E27FC236}">
                  <a16:creationId xmlns:a16="http://schemas.microsoft.com/office/drawing/2014/main" id="{8DE90036-3F29-6552-045A-9F267B9B2B2D}"/>
                </a:ext>
              </a:extLst>
            </p:cNvPr>
            <p:cNvSpPr/>
            <p:nvPr/>
          </p:nvSpPr>
          <p:spPr>
            <a:xfrm>
              <a:off x="4580616" y="4714018"/>
              <a:ext cx="3465" cy="1756"/>
            </a:xfrm>
            <a:custGeom>
              <a:avLst/>
              <a:gdLst/>
              <a:ahLst/>
              <a:cxnLst/>
              <a:rect l="l" t="t" r="r" b="b"/>
              <a:pathLst>
                <a:path w="148" h="75" extrusionOk="0">
                  <a:moveTo>
                    <a:pt x="0" y="1"/>
                  </a:moveTo>
                  <a:lnTo>
                    <a:pt x="74" y="74"/>
                  </a:lnTo>
                  <a:lnTo>
                    <a:pt x="148" y="74"/>
                  </a:lnTo>
                  <a:lnTo>
                    <a:pt x="7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5433;p46">
              <a:extLst>
                <a:ext uri="{FF2B5EF4-FFF2-40B4-BE49-F238E27FC236}">
                  <a16:creationId xmlns:a16="http://schemas.microsoft.com/office/drawing/2014/main" id="{5DE1428B-6D7F-0BF9-4C68-FB8E147507CA}"/>
                </a:ext>
              </a:extLst>
            </p:cNvPr>
            <p:cNvSpPr/>
            <p:nvPr/>
          </p:nvSpPr>
          <p:spPr>
            <a:xfrm>
              <a:off x="4264546" y="4638033"/>
              <a:ext cx="157185" cy="88087"/>
            </a:xfrm>
            <a:custGeom>
              <a:avLst/>
              <a:gdLst/>
              <a:ahLst/>
              <a:cxnLst/>
              <a:rect l="l" t="t" r="r" b="b"/>
              <a:pathLst>
                <a:path w="6713" h="3762" extrusionOk="0">
                  <a:moveTo>
                    <a:pt x="3172" y="0"/>
                  </a:moveTo>
                  <a:lnTo>
                    <a:pt x="2582" y="1844"/>
                  </a:lnTo>
                  <a:lnTo>
                    <a:pt x="1107" y="1844"/>
                  </a:lnTo>
                  <a:lnTo>
                    <a:pt x="148" y="1918"/>
                  </a:lnTo>
                  <a:lnTo>
                    <a:pt x="0" y="1992"/>
                  </a:lnTo>
                  <a:lnTo>
                    <a:pt x="0" y="2065"/>
                  </a:lnTo>
                  <a:lnTo>
                    <a:pt x="74" y="2139"/>
                  </a:lnTo>
                  <a:lnTo>
                    <a:pt x="443" y="2287"/>
                  </a:lnTo>
                  <a:lnTo>
                    <a:pt x="1033" y="2508"/>
                  </a:lnTo>
                  <a:lnTo>
                    <a:pt x="2730" y="2951"/>
                  </a:lnTo>
                  <a:lnTo>
                    <a:pt x="5754" y="3688"/>
                  </a:lnTo>
                  <a:lnTo>
                    <a:pt x="5975" y="3762"/>
                  </a:lnTo>
                  <a:lnTo>
                    <a:pt x="6712" y="959"/>
                  </a:lnTo>
                  <a:lnTo>
                    <a:pt x="3172"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5434;p46">
              <a:extLst>
                <a:ext uri="{FF2B5EF4-FFF2-40B4-BE49-F238E27FC236}">
                  <a16:creationId xmlns:a16="http://schemas.microsoft.com/office/drawing/2014/main" id="{6B924A88-3844-EFAB-B7C3-0C4553F9052A}"/>
                </a:ext>
              </a:extLst>
            </p:cNvPr>
            <p:cNvSpPr/>
            <p:nvPr/>
          </p:nvSpPr>
          <p:spPr>
            <a:xfrm>
              <a:off x="4264546" y="4638033"/>
              <a:ext cx="157185" cy="88087"/>
            </a:xfrm>
            <a:custGeom>
              <a:avLst/>
              <a:gdLst/>
              <a:ahLst/>
              <a:cxnLst/>
              <a:rect l="l" t="t" r="r" b="b"/>
              <a:pathLst>
                <a:path w="6713" h="3762" fill="none" extrusionOk="0">
                  <a:moveTo>
                    <a:pt x="2582" y="1844"/>
                  </a:moveTo>
                  <a:lnTo>
                    <a:pt x="3172" y="0"/>
                  </a:lnTo>
                  <a:lnTo>
                    <a:pt x="6712" y="959"/>
                  </a:lnTo>
                  <a:lnTo>
                    <a:pt x="5975" y="3762"/>
                  </a:lnTo>
                  <a:lnTo>
                    <a:pt x="5754" y="3688"/>
                  </a:lnTo>
                  <a:lnTo>
                    <a:pt x="5754" y="3688"/>
                  </a:lnTo>
                  <a:lnTo>
                    <a:pt x="2730" y="2951"/>
                  </a:lnTo>
                  <a:lnTo>
                    <a:pt x="1033" y="2508"/>
                  </a:lnTo>
                  <a:lnTo>
                    <a:pt x="443" y="2287"/>
                  </a:lnTo>
                  <a:lnTo>
                    <a:pt x="74" y="2139"/>
                  </a:lnTo>
                  <a:lnTo>
                    <a:pt x="74" y="2139"/>
                  </a:lnTo>
                  <a:lnTo>
                    <a:pt x="0" y="2065"/>
                  </a:lnTo>
                  <a:lnTo>
                    <a:pt x="0" y="1992"/>
                  </a:lnTo>
                  <a:lnTo>
                    <a:pt x="148" y="1918"/>
                  </a:lnTo>
                  <a:lnTo>
                    <a:pt x="1107" y="1844"/>
                  </a:lnTo>
                  <a:lnTo>
                    <a:pt x="2582" y="184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5435;p46">
              <a:extLst>
                <a:ext uri="{FF2B5EF4-FFF2-40B4-BE49-F238E27FC236}">
                  <a16:creationId xmlns:a16="http://schemas.microsoft.com/office/drawing/2014/main" id="{49C76A77-6162-CE61-2086-8EA09BC8514B}"/>
                </a:ext>
              </a:extLst>
            </p:cNvPr>
            <p:cNvSpPr/>
            <p:nvPr/>
          </p:nvSpPr>
          <p:spPr>
            <a:xfrm>
              <a:off x="4409632" y="4701935"/>
              <a:ext cx="1733" cy="3465"/>
            </a:xfrm>
            <a:custGeom>
              <a:avLst/>
              <a:gdLst/>
              <a:ahLst/>
              <a:cxnLst/>
              <a:rect l="l" t="t" r="r" b="b"/>
              <a:pathLst>
                <a:path w="74" h="148" extrusionOk="0">
                  <a:moveTo>
                    <a:pt x="74" y="0"/>
                  </a:moveTo>
                  <a:lnTo>
                    <a:pt x="0" y="148"/>
                  </a:lnTo>
                  <a:lnTo>
                    <a:pt x="74" y="0"/>
                  </a:lnTo>
                  <a:lnTo>
                    <a:pt x="74" y="0"/>
                  </a:lnTo>
                  <a:lnTo>
                    <a:pt x="74"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5436;p46">
              <a:extLst>
                <a:ext uri="{FF2B5EF4-FFF2-40B4-BE49-F238E27FC236}">
                  <a16:creationId xmlns:a16="http://schemas.microsoft.com/office/drawing/2014/main" id="{135FE3C1-BD44-C4AB-C2C1-F735743599DA}"/>
                </a:ext>
              </a:extLst>
            </p:cNvPr>
            <p:cNvSpPr/>
            <p:nvPr/>
          </p:nvSpPr>
          <p:spPr>
            <a:xfrm>
              <a:off x="4409632" y="4701935"/>
              <a:ext cx="1733" cy="3465"/>
            </a:xfrm>
            <a:custGeom>
              <a:avLst/>
              <a:gdLst/>
              <a:ahLst/>
              <a:cxnLst/>
              <a:rect l="l" t="t" r="r" b="b"/>
              <a:pathLst>
                <a:path w="74" h="148" fill="none" extrusionOk="0">
                  <a:moveTo>
                    <a:pt x="74" y="0"/>
                  </a:moveTo>
                  <a:lnTo>
                    <a:pt x="0" y="148"/>
                  </a:lnTo>
                  <a:lnTo>
                    <a:pt x="74" y="0"/>
                  </a:lnTo>
                  <a:lnTo>
                    <a:pt x="74" y="0"/>
                  </a:lnTo>
                  <a:lnTo>
                    <a:pt x="7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5437;p46">
              <a:extLst>
                <a:ext uri="{FF2B5EF4-FFF2-40B4-BE49-F238E27FC236}">
                  <a16:creationId xmlns:a16="http://schemas.microsoft.com/office/drawing/2014/main" id="{63F89335-527E-B082-9075-F102860D84C9}"/>
                </a:ext>
              </a:extLst>
            </p:cNvPr>
            <p:cNvSpPr/>
            <p:nvPr/>
          </p:nvSpPr>
          <p:spPr>
            <a:xfrm>
              <a:off x="4373360" y="4700203"/>
              <a:ext cx="38003" cy="24211"/>
            </a:xfrm>
            <a:custGeom>
              <a:avLst/>
              <a:gdLst/>
              <a:ahLst/>
              <a:cxnLst/>
              <a:rect l="l" t="t" r="r" b="b"/>
              <a:pathLst>
                <a:path w="1623" h="1034" extrusionOk="0">
                  <a:moveTo>
                    <a:pt x="959" y="1"/>
                  </a:moveTo>
                  <a:lnTo>
                    <a:pt x="664" y="74"/>
                  </a:lnTo>
                  <a:lnTo>
                    <a:pt x="295" y="296"/>
                  </a:lnTo>
                  <a:lnTo>
                    <a:pt x="0" y="664"/>
                  </a:lnTo>
                  <a:lnTo>
                    <a:pt x="1328" y="1033"/>
                  </a:lnTo>
                  <a:lnTo>
                    <a:pt x="1549" y="222"/>
                  </a:lnTo>
                  <a:lnTo>
                    <a:pt x="1623" y="74"/>
                  </a:lnTo>
                  <a:lnTo>
                    <a:pt x="1180" y="1"/>
                  </a:lnTo>
                  <a:close/>
                </a:path>
              </a:pathLst>
            </a:custGeom>
            <a:solidFill>
              <a:srgbClr val="91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5438;p46">
              <a:extLst>
                <a:ext uri="{FF2B5EF4-FFF2-40B4-BE49-F238E27FC236}">
                  <a16:creationId xmlns:a16="http://schemas.microsoft.com/office/drawing/2014/main" id="{41931BAE-FF70-0CA7-9E64-3B6A3C5886FD}"/>
                </a:ext>
              </a:extLst>
            </p:cNvPr>
            <p:cNvSpPr/>
            <p:nvPr/>
          </p:nvSpPr>
          <p:spPr>
            <a:xfrm>
              <a:off x="4373360" y="4700203"/>
              <a:ext cx="38003" cy="24211"/>
            </a:xfrm>
            <a:custGeom>
              <a:avLst/>
              <a:gdLst/>
              <a:ahLst/>
              <a:cxnLst/>
              <a:rect l="l" t="t" r="r" b="b"/>
              <a:pathLst>
                <a:path w="1623" h="1034" fill="none" extrusionOk="0">
                  <a:moveTo>
                    <a:pt x="1180" y="1"/>
                  </a:moveTo>
                  <a:lnTo>
                    <a:pt x="1180" y="1"/>
                  </a:lnTo>
                  <a:lnTo>
                    <a:pt x="959" y="1"/>
                  </a:lnTo>
                  <a:lnTo>
                    <a:pt x="664" y="74"/>
                  </a:lnTo>
                  <a:lnTo>
                    <a:pt x="664" y="74"/>
                  </a:lnTo>
                  <a:lnTo>
                    <a:pt x="295" y="296"/>
                  </a:lnTo>
                  <a:lnTo>
                    <a:pt x="0" y="664"/>
                  </a:lnTo>
                  <a:lnTo>
                    <a:pt x="1328" y="1033"/>
                  </a:lnTo>
                  <a:lnTo>
                    <a:pt x="1328" y="1033"/>
                  </a:lnTo>
                  <a:lnTo>
                    <a:pt x="1328" y="1033"/>
                  </a:lnTo>
                  <a:lnTo>
                    <a:pt x="1549" y="222"/>
                  </a:lnTo>
                  <a:lnTo>
                    <a:pt x="1623" y="74"/>
                  </a:lnTo>
                  <a:lnTo>
                    <a:pt x="1623" y="74"/>
                  </a:lnTo>
                  <a:lnTo>
                    <a:pt x="118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5439;p46">
              <a:extLst>
                <a:ext uri="{FF2B5EF4-FFF2-40B4-BE49-F238E27FC236}">
                  <a16:creationId xmlns:a16="http://schemas.microsoft.com/office/drawing/2014/main" id="{3117BCC2-BBDD-1518-9DD0-93646D150171}"/>
                </a:ext>
              </a:extLst>
            </p:cNvPr>
            <p:cNvSpPr/>
            <p:nvPr/>
          </p:nvSpPr>
          <p:spPr>
            <a:xfrm>
              <a:off x="4262813" y="4684654"/>
              <a:ext cx="141637" cy="41468"/>
            </a:xfrm>
            <a:custGeom>
              <a:avLst/>
              <a:gdLst/>
              <a:ahLst/>
              <a:cxnLst/>
              <a:rect l="l" t="t" r="r" b="b"/>
              <a:pathLst>
                <a:path w="6049" h="1771" extrusionOk="0">
                  <a:moveTo>
                    <a:pt x="74" y="1"/>
                  </a:moveTo>
                  <a:lnTo>
                    <a:pt x="1" y="74"/>
                  </a:lnTo>
                  <a:lnTo>
                    <a:pt x="111" y="111"/>
                  </a:lnTo>
                  <a:lnTo>
                    <a:pt x="111" y="111"/>
                  </a:lnTo>
                  <a:lnTo>
                    <a:pt x="74" y="74"/>
                  </a:lnTo>
                  <a:lnTo>
                    <a:pt x="74" y="1"/>
                  </a:lnTo>
                  <a:close/>
                  <a:moveTo>
                    <a:pt x="111" y="111"/>
                  </a:moveTo>
                  <a:lnTo>
                    <a:pt x="148" y="148"/>
                  </a:lnTo>
                  <a:lnTo>
                    <a:pt x="222" y="148"/>
                  </a:lnTo>
                  <a:lnTo>
                    <a:pt x="111" y="111"/>
                  </a:lnTo>
                  <a:close/>
                  <a:moveTo>
                    <a:pt x="2508" y="886"/>
                  </a:moveTo>
                  <a:lnTo>
                    <a:pt x="4426" y="1402"/>
                  </a:lnTo>
                  <a:lnTo>
                    <a:pt x="6049" y="1771"/>
                  </a:lnTo>
                  <a:lnTo>
                    <a:pt x="5828" y="1697"/>
                  </a:lnTo>
                  <a:lnTo>
                    <a:pt x="2508" y="886"/>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5440;p46">
              <a:extLst>
                <a:ext uri="{FF2B5EF4-FFF2-40B4-BE49-F238E27FC236}">
                  <a16:creationId xmlns:a16="http://schemas.microsoft.com/office/drawing/2014/main" id="{98A0972C-43C4-72E0-345D-5D05DA96F950}"/>
                </a:ext>
              </a:extLst>
            </p:cNvPr>
            <p:cNvSpPr/>
            <p:nvPr/>
          </p:nvSpPr>
          <p:spPr>
            <a:xfrm>
              <a:off x="4321541" y="4705378"/>
              <a:ext cx="82913" cy="20746"/>
            </a:xfrm>
            <a:custGeom>
              <a:avLst/>
              <a:gdLst/>
              <a:ahLst/>
              <a:cxnLst/>
              <a:rect l="l" t="t" r="r" b="b"/>
              <a:pathLst>
                <a:path w="3541" h="886" fill="none" extrusionOk="0">
                  <a:moveTo>
                    <a:pt x="0" y="1"/>
                  </a:moveTo>
                  <a:lnTo>
                    <a:pt x="0" y="1"/>
                  </a:lnTo>
                  <a:lnTo>
                    <a:pt x="1918" y="517"/>
                  </a:lnTo>
                  <a:lnTo>
                    <a:pt x="3541" y="886"/>
                  </a:lnTo>
                  <a:lnTo>
                    <a:pt x="3320" y="812"/>
                  </a:lnTo>
                  <a:lnTo>
                    <a:pt x="3320" y="812"/>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5441;p46">
              <a:extLst>
                <a:ext uri="{FF2B5EF4-FFF2-40B4-BE49-F238E27FC236}">
                  <a16:creationId xmlns:a16="http://schemas.microsoft.com/office/drawing/2014/main" id="{3DF90896-332E-1362-ECBF-BC83A644A45F}"/>
                </a:ext>
              </a:extLst>
            </p:cNvPr>
            <p:cNvSpPr/>
            <p:nvPr/>
          </p:nvSpPr>
          <p:spPr>
            <a:xfrm>
              <a:off x="4262813" y="4684654"/>
              <a:ext cx="5198" cy="3489"/>
            </a:xfrm>
            <a:custGeom>
              <a:avLst/>
              <a:gdLst/>
              <a:ahLst/>
              <a:cxnLst/>
              <a:rect l="l" t="t" r="r" b="b"/>
              <a:pathLst>
                <a:path w="222" h="149" fill="none" extrusionOk="0">
                  <a:moveTo>
                    <a:pt x="74" y="1"/>
                  </a:moveTo>
                  <a:lnTo>
                    <a:pt x="74" y="1"/>
                  </a:lnTo>
                  <a:lnTo>
                    <a:pt x="1" y="74"/>
                  </a:lnTo>
                  <a:lnTo>
                    <a:pt x="1" y="74"/>
                  </a:lnTo>
                  <a:lnTo>
                    <a:pt x="222" y="148"/>
                  </a:lnTo>
                  <a:lnTo>
                    <a:pt x="222" y="148"/>
                  </a:lnTo>
                  <a:lnTo>
                    <a:pt x="148" y="148"/>
                  </a:lnTo>
                  <a:lnTo>
                    <a:pt x="148" y="148"/>
                  </a:lnTo>
                  <a:lnTo>
                    <a:pt x="74" y="74"/>
                  </a:lnTo>
                  <a:lnTo>
                    <a:pt x="7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5442;p46">
              <a:extLst>
                <a:ext uri="{FF2B5EF4-FFF2-40B4-BE49-F238E27FC236}">
                  <a16:creationId xmlns:a16="http://schemas.microsoft.com/office/drawing/2014/main" id="{A77EE1C1-F2BC-03C2-C910-AF9893A52269}"/>
                </a:ext>
              </a:extLst>
            </p:cNvPr>
            <p:cNvSpPr/>
            <p:nvPr/>
          </p:nvSpPr>
          <p:spPr>
            <a:xfrm>
              <a:off x="4274896" y="4681212"/>
              <a:ext cx="10396" cy="23"/>
            </a:xfrm>
            <a:custGeom>
              <a:avLst/>
              <a:gdLst/>
              <a:ahLst/>
              <a:cxnLst/>
              <a:rect l="l" t="t" r="r" b="b"/>
              <a:pathLst>
                <a:path w="444" h="1" fill="none" extrusionOk="0">
                  <a:moveTo>
                    <a:pt x="444" y="0"/>
                  </a:moveTo>
                  <a:lnTo>
                    <a:pt x="444" y="0"/>
                  </a:lnTo>
                  <a:lnTo>
                    <a:pt x="1" y="0"/>
                  </a:lnTo>
                  <a:lnTo>
                    <a:pt x="1" y="0"/>
                  </a:lnTo>
                  <a:lnTo>
                    <a:pt x="44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5443;p46">
              <a:extLst>
                <a:ext uri="{FF2B5EF4-FFF2-40B4-BE49-F238E27FC236}">
                  <a16:creationId xmlns:a16="http://schemas.microsoft.com/office/drawing/2014/main" id="{FAF67D6F-CD9B-1704-8ABC-5E739516AC45}"/>
                </a:ext>
              </a:extLst>
            </p:cNvPr>
            <p:cNvSpPr/>
            <p:nvPr/>
          </p:nvSpPr>
          <p:spPr>
            <a:xfrm>
              <a:off x="4264546" y="4681212"/>
              <a:ext cx="139905" cy="44910"/>
            </a:xfrm>
            <a:custGeom>
              <a:avLst/>
              <a:gdLst/>
              <a:ahLst/>
              <a:cxnLst/>
              <a:rect l="l" t="t" r="r" b="b"/>
              <a:pathLst>
                <a:path w="5975" h="1918" extrusionOk="0">
                  <a:moveTo>
                    <a:pt x="443" y="0"/>
                  </a:moveTo>
                  <a:lnTo>
                    <a:pt x="222" y="74"/>
                  </a:lnTo>
                  <a:lnTo>
                    <a:pt x="0" y="148"/>
                  </a:lnTo>
                  <a:lnTo>
                    <a:pt x="0" y="221"/>
                  </a:lnTo>
                  <a:lnTo>
                    <a:pt x="74" y="295"/>
                  </a:lnTo>
                  <a:lnTo>
                    <a:pt x="148" y="295"/>
                  </a:lnTo>
                  <a:lnTo>
                    <a:pt x="1033" y="664"/>
                  </a:lnTo>
                  <a:lnTo>
                    <a:pt x="2434" y="1033"/>
                  </a:lnTo>
                  <a:lnTo>
                    <a:pt x="5754" y="1844"/>
                  </a:lnTo>
                  <a:lnTo>
                    <a:pt x="5975" y="1918"/>
                  </a:lnTo>
                  <a:lnTo>
                    <a:pt x="5975" y="1844"/>
                  </a:lnTo>
                  <a:lnTo>
                    <a:pt x="4647" y="1549"/>
                  </a:lnTo>
                  <a:lnTo>
                    <a:pt x="4647" y="1475"/>
                  </a:lnTo>
                  <a:lnTo>
                    <a:pt x="1181" y="516"/>
                  </a:lnTo>
                  <a:lnTo>
                    <a:pt x="1181" y="295"/>
                  </a:lnTo>
                  <a:lnTo>
                    <a:pt x="1107" y="74"/>
                  </a:lnTo>
                  <a:lnTo>
                    <a:pt x="1033" y="0"/>
                  </a:lnTo>
                  <a:close/>
                </a:path>
              </a:pathLst>
            </a:custGeom>
            <a:solidFill>
              <a:srgbClr val="91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5444;p46">
              <a:extLst>
                <a:ext uri="{FF2B5EF4-FFF2-40B4-BE49-F238E27FC236}">
                  <a16:creationId xmlns:a16="http://schemas.microsoft.com/office/drawing/2014/main" id="{2092E03C-A63F-F7A8-15CC-2863866B74DF}"/>
                </a:ext>
              </a:extLst>
            </p:cNvPr>
            <p:cNvSpPr/>
            <p:nvPr/>
          </p:nvSpPr>
          <p:spPr>
            <a:xfrm>
              <a:off x="4264546" y="4681212"/>
              <a:ext cx="139905" cy="44910"/>
            </a:xfrm>
            <a:custGeom>
              <a:avLst/>
              <a:gdLst/>
              <a:ahLst/>
              <a:cxnLst/>
              <a:rect l="l" t="t" r="r" b="b"/>
              <a:pathLst>
                <a:path w="5975" h="1918" fill="none" extrusionOk="0">
                  <a:moveTo>
                    <a:pt x="1033" y="0"/>
                  </a:moveTo>
                  <a:lnTo>
                    <a:pt x="1033" y="0"/>
                  </a:lnTo>
                  <a:lnTo>
                    <a:pt x="886" y="0"/>
                  </a:lnTo>
                  <a:lnTo>
                    <a:pt x="886" y="0"/>
                  </a:lnTo>
                  <a:lnTo>
                    <a:pt x="443" y="0"/>
                  </a:lnTo>
                  <a:lnTo>
                    <a:pt x="443" y="0"/>
                  </a:lnTo>
                  <a:lnTo>
                    <a:pt x="222" y="74"/>
                  </a:lnTo>
                  <a:lnTo>
                    <a:pt x="0" y="148"/>
                  </a:lnTo>
                  <a:lnTo>
                    <a:pt x="0" y="148"/>
                  </a:lnTo>
                  <a:lnTo>
                    <a:pt x="0" y="221"/>
                  </a:lnTo>
                  <a:lnTo>
                    <a:pt x="74" y="295"/>
                  </a:lnTo>
                  <a:lnTo>
                    <a:pt x="74" y="295"/>
                  </a:lnTo>
                  <a:lnTo>
                    <a:pt x="148" y="295"/>
                  </a:lnTo>
                  <a:lnTo>
                    <a:pt x="148" y="295"/>
                  </a:lnTo>
                  <a:lnTo>
                    <a:pt x="1033" y="664"/>
                  </a:lnTo>
                  <a:lnTo>
                    <a:pt x="2434" y="1033"/>
                  </a:lnTo>
                  <a:lnTo>
                    <a:pt x="2434" y="1033"/>
                  </a:lnTo>
                  <a:lnTo>
                    <a:pt x="5754" y="1844"/>
                  </a:lnTo>
                  <a:lnTo>
                    <a:pt x="5975" y="1918"/>
                  </a:lnTo>
                  <a:lnTo>
                    <a:pt x="5975" y="1918"/>
                  </a:lnTo>
                  <a:lnTo>
                    <a:pt x="5975" y="1844"/>
                  </a:lnTo>
                  <a:lnTo>
                    <a:pt x="4647" y="1549"/>
                  </a:lnTo>
                  <a:lnTo>
                    <a:pt x="4647" y="1549"/>
                  </a:lnTo>
                  <a:lnTo>
                    <a:pt x="4647" y="1475"/>
                  </a:lnTo>
                  <a:lnTo>
                    <a:pt x="1181" y="516"/>
                  </a:lnTo>
                  <a:lnTo>
                    <a:pt x="1181" y="516"/>
                  </a:lnTo>
                  <a:lnTo>
                    <a:pt x="1181" y="295"/>
                  </a:lnTo>
                  <a:lnTo>
                    <a:pt x="1107" y="74"/>
                  </a:lnTo>
                  <a:lnTo>
                    <a:pt x="103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5445;p46">
              <a:extLst>
                <a:ext uri="{FF2B5EF4-FFF2-40B4-BE49-F238E27FC236}">
                  <a16:creationId xmlns:a16="http://schemas.microsoft.com/office/drawing/2014/main" id="{A12D5600-4016-12D1-AFE4-E315B5270120}"/>
                </a:ext>
              </a:extLst>
            </p:cNvPr>
            <p:cNvSpPr/>
            <p:nvPr/>
          </p:nvSpPr>
          <p:spPr>
            <a:xfrm>
              <a:off x="4373360" y="4715751"/>
              <a:ext cx="31095" cy="8664"/>
            </a:xfrm>
            <a:custGeom>
              <a:avLst/>
              <a:gdLst/>
              <a:ahLst/>
              <a:cxnLst/>
              <a:rect l="l" t="t" r="r" b="b"/>
              <a:pathLst>
                <a:path w="1328" h="370" extrusionOk="0">
                  <a:moveTo>
                    <a:pt x="0" y="0"/>
                  </a:moveTo>
                  <a:lnTo>
                    <a:pt x="0" y="74"/>
                  </a:lnTo>
                  <a:lnTo>
                    <a:pt x="1328" y="369"/>
                  </a:lnTo>
                  <a:lnTo>
                    <a:pt x="1328" y="369"/>
                  </a:lnTo>
                  <a:lnTo>
                    <a:pt x="0" y="0"/>
                  </a:lnTo>
                  <a:close/>
                </a:path>
              </a:pathLst>
            </a:custGeom>
            <a:solidFill>
              <a:srgbClr val="571D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5446;p46">
              <a:extLst>
                <a:ext uri="{FF2B5EF4-FFF2-40B4-BE49-F238E27FC236}">
                  <a16:creationId xmlns:a16="http://schemas.microsoft.com/office/drawing/2014/main" id="{BA7AF254-4CB3-DF5A-1D91-CF0505C6CA97}"/>
                </a:ext>
              </a:extLst>
            </p:cNvPr>
            <p:cNvSpPr/>
            <p:nvPr/>
          </p:nvSpPr>
          <p:spPr>
            <a:xfrm>
              <a:off x="4373360" y="4715751"/>
              <a:ext cx="31095" cy="8664"/>
            </a:xfrm>
            <a:custGeom>
              <a:avLst/>
              <a:gdLst/>
              <a:ahLst/>
              <a:cxnLst/>
              <a:rect l="l" t="t" r="r" b="b"/>
              <a:pathLst>
                <a:path w="1328" h="370" fill="none" extrusionOk="0">
                  <a:moveTo>
                    <a:pt x="0" y="0"/>
                  </a:moveTo>
                  <a:lnTo>
                    <a:pt x="0" y="0"/>
                  </a:lnTo>
                  <a:lnTo>
                    <a:pt x="0" y="74"/>
                  </a:lnTo>
                  <a:lnTo>
                    <a:pt x="1328" y="369"/>
                  </a:lnTo>
                  <a:lnTo>
                    <a:pt x="1328" y="369"/>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5447;p46">
              <a:extLst>
                <a:ext uri="{FF2B5EF4-FFF2-40B4-BE49-F238E27FC236}">
                  <a16:creationId xmlns:a16="http://schemas.microsoft.com/office/drawing/2014/main" id="{9217D506-EA21-AD99-69F3-C37D9F312B1A}"/>
                </a:ext>
              </a:extLst>
            </p:cNvPr>
            <p:cNvSpPr/>
            <p:nvPr/>
          </p:nvSpPr>
          <p:spPr>
            <a:xfrm>
              <a:off x="4264546" y="4684654"/>
              <a:ext cx="134730" cy="38026"/>
            </a:xfrm>
            <a:custGeom>
              <a:avLst/>
              <a:gdLst/>
              <a:ahLst/>
              <a:cxnLst/>
              <a:rect l="l" t="t" r="r" b="b"/>
              <a:pathLst>
                <a:path w="5754" h="1624" extrusionOk="0">
                  <a:moveTo>
                    <a:pt x="0" y="1"/>
                  </a:moveTo>
                  <a:lnTo>
                    <a:pt x="0" y="74"/>
                  </a:lnTo>
                  <a:lnTo>
                    <a:pt x="222" y="74"/>
                  </a:lnTo>
                  <a:lnTo>
                    <a:pt x="0" y="1"/>
                  </a:lnTo>
                  <a:close/>
                  <a:moveTo>
                    <a:pt x="222" y="74"/>
                  </a:moveTo>
                  <a:lnTo>
                    <a:pt x="812" y="296"/>
                  </a:lnTo>
                  <a:lnTo>
                    <a:pt x="2951" y="960"/>
                  </a:lnTo>
                  <a:lnTo>
                    <a:pt x="5090" y="1476"/>
                  </a:lnTo>
                  <a:lnTo>
                    <a:pt x="5754" y="1623"/>
                  </a:lnTo>
                  <a:lnTo>
                    <a:pt x="5164" y="1476"/>
                  </a:lnTo>
                  <a:lnTo>
                    <a:pt x="2951" y="886"/>
                  </a:lnTo>
                  <a:lnTo>
                    <a:pt x="886" y="296"/>
                  </a:lnTo>
                  <a:lnTo>
                    <a:pt x="222" y="74"/>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5448;p46">
              <a:extLst>
                <a:ext uri="{FF2B5EF4-FFF2-40B4-BE49-F238E27FC236}">
                  <a16:creationId xmlns:a16="http://schemas.microsoft.com/office/drawing/2014/main" id="{18F60240-246A-7244-F96C-0367FA630F31}"/>
                </a:ext>
              </a:extLst>
            </p:cNvPr>
            <p:cNvSpPr/>
            <p:nvPr/>
          </p:nvSpPr>
          <p:spPr>
            <a:xfrm>
              <a:off x="4288735" y="4679479"/>
              <a:ext cx="5198" cy="15571"/>
            </a:xfrm>
            <a:custGeom>
              <a:avLst/>
              <a:gdLst/>
              <a:ahLst/>
              <a:cxnLst/>
              <a:rect l="l" t="t" r="r" b="b"/>
              <a:pathLst>
                <a:path w="222" h="665" extrusionOk="0">
                  <a:moveTo>
                    <a:pt x="0" y="0"/>
                  </a:moveTo>
                  <a:lnTo>
                    <a:pt x="148" y="295"/>
                  </a:lnTo>
                  <a:lnTo>
                    <a:pt x="74" y="148"/>
                  </a:lnTo>
                  <a:lnTo>
                    <a:pt x="0" y="0"/>
                  </a:lnTo>
                  <a:close/>
                  <a:moveTo>
                    <a:pt x="148" y="295"/>
                  </a:moveTo>
                  <a:lnTo>
                    <a:pt x="148" y="664"/>
                  </a:lnTo>
                  <a:lnTo>
                    <a:pt x="221" y="517"/>
                  </a:lnTo>
                  <a:lnTo>
                    <a:pt x="148" y="295"/>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5449;p46">
              <a:extLst>
                <a:ext uri="{FF2B5EF4-FFF2-40B4-BE49-F238E27FC236}">
                  <a16:creationId xmlns:a16="http://schemas.microsoft.com/office/drawing/2014/main" id="{40FFEB7D-14D1-65B7-89CB-E09727AAEC94}"/>
                </a:ext>
              </a:extLst>
            </p:cNvPr>
            <p:cNvSpPr/>
            <p:nvPr/>
          </p:nvSpPr>
          <p:spPr>
            <a:xfrm>
              <a:off x="4318075" y="4681212"/>
              <a:ext cx="1756" cy="8640"/>
            </a:xfrm>
            <a:custGeom>
              <a:avLst/>
              <a:gdLst/>
              <a:ahLst/>
              <a:cxnLst/>
              <a:rect l="l" t="t" r="r" b="b"/>
              <a:pathLst>
                <a:path w="75" h="369" extrusionOk="0">
                  <a:moveTo>
                    <a:pt x="1" y="0"/>
                  </a:moveTo>
                  <a:lnTo>
                    <a:pt x="1" y="221"/>
                  </a:lnTo>
                  <a:lnTo>
                    <a:pt x="75" y="369"/>
                  </a:lnTo>
                  <a:lnTo>
                    <a:pt x="75" y="148"/>
                  </a:lnTo>
                  <a:lnTo>
                    <a:pt x="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5450;p46">
              <a:extLst>
                <a:ext uri="{FF2B5EF4-FFF2-40B4-BE49-F238E27FC236}">
                  <a16:creationId xmlns:a16="http://schemas.microsoft.com/office/drawing/2014/main" id="{CB7B1A10-EED9-8066-B2AD-A0560AA20850}"/>
                </a:ext>
              </a:extLst>
            </p:cNvPr>
            <p:cNvSpPr/>
            <p:nvPr/>
          </p:nvSpPr>
          <p:spPr>
            <a:xfrm>
              <a:off x="4324983" y="4681212"/>
              <a:ext cx="3489" cy="6931"/>
            </a:xfrm>
            <a:custGeom>
              <a:avLst/>
              <a:gdLst/>
              <a:ahLst/>
              <a:cxnLst/>
              <a:rect l="l" t="t" r="r" b="b"/>
              <a:pathLst>
                <a:path w="149" h="296" extrusionOk="0">
                  <a:moveTo>
                    <a:pt x="149" y="295"/>
                  </a:moveTo>
                  <a:lnTo>
                    <a:pt x="149" y="295"/>
                  </a:lnTo>
                  <a:lnTo>
                    <a:pt x="75" y="148"/>
                  </a:lnTo>
                  <a:lnTo>
                    <a:pt x="75" y="148"/>
                  </a:lnTo>
                  <a:lnTo>
                    <a:pt x="1" y="0"/>
                  </a:lnTo>
                  <a:lnTo>
                    <a:pt x="1" y="0"/>
                  </a:lnTo>
                  <a:lnTo>
                    <a:pt x="75" y="148"/>
                  </a:lnTo>
                  <a:lnTo>
                    <a:pt x="75" y="148"/>
                  </a:lnTo>
                  <a:lnTo>
                    <a:pt x="149" y="295"/>
                  </a:lnTo>
                  <a:lnTo>
                    <a:pt x="149" y="295"/>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5451;p46">
              <a:extLst>
                <a:ext uri="{FF2B5EF4-FFF2-40B4-BE49-F238E27FC236}">
                  <a16:creationId xmlns:a16="http://schemas.microsoft.com/office/drawing/2014/main" id="{37AF9A8C-4806-1211-967D-042E91E4708A}"/>
                </a:ext>
              </a:extLst>
            </p:cNvPr>
            <p:cNvSpPr/>
            <p:nvPr/>
          </p:nvSpPr>
          <p:spPr>
            <a:xfrm>
              <a:off x="4326716" y="4679479"/>
              <a:ext cx="8664" cy="1756"/>
            </a:xfrm>
            <a:custGeom>
              <a:avLst/>
              <a:gdLst/>
              <a:ahLst/>
              <a:cxnLst/>
              <a:rect l="l" t="t" r="r" b="b"/>
              <a:pathLst>
                <a:path w="370" h="75" extrusionOk="0">
                  <a:moveTo>
                    <a:pt x="1" y="0"/>
                  </a:moveTo>
                  <a:lnTo>
                    <a:pt x="148" y="74"/>
                  </a:lnTo>
                  <a:lnTo>
                    <a:pt x="370"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5452;p46">
              <a:extLst>
                <a:ext uri="{FF2B5EF4-FFF2-40B4-BE49-F238E27FC236}">
                  <a16:creationId xmlns:a16="http://schemas.microsoft.com/office/drawing/2014/main" id="{0720B4B7-DCDA-774A-DDE0-44BC03219C8E}"/>
                </a:ext>
              </a:extLst>
            </p:cNvPr>
            <p:cNvSpPr/>
            <p:nvPr/>
          </p:nvSpPr>
          <p:spPr>
            <a:xfrm>
              <a:off x="4328448" y="4674304"/>
              <a:ext cx="8664" cy="1733"/>
            </a:xfrm>
            <a:custGeom>
              <a:avLst/>
              <a:gdLst/>
              <a:ahLst/>
              <a:cxnLst/>
              <a:rect l="l" t="t" r="r" b="b"/>
              <a:pathLst>
                <a:path w="370" h="74" extrusionOk="0">
                  <a:moveTo>
                    <a:pt x="1" y="0"/>
                  </a:moveTo>
                  <a:lnTo>
                    <a:pt x="148" y="74"/>
                  </a:lnTo>
                  <a:lnTo>
                    <a:pt x="369"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5453;p46">
              <a:extLst>
                <a:ext uri="{FF2B5EF4-FFF2-40B4-BE49-F238E27FC236}">
                  <a16:creationId xmlns:a16="http://schemas.microsoft.com/office/drawing/2014/main" id="{7B90EA16-A6D9-EF4E-E4C2-6A7A365BB04C}"/>
                </a:ext>
              </a:extLst>
            </p:cNvPr>
            <p:cNvSpPr/>
            <p:nvPr/>
          </p:nvSpPr>
          <p:spPr>
            <a:xfrm>
              <a:off x="4305992" y="4670839"/>
              <a:ext cx="12106" cy="8664"/>
            </a:xfrm>
            <a:custGeom>
              <a:avLst/>
              <a:gdLst/>
              <a:ahLst/>
              <a:cxnLst/>
              <a:rect l="l" t="t" r="r" b="b"/>
              <a:pathLst>
                <a:path w="517" h="370" extrusionOk="0">
                  <a:moveTo>
                    <a:pt x="1" y="1"/>
                  </a:moveTo>
                  <a:lnTo>
                    <a:pt x="1" y="74"/>
                  </a:lnTo>
                  <a:lnTo>
                    <a:pt x="369" y="74"/>
                  </a:lnTo>
                  <a:lnTo>
                    <a:pt x="222" y="1"/>
                  </a:lnTo>
                  <a:close/>
                  <a:moveTo>
                    <a:pt x="1" y="74"/>
                  </a:moveTo>
                  <a:lnTo>
                    <a:pt x="1" y="148"/>
                  </a:lnTo>
                  <a:lnTo>
                    <a:pt x="148" y="296"/>
                  </a:lnTo>
                  <a:lnTo>
                    <a:pt x="369" y="369"/>
                  </a:lnTo>
                  <a:lnTo>
                    <a:pt x="369" y="369"/>
                  </a:lnTo>
                  <a:lnTo>
                    <a:pt x="148" y="222"/>
                  </a:lnTo>
                  <a:lnTo>
                    <a:pt x="74" y="148"/>
                  </a:lnTo>
                  <a:lnTo>
                    <a:pt x="1" y="74"/>
                  </a:lnTo>
                  <a:close/>
                  <a:moveTo>
                    <a:pt x="369" y="74"/>
                  </a:moveTo>
                  <a:lnTo>
                    <a:pt x="443" y="222"/>
                  </a:lnTo>
                  <a:lnTo>
                    <a:pt x="517" y="369"/>
                  </a:lnTo>
                  <a:lnTo>
                    <a:pt x="517" y="296"/>
                  </a:lnTo>
                  <a:lnTo>
                    <a:pt x="369" y="74"/>
                  </a:lnTo>
                  <a:close/>
                  <a:moveTo>
                    <a:pt x="517" y="369"/>
                  </a:moveTo>
                  <a:lnTo>
                    <a:pt x="517" y="369"/>
                  </a:lnTo>
                  <a:lnTo>
                    <a:pt x="517" y="369"/>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5454;p46">
              <a:extLst>
                <a:ext uri="{FF2B5EF4-FFF2-40B4-BE49-F238E27FC236}">
                  <a16:creationId xmlns:a16="http://schemas.microsoft.com/office/drawing/2014/main" id="{A3CCAE03-AADD-8250-F950-B16236E36AD7}"/>
                </a:ext>
              </a:extLst>
            </p:cNvPr>
            <p:cNvSpPr/>
            <p:nvPr/>
          </p:nvSpPr>
          <p:spPr>
            <a:xfrm>
              <a:off x="4318075" y="4672572"/>
              <a:ext cx="8664" cy="8664"/>
            </a:xfrm>
            <a:custGeom>
              <a:avLst/>
              <a:gdLst/>
              <a:ahLst/>
              <a:cxnLst/>
              <a:rect l="l" t="t" r="r" b="b"/>
              <a:pathLst>
                <a:path w="370" h="370" extrusionOk="0">
                  <a:moveTo>
                    <a:pt x="222" y="0"/>
                  </a:moveTo>
                  <a:lnTo>
                    <a:pt x="148" y="74"/>
                  </a:lnTo>
                  <a:lnTo>
                    <a:pt x="370" y="74"/>
                  </a:lnTo>
                  <a:lnTo>
                    <a:pt x="370" y="0"/>
                  </a:lnTo>
                  <a:close/>
                  <a:moveTo>
                    <a:pt x="370" y="74"/>
                  </a:moveTo>
                  <a:lnTo>
                    <a:pt x="296" y="222"/>
                  </a:lnTo>
                  <a:lnTo>
                    <a:pt x="370" y="148"/>
                  </a:lnTo>
                  <a:lnTo>
                    <a:pt x="370" y="74"/>
                  </a:lnTo>
                  <a:close/>
                  <a:moveTo>
                    <a:pt x="148" y="74"/>
                  </a:moveTo>
                  <a:lnTo>
                    <a:pt x="1" y="222"/>
                  </a:lnTo>
                  <a:lnTo>
                    <a:pt x="1" y="369"/>
                  </a:lnTo>
                  <a:lnTo>
                    <a:pt x="75" y="222"/>
                  </a:lnTo>
                  <a:lnTo>
                    <a:pt x="148" y="74"/>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5455;p46">
              <a:extLst>
                <a:ext uri="{FF2B5EF4-FFF2-40B4-BE49-F238E27FC236}">
                  <a16:creationId xmlns:a16="http://schemas.microsoft.com/office/drawing/2014/main" id="{AC15DE0B-1834-E1C6-C5D0-229C54134603}"/>
                </a:ext>
              </a:extLst>
            </p:cNvPr>
            <p:cNvSpPr/>
            <p:nvPr/>
          </p:nvSpPr>
          <p:spPr>
            <a:xfrm>
              <a:off x="4373360" y="4698470"/>
              <a:ext cx="34561" cy="17304"/>
            </a:xfrm>
            <a:custGeom>
              <a:avLst/>
              <a:gdLst/>
              <a:ahLst/>
              <a:cxnLst/>
              <a:rect l="l" t="t" r="r" b="b"/>
              <a:pathLst>
                <a:path w="1476" h="739" extrusionOk="0">
                  <a:moveTo>
                    <a:pt x="959" y="1"/>
                  </a:moveTo>
                  <a:lnTo>
                    <a:pt x="590" y="148"/>
                  </a:lnTo>
                  <a:lnTo>
                    <a:pt x="443" y="259"/>
                  </a:lnTo>
                  <a:lnTo>
                    <a:pt x="664" y="148"/>
                  </a:lnTo>
                  <a:lnTo>
                    <a:pt x="959" y="75"/>
                  </a:lnTo>
                  <a:lnTo>
                    <a:pt x="1475" y="75"/>
                  </a:lnTo>
                  <a:lnTo>
                    <a:pt x="1328" y="1"/>
                  </a:lnTo>
                  <a:close/>
                  <a:moveTo>
                    <a:pt x="443" y="259"/>
                  </a:moveTo>
                  <a:lnTo>
                    <a:pt x="369" y="296"/>
                  </a:lnTo>
                  <a:lnTo>
                    <a:pt x="295" y="370"/>
                  </a:lnTo>
                  <a:lnTo>
                    <a:pt x="443" y="259"/>
                  </a:lnTo>
                  <a:close/>
                  <a:moveTo>
                    <a:pt x="295" y="370"/>
                  </a:moveTo>
                  <a:lnTo>
                    <a:pt x="148" y="517"/>
                  </a:lnTo>
                  <a:lnTo>
                    <a:pt x="0" y="738"/>
                  </a:lnTo>
                  <a:lnTo>
                    <a:pt x="74" y="665"/>
                  </a:lnTo>
                  <a:lnTo>
                    <a:pt x="295" y="37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5456;p46">
              <a:extLst>
                <a:ext uri="{FF2B5EF4-FFF2-40B4-BE49-F238E27FC236}">
                  <a16:creationId xmlns:a16="http://schemas.microsoft.com/office/drawing/2014/main" id="{09C96F13-9CDC-D628-87E1-5600377F92ED}"/>
                </a:ext>
              </a:extLst>
            </p:cNvPr>
            <p:cNvSpPr/>
            <p:nvPr/>
          </p:nvSpPr>
          <p:spPr>
            <a:xfrm>
              <a:off x="4402724" y="4663931"/>
              <a:ext cx="8640" cy="34561"/>
            </a:xfrm>
            <a:custGeom>
              <a:avLst/>
              <a:gdLst/>
              <a:ahLst/>
              <a:cxnLst/>
              <a:rect l="l" t="t" r="r" b="b"/>
              <a:pathLst>
                <a:path w="369" h="1476" extrusionOk="0">
                  <a:moveTo>
                    <a:pt x="369" y="1"/>
                  </a:moveTo>
                  <a:lnTo>
                    <a:pt x="148" y="738"/>
                  </a:lnTo>
                  <a:lnTo>
                    <a:pt x="0" y="1476"/>
                  </a:lnTo>
                  <a:lnTo>
                    <a:pt x="221" y="738"/>
                  </a:lnTo>
                  <a:lnTo>
                    <a:pt x="36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5457;p46">
              <a:extLst>
                <a:ext uri="{FF2B5EF4-FFF2-40B4-BE49-F238E27FC236}">
                  <a16:creationId xmlns:a16="http://schemas.microsoft.com/office/drawing/2014/main" id="{340BD30C-A32D-B418-1E98-7AF74787D9E5}"/>
                </a:ext>
              </a:extLst>
            </p:cNvPr>
            <p:cNvSpPr/>
            <p:nvPr/>
          </p:nvSpPr>
          <p:spPr>
            <a:xfrm>
              <a:off x="4340531" y="4698470"/>
              <a:ext cx="24211" cy="6931"/>
            </a:xfrm>
            <a:custGeom>
              <a:avLst/>
              <a:gdLst/>
              <a:ahLst/>
              <a:cxnLst/>
              <a:rect l="l" t="t" r="r" b="b"/>
              <a:pathLst>
                <a:path w="1034" h="296" extrusionOk="0">
                  <a:moveTo>
                    <a:pt x="1" y="1"/>
                  </a:moveTo>
                  <a:lnTo>
                    <a:pt x="517" y="222"/>
                  </a:lnTo>
                  <a:lnTo>
                    <a:pt x="1033" y="296"/>
                  </a:lnTo>
                  <a:lnTo>
                    <a:pt x="517" y="148"/>
                  </a:lnTo>
                  <a:lnTo>
                    <a:pt x="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5458;p46">
              <a:extLst>
                <a:ext uri="{FF2B5EF4-FFF2-40B4-BE49-F238E27FC236}">
                  <a16:creationId xmlns:a16="http://schemas.microsoft.com/office/drawing/2014/main" id="{618206C5-638E-5FFB-F766-A0EFE0454419}"/>
                </a:ext>
              </a:extLst>
            </p:cNvPr>
            <p:cNvSpPr/>
            <p:nvPr/>
          </p:nvSpPr>
          <p:spPr>
            <a:xfrm>
              <a:off x="4378535" y="4710576"/>
              <a:ext cx="3489" cy="3465"/>
            </a:xfrm>
            <a:custGeom>
              <a:avLst/>
              <a:gdLst/>
              <a:ahLst/>
              <a:cxnLst/>
              <a:rect l="l" t="t" r="r" b="b"/>
              <a:pathLst>
                <a:path w="149" h="148" extrusionOk="0">
                  <a:moveTo>
                    <a:pt x="148" y="0"/>
                  </a:moveTo>
                  <a:lnTo>
                    <a:pt x="148" y="0"/>
                  </a:lnTo>
                  <a:lnTo>
                    <a:pt x="74" y="74"/>
                  </a:lnTo>
                  <a:lnTo>
                    <a:pt x="74" y="74"/>
                  </a:lnTo>
                  <a:lnTo>
                    <a:pt x="1" y="148"/>
                  </a:lnTo>
                  <a:lnTo>
                    <a:pt x="1" y="148"/>
                  </a:lnTo>
                  <a:lnTo>
                    <a:pt x="74" y="74"/>
                  </a:lnTo>
                  <a:lnTo>
                    <a:pt x="74" y="74"/>
                  </a:lnTo>
                  <a:lnTo>
                    <a:pt x="148" y="0"/>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5459;p46">
              <a:extLst>
                <a:ext uri="{FF2B5EF4-FFF2-40B4-BE49-F238E27FC236}">
                  <a16:creationId xmlns:a16="http://schemas.microsoft.com/office/drawing/2014/main" id="{81AB5380-8A4C-7424-D310-52E85058F60F}"/>
                </a:ext>
              </a:extLst>
            </p:cNvPr>
            <p:cNvSpPr/>
            <p:nvPr/>
          </p:nvSpPr>
          <p:spPr>
            <a:xfrm>
              <a:off x="4385443" y="4703668"/>
              <a:ext cx="5198" cy="3465"/>
            </a:xfrm>
            <a:custGeom>
              <a:avLst/>
              <a:gdLst/>
              <a:ahLst/>
              <a:cxnLst/>
              <a:rect l="l" t="t" r="r" b="b"/>
              <a:pathLst>
                <a:path w="222" h="148" extrusionOk="0">
                  <a:moveTo>
                    <a:pt x="222" y="0"/>
                  </a:moveTo>
                  <a:lnTo>
                    <a:pt x="74" y="74"/>
                  </a:lnTo>
                  <a:lnTo>
                    <a:pt x="1" y="148"/>
                  </a:lnTo>
                  <a:lnTo>
                    <a:pt x="1" y="148"/>
                  </a:lnTo>
                  <a:lnTo>
                    <a:pt x="148" y="74"/>
                  </a:lnTo>
                  <a:lnTo>
                    <a:pt x="22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5460;p46">
              <a:extLst>
                <a:ext uri="{FF2B5EF4-FFF2-40B4-BE49-F238E27FC236}">
                  <a16:creationId xmlns:a16="http://schemas.microsoft.com/office/drawing/2014/main" id="{FFFD0EC9-4812-C888-1522-E8CDDDA53DA1}"/>
                </a:ext>
              </a:extLst>
            </p:cNvPr>
            <p:cNvSpPr/>
            <p:nvPr/>
          </p:nvSpPr>
          <p:spPr>
            <a:xfrm>
              <a:off x="4394084" y="4701935"/>
              <a:ext cx="5198" cy="1756"/>
            </a:xfrm>
            <a:custGeom>
              <a:avLst/>
              <a:gdLst/>
              <a:ahLst/>
              <a:cxnLst/>
              <a:rect l="l" t="t" r="r" b="b"/>
              <a:pathLst>
                <a:path w="222" h="75" extrusionOk="0">
                  <a:moveTo>
                    <a:pt x="148" y="0"/>
                  </a:moveTo>
                  <a:lnTo>
                    <a:pt x="0" y="74"/>
                  </a:lnTo>
                  <a:lnTo>
                    <a:pt x="222" y="74"/>
                  </a:lnTo>
                  <a:lnTo>
                    <a:pt x="22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5461;p46">
              <a:extLst>
                <a:ext uri="{FF2B5EF4-FFF2-40B4-BE49-F238E27FC236}">
                  <a16:creationId xmlns:a16="http://schemas.microsoft.com/office/drawing/2014/main" id="{548DF065-3647-3F05-1A23-8565DFE541F5}"/>
                </a:ext>
              </a:extLst>
            </p:cNvPr>
            <p:cNvSpPr/>
            <p:nvPr/>
          </p:nvSpPr>
          <p:spPr>
            <a:xfrm>
              <a:off x="4404434" y="4703668"/>
              <a:ext cx="1756" cy="23"/>
            </a:xfrm>
            <a:custGeom>
              <a:avLst/>
              <a:gdLst/>
              <a:ahLst/>
              <a:cxnLst/>
              <a:rect l="l" t="t" r="r" b="b"/>
              <a:pathLst>
                <a:path w="75" h="1" extrusionOk="0">
                  <a:moveTo>
                    <a:pt x="75" y="0"/>
                  </a:moveTo>
                  <a:lnTo>
                    <a:pt x="75" y="0"/>
                  </a:lnTo>
                  <a:lnTo>
                    <a:pt x="75" y="0"/>
                  </a:lnTo>
                  <a:lnTo>
                    <a:pt x="75" y="0"/>
                  </a:lnTo>
                  <a:lnTo>
                    <a:pt x="1" y="0"/>
                  </a:lnTo>
                  <a:lnTo>
                    <a:pt x="1" y="0"/>
                  </a:lnTo>
                  <a:lnTo>
                    <a:pt x="75" y="0"/>
                  </a:lnTo>
                  <a:lnTo>
                    <a:pt x="75" y="0"/>
                  </a:lnTo>
                  <a:lnTo>
                    <a:pt x="75" y="0"/>
                  </a:lnTo>
                  <a:lnTo>
                    <a:pt x="7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5462;p46">
              <a:extLst>
                <a:ext uri="{FF2B5EF4-FFF2-40B4-BE49-F238E27FC236}">
                  <a16:creationId xmlns:a16="http://schemas.microsoft.com/office/drawing/2014/main" id="{36C4E2E5-F227-3467-7021-659BACF7D7D2}"/>
                </a:ext>
              </a:extLst>
            </p:cNvPr>
            <p:cNvSpPr/>
            <p:nvPr/>
          </p:nvSpPr>
          <p:spPr>
            <a:xfrm>
              <a:off x="4299085" y="3834908"/>
              <a:ext cx="407608" cy="870453"/>
            </a:xfrm>
            <a:custGeom>
              <a:avLst/>
              <a:gdLst/>
              <a:ahLst/>
              <a:cxnLst/>
              <a:rect l="l" t="t" r="r" b="b"/>
              <a:pathLst>
                <a:path w="17408" h="37175" extrusionOk="0">
                  <a:moveTo>
                    <a:pt x="6123" y="0"/>
                  </a:moveTo>
                  <a:lnTo>
                    <a:pt x="5754" y="1623"/>
                  </a:lnTo>
                  <a:lnTo>
                    <a:pt x="5016" y="5606"/>
                  </a:lnTo>
                  <a:lnTo>
                    <a:pt x="2951" y="17702"/>
                  </a:lnTo>
                  <a:lnTo>
                    <a:pt x="1" y="35110"/>
                  </a:lnTo>
                  <a:lnTo>
                    <a:pt x="6123" y="37175"/>
                  </a:lnTo>
                  <a:lnTo>
                    <a:pt x="11286" y="4057"/>
                  </a:lnTo>
                  <a:lnTo>
                    <a:pt x="10622" y="36954"/>
                  </a:lnTo>
                  <a:lnTo>
                    <a:pt x="17408" y="37101"/>
                  </a:lnTo>
                  <a:lnTo>
                    <a:pt x="16449"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5463;p46">
              <a:extLst>
                <a:ext uri="{FF2B5EF4-FFF2-40B4-BE49-F238E27FC236}">
                  <a16:creationId xmlns:a16="http://schemas.microsoft.com/office/drawing/2014/main" id="{F71E7C5A-E32A-D849-081C-136F5E999E43}"/>
                </a:ext>
              </a:extLst>
            </p:cNvPr>
            <p:cNvSpPr/>
            <p:nvPr/>
          </p:nvSpPr>
          <p:spPr>
            <a:xfrm>
              <a:off x="4169547" y="3190660"/>
              <a:ext cx="193455" cy="364454"/>
            </a:xfrm>
            <a:custGeom>
              <a:avLst/>
              <a:gdLst/>
              <a:ahLst/>
              <a:cxnLst/>
              <a:rect l="l" t="t" r="r" b="b"/>
              <a:pathLst>
                <a:path w="8262" h="15565" extrusionOk="0">
                  <a:moveTo>
                    <a:pt x="5459" y="1"/>
                  </a:moveTo>
                  <a:lnTo>
                    <a:pt x="5311" y="222"/>
                  </a:lnTo>
                  <a:lnTo>
                    <a:pt x="4795" y="1697"/>
                  </a:lnTo>
                  <a:lnTo>
                    <a:pt x="4943" y="591"/>
                  </a:lnTo>
                  <a:lnTo>
                    <a:pt x="4869" y="443"/>
                  </a:lnTo>
                  <a:lnTo>
                    <a:pt x="4721" y="443"/>
                  </a:lnTo>
                  <a:lnTo>
                    <a:pt x="4647" y="591"/>
                  </a:lnTo>
                  <a:lnTo>
                    <a:pt x="4205" y="1624"/>
                  </a:lnTo>
                  <a:lnTo>
                    <a:pt x="3246" y="4205"/>
                  </a:lnTo>
                  <a:lnTo>
                    <a:pt x="517" y="10622"/>
                  </a:lnTo>
                  <a:lnTo>
                    <a:pt x="222" y="11286"/>
                  </a:lnTo>
                  <a:lnTo>
                    <a:pt x="74" y="11950"/>
                  </a:lnTo>
                  <a:lnTo>
                    <a:pt x="1" y="12614"/>
                  </a:lnTo>
                  <a:lnTo>
                    <a:pt x="74" y="13278"/>
                  </a:lnTo>
                  <a:lnTo>
                    <a:pt x="148" y="13646"/>
                  </a:lnTo>
                  <a:lnTo>
                    <a:pt x="296" y="13941"/>
                  </a:lnTo>
                  <a:lnTo>
                    <a:pt x="443" y="14236"/>
                  </a:lnTo>
                  <a:lnTo>
                    <a:pt x="665" y="14532"/>
                  </a:lnTo>
                  <a:lnTo>
                    <a:pt x="960" y="14827"/>
                  </a:lnTo>
                  <a:lnTo>
                    <a:pt x="1255" y="15048"/>
                  </a:lnTo>
                  <a:lnTo>
                    <a:pt x="1623" y="15269"/>
                  </a:lnTo>
                  <a:lnTo>
                    <a:pt x="2066" y="15417"/>
                  </a:lnTo>
                  <a:lnTo>
                    <a:pt x="2508" y="15564"/>
                  </a:lnTo>
                  <a:lnTo>
                    <a:pt x="3910" y="15564"/>
                  </a:lnTo>
                  <a:lnTo>
                    <a:pt x="4869" y="15343"/>
                  </a:lnTo>
                  <a:lnTo>
                    <a:pt x="5901" y="15048"/>
                  </a:lnTo>
                  <a:lnTo>
                    <a:pt x="6787" y="14753"/>
                  </a:lnTo>
                  <a:lnTo>
                    <a:pt x="7524" y="14532"/>
                  </a:lnTo>
                  <a:lnTo>
                    <a:pt x="8262" y="14236"/>
                  </a:lnTo>
                  <a:lnTo>
                    <a:pt x="7745" y="10549"/>
                  </a:lnTo>
                  <a:lnTo>
                    <a:pt x="3689" y="11729"/>
                  </a:lnTo>
                  <a:lnTo>
                    <a:pt x="5238" y="5090"/>
                  </a:lnTo>
                  <a:lnTo>
                    <a:pt x="5754" y="4131"/>
                  </a:lnTo>
                  <a:lnTo>
                    <a:pt x="7082" y="2804"/>
                  </a:lnTo>
                  <a:lnTo>
                    <a:pt x="7008" y="2730"/>
                  </a:lnTo>
                  <a:lnTo>
                    <a:pt x="6934" y="2656"/>
                  </a:lnTo>
                  <a:lnTo>
                    <a:pt x="6713" y="2730"/>
                  </a:lnTo>
                  <a:lnTo>
                    <a:pt x="6344" y="2951"/>
                  </a:lnTo>
                  <a:lnTo>
                    <a:pt x="6196" y="3025"/>
                  </a:lnTo>
                  <a:lnTo>
                    <a:pt x="6049" y="3099"/>
                  </a:lnTo>
                  <a:lnTo>
                    <a:pt x="5901" y="3025"/>
                  </a:lnTo>
                  <a:lnTo>
                    <a:pt x="5754" y="2878"/>
                  </a:lnTo>
                  <a:lnTo>
                    <a:pt x="5680" y="2656"/>
                  </a:lnTo>
                  <a:lnTo>
                    <a:pt x="5680" y="2435"/>
                  </a:lnTo>
                  <a:lnTo>
                    <a:pt x="5901" y="2214"/>
                  </a:lnTo>
                  <a:lnTo>
                    <a:pt x="6123" y="2140"/>
                  </a:lnTo>
                  <a:lnTo>
                    <a:pt x="6344" y="2140"/>
                  </a:lnTo>
                  <a:lnTo>
                    <a:pt x="6639" y="2214"/>
                  </a:lnTo>
                  <a:lnTo>
                    <a:pt x="6860" y="2361"/>
                  </a:lnTo>
                  <a:lnTo>
                    <a:pt x="6934" y="2583"/>
                  </a:lnTo>
                  <a:lnTo>
                    <a:pt x="7229" y="2583"/>
                  </a:lnTo>
                  <a:lnTo>
                    <a:pt x="7303" y="2509"/>
                  </a:lnTo>
                  <a:lnTo>
                    <a:pt x="7303" y="2287"/>
                  </a:lnTo>
                  <a:lnTo>
                    <a:pt x="7082" y="1992"/>
                  </a:lnTo>
                  <a:lnTo>
                    <a:pt x="6787" y="1697"/>
                  </a:lnTo>
                  <a:lnTo>
                    <a:pt x="6639" y="1624"/>
                  </a:lnTo>
                  <a:lnTo>
                    <a:pt x="6123" y="1624"/>
                  </a:lnTo>
                  <a:lnTo>
                    <a:pt x="5754" y="1771"/>
                  </a:lnTo>
                  <a:lnTo>
                    <a:pt x="5754" y="1771"/>
                  </a:lnTo>
                  <a:lnTo>
                    <a:pt x="6049" y="960"/>
                  </a:lnTo>
                  <a:lnTo>
                    <a:pt x="6270" y="370"/>
                  </a:lnTo>
                  <a:lnTo>
                    <a:pt x="6270" y="148"/>
                  </a:lnTo>
                  <a:lnTo>
                    <a:pt x="6270" y="75"/>
                  </a:lnTo>
                  <a:lnTo>
                    <a:pt x="6196" y="75"/>
                  </a:lnTo>
                  <a:lnTo>
                    <a:pt x="5975" y="296"/>
                  </a:lnTo>
                  <a:lnTo>
                    <a:pt x="5680" y="812"/>
                  </a:lnTo>
                  <a:lnTo>
                    <a:pt x="5238" y="1845"/>
                  </a:lnTo>
                  <a:lnTo>
                    <a:pt x="5680" y="148"/>
                  </a:lnTo>
                  <a:lnTo>
                    <a:pt x="5680" y="75"/>
                  </a:lnTo>
                  <a:lnTo>
                    <a:pt x="5606" y="1"/>
                  </a:lnTo>
                  <a:close/>
                </a:path>
              </a:pathLst>
            </a:custGeom>
            <a:solidFill>
              <a:srgbClr val="B78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5464;p46">
              <a:extLst>
                <a:ext uri="{FF2B5EF4-FFF2-40B4-BE49-F238E27FC236}">
                  <a16:creationId xmlns:a16="http://schemas.microsoft.com/office/drawing/2014/main" id="{439691D8-30B9-AC3A-BAE8-D3F48C1244B0}"/>
                </a:ext>
              </a:extLst>
            </p:cNvPr>
            <p:cNvSpPr/>
            <p:nvPr/>
          </p:nvSpPr>
          <p:spPr>
            <a:xfrm>
              <a:off x="4159197" y="3294300"/>
              <a:ext cx="607947" cy="1032812"/>
            </a:xfrm>
            <a:custGeom>
              <a:avLst/>
              <a:gdLst/>
              <a:ahLst/>
              <a:cxnLst/>
              <a:rect l="l" t="t" r="r" b="b"/>
              <a:pathLst>
                <a:path w="25964" h="44109" extrusionOk="0">
                  <a:moveTo>
                    <a:pt x="3098" y="0"/>
                  </a:moveTo>
                  <a:lnTo>
                    <a:pt x="2508" y="1107"/>
                  </a:lnTo>
                  <a:lnTo>
                    <a:pt x="1918" y="2287"/>
                  </a:lnTo>
                  <a:lnTo>
                    <a:pt x="1328" y="3762"/>
                  </a:lnTo>
                  <a:lnTo>
                    <a:pt x="738" y="5311"/>
                  </a:lnTo>
                  <a:lnTo>
                    <a:pt x="221" y="6860"/>
                  </a:lnTo>
                  <a:lnTo>
                    <a:pt x="74" y="7598"/>
                  </a:lnTo>
                  <a:lnTo>
                    <a:pt x="0" y="8262"/>
                  </a:lnTo>
                  <a:lnTo>
                    <a:pt x="0" y="8852"/>
                  </a:lnTo>
                  <a:lnTo>
                    <a:pt x="148" y="9442"/>
                  </a:lnTo>
                  <a:lnTo>
                    <a:pt x="295" y="9810"/>
                  </a:lnTo>
                  <a:lnTo>
                    <a:pt x="443" y="10179"/>
                  </a:lnTo>
                  <a:lnTo>
                    <a:pt x="738" y="10474"/>
                  </a:lnTo>
                  <a:lnTo>
                    <a:pt x="959" y="10696"/>
                  </a:lnTo>
                  <a:lnTo>
                    <a:pt x="1254" y="10917"/>
                  </a:lnTo>
                  <a:lnTo>
                    <a:pt x="1623" y="11064"/>
                  </a:lnTo>
                  <a:lnTo>
                    <a:pt x="2287" y="11359"/>
                  </a:lnTo>
                  <a:lnTo>
                    <a:pt x="2950" y="11507"/>
                  </a:lnTo>
                  <a:lnTo>
                    <a:pt x="4573" y="11507"/>
                  </a:lnTo>
                  <a:lnTo>
                    <a:pt x="11949" y="10548"/>
                  </a:lnTo>
                  <a:lnTo>
                    <a:pt x="11949" y="14974"/>
                  </a:lnTo>
                  <a:lnTo>
                    <a:pt x="7450" y="43371"/>
                  </a:lnTo>
                  <a:lnTo>
                    <a:pt x="24119" y="44109"/>
                  </a:lnTo>
                  <a:lnTo>
                    <a:pt x="22497" y="14162"/>
                  </a:lnTo>
                  <a:lnTo>
                    <a:pt x="22275" y="10401"/>
                  </a:lnTo>
                  <a:lnTo>
                    <a:pt x="23234" y="12540"/>
                  </a:lnTo>
                  <a:lnTo>
                    <a:pt x="25963" y="8557"/>
                  </a:lnTo>
                  <a:lnTo>
                    <a:pt x="23603" y="3983"/>
                  </a:lnTo>
                  <a:lnTo>
                    <a:pt x="23382" y="3836"/>
                  </a:lnTo>
                  <a:lnTo>
                    <a:pt x="23160" y="3615"/>
                  </a:lnTo>
                  <a:lnTo>
                    <a:pt x="22497" y="3393"/>
                  </a:lnTo>
                  <a:lnTo>
                    <a:pt x="21759" y="3172"/>
                  </a:lnTo>
                  <a:lnTo>
                    <a:pt x="21021" y="3025"/>
                  </a:lnTo>
                  <a:lnTo>
                    <a:pt x="19694" y="2877"/>
                  </a:lnTo>
                  <a:lnTo>
                    <a:pt x="18882" y="2803"/>
                  </a:lnTo>
                  <a:lnTo>
                    <a:pt x="17924" y="3025"/>
                  </a:lnTo>
                  <a:lnTo>
                    <a:pt x="16965" y="3098"/>
                  </a:lnTo>
                  <a:lnTo>
                    <a:pt x="16006" y="3025"/>
                  </a:lnTo>
                  <a:lnTo>
                    <a:pt x="15047" y="2803"/>
                  </a:lnTo>
                  <a:lnTo>
                    <a:pt x="14309" y="2877"/>
                  </a:lnTo>
                  <a:lnTo>
                    <a:pt x="13498" y="3098"/>
                  </a:lnTo>
                  <a:lnTo>
                    <a:pt x="10843" y="4131"/>
                  </a:lnTo>
                  <a:lnTo>
                    <a:pt x="4131" y="7303"/>
                  </a:lnTo>
                  <a:lnTo>
                    <a:pt x="4131" y="7303"/>
                  </a:lnTo>
                  <a:lnTo>
                    <a:pt x="5827" y="1181"/>
                  </a:lnTo>
                  <a:lnTo>
                    <a:pt x="3098"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5465;p46">
              <a:extLst>
                <a:ext uri="{FF2B5EF4-FFF2-40B4-BE49-F238E27FC236}">
                  <a16:creationId xmlns:a16="http://schemas.microsoft.com/office/drawing/2014/main" id="{8E603BDC-1856-3F2C-49B3-AABDADC8171C}"/>
                </a:ext>
              </a:extLst>
            </p:cNvPr>
            <p:cNvSpPr/>
            <p:nvPr/>
          </p:nvSpPr>
          <p:spPr>
            <a:xfrm>
              <a:off x="4547787" y="3598288"/>
              <a:ext cx="15571" cy="711558"/>
            </a:xfrm>
            <a:custGeom>
              <a:avLst/>
              <a:gdLst/>
              <a:ahLst/>
              <a:cxnLst/>
              <a:rect l="l" t="t" r="r" b="b"/>
              <a:pathLst>
                <a:path w="665" h="30389" extrusionOk="0">
                  <a:moveTo>
                    <a:pt x="591" y="0"/>
                  </a:moveTo>
                  <a:lnTo>
                    <a:pt x="591" y="74"/>
                  </a:lnTo>
                  <a:lnTo>
                    <a:pt x="591" y="295"/>
                  </a:lnTo>
                  <a:lnTo>
                    <a:pt x="591" y="1180"/>
                  </a:lnTo>
                  <a:lnTo>
                    <a:pt x="517" y="4426"/>
                  </a:lnTo>
                  <a:lnTo>
                    <a:pt x="296" y="15195"/>
                  </a:lnTo>
                  <a:lnTo>
                    <a:pt x="75" y="25890"/>
                  </a:lnTo>
                  <a:lnTo>
                    <a:pt x="1" y="29135"/>
                  </a:lnTo>
                  <a:lnTo>
                    <a:pt x="1" y="30020"/>
                  </a:lnTo>
                  <a:lnTo>
                    <a:pt x="1" y="30241"/>
                  </a:lnTo>
                  <a:lnTo>
                    <a:pt x="1" y="30389"/>
                  </a:lnTo>
                  <a:lnTo>
                    <a:pt x="75" y="30241"/>
                  </a:lnTo>
                  <a:lnTo>
                    <a:pt x="75" y="30020"/>
                  </a:lnTo>
                  <a:lnTo>
                    <a:pt x="75" y="29135"/>
                  </a:lnTo>
                  <a:lnTo>
                    <a:pt x="148" y="25890"/>
                  </a:lnTo>
                  <a:lnTo>
                    <a:pt x="370" y="15195"/>
                  </a:lnTo>
                  <a:lnTo>
                    <a:pt x="591" y="4426"/>
                  </a:lnTo>
                  <a:lnTo>
                    <a:pt x="665" y="1180"/>
                  </a:lnTo>
                  <a:lnTo>
                    <a:pt x="665" y="295"/>
                  </a:lnTo>
                  <a:lnTo>
                    <a:pt x="665" y="74"/>
                  </a:lnTo>
                  <a:lnTo>
                    <a:pt x="66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5466;p46">
              <a:extLst>
                <a:ext uri="{FF2B5EF4-FFF2-40B4-BE49-F238E27FC236}">
                  <a16:creationId xmlns:a16="http://schemas.microsoft.com/office/drawing/2014/main" id="{49C6B8D3-30FD-0432-9936-1C5A53A7BDE6}"/>
                </a:ext>
              </a:extLst>
            </p:cNvPr>
            <p:cNvSpPr/>
            <p:nvPr/>
          </p:nvSpPr>
          <p:spPr>
            <a:xfrm>
              <a:off x="4615155" y="3220024"/>
              <a:ext cx="132997" cy="229725"/>
            </a:xfrm>
            <a:custGeom>
              <a:avLst/>
              <a:gdLst/>
              <a:ahLst/>
              <a:cxnLst/>
              <a:rect l="l" t="t" r="r" b="b"/>
              <a:pathLst>
                <a:path w="5680" h="9811" extrusionOk="0">
                  <a:moveTo>
                    <a:pt x="1771" y="1"/>
                  </a:moveTo>
                  <a:lnTo>
                    <a:pt x="1476" y="75"/>
                  </a:lnTo>
                  <a:lnTo>
                    <a:pt x="1181" y="296"/>
                  </a:lnTo>
                  <a:lnTo>
                    <a:pt x="959" y="738"/>
                  </a:lnTo>
                  <a:lnTo>
                    <a:pt x="1328" y="812"/>
                  </a:lnTo>
                  <a:lnTo>
                    <a:pt x="1549" y="1033"/>
                  </a:lnTo>
                  <a:lnTo>
                    <a:pt x="1697" y="1329"/>
                  </a:lnTo>
                  <a:lnTo>
                    <a:pt x="1771" y="1624"/>
                  </a:lnTo>
                  <a:lnTo>
                    <a:pt x="1697" y="1919"/>
                  </a:lnTo>
                  <a:lnTo>
                    <a:pt x="1476" y="2287"/>
                  </a:lnTo>
                  <a:lnTo>
                    <a:pt x="1181" y="2582"/>
                  </a:lnTo>
                  <a:lnTo>
                    <a:pt x="1107" y="2730"/>
                  </a:lnTo>
                  <a:lnTo>
                    <a:pt x="1033" y="2877"/>
                  </a:lnTo>
                  <a:lnTo>
                    <a:pt x="959" y="3099"/>
                  </a:lnTo>
                  <a:lnTo>
                    <a:pt x="1033" y="3246"/>
                  </a:lnTo>
                  <a:lnTo>
                    <a:pt x="1181" y="3541"/>
                  </a:lnTo>
                  <a:lnTo>
                    <a:pt x="1328" y="3763"/>
                  </a:lnTo>
                  <a:lnTo>
                    <a:pt x="1328" y="4058"/>
                  </a:lnTo>
                  <a:lnTo>
                    <a:pt x="1181" y="4353"/>
                  </a:lnTo>
                  <a:lnTo>
                    <a:pt x="738" y="4869"/>
                  </a:lnTo>
                  <a:lnTo>
                    <a:pt x="443" y="5385"/>
                  </a:lnTo>
                  <a:lnTo>
                    <a:pt x="222" y="5828"/>
                  </a:lnTo>
                  <a:lnTo>
                    <a:pt x="74" y="6418"/>
                  </a:lnTo>
                  <a:lnTo>
                    <a:pt x="74" y="6934"/>
                  </a:lnTo>
                  <a:lnTo>
                    <a:pt x="0" y="7377"/>
                  </a:lnTo>
                  <a:lnTo>
                    <a:pt x="74" y="7746"/>
                  </a:lnTo>
                  <a:lnTo>
                    <a:pt x="148" y="8188"/>
                  </a:lnTo>
                  <a:lnTo>
                    <a:pt x="296" y="8557"/>
                  </a:lnTo>
                  <a:lnTo>
                    <a:pt x="591" y="8926"/>
                  </a:lnTo>
                  <a:lnTo>
                    <a:pt x="959" y="9295"/>
                  </a:lnTo>
                  <a:lnTo>
                    <a:pt x="1402" y="9516"/>
                  </a:lnTo>
                  <a:lnTo>
                    <a:pt x="1844" y="9663"/>
                  </a:lnTo>
                  <a:lnTo>
                    <a:pt x="2508" y="9811"/>
                  </a:lnTo>
                  <a:lnTo>
                    <a:pt x="3172" y="9811"/>
                  </a:lnTo>
                  <a:lnTo>
                    <a:pt x="3836" y="9737"/>
                  </a:lnTo>
                  <a:lnTo>
                    <a:pt x="4500" y="9442"/>
                  </a:lnTo>
                  <a:lnTo>
                    <a:pt x="4942" y="9073"/>
                  </a:lnTo>
                  <a:lnTo>
                    <a:pt x="5311" y="8557"/>
                  </a:lnTo>
                  <a:lnTo>
                    <a:pt x="5532" y="8041"/>
                  </a:lnTo>
                  <a:lnTo>
                    <a:pt x="5680" y="7451"/>
                  </a:lnTo>
                  <a:lnTo>
                    <a:pt x="5680" y="6787"/>
                  </a:lnTo>
                  <a:lnTo>
                    <a:pt x="5532" y="6197"/>
                  </a:lnTo>
                  <a:lnTo>
                    <a:pt x="5311" y="5680"/>
                  </a:lnTo>
                  <a:lnTo>
                    <a:pt x="4942" y="5164"/>
                  </a:lnTo>
                  <a:lnTo>
                    <a:pt x="5237" y="4795"/>
                  </a:lnTo>
                  <a:lnTo>
                    <a:pt x="5385" y="4574"/>
                  </a:lnTo>
                  <a:lnTo>
                    <a:pt x="5459" y="4279"/>
                  </a:lnTo>
                  <a:lnTo>
                    <a:pt x="5459" y="4058"/>
                  </a:lnTo>
                  <a:lnTo>
                    <a:pt x="5459" y="3763"/>
                  </a:lnTo>
                  <a:lnTo>
                    <a:pt x="5385" y="3468"/>
                  </a:lnTo>
                  <a:lnTo>
                    <a:pt x="5237" y="3246"/>
                  </a:lnTo>
                  <a:lnTo>
                    <a:pt x="5016" y="3025"/>
                  </a:lnTo>
                  <a:lnTo>
                    <a:pt x="4795" y="2877"/>
                  </a:lnTo>
                  <a:lnTo>
                    <a:pt x="4426" y="2656"/>
                  </a:lnTo>
                  <a:lnTo>
                    <a:pt x="4057" y="2509"/>
                  </a:lnTo>
                  <a:lnTo>
                    <a:pt x="3762" y="2287"/>
                  </a:lnTo>
                  <a:lnTo>
                    <a:pt x="3615" y="2140"/>
                  </a:lnTo>
                  <a:lnTo>
                    <a:pt x="3467" y="1992"/>
                  </a:lnTo>
                  <a:lnTo>
                    <a:pt x="3467" y="1771"/>
                  </a:lnTo>
                  <a:lnTo>
                    <a:pt x="3467" y="1624"/>
                  </a:lnTo>
                  <a:lnTo>
                    <a:pt x="3467" y="1181"/>
                  </a:lnTo>
                  <a:lnTo>
                    <a:pt x="3467" y="812"/>
                  </a:lnTo>
                  <a:lnTo>
                    <a:pt x="3467" y="591"/>
                  </a:lnTo>
                  <a:lnTo>
                    <a:pt x="3393" y="443"/>
                  </a:lnTo>
                  <a:lnTo>
                    <a:pt x="3172" y="296"/>
                  </a:lnTo>
                  <a:lnTo>
                    <a:pt x="2951" y="148"/>
                  </a:lnTo>
                  <a:lnTo>
                    <a:pt x="2508" y="75"/>
                  </a:lnTo>
                  <a:lnTo>
                    <a:pt x="213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5467;p46">
              <a:extLst>
                <a:ext uri="{FF2B5EF4-FFF2-40B4-BE49-F238E27FC236}">
                  <a16:creationId xmlns:a16="http://schemas.microsoft.com/office/drawing/2014/main" id="{FEF1A7CB-2475-39BE-C3B1-F4F0225288D7}"/>
                </a:ext>
              </a:extLst>
            </p:cNvPr>
            <p:cNvSpPr/>
            <p:nvPr/>
          </p:nvSpPr>
          <p:spPr>
            <a:xfrm>
              <a:off x="4615155" y="3220024"/>
              <a:ext cx="132997" cy="229725"/>
            </a:xfrm>
            <a:custGeom>
              <a:avLst/>
              <a:gdLst/>
              <a:ahLst/>
              <a:cxnLst/>
              <a:rect l="l" t="t" r="r" b="b"/>
              <a:pathLst>
                <a:path w="5680" h="9811" fill="none" extrusionOk="0">
                  <a:moveTo>
                    <a:pt x="1181" y="296"/>
                  </a:moveTo>
                  <a:lnTo>
                    <a:pt x="1181" y="296"/>
                  </a:lnTo>
                  <a:lnTo>
                    <a:pt x="1476" y="75"/>
                  </a:lnTo>
                  <a:lnTo>
                    <a:pt x="1771" y="1"/>
                  </a:lnTo>
                  <a:lnTo>
                    <a:pt x="2139" y="1"/>
                  </a:lnTo>
                  <a:lnTo>
                    <a:pt x="2508" y="75"/>
                  </a:lnTo>
                  <a:lnTo>
                    <a:pt x="2508" y="75"/>
                  </a:lnTo>
                  <a:lnTo>
                    <a:pt x="2951" y="148"/>
                  </a:lnTo>
                  <a:lnTo>
                    <a:pt x="3172" y="296"/>
                  </a:lnTo>
                  <a:lnTo>
                    <a:pt x="3393" y="443"/>
                  </a:lnTo>
                  <a:lnTo>
                    <a:pt x="3393" y="443"/>
                  </a:lnTo>
                  <a:lnTo>
                    <a:pt x="3467" y="591"/>
                  </a:lnTo>
                  <a:lnTo>
                    <a:pt x="3467" y="812"/>
                  </a:lnTo>
                  <a:lnTo>
                    <a:pt x="3467" y="1181"/>
                  </a:lnTo>
                  <a:lnTo>
                    <a:pt x="3467" y="1624"/>
                  </a:lnTo>
                  <a:lnTo>
                    <a:pt x="3467" y="1771"/>
                  </a:lnTo>
                  <a:lnTo>
                    <a:pt x="3467" y="1992"/>
                  </a:lnTo>
                  <a:lnTo>
                    <a:pt x="3467" y="1992"/>
                  </a:lnTo>
                  <a:lnTo>
                    <a:pt x="3615" y="2140"/>
                  </a:lnTo>
                  <a:lnTo>
                    <a:pt x="3762" y="2287"/>
                  </a:lnTo>
                  <a:lnTo>
                    <a:pt x="4057" y="2509"/>
                  </a:lnTo>
                  <a:lnTo>
                    <a:pt x="4426" y="2656"/>
                  </a:lnTo>
                  <a:lnTo>
                    <a:pt x="4795" y="2877"/>
                  </a:lnTo>
                  <a:lnTo>
                    <a:pt x="4795" y="2877"/>
                  </a:lnTo>
                  <a:lnTo>
                    <a:pt x="5016" y="3025"/>
                  </a:lnTo>
                  <a:lnTo>
                    <a:pt x="5237" y="3246"/>
                  </a:lnTo>
                  <a:lnTo>
                    <a:pt x="5385" y="3468"/>
                  </a:lnTo>
                  <a:lnTo>
                    <a:pt x="5459" y="3763"/>
                  </a:lnTo>
                  <a:lnTo>
                    <a:pt x="5459" y="4058"/>
                  </a:lnTo>
                  <a:lnTo>
                    <a:pt x="5459" y="4279"/>
                  </a:lnTo>
                  <a:lnTo>
                    <a:pt x="5385" y="4574"/>
                  </a:lnTo>
                  <a:lnTo>
                    <a:pt x="5237" y="4795"/>
                  </a:lnTo>
                  <a:lnTo>
                    <a:pt x="5237" y="4795"/>
                  </a:lnTo>
                  <a:lnTo>
                    <a:pt x="4942" y="5164"/>
                  </a:lnTo>
                  <a:lnTo>
                    <a:pt x="4942" y="5164"/>
                  </a:lnTo>
                  <a:lnTo>
                    <a:pt x="5311" y="5680"/>
                  </a:lnTo>
                  <a:lnTo>
                    <a:pt x="5532" y="6197"/>
                  </a:lnTo>
                  <a:lnTo>
                    <a:pt x="5680" y="6787"/>
                  </a:lnTo>
                  <a:lnTo>
                    <a:pt x="5680" y="7451"/>
                  </a:lnTo>
                  <a:lnTo>
                    <a:pt x="5680" y="7451"/>
                  </a:lnTo>
                  <a:lnTo>
                    <a:pt x="5532" y="8041"/>
                  </a:lnTo>
                  <a:lnTo>
                    <a:pt x="5311" y="8557"/>
                  </a:lnTo>
                  <a:lnTo>
                    <a:pt x="4942" y="9073"/>
                  </a:lnTo>
                  <a:lnTo>
                    <a:pt x="4500" y="9442"/>
                  </a:lnTo>
                  <a:lnTo>
                    <a:pt x="4500" y="9442"/>
                  </a:lnTo>
                  <a:lnTo>
                    <a:pt x="3836" y="9737"/>
                  </a:lnTo>
                  <a:lnTo>
                    <a:pt x="3172" y="9811"/>
                  </a:lnTo>
                  <a:lnTo>
                    <a:pt x="2508" y="9811"/>
                  </a:lnTo>
                  <a:lnTo>
                    <a:pt x="1844" y="9663"/>
                  </a:lnTo>
                  <a:lnTo>
                    <a:pt x="1844" y="9663"/>
                  </a:lnTo>
                  <a:lnTo>
                    <a:pt x="1402" y="9516"/>
                  </a:lnTo>
                  <a:lnTo>
                    <a:pt x="959" y="9295"/>
                  </a:lnTo>
                  <a:lnTo>
                    <a:pt x="591" y="8926"/>
                  </a:lnTo>
                  <a:lnTo>
                    <a:pt x="296" y="8557"/>
                  </a:lnTo>
                  <a:lnTo>
                    <a:pt x="296" y="8557"/>
                  </a:lnTo>
                  <a:lnTo>
                    <a:pt x="148" y="8188"/>
                  </a:lnTo>
                  <a:lnTo>
                    <a:pt x="74" y="7746"/>
                  </a:lnTo>
                  <a:lnTo>
                    <a:pt x="0" y="7377"/>
                  </a:lnTo>
                  <a:lnTo>
                    <a:pt x="74" y="6934"/>
                  </a:lnTo>
                  <a:lnTo>
                    <a:pt x="74" y="6934"/>
                  </a:lnTo>
                  <a:lnTo>
                    <a:pt x="74" y="6418"/>
                  </a:lnTo>
                  <a:lnTo>
                    <a:pt x="222" y="5828"/>
                  </a:lnTo>
                  <a:lnTo>
                    <a:pt x="443" y="5385"/>
                  </a:lnTo>
                  <a:lnTo>
                    <a:pt x="738" y="4869"/>
                  </a:lnTo>
                  <a:lnTo>
                    <a:pt x="738" y="4869"/>
                  </a:lnTo>
                  <a:lnTo>
                    <a:pt x="1181" y="4353"/>
                  </a:lnTo>
                  <a:lnTo>
                    <a:pt x="1181" y="4353"/>
                  </a:lnTo>
                  <a:lnTo>
                    <a:pt x="1328" y="4058"/>
                  </a:lnTo>
                  <a:lnTo>
                    <a:pt x="1328" y="3763"/>
                  </a:lnTo>
                  <a:lnTo>
                    <a:pt x="1328" y="3763"/>
                  </a:lnTo>
                  <a:lnTo>
                    <a:pt x="1181" y="3541"/>
                  </a:lnTo>
                  <a:lnTo>
                    <a:pt x="1033" y="3246"/>
                  </a:lnTo>
                  <a:lnTo>
                    <a:pt x="1033" y="3246"/>
                  </a:lnTo>
                  <a:lnTo>
                    <a:pt x="959" y="3099"/>
                  </a:lnTo>
                  <a:lnTo>
                    <a:pt x="1033" y="2877"/>
                  </a:lnTo>
                  <a:lnTo>
                    <a:pt x="1107" y="2730"/>
                  </a:lnTo>
                  <a:lnTo>
                    <a:pt x="1181" y="2582"/>
                  </a:lnTo>
                  <a:lnTo>
                    <a:pt x="1181" y="2582"/>
                  </a:lnTo>
                  <a:lnTo>
                    <a:pt x="1476" y="2287"/>
                  </a:lnTo>
                  <a:lnTo>
                    <a:pt x="1697" y="1919"/>
                  </a:lnTo>
                  <a:lnTo>
                    <a:pt x="1697" y="1919"/>
                  </a:lnTo>
                  <a:lnTo>
                    <a:pt x="1771" y="1624"/>
                  </a:lnTo>
                  <a:lnTo>
                    <a:pt x="1697" y="1329"/>
                  </a:lnTo>
                  <a:lnTo>
                    <a:pt x="1549" y="1033"/>
                  </a:lnTo>
                  <a:lnTo>
                    <a:pt x="1328" y="812"/>
                  </a:lnTo>
                  <a:lnTo>
                    <a:pt x="1328" y="812"/>
                  </a:lnTo>
                  <a:lnTo>
                    <a:pt x="959" y="73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5468;p46">
              <a:extLst>
                <a:ext uri="{FF2B5EF4-FFF2-40B4-BE49-F238E27FC236}">
                  <a16:creationId xmlns:a16="http://schemas.microsoft.com/office/drawing/2014/main" id="{C506C94D-2CBB-86C6-704C-0A1670AAC5EE}"/>
                </a:ext>
              </a:extLst>
            </p:cNvPr>
            <p:cNvSpPr/>
            <p:nvPr/>
          </p:nvSpPr>
          <p:spPr>
            <a:xfrm>
              <a:off x="4594432" y="3197568"/>
              <a:ext cx="50108" cy="84669"/>
            </a:xfrm>
            <a:custGeom>
              <a:avLst/>
              <a:gdLst/>
              <a:ahLst/>
              <a:cxnLst/>
              <a:rect l="l" t="t" r="r" b="b"/>
              <a:pathLst>
                <a:path w="2140" h="3616" extrusionOk="0">
                  <a:moveTo>
                    <a:pt x="0" y="1"/>
                  </a:moveTo>
                  <a:lnTo>
                    <a:pt x="664" y="3615"/>
                  </a:lnTo>
                  <a:lnTo>
                    <a:pt x="1107" y="3320"/>
                  </a:lnTo>
                  <a:lnTo>
                    <a:pt x="1476" y="3025"/>
                  </a:lnTo>
                  <a:lnTo>
                    <a:pt x="1771" y="2656"/>
                  </a:lnTo>
                  <a:lnTo>
                    <a:pt x="1992" y="2214"/>
                  </a:lnTo>
                  <a:lnTo>
                    <a:pt x="2139" y="1697"/>
                  </a:lnTo>
                  <a:lnTo>
                    <a:pt x="2139" y="1181"/>
                  </a:lnTo>
                  <a:lnTo>
                    <a:pt x="2066" y="739"/>
                  </a:lnTo>
                  <a:lnTo>
                    <a:pt x="1918" y="222"/>
                  </a:lnTo>
                  <a:lnTo>
                    <a:pt x="184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5469;p46">
              <a:extLst>
                <a:ext uri="{FF2B5EF4-FFF2-40B4-BE49-F238E27FC236}">
                  <a16:creationId xmlns:a16="http://schemas.microsoft.com/office/drawing/2014/main" id="{CAE200E1-87F9-7D9F-D4F4-A0732BF8A1EF}"/>
                </a:ext>
              </a:extLst>
            </p:cNvPr>
            <p:cNvSpPr/>
            <p:nvPr/>
          </p:nvSpPr>
          <p:spPr>
            <a:xfrm>
              <a:off x="4502898" y="3358203"/>
              <a:ext cx="122648" cy="240097"/>
            </a:xfrm>
            <a:custGeom>
              <a:avLst/>
              <a:gdLst/>
              <a:ahLst/>
              <a:cxnLst/>
              <a:rect l="l" t="t" r="r" b="b"/>
              <a:pathLst>
                <a:path w="5238" h="10254" extrusionOk="0">
                  <a:moveTo>
                    <a:pt x="443" y="1"/>
                  </a:moveTo>
                  <a:lnTo>
                    <a:pt x="0" y="74"/>
                  </a:lnTo>
                  <a:lnTo>
                    <a:pt x="1254" y="5164"/>
                  </a:lnTo>
                  <a:lnTo>
                    <a:pt x="2582" y="10253"/>
                  </a:lnTo>
                  <a:lnTo>
                    <a:pt x="5237" y="148"/>
                  </a:lnTo>
                  <a:lnTo>
                    <a:pt x="2877" y="74"/>
                  </a:lnTo>
                  <a:lnTo>
                    <a:pt x="118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5470;p46">
              <a:extLst>
                <a:ext uri="{FF2B5EF4-FFF2-40B4-BE49-F238E27FC236}">
                  <a16:creationId xmlns:a16="http://schemas.microsoft.com/office/drawing/2014/main" id="{5D33FBBF-90F9-2CF7-6B6C-86979258ADA3}"/>
                </a:ext>
              </a:extLst>
            </p:cNvPr>
            <p:cNvSpPr/>
            <p:nvPr/>
          </p:nvSpPr>
          <p:spPr>
            <a:xfrm>
              <a:off x="4482175" y="3161320"/>
              <a:ext cx="132997" cy="246981"/>
            </a:xfrm>
            <a:custGeom>
              <a:avLst/>
              <a:gdLst/>
              <a:ahLst/>
              <a:cxnLst/>
              <a:rect l="l" t="t" r="r" b="b"/>
              <a:pathLst>
                <a:path w="5680" h="10548" extrusionOk="0">
                  <a:moveTo>
                    <a:pt x="1549" y="0"/>
                  </a:moveTo>
                  <a:lnTo>
                    <a:pt x="885" y="148"/>
                  </a:lnTo>
                  <a:lnTo>
                    <a:pt x="221" y="369"/>
                  </a:lnTo>
                  <a:lnTo>
                    <a:pt x="148" y="2287"/>
                  </a:lnTo>
                  <a:lnTo>
                    <a:pt x="74" y="3909"/>
                  </a:lnTo>
                  <a:lnTo>
                    <a:pt x="0" y="5311"/>
                  </a:lnTo>
                  <a:lnTo>
                    <a:pt x="74" y="5753"/>
                  </a:lnTo>
                  <a:lnTo>
                    <a:pt x="295" y="6196"/>
                  </a:lnTo>
                  <a:lnTo>
                    <a:pt x="516" y="6491"/>
                  </a:lnTo>
                  <a:lnTo>
                    <a:pt x="811" y="6712"/>
                  </a:lnTo>
                  <a:lnTo>
                    <a:pt x="1033" y="6860"/>
                  </a:lnTo>
                  <a:lnTo>
                    <a:pt x="1254" y="6933"/>
                  </a:lnTo>
                  <a:lnTo>
                    <a:pt x="1549" y="7007"/>
                  </a:lnTo>
                  <a:lnTo>
                    <a:pt x="1549" y="8630"/>
                  </a:lnTo>
                  <a:lnTo>
                    <a:pt x="1549" y="8999"/>
                  </a:lnTo>
                  <a:lnTo>
                    <a:pt x="1696" y="9367"/>
                  </a:lnTo>
                  <a:lnTo>
                    <a:pt x="1844" y="9662"/>
                  </a:lnTo>
                  <a:lnTo>
                    <a:pt x="2065" y="9958"/>
                  </a:lnTo>
                  <a:lnTo>
                    <a:pt x="2360" y="10179"/>
                  </a:lnTo>
                  <a:lnTo>
                    <a:pt x="2729" y="10400"/>
                  </a:lnTo>
                  <a:lnTo>
                    <a:pt x="3098" y="10474"/>
                  </a:lnTo>
                  <a:lnTo>
                    <a:pt x="3467" y="10548"/>
                  </a:lnTo>
                  <a:lnTo>
                    <a:pt x="3836" y="10474"/>
                  </a:lnTo>
                  <a:lnTo>
                    <a:pt x="4204" y="10400"/>
                  </a:lnTo>
                  <a:lnTo>
                    <a:pt x="4499" y="10253"/>
                  </a:lnTo>
                  <a:lnTo>
                    <a:pt x="4794" y="10031"/>
                  </a:lnTo>
                  <a:lnTo>
                    <a:pt x="5089" y="9736"/>
                  </a:lnTo>
                  <a:lnTo>
                    <a:pt x="5237" y="9367"/>
                  </a:lnTo>
                  <a:lnTo>
                    <a:pt x="5384" y="9072"/>
                  </a:lnTo>
                  <a:lnTo>
                    <a:pt x="5384" y="8630"/>
                  </a:lnTo>
                  <a:lnTo>
                    <a:pt x="5679" y="1180"/>
                  </a:lnTo>
                  <a:lnTo>
                    <a:pt x="5458" y="1033"/>
                  </a:lnTo>
                  <a:lnTo>
                    <a:pt x="4868" y="664"/>
                  </a:lnTo>
                  <a:lnTo>
                    <a:pt x="4204" y="369"/>
                  </a:lnTo>
                  <a:lnTo>
                    <a:pt x="3614" y="148"/>
                  </a:lnTo>
                  <a:lnTo>
                    <a:pt x="2950" y="0"/>
                  </a:lnTo>
                  <a:close/>
                </a:path>
              </a:pathLst>
            </a:custGeom>
            <a:solidFill>
              <a:srgbClr val="B78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5471;p46">
              <a:extLst>
                <a:ext uri="{FF2B5EF4-FFF2-40B4-BE49-F238E27FC236}">
                  <a16:creationId xmlns:a16="http://schemas.microsoft.com/office/drawing/2014/main" id="{653804CF-9D24-303F-2B55-68E6AE84AA60}"/>
                </a:ext>
              </a:extLst>
            </p:cNvPr>
            <p:cNvSpPr/>
            <p:nvPr/>
          </p:nvSpPr>
          <p:spPr>
            <a:xfrm>
              <a:off x="4482175" y="3161320"/>
              <a:ext cx="132997" cy="246981"/>
            </a:xfrm>
            <a:custGeom>
              <a:avLst/>
              <a:gdLst/>
              <a:ahLst/>
              <a:cxnLst/>
              <a:rect l="l" t="t" r="r" b="b"/>
              <a:pathLst>
                <a:path w="5680" h="10548" fill="none" extrusionOk="0">
                  <a:moveTo>
                    <a:pt x="3467" y="10548"/>
                  </a:moveTo>
                  <a:lnTo>
                    <a:pt x="3467" y="10548"/>
                  </a:lnTo>
                  <a:lnTo>
                    <a:pt x="3098" y="10474"/>
                  </a:lnTo>
                  <a:lnTo>
                    <a:pt x="2729" y="10400"/>
                  </a:lnTo>
                  <a:lnTo>
                    <a:pt x="2360" y="10179"/>
                  </a:lnTo>
                  <a:lnTo>
                    <a:pt x="2065" y="9958"/>
                  </a:lnTo>
                  <a:lnTo>
                    <a:pt x="1844" y="9662"/>
                  </a:lnTo>
                  <a:lnTo>
                    <a:pt x="1696" y="9367"/>
                  </a:lnTo>
                  <a:lnTo>
                    <a:pt x="1549" y="8999"/>
                  </a:lnTo>
                  <a:lnTo>
                    <a:pt x="1549" y="8630"/>
                  </a:lnTo>
                  <a:lnTo>
                    <a:pt x="1549" y="8630"/>
                  </a:lnTo>
                  <a:lnTo>
                    <a:pt x="1549" y="7007"/>
                  </a:lnTo>
                  <a:lnTo>
                    <a:pt x="1549" y="7007"/>
                  </a:lnTo>
                  <a:lnTo>
                    <a:pt x="1254" y="6933"/>
                  </a:lnTo>
                  <a:lnTo>
                    <a:pt x="1033" y="6860"/>
                  </a:lnTo>
                  <a:lnTo>
                    <a:pt x="811" y="6712"/>
                  </a:lnTo>
                  <a:lnTo>
                    <a:pt x="516" y="6491"/>
                  </a:lnTo>
                  <a:lnTo>
                    <a:pt x="295" y="6196"/>
                  </a:lnTo>
                  <a:lnTo>
                    <a:pt x="74" y="5753"/>
                  </a:lnTo>
                  <a:lnTo>
                    <a:pt x="0" y="5311"/>
                  </a:lnTo>
                  <a:lnTo>
                    <a:pt x="0" y="5311"/>
                  </a:lnTo>
                  <a:lnTo>
                    <a:pt x="74" y="3909"/>
                  </a:lnTo>
                  <a:lnTo>
                    <a:pt x="148" y="2287"/>
                  </a:lnTo>
                  <a:lnTo>
                    <a:pt x="221" y="369"/>
                  </a:lnTo>
                  <a:lnTo>
                    <a:pt x="221" y="369"/>
                  </a:lnTo>
                  <a:lnTo>
                    <a:pt x="885" y="148"/>
                  </a:lnTo>
                  <a:lnTo>
                    <a:pt x="1549" y="0"/>
                  </a:lnTo>
                  <a:lnTo>
                    <a:pt x="2287" y="0"/>
                  </a:lnTo>
                  <a:lnTo>
                    <a:pt x="2950" y="0"/>
                  </a:lnTo>
                  <a:lnTo>
                    <a:pt x="3614" y="148"/>
                  </a:lnTo>
                  <a:lnTo>
                    <a:pt x="4204" y="369"/>
                  </a:lnTo>
                  <a:lnTo>
                    <a:pt x="4868" y="664"/>
                  </a:lnTo>
                  <a:lnTo>
                    <a:pt x="5458" y="1033"/>
                  </a:lnTo>
                  <a:lnTo>
                    <a:pt x="5679" y="1180"/>
                  </a:lnTo>
                  <a:lnTo>
                    <a:pt x="5384" y="8630"/>
                  </a:lnTo>
                  <a:lnTo>
                    <a:pt x="5384" y="8630"/>
                  </a:lnTo>
                  <a:lnTo>
                    <a:pt x="5384" y="9072"/>
                  </a:lnTo>
                  <a:lnTo>
                    <a:pt x="5237" y="9367"/>
                  </a:lnTo>
                  <a:lnTo>
                    <a:pt x="5089" y="9736"/>
                  </a:lnTo>
                  <a:lnTo>
                    <a:pt x="4794" y="10031"/>
                  </a:lnTo>
                  <a:lnTo>
                    <a:pt x="4499" y="10253"/>
                  </a:lnTo>
                  <a:lnTo>
                    <a:pt x="4204" y="10400"/>
                  </a:lnTo>
                  <a:lnTo>
                    <a:pt x="3836" y="10474"/>
                  </a:lnTo>
                  <a:lnTo>
                    <a:pt x="3467" y="1054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5472;p46">
              <a:extLst>
                <a:ext uri="{FF2B5EF4-FFF2-40B4-BE49-F238E27FC236}">
                  <a16:creationId xmlns:a16="http://schemas.microsoft.com/office/drawing/2014/main" id="{30783A88-6150-CF54-4433-89E6B84E4958}"/>
                </a:ext>
              </a:extLst>
            </p:cNvPr>
            <p:cNvSpPr/>
            <p:nvPr/>
          </p:nvSpPr>
          <p:spPr>
            <a:xfrm>
              <a:off x="4492525" y="3223490"/>
              <a:ext cx="10396" cy="8664"/>
            </a:xfrm>
            <a:custGeom>
              <a:avLst/>
              <a:gdLst/>
              <a:ahLst/>
              <a:cxnLst/>
              <a:rect l="l" t="t" r="r" b="b"/>
              <a:pathLst>
                <a:path w="444" h="370" extrusionOk="0">
                  <a:moveTo>
                    <a:pt x="74" y="0"/>
                  </a:moveTo>
                  <a:lnTo>
                    <a:pt x="1" y="148"/>
                  </a:lnTo>
                  <a:lnTo>
                    <a:pt x="74" y="295"/>
                  </a:lnTo>
                  <a:lnTo>
                    <a:pt x="74" y="369"/>
                  </a:lnTo>
                  <a:lnTo>
                    <a:pt x="369" y="369"/>
                  </a:lnTo>
                  <a:lnTo>
                    <a:pt x="443" y="222"/>
                  </a:lnTo>
                  <a:lnTo>
                    <a:pt x="369" y="74"/>
                  </a:lnTo>
                  <a:lnTo>
                    <a:pt x="22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5473;p46">
              <a:extLst>
                <a:ext uri="{FF2B5EF4-FFF2-40B4-BE49-F238E27FC236}">
                  <a16:creationId xmlns:a16="http://schemas.microsoft.com/office/drawing/2014/main" id="{4EBB5A5F-69D1-DAB4-BEBB-BD32488341BD}"/>
                </a:ext>
              </a:extLst>
            </p:cNvPr>
            <p:cNvSpPr/>
            <p:nvPr/>
          </p:nvSpPr>
          <p:spPr>
            <a:xfrm>
              <a:off x="4487350" y="3216582"/>
              <a:ext cx="17280" cy="5198"/>
            </a:xfrm>
            <a:custGeom>
              <a:avLst/>
              <a:gdLst/>
              <a:ahLst/>
              <a:cxnLst/>
              <a:rect l="l" t="t" r="r" b="b"/>
              <a:pathLst>
                <a:path w="738" h="222" extrusionOk="0">
                  <a:moveTo>
                    <a:pt x="369" y="0"/>
                  </a:moveTo>
                  <a:lnTo>
                    <a:pt x="222" y="74"/>
                  </a:lnTo>
                  <a:lnTo>
                    <a:pt x="74" y="148"/>
                  </a:lnTo>
                  <a:lnTo>
                    <a:pt x="0" y="222"/>
                  </a:lnTo>
                  <a:lnTo>
                    <a:pt x="148" y="222"/>
                  </a:lnTo>
                  <a:lnTo>
                    <a:pt x="369" y="148"/>
                  </a:lnTo>
                  <a:lnTo>
                    <a:pt x="664" y="222"/>
                  </a:lnTo>
                  <a:lnTo>
                    <a:pt x="738" y="222"/>
                  </a:lnTo>
                  <a:lnTo>
                    <a:pt x="738" y="148"/>
                  </a:lnTo>
                  <a:lnTo>
                    <a:pt x="664" y="148"/>
                  </a:lnTo>
                  <a:lnTo>
                    <a:pt x="517" y="74"/>
                  </a:lnTo>
                  <a:lnTo>
                    <a:pt x="369"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5474;p46">
              <a:extLst>
                <a:ext uri="{FF2B5EF4-FFF2-40B4-BE49-F238E27FC236}">
                  <a16:creationId xmlns:a16="http://schemas.microsoft.com/office/drawing/2014/main" id="{00A53F0B-4607-94FE-6F5E-F8F7F0981560}"/>
                </a:ext>
              </a:extLst>
            </p:cNvPr>
            <p:cNvSpPr/>
            <p:nvPr/>
          </p:nvSpPr>
          <p:spPr>
            <a:xfrm>
              <a:off x="4542612" y="3226932"/>
              <a:ext cx="10396" cy="8664"/>
            </a:xfrm>
            <a:custGeom>
              <a:avLst/>
              <a:gdLst/>
              <a:ahLst/>
              <a:cxnLst/>
              <a:rect l="l" t="t" r="r" b="b"/>
              <a:pathLst>
                <a:path w="444" h="370" extrusionOk="0">
                  <a:moveTo>
                    <a:pt x="148" y="1"/>
                  </a:moveTo>
                  <a:lnTo>
                    <a:pt x="1" y="148"/>
                  </a:lnTo>
                  <a:lnTo>
                    <a:pt x="74" y="296"/>
                  </a:lnTo>
                  <a:lnTo>
                    <a:pt x="222" y="370"/>
                  </a:lnTo>
                  <a:lnTo>
                    <a:pt x="369" y="370"/>
                  </a:lnTo>
                  <a:lnTo>
                    <a:pt x="443" y="222"/>
                  </a:lnTo>
                  <a:lnTo>
                    <a:pt x="443" y="75"/>
                  </a:lnTo>
                  <a:lnTo>
                    <a:pt x="29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5475;p46">
              <a:extLst>
                <a:ext uri="{FF2B5EF4-FFF2-40B4-BE49-F238E27FC236}">
                  <a16:creationId xmlns:a16="http://schemas.microsoft.com/office/drawing/2014/main" id="{28E6D2F5-D1E2-D648-96C2-B624CFF6254F}"/>
                </a:ext>
              </a:extLst>
            </p:cNvPr>
            <p:cNvSpPr/>
            <p:nvPr/>
          </p:nvSpPr>
          <p:spPr>
            <a:xfrm>
              <a:off x="4539170" y="3221757"/>
              <a:ext cx="17280" cy="5198"/>
            </a:xfrm>
            <a:custGeom>
              <a:avLst/>
              <a:gdLst/>
              <a:ahLst/>
              <a:cxnLst/>
              <a:rect l="l" t="t" r="r" b="b"/>
              <a:pathLst>
                <a:path w="738" h="222" extrusionOk="0">
                  <a:moveTo>
                    <a:pt x="221" y="1"/>
                  </a:moveTo>
                  <a:lnTo>
                    <a:pt x="74" y="74"/>
                  </a:lnTo>
                  <a:lnTo>
                    <a:pt x="0" y="222"/>
                  </a:lnTo>
                  <a:lnTo>
                    <a:pt x="148" y="148"/>
                  </a:lnTo>
                  <a:lnTo>
                    <a:pt x="369" y="74"/>
                  </a:lnTo>
                  <a:lnTo>
                    <a:pt x="664" y="148"/>
                  </a:lnTo>
                  <a:lnTo>
                    <a:pt x="738" y="148"/>
                  </a:lnTo>
                  <a:lnTo>
                    <a:pt x="664" y="74"/>
                  </a:lnTo>
                  <a:lnTo>
                    <a:pt x="51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5476;p46">
              <a:extLst>
                <a:ext uri="{FF2B5EF4-FFF2-40B4-BE49-F238E27FC236}">
                  <a16:creationId xmlns:a16="http://schemas.microsoft.com/office/drawing/2014/main" id="{0949152A-A616-12F5-4A72-E0CF2A18FEA2}"/>
                </a:ext>
              </a:extLst>
            </p:cNvPr>
            <p:cNvSpPr/>
            <p:nvPr/>
          </p:nvSpPr>
          <p:spPr>
            <a:xfrm>
              <a:off x="4508073" y="3223490"/>
              <a:ext cx="15571" cy="41468"/>
            </a:xfrm>
            <a:custGeom>
              <a:avLst/>
              <a:gdLst/>
              <a:ahLst/>
              <a:cxnLst/>
              <a:rect l="l" t="t" r="r" b="b"/>
              <a:pathLst>
                <a:path w="665" h="1771" extrusionOk="0">
                  <a:moveTo>
                    <a:pt x="664" y="0"/>
                  </a:moveTo>
                  <a:lnTo>
                    <a:pt x="369" y="517"/>
                  </a:lnTo>
                  <a:lnTo>
                    <a:pt x="222" y="1107"/>
                  </a:lnTo>
                  <a:lnTo>
                    <a:pt x="0" y="1476"/>
                  </a:lnTo>
                  <a:lnTo>
                    <a:pt x="0" y="1697"/>
                  </a:lnTo>
                  <a:lnTo>
                    <a:pt x="74" y="1771"/>
                  </a:lnTo>
                  <a:lnTo>
                    <a:pt x="517" y="1771"/>
                  </a:lnTo>
                  <a:lnTo>
                    <a:pt x="222" y="1697"/>
                  </a:lnTo>
                  <a:lnTo>
                    <a:pt x="74" y="1697"/>
                  </a:lnTo>
                  <a:lnTo>
                    <a:pt x="148" y="1549"/>
                  </a:lnTo>
                  <a:lnTo>
                    <a:pt x="295" y="1107"/>
                  </a:lnTo>
                  <a:lnTo>
                    <a:pt x="517" y="590"/>
                  </a:lnTo>
                  <a:lnTo>
                    <a:pt x="66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5477;p46">
              <a:extLst>
                <a:ext uri="{FF2B5EF4-FFF2-40B4-BE49-F238E27FC236}">
                  <a16:creationId xmlns:a16="http://schemas.microsoft.com/office/drawing/2014/main" id="{E2B527B2-EF53-C874-9157-C3C478E968E1}"/>
                </a:ext>
              </a:extLst>
            </p:cNvPr>
            <p:cNvSpPr/>
            <p:nvPr/>
          </p:nvSpPr>
          <p:spPr>
            <a:xfrm>
              <a:off x="4516714" y="3311581"/>
              <a:ext cx="46643" cy="22455"/>
            </a:xfrm>
            <a:custGeom>
              <a:avLst/>
              <a:gdLst/>
              <a:ahLst/>
              <a:cxnLst/>
              <a:rect l="l" t="t" r="r" b="b"/>
              <a:pathLst>
                <a:path w="1992" h="959" extrusionOk="0">
                  <a:moveTo>
                    <a:pt x="1992" y="0"/>
                  </a:moveTo>
                  <a:lnTo>
                    <a:pt x="1549" y="221"/>
                  </a:lnTo>
                  <a:lnTo>
                    <a:pt x="1033" y="443"/>
                  </a:lnTo>
                  <a:lnTo>
                    <a:pt x="517" y="516"/>
                  </a:lnTo>
                  <a:lnTo>
                    <a:pt x="0" y="516"/>
                  </a:lnTo>
                  <a:lnTo>
                    <a:pt x="0" y="959"/>
                  </a:lnTo>
                  <a:lnTo>
                    <a:pt x="517" y="959"/>
                  </a:lnTo>
                  <a:lnTo>
                    <a:pt x="959" y="811"/>
                  </a:lnTo>
                  <a:lnTo>
                    <a:pt x="1328" y="664"/>
                  </a:lnTo>
                  <a:lnTo>
                    <a:pt x="1549" y="516"/>
                  </a:lnTo>
                  <a:lnTo>
                    <a:pt x="1844" y="148"/>
                  </a:lnTo>
                  <a:lnTo>
                    <a:pt x="1992" y="0"/>
                  </a:lnTo>
                  <a:close/>
                </a:path>
              </a:pathLst>
            </a:custGeom>
            <a:solidFill>
              <a:srgbClr val="936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5478;p46">
              <a:extLst>
                <a:ext uri="{FF2B5EF4-FFF2-40B4-BE49-F238E27FC236}">
                  <a16:creationId xmlns:a16="http://schemas.microsoft.com/office/drawing/2014/main" id="{B02A6445-0655-D20B-F906-AA812ECCBA87}"/>
                </a:ext>
              </a:extLst>
            </p:cNvPr>
            <p:cNvSpPr/>
            <p:nvPr/>
          </p:nvSpPr>
          <p:spPr>
            <a:xfrm>
              <a:off x="4606515" y="3230398"/>
              <a:ext cx="24211" cy="36293"/>
            </a:xfrm>
            <a:custGeom>
              <a:avLst/>
              <a:gdLst/>
              <a:ahLst/>
              <a:cxnLst/>
              <a:rect l="l" t="t" r="r" b="b"/>
              <a:pathLst>
                <a:path w="1034" h="1550" extrusionOk="0">
                  <a:moveTo>
                    <a:pt x="148" y="0"/>
                  </a:moveTo>
                  <a:lnTo>
                    <a:pt x="1" y="1476"/>
                  </a:lnTo>
                  <a:lnTo>
                    <a:pt x="148" y="1476"/>
                  </a:lnTo>
                  <a:lnTo>
                    <a:pt x="517" y="1549"/>
                  </a:lnTo>
                  <a:lnTo>
                    <a:pt x="665" y="1476"/>
                  </a:lnTo>
                  <a:lnTo>
                    <a:pt x="886" y="1328"/>
                  </a:lnTo>
                  <a:lnTo>
                    <a:pt x="960" y="1107"/>
                  </a:lnTo>
                  <a:lnTo>
                    <a:pt x="1033" y="812"/>
                  </a:lnTo>
                  <a:lnTo>
                    <a:pt x="960" y="517"/>
                  </a:lnTo>
                  <a:lnTo>
                    <a:pt x="886" y="295"/>
                  </a:lnTo>
                  <a:lnTo>
                    <a:pt x="738" y="148"/>
                  </a:lnTo>
                  <a:lnTo>
                    <a:pt x="591" y="74"/>
                  </a:lnTo>
                  <a:lnTo>
                    <a:pt x="296" y="0"/>
                  </a:lnTo>
                  <a:close/>
                </a:path>
              </a:pathLst>
            </a:custGeom>
            <a:solidFill>
              <a:srgbClr val="B78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5479;p46">
              <a:extLst>
                <a:ext uri="{FF2B5EF4-FFF2-40B4-BE49-F238E27FC236}">
                  <a16:creationId xmlns:a16="http://schemas.microsoft.com/office/drawing/2014/main" id="{8E95FC29-0BE2-8429-40A7-0071244950F6}"/>
                </a:ext>
              </a:extLst>
            </p:cNvPr>
            <p:cNvSpPr/>
            <p:nvPr/>
          </p:nvSpPr>
          <p:spPr>
            <a:xfrm>
              <a:off x="4613422" y="3237305"/>
              <a:ext cx="12129" cy="20746"/>
            </a:xfrm>
            <a:custGeom>
              <a:avLst/>
              <a:gdLst/>
              <a:ahLst/>
              <a:cxnLst/>
              <a:rect l="l" t="t" r="r" b="b"/>
              <a:pathLst>
                <a:path w="518" h="886" extrusionOk="0">
                  <a:moveTo>
                    <a:pt x="222" y="0"/>
                  </a:moveTo>
                  <a:lnTo>
                    <a:pt x="148" y="74"/>
                  </a:lnTo>
                  <a:lnTo>
                    <a:pt x="148" y="148"/>
                  </a:lnTo>
                  <a:lnTo>
                    <a:pt x="222" y="74"/>
                  </a:lnTo>
                  <a:lnTo>
                    <a:pt x="296" y="148"/>
                  </a:lnTo>
                  <a:lnTo>
                    <a:pt x="370" y="222"/>
                  </a:lnTo>
                  <a:lnTo>
                    <a:pt x="370" y="443"/>
                  </a:lnTo>
                  <a:lnTo>
                    <a:pt x="370" y="664"/>
                  </a:lnTo>
                  <a:lnTo>
                    <a:pt x="222" y="812"/>
                  </a:lnTo>
                  <a:lnTo>
                    <a:pt x="1" y="812"/>
                  </a:lnTo>
                  <a:lnTo>
                    <a:pt x="74" y="886"/>
                  </a:lnTo>
                  <a:lnTo>
                    <a:pt x="222" y="886"/>
                  </a:lnTo>
                  <a:lnTo>
                    <a:pt x="443" y="738"/>
                  </a:lnTo>
                  <a:lnTo>
                    <a:pt x="517" y="443"/>
                  </a:lnTo>
                  <a:lnTo>
                    <a:pt x="443" y="148"/>
                  </a:lnTo>
                  <a:lnTo>
                    <a:pt x="370" y="74"/>
                  </a:lnTo>
                  <a:lnTo>
                    <a:pt x="222" y="0"/>
                  </a:lnTo>
                  <a:close/>
                </a:path>
              </a:pathLst>
            </a:custGeom>
            <a:solidFill>
              <a:srgbClr val="936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5480;p46">
              <a:extLst>
                <a:ext uri="{FF2B5EF4-FFF2-40B4-BE49-F238E27FC236}">
                  <a16:creationId xmlns:a16="http://schemas.microsoft.com/office/drawing/2014/main" id="{C4833236-5928-3D18-09F7-49720BCA4562}"/>
                </a:ext>
              </a:extLst>
            </p:cNvPr>
            <p:cNvSpPr/>
            <p:nvPr/>
          </p:nvSpPr>
          <p:spPr>
            <a:xfrm>
              <a:off x="4482175" y="3149214"/>
              <a:ext cx="136439" cy="93285"/>
            </a:xfrm>
            <a:custGeom>
              <a:avLst/>
              <a:gdLst/>
              <a:ahLst/>
              <a:cxnLst/>
              <a:rect l="l" t="t" r="r" b="b"/>
              <a:pathLst>
                <a:path w="5827" h="3984" extrusionOk="0">
                  <a:moveTo>
                    <a:pt x="2287" y="1"/>
                  </a:moveTo>
                  <a:lnTo>
                    <a:pt x="1623" y="74"/>
                  </a:lnTo>
                  <a:lnTo>
                    <a:pt x="1033" y="222"/>
                  </a:lnTo>
                  <a:lnTo>
                    <a:pt x="516" y="517"/>
                  </a:lnTo>
                  <a:lnTo>
                    <a:pt x="0" y="886"/>
                  </a:lnTo>
                  <a:lnTo>
                    <a:pt x="295" y="812"/>
                  </a:lnTo>
                  <a:lnTo>
                    <a:pt x="516" y="1181"/>
                  </a:lnTo>
                  <a:lnTo>
                    <a:pt x="885" y="1402"/>
                  </a:lnTo>
                  <a:lnTo>
                    <a:pt x="1328" y="1623"/>
                  </a:lnTo>
                  <a:lnTo>
                    <a:pt x="1770" y="1623"/>
                  </a:lnTo>
                  <a:lnTo>
                    <a:pt x="2655" y="1550"/>
                  </a:lnTo>
                  <a:lnTo>
                    <a:pt x="3540" y="1328"/>
                  </a:lnTo>
                  <a:lnTo>
                    <a:pt x="3983" y="1255"/>
                  </a:lnTo>
                  <a:lnTo>
                    <a:pt x="4204" y="1255"/>
                  </a:lnTo>
                  <a:lnTo>
                    <a:pt x="4426" y="1402"/>
                  </a:lnTo>
                  <a:lnTo>
                    <a:pt x="4573" y="1623"/>
                  </a:lnTo>
                  <a:lnTo>
                    <a:pt x="4647" y="1918"/>
                  </a:lnTo>
                  <a:lnTo>
                    <a:pt x="4647" y="2582"/>
                  </a:lnTo>
                  <a:lnTo>
                    <a:pt x="4647" y="3172"/>
                  </a:lnTo>
                  <a:lnTo>
                    <a:pt x="4647" y="3689"/>
                  </a:lnTo>
                  <a:lnTo>
                    <a:pt x="4794" y="3910"/>
                  </a:lnTo>
                  <a:lnTo>
                    <a:pt x="5016" y="3984"/>
                  </a:lnTo>
                  <a:lnTo>
                    <a:pt x="5163" y="3984"/>
                  </a:lnTo>
                  <a:lnTo>
                    <a:pt x="5384" y="3762"/>
                  </a:lnTo>
                  <a:lnTo>
                    <a:pt x="5532" y="3541"/>
                  </a:lnTo>
                  <a:lnTo>
                    <a:pt x="5679" y="3394"/>
                  </a:lnTo>
                  <a:lnTo>
                    <a:pt x="5753" y="2877"/>
                  </a:lnTo>
                  <a:lnTo>
                    <a:pt x="5753" y="2435"/>
                  </a:lnTo>
                  <a:lnTo>
                    <a:pt x="5827" y="2140"/>
                  </a:lnTo>
                  <a:lnTo>
                    <a:pt x="5753" y="1918"/>
                  </a:lnTo>
                  <a:lnTo>
                    <a:pt x="5679" y="1623"/>
                  </a:lnTo>
                  <a:lnTo>
                    <a:pt x="5606" y="1402"/>
                  </a:lnTo>
                  <a:lnTo>
                    <a:pt x="5384" y="1181"/>
                  </a:lnTo>
                  <a:lnTo>
                    <a:pt x="5163" y="960"/>
                  </a:lnTo>
                  <a:lnTo>
                    <a:pt x="4647" y="665"/>
                  </a:lnTo>
                  <a:lnTo>
                    <a:pt x="4057" y="370"/>
                  </a:lnTo>
                  <a:lnTo>
                    <a:pt x="3467" y="222"/>
                  </a:lnTo>
                  <a:lnTo>
                    <a:pt x="2877" y="74"/>
                  </a:lnTo>
                  <a:lnTo>
                    <a:pt x="228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5481;p46">
              <a:extLst>
                <a:ext uri="{FF2B5EF4-FFF2-40B4-BE49-F238E27FC236}">
                  <a16:creationId xmlns:a16="http://schemas.microsoft.com/office/drawing/2014/main" id="{C221E524-D892-80F0-D184-92D25DDE9929}"/>
                </a:ext>
              </a:extLst>
            </p:cNvPr>
            <p:cNvSpPr/>
            <p:nvPr/>
          </p:nvSpPr>
          <p:spPr>
            <a:xfrm>
              <a:off x="4482175" y="3149214"/>
              <a:ext cx="136439" cy="93285"/>
            </a:xfrm>
            <a:custGeom>
              <a:avLst/>
              <a:gdLst/>
              <a:ahLst/>
              <a:cxnLst/>
              <a:rect l="l" t="t" r="r" b="b"/>
              <a:pathLst>
                <a:path w="5827" h="3984" fill="none" extrusionOk="0">
                  <a:moveTo>
                    <a:pt x="295" y="812"/>
                  </a:moveTo>
                  <a:lnTo>
                    <a:pt x="295" y="812"/>
                  </a:lnTo>
                  <a:lnTo>
                    <a:pt x="516" y="1181"/>
                  </a:lnTo>
                  <a:lnTo>
                    <a:pt x="885" y="1402"/>
                  </a:lnTo>
                  <a:lnTo>
                    <a:pt x="1328" y="1623"/>
                  </a:lnTo>
                  <a:lnTo>
                    <a:pt x="1770" y="1623"/>
                  </a:lnTo>
                  <a:lnTo>
                    <a:pt x="1770" y="1623"/>
                  </a:lnTo>
                  <a:lnTo>
                    <a:pt x="2655" y="1550"/>
                  </a:lnTo>
                  <a:lnTo>
                    <a:pt x="3540" y="1328"/>
                  </a:lnTo>
                  <a:lnTo>
                    <a:pt x="3540" y="1328"/>
                  </a:lnTo>
                  <a:lnTo>
                    <a:pt x="3983" y="1255"/>
                  </a:lnTo>
                  <a:lnTo>
                    <a:pt x="4204" y="1255"/>
                  </a:lnTo>
                  <a:lnTo>
                    <a:pt x="4426" y="1402"/>
                  </a:lnTo>
                  <a:lnTo>
                    <a:pt x="4426" y="1402"/>
                  </a:lnTo>
                  <a:lnTo>
                    <a:pt x="4573" y="1623"/>
                  </a:lnTo>
                  <a:lnTo>
                    <a:pt x="4647" y="1918"/>
                  </a:lnTo>
                  <a:lnTo>
                    <a:pt x="4647" y="1918"/>
                  </a:lnTo>
                  <a:lnTo>
                    <a:pt x="4647" y="2582"/>
                  </a:lnTo>
                  <a:lnTo>
                    <a:pt x="4647" y="3172"/>
                  </a:lnTo>
                  <a:lnTo>
                    <a:pt x="4647" y="3172"/>
                  </a:lnTo>
                  <a:lnTo>
                    <a:pt x="4647" y="3689"/>
                  </a:lnTo>
                  <a:lnTo>
                    <a:pt x="4647" y="3689"/>
                  </a:lnTo>
                  <a:lnTo>
                    <a:pt x="4794" y="3910"/>
                  </a:lnTo>
                  <a:lnTo>
                    <a:pt x="5016" y="3984"/>
                  </a:lnTo>
                  <a:lnTo>
                    <a:pt x="5016" y="3984"/>
                  </a:lnTo>
                  <a:lnTo>
                    <a:pt x="5163" y="3984"/>
                  </a:lnTo>
                  <a:lnTo>
                    <a:pt x="5384" y="3762"/>
                  </a:lnTo>
                  <a:lnTo>
                    <a:pt x="5532" y="3541"/>
                  </a:lnTo>
                  <a:lnTo>
                    <a:pt x="5679" y="3394"/>
                  </a:lnTo>
                  <a:lnTo>
                    <a:pt x="5679" y="3394"/>
                  </a:lnTo>
                  <a:lnTo>
                    <a:pt x="5753" y="2877"/>
                  </a:lnTo>
                  <a:lnTo>
                    <a:pt x="5753" y="2435"/>
                  </a:lnTo>
                  <a:lnTo>
                    <a:pt x="5753" y="2435"/>
                  </a:lnTo>
                  <a:lnTo>
                    <a:pt x="5827" y="2140"/>
                  </a:lnTo>
                  <a:lnTo>
                    <a:pt x="5753" y="1918"/>
                  </a:lnTo>
                  <a:lnTo>
                    <a:pt x="5679" y="1623"/>
                  </a:lnTo>
                  <a:lnTo>
                    <a:pt x="5606" y="1402"/>
                  </a:lnTo>
                  <a:lnTo>
                    <a:pt x="5606" y="1402"/>
                  </a:lnTo>
                  <a:lnTo>
                    <a:pt x="5384" y="1181"/>
                  </a:lnTo>
                  <a:lnTo>
                    <a:pt x="5163" y="960"/>
                  </a:lnTo>
                  <a:lnTo>
                    <a:pt x="4647" y="665"/>
                  </a:lnTo>
                  <a:lnTo>
                    <a:pt x="4647" y="665"/>
                  </a:lnTo>
                  <a:lnTo>
                    <a:pt x="4057" y="370"/>
                  </a:lnTo>
                  <a:lnTo>
                    <a:pt x="3467" y="222"/>
                  </a:lnTo>
                  <a:lnTo>
                    <a:pt x="2877" y="74"/>
                  </a:lnTo>
                  <a:lnTo>
                    <a:pt x="2287" y="1"/>
                  </a:lnTo>
                  <a:lnTo>
                    <a:pt x="2287" y="1"/>
                  </a:lnTo>
                  <a:lnTo>
                    <a:pt x="1623" y="74"/>
                  </a:lnTo>
                  <a:lnTo>
                    <a:pt x="1033" y="222"/>
                  </a:lnTo>
                  <a:lnTo>
                    <a:pt x="516" y="517"/>
                  </a:lnTo>
                  <a:lnTo>
                    <a:pt x="0" y="886"/>
                  </a:lnTo>
                  <a:lnTo>
                    <a:pt x="295" y="81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5482;p46">
              <a:extLst>
                <a:ext uri="{FF2B5EF4-FFF2-40B4-BE49-F238E27FC236}">
                  <a16:creationId xmlns:a16="http://schemas.microsoft.com/office/drawing/2014/main" id="{8B3CFF7C-EEBE-D5D8-C066-9D7720E03896}"/>
                </a:ext>
              </a:extLst>
            </p:cNvPr>
            <p:cNvSpPr/>
            <p:nvPr/>
          </p:nvSpPr>
          <p:spPr>
            <a:xfrm>
              <a:off x="4523622" y="3270111"/>
              <a:ext cx="15571" cy="12129"/>
            </a:xfrm>
            <a:custGeom>
              <a:avLst/>
              <a:gdLst/>
              <a:ahLst/>
              <a:cxnLst/>
              <a:rect l="l" t="t" r="r" b="b"/>
              <a:pathLst>
                <a:path w="665" h="518" extrusionOk="0">
                  <a:moveTo>
                    <a:pt x="222" y="1"/>
                  </a:moveTo>
                  <a:lnTo>
                    <a:pt x="74" y="148"/>
                  </a:lnTo>
                  <a:lnTo>
                    <a:pt x="0" y="296"/>
                  </a:lnTo>
                  <a:lnTo>
                    <a:pt x="0" y="443"/>
                  </a:lnTo>
                  <a:lnTo>
                    <a:pt x="0" y="517"/>
                  </a:lnTo>
                  <a:lnTo>
                    <a:pt x="443" y="517"/>
                  </a:lnTo>
                  <a:lnTo>
                    <a:pt x="517" y="443"/>
                  </a:lnTo>
                  <a:lnTo>
                    <a:pt x="664" y="296"/>
                  </a:lnTo>
                  <a:lnTo>
                    <a:pt x="664" y="148"/>
                  </a:lnTo>
                  <a:lnTo>
                    <a:pt x="590" y="75"/>
                  </a:lnTo>
                  <a:lnTo>
                    <a:pt x="443" y="1"/>
                  </a:lnTo>
                  <a:close/>
                </a:path>
              </a:pathLst>
            </a:custGeom>
            <a:solidFill>
              <a:srgbClr val="936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5483;p46">
              <a:extLst>
                <a:ext uri="{FF2B5EF4-FFF2-40B4-BE49-F238E27FC236}">
                  <a16:creationId xmlns:a16="http://schemas.microsoft.com/office/drawing/2014/main" id="{A1A85AB5-A4C9-DCEB-AC71-29974F8B91A8}"/>
                </a:ext>
              </a:extLst>
            </p:cNvPr>
            <p:cNvSpPr/>
            <p:nvPr/>
          </p:nvSpPr>
          <p:spPr>
            <a:xfrm>
              <a:off x="4523622" y="3270111"/>
              <a:ext cx="15571" cy="12129"/>
            </a:xfrm>
            <a:custGeom>
              <a:avLst/>
              <a:gdLst/>
              <a:ahLst/>
              <a:cxnLst/>
              <a:rect l="l" t="t" r="r" b="b"/>
              <a:pathLst>
                <a:path w="665" h="518" fill="none" extrusionOk="0">
                  <a:moveTo>
                    <a:pt x="590" y="75"/>
                  </a:moveTo>
                  <a:lnTo>
                    <a:pt x="590" y="75"/>
                  </a:lnTo>
                  <a:lnTo>
                    <a:pt x="443" y="1"/>
                  </a:lnTo>
                  <a:lnTo>
                    <a:pt x="222" y="1"/>
                  </a:lnTo>
                  <a:lnTo>
                    <a:pt x="222" y="1"/>
                  </a:lnTo>
                  <a:lnTo>
                    <a:pt x="74" y="148"/>
                  </a:lnTo>
                  <a:lnTo>
                    <a:pt x="0" y="296"/>
                  </a:lnTo>
                  <a:lnTo>
                    <a:pt x="0" y="296"/>
                  </a:lnTo>
                  <a:lnTo>
                    <a:pt x="0" y="443"/>
                  </a:lnTo>
                  <a:lnTo>
                    <a:pt x="0" y="517"/>
                  </a:lnTo>
                  <a:lnTo>
                    <a:pt x="0" y="517"/>
                  </a:lnTo>
                  <a:lnTo>
                    <a:pt x="148" y="517"/>
                  </a:lnTo>
                  <a:lnTo>
                    <a:pt x="148" y="517"/>
                  </a:lnTo>
                  <a:lnTo>
                    <a:pt x="443" y="517"/>
                  </a:lnTo>
                  <a:lnTo>
                    <a:pt x="443" y="517"/>
                  </a:lnTo>
                  <a:lnTo>
                    <a:pt x="517" y="443"/>
                  </a:lnTo>
                  <a:lnTo>
                    <a:pt x="664" y="296"/>
                  </a:lnTo>
                  <a:lnTo>
                    <a:pt x="664" y="296"/>
                  </a:lnTo>
                  <a:lnTo>
                    <a:pt x="664" y="148"/>
                  </a:lnTo>
                  <a:lnTo>
                    <a:pt x="590" y="7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5484;p46">
              <a:extLst>
                <a:ext uri="{FF2B5EF4-FFF2-40B4-BE49-F238E27FC236}">
                  <a16:creationId xmlns:a16="http://schemas.microsoft.com/office/drawing/2014/main" id="{D86A0FE6-207F-94A5-75DC-EC5AE122F127}"/>
                </a:ext>
              </a:extLst>
            </p:cNvPr>
            <p:cNvSpPr/>
            <p:nvPr/>
          </p:nvSpPr>
          <p:spPr>
            <a:xfrm>
              <a:off x="4463161" y="3185486"/>
              <a:ext cx="184815" cy="17304"/>
            </a:xfrm>
            <a:custGeom>
              <a:avLst/>
              <a:gdLst/>
              <a:ahLst/>
              <a:cxnLst/>
              <a:rect l="l" t="t" r="r" b="b"/>
              <a:pathLst>
                <a:path w="7893" h="739" extrusionOk="0">
                  <a:moveTo>
                    <a:pt x="222" y="1"/>
                  </a:moveTo>
                  <a:lnTo>
                    <a:pt x="74" y="74"/>
                  </a:lnTo>
                  <a:lnTo>
                    <a:pt x="1" y="222"/>
                  </a:lnTo>
                  <a:lnTo>
                    <a:pt x="1" y="369"/>
                  </a:lnTo>
                  <a:lnTo>
                    <a:pt x="1" y="517"/>
                  </a:lnTo>
                  <a:lnTo>
                    <a:pt x="74" y="591"/>
                  </a:lnTo>
                  <a:lnTo>
                    <a:pt x="222" y="664"/>
                  </a:lnTo>
                  <a:lnTo>
                    <a:pt x="369" y="738"/>
                  </a:lnTo>
                  <a:lnTo>
                    <a:pt x="7524" y="738"/>
                  </a:lnTo>
                  <a:lnTo>
                    <a:pt x="7672" y="664"/>
                  </a:lnTo>
                  <a:lnTo>
                    <a:pt x="7745" y="591"/>
                  </a:lnTo>
                  <a:lnTo>
                    <a:pt x="7819" y="517"/>
                  </a:lnTo>
                  <a:lnTo>
                    <a:pt x="7893" y="369"/>
                  </a:lnTo>
                  <a:lnTo>
                    <a:pt x="7819" y="222"/>
                  </a:lnTo>
                  <a:lnTo>
                    <a:pt x="7745" y="74"/>
                  </a:lnTo>
                  <a:lnTo>
                    <a:pt x="7672"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5485;p46">
              <a:extLst>
                <a:ext uri="{FF2B5EF4-FFF2-40B4-BE49-F238E27FC236}">
                  <a16:creationId xmlns:a16="http://schemas.microsoft.com/office/drawing/2014/main" id="{A2418D46-C5D1-CEFA-29B2-B6C6053B5B28}"/>
                </a:ext>
              </a:extLst>
            </p:cNvPr>
            <p:cNvSpPr/>
            <p:nvPr/>
          </p:nvSpPr>
          <p:spPr>
            <a:xfrm>
              <a:off x="4463161" y="3185486"/>
              <a:ext cx="184815" cy="17304"/>
            </a:xfrm>
            <a:custGeom>
              <a:avLst/>
              <a:gdLst/>
              <a:ahLst/>
              <a:cxnLst/>
              <a:rect l="l" t="t" r="r" b="b"/>
              <a:pathLst>
                <a:path w="7893" h="739" fill="none" extrusionOk="0">
                  <a:moveTo>
                    <a:pt x="7524" y="738"/>
                  </a:moveTo>
                  <a:lnTo>
                    <a:pt x="369" y="738"/>
                  </a:lnTo>
                  <a:lnTo>
                    <a:pt x="369" y="738"/>
                  </a:lnTo>
                  <a:lnTo>
                    <a:pt x="222" y="664"/>
                  </a:lnTo>
                  <a:lnTo>
                    <a:pt x="74" y="591"/>
                  </a:lnTo>
                  <a:lnTo>
                    <a:pt x="1" y="517"/>
                  </a:lnTo>
                  <a:lnTo>
                    <a:pt x="1" y="369"/>
                  </a:lnTo>
                  <a:lnTo>
                    <a:pt x="1" y="369"/>
                  </a:lnTo>
                  <a:lnTo>
                    <a:pt x="1" y="222"/>
                  </a:lnTo>
                  <a:lnTo>
                    <a:pt x="74" y="74"/>
                  </a:lnTo>
                  <a:lnTo>
                    <a:pt x="222" y="1"/>
                  </a:lnTo>
                  <a:lnTo>
                    <a:pt x="369" y="1"/>
                  </a:lnTo>
                  <a:lnTo>
                    <a:pt x="7524" y="1"/>
                  </a:lnTo>
                  <a:lnTo>
                    <a:pt x="7524" y="1"/>
                  </a:lnTo>
                  <a:lnTo>
                    <a:pt x="7672" y="1"/>
                  </a:lnTo>
                  <a:lnTo>
                    <a:pt x="7745" y="74"/>
                  </a:lnTo>
                  <a:lnTo>
                    <a:pt x="7819" y="222"/>
                  </a:lnTo>
                  <a:lnTo>
                    <a:pt x="7893" y="369"/>
                  </a:lnTo>
                  <a:lnTo>
                    <a:pt x="7893" y="369"/>
                  </a:lnTo>
                  <a:lnTo>
                    <a:pt x="7819" y="517"/>
                  </a:lnTo>
                  <a:lnTo>
                    <a:pt x="7745" y="591"/>
                  </a:lnTo>
                  <a:lnTo>
                    <a:pt x="7672" y="664"/>
                  </a:lnTo>
                  <a:lnTo>
                    <a:pt x="7524" y="73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5486;p46">
              <a:extLst>
                <a:ext uri="{FF2B5EF4-FFF2-40B4-BE49-F238E27FC236}">
                  <a16:creationId xmlns:a16="http://schemas.microsoft.com/office/drawing/2014/main" id="{8CA52CAC-F2EB-7146-B5EA-75D710A76935}"/>
                </a:ext>
              </a:extLst>
            </p:cNvPr>
            <p:cNvSpPr/>
            <p:nvPr/>
          </p:nvSpPr>
          <p:spPr>
            <a:xfrm>
              <a:off x="4476977" y="3097394"/>
              <a:ext cx="155476" cy="89843"/>
            </a:xfrm>
            <a:custGeom>
              <a:avLst/>
              <a:gdLst/>
              <a:ahLst/>
              <a:cxnLst/>
              <a:rect l="l" t="t" r="r" b="b"/>
              <a:pathLst>
                <a:path w="6640" h="3837" extrusionOk="0">
                  <a:moveTo>
                    <a:pt x="3320" y="1"/>
                  </a:moveTo>
                  <a:lnTo>
                    <a:pt x="2656" y="75"/>
                  </a:lnTo>
                  <a:lnTo>
                    <a:pt x="2066" y="222"/>
                  </a:lnTo>
                  <a:lnTo>
                    <a:pt x="1476" y="591"/>
                  </a:lnTo>
                  <a:lnTo>
                    <a:pt x="960" y="960"/>
                  </a:lnTo>
                  <a:lnTo>
                    <a:pt x="591" y="1476"/>
                  </a:lnTo>
                  <a:lnTo>
                    <a:pt x="296" y="1992"/>
                  </a:lnTo>
                  <a:lnTo>
                    <a:pt x="75" y="2656"/>
                  </a:lnTo>
                  <a:lnTo>
                    <a:pt x="1" y="3320"/>
                  </a:lnTo>
                  <a:lnTo>
                    <a:pt x="1" y="3836"/>
                  </a:lnTo>
                  <a:lnTo>
                    <a:pt x="6639" y="3836"/>
                  </a:lnTo>
                  <a:lnTo>
                    <a:pt x="6639" y="3320"/>
                  </a:lnTo>
                  <a:lnTo>
                    <a:pt x="6565" y="2656"/>
                  </a:lnTo>
                  <a:lnTo>
                    <a:pt x="6418" y="1992"/>
                  </a:lnTo>
                  <a:lnTo>
                    <a:pt x="6123" y="1476"/>
                  </a:lnTo>
                  <a:lnTo>
                    <a:pt x="5680" y="960"/>
                  </a:lnTo>
                  <a:lnTo>
                    <a:pt x="5164" y="591"/>
                  </a:lnTo>
                  <a:lnTo>
                    <a:pt x="4648" y="222"/>
                  </a:lnTo>
                  <a:lnTo>
                    <a:pt x="3984" y="75"/>
                  </a:lnTo>
                  <a:lnTo>
                    <a:pt x="3320"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5487;p46">
              <a:extLst>
                <a:ext uri="{FF2B5EF4-FFF2-40B4-BE49-F238E27FC236}">
                  <a16:creationId xmlns:a16="http://schemas.microsoft.com/office/drawing/2014/main" id="{EFC57ABA-BDA6-D7A0-1EBB-DBA84324BC03}"/>
                </a:ext>
              </a:extLst>
            </p:cNvPr>
            <p:cNvSpPr/>
            <p:nvPr/>
          </p:nvSpPr>
          <p:spPr>
            <a:xfrm>
              <a:off x="4476977" y="3097394"/>
              <a:ext cx="155476" cy="89843"/>
            </a:xfrm>
            <a:custGeom>
              <a:avLst/>
              <a:gdLst/>
              <a:ahLst/>
              <a:cxnLst/>
              <a:rect l="l" t="t" r="r" b="b"/>
              <a:pathLst>
                <a:path w="6640" h="3837" fill="none" extrusionOk="0">
                  <a:moveTo>
                    <a:pt x="6639" y="3836"/>
                  </a:moveTo>
                  <a:lnTo>
                    <a:pt x="1" y="3836"/>
                  </a:lnTo>
                  <a:lnTo>
                    <a:pt x="1" y="3320"/>
                  </a:lnTo>
                  <a:lnTo>
                    <a:pt x="1" y="3320"/>
                  </a:lnTo>
                  <a:lnTo>
                    <a:pt x="75" y="2656"/>
                  </a:lnTo>
                  <a:lnTo>
                    <a:pt x="296" y="1992"/>
                  </a:lnTo>
                  <a:lnTo>
                    <a:pt x="591" y="1476"/>
                  </a:lnTo>
                  <a:lnTo>
                    <a:pt x="960" y="960"/>
                  </a:lnTo>
                  <a:lnTo>
                    <a:pt x="1476" y="591"/>
                  </a:lnTo>
                  <a:lnTo>
                    <a:pt x="2066" y="222"/>
                  </a:lnTo>
                  <a:lnTo>
                    <a:pt x="2656" y="75"/>
                  </a:lnTo>
                  <a:lnTo>
                    <a:pt x="3320" y="1"/>
                  </a:lnTo>
                  <a:lnTo>
                    <a:pt x="3320" y="1"/>
                  </a:lnTo>
                  <a:lnTo>
                    <a:pt x="3984" y="75"/>
                  </a:lnTo>
                  <a:lnTo>
                    <a:pt x="4648" y="222"/>
                  </a:lnTo>
                  <a:lnTo>
                    <a:pt x="5164" y="591"/>
                  </a:lnTo>
                  <a:lnTo>
                    <a:pt x="5680" y="960"/>
                  </a:lnTo>
                  <a:lnTo>
                    <a:pt x="6123" y="1476"/>
                  </a:lnTo>
                  <a:lnTo>
                    <a:pt x="6418" y="1992"/>
                  </a:lnTo>
                  <a:lnTo>
                    <a:pt x="6565" y="2656"/>
                  </a:lnTo>
                  <a:lnTo>
                    <a:pt x="6639" y="3320"/>
                  </a:lnTo>
                  <a:lnTo>
                    <a:pt x="6639" y="383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5488;p46">
              <a:extLst>
                <a:ext uri="{FF2B5EF4-FFF2-40B4-BE49-F238E27FC236}">
                  <a16:creationId xmlns:a16="http://schemas.microsoft.com/office/drawing/2014/main" id="{BB9A64E1-CC0C-6F63-D5C4-34D9DC44584C}"/>
                </a:ext>
              </a:extLst>
            </p:cNvPr>
            <p:cNvSpPr/>
            <p:nvPr/>
          </p:nvSpPr>
          <p:spPr>
            <a:xfrm>
              <a:off x="4540879" y="3097394"/>
              <a:ext cx="24211" cy="93285"/>
            </a:xfrm>
            <a:custGeom>
              <a:avLst/>
              <a:gdLst/>
              <a:ahLst/>
              <a:cxnLst/>
              <a:rect l="l" t="t" r="r" b="b"/>
              <a:pathLst>
                <a:path w="1034" h="3984" extrusionOk="0">
                  <a:moveTo>
                    <a:pt x="1" y="1"/>
                  </a:moveTo>
                  <a:lnTo>
                    <a:pt x="1" y="3984"/>
                  </a:lnTo>
                  <a:lnTo>
                    <a:pt x="1033" y="3984"/>
                  </a:lnTo>
                  <a:lnTo>
                    <a:pt x="1033"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5489;p46">
              <a:extLst>
                <a:ext uri="{FF2B5EF4-FFF2-40B4-BE49-F238E27FC236}">
                  <a16:creationId xmlns:a16="http://schemas.microsoft.com/office/drawing/2014/main" id="{C82C57F8-8472-53A6-93DE-663E89E7FFF4}"/>
                </a:ext>
              </a:extLst>
            </p:cNvPr>
            <p:cNvSpPr/>
            <p:nvPr/>
          </p:nvSpPr>
          <p:spPr>
            <a:xfrm>
              <a:off x="4540879" y="3097394"/>
              <a:ext cx="24211" cy="93285"/>
            </a:xfrm>
            <a:custGeom>
              <a:avLst/>
              <a:gdLst/>
              <a:ahLst/>
              <a:cxnLst/>
              <a:rect l="l" t="t" r="r" b="b"/>
              <a:pathLst>
                <a:path w="1034" h="3984" fill="none" extrusionOk="0">
                  <a:moveTo>
                    <a:pt x="1" y="1"/>
                  </a:moveTo>
                  <a:lnTo>
                    <a:pt x="1033" y="1"/>
                  </a:lnTo>
                  <a:lnTo>
                    <a:pt x="1033" y="3984"/>
                  </a:lnTo>
                  <a:lnTo>
                    <a:pt x="1" y="3984"/>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5490;p46">
              <a:extLst>
                <a:ext uri="{FF2B5EF4-FFF2-40B4-BE49-F238E27FC236}">
                  <a16:creationId xmlns:a16="http://schemas.microsoft.com/office/drawing/2014/main" id="{9DF07A2D-0883-B889-9193-4441D3986B23}"/>
                </a:ext>
              </a:extLst>
            </p:cNvPr>
            <p:cNvSpPr/>
            <p:nvPr/>
          </p:nvSpPr>
          <p:spPr>
            <a:xfrm>
              <a:off x="4539170" y="3097394"/>
              <a:ext cx="3465" cy="88111"/>
            </a:xfrm>
            <a:custGeom>
              <a:avLst/>
              <a:gdLst/>
              <a:ahLst/>
              <a:cxnLst/>
              <a:rect l="l" t="t" r="r" b="b"/>
              <a:pathLst>
                <a:path w="148" h="3763" extrusionOk="0">
                  <a:moveTo>
                    <a:pt x="74" y="1"/>
                  </a:moveTo>
                  <a:lnTo>
                    <a:pt x="0" y="960"/>
                  </a:lnTo>
                  <a:lnTo>
                    <a:pt x="0" y="1845"/>
                  </a:lnTo>
                  <a:lnTo>
                    <a:pt x="0" y="2804"/>
                  </a:lnTo>
                  <a:lnTo>
                    <a:pt x="74" y="3763"/>
                  </a:lnTo>
                  <a:lnTo>
                    <a:pt x="148" y="2804"/>
                  </a:lnTo>
                  <a:lnTo>
                    <a:pt x="148" y="1845"/>
                  </a:lnTo>
                  <a:lnTo>
                    <a:pt x="148" y="960"/>
                  </a:lnTo>
                  <a:lnTo>
                    <a:pt x="7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5491;p46">
              <a:extLst>
                <a:ext uri="{FF2B5EF4-FFF2-40B4-BE49-F238E27FC236}">
                  <a16:creationId xmlns:a16="http://schemas.microsoft.com/office/drawing/2014/main" id="{2D82DAA2-C603-9F03-97B0-B635E2CEEA6E}"/>
                </a:ext>
              </a:extLst>
            </p:cNvPr>
            <p:cNvSpPr/>
            <p:nvPr/>
          </p:nvSpPr>
          <p:spPr>
            <a:xfrm>
              <a:off x="4563335" y="3097394"/>
              <a:ext cx="3489" cy="88111"/>
            </a:xfrm>
            <a:custGeom>
              <a:avLst/>
              <a:gdLst/>
              <a:ahLst/>
              <a:cxnLst/>
              <a:rect l="l" t="t" r="r" b="b"/>
              <a:pathLst>
                <a:path w="149" h="3763" extrusionOk="0">
                  <a:moveTo>
                    <a:pt x="74" y="1"/>
                  </a:moveTo>
                  <a:lnTo>
                    <a:pt x="1" y="960"/>
                  </a:lnTo>
                  <a:lnTo>
                    <a:pt x="1" y="1845"/>
                  </a:lnTo>
                  <a:lnTo>
                    <a:pt x="1" y="2804"/>
                  </a:lnTo>
                  <a:lnTo>
                    <a:pt x="74" y="3763"/>
                  </a:lnTo>
                  <a:lnTo>
                    <a:pt x="148" y="2804"/>
                  </a:lnTo>
                  <a:lnTo>
                    <a:pt x="148" y="1845"/>
                  </a:lnTo>
                  <a:lnTo>
                    <a:pt x="148" y="960"/>
                  </a:lnTo>
                  <a:lnTo>
                    <a:pt x="7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5492;p46">
              <a:extLst>
                <a:ext uri="{FF2B5EF4-FFF2-40B4-BE49-F238E27FC236}">
                  <a16:creationId xmlns:a16="http://schemas.microsoft.com/office/drawing/2014/main" id="{3CDB49BB-EC44-CBD3-AB1B-44FE0780D295}"/>
                </a:ext>
              </a:extLst>
            </p:cNvPr>
            <p:cNvSpPr/>
            <p:nvPr/>
          </p:nvSpPr>
          <p:spPr>
            <a:xfrm>
              <a:off x="4563335" y="3097394"/>
              <a:ext cx="3489" cy="88111"/>
            </a:xfrm>
            <a:custGeom>
              <a:avLst/>
              <a:gdLst/>
              <a:ahLst/>
              <a:cxnLst/>
              <a:rect l="l" t="t" r="r" b="b"/>
              <a:pathLst>
                <a:path w="149" h="3763" fill="none" extrusionOk="0">
                  <a:moveTo>
                    <a:pt x="74" y="3763"/>
                  </a:moveTo>
                  <a:lnTo>
                    <a:pt x="74" y="3763"/>
                  </a:lnTo>
                  <a:lnTo>
                    <a:pt x="1" y="2804"/>
                  </a:lnTo>
                  <a:lnTo>
                    <a:pt x="1" y="1845"/>
                  </a:lnTo>
                  <a:lnTo>
                    <a:pt x="1" y="1845"/>
                  </a:lnTo>
                  <a:lnTo>
                    <a:pt x="1" y="960"/>
                  </a:lnTo>
                  <a:lnTo>
                    <a:pt x="74" y="1"/>
                  </a:lnTo>
                  <a:lnTo>
                    <a:pt x="74" y="1"/>
                  </a:lnTo>
                  <a:lnTo>
                    <a:pt x="148" y="960"/>
                  </a:lnTo>
                  <a:lnTo>
                    <a:pt x="148" y="1845"/>
                  </a:lnTo>
                  <a:lnTo>
                    <a:pt x="148" y="1845"/>
                  </a:lnTo>
                  <a:lnTo>
                    <a:pt x="148" y="2804"/>
                  </a:lnTo>
                  <a:lnTo>
                    <a:pt x="74" y="376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5493;p46">
              <a:extLst>
                <a:ext uri="{FF2B5EF4-FFF2-40B4-BE49-F238E27FC236}">
                  <a16:creationId xmlns:a16="http://schemas.microsoft.com/office/drawing/2014/main" id="{51FD0E38-0B0E-8631-E3B0-302FD14C7303}"/>
                </a:ext>
              </a:extLst>
            </p:cNvPr>
            <p:cNvSpPr/>
            <p:nvPr/>
          </p:nvSpPr>
          <p:spPr>
            <a:xfrm>
              <a:off x="4475267" y="3182043"/>
              <a:ext cx="160627" cy="3465"/>
            </a:xfrm>
            <a:custGeom>
              <a:avLst/>
              <a:gdLst/>
              <a:ahLst/>
              <a:cxnLst/>
              <a:rect l="l" t="t" r="r" b="b"/>
              <a:pathLst>
                <a:path w="6860" h="148" extrusionOk="0">
                  <a:moveTo>
                    <a:pt x="3467" y="0"/>
                  </a:moveTo>
                  <a:lnTo>
                    <a:pt x="1033" y="74"/>
                  </a:lnTo>
                  <a:lnTo>
                    <a:pt x="0" y="74"/>
                  </a:lnTo>
                  <a:lnTo>
                    <a:pt x="1033" y="148"/>
                  </a:lnTo>
                  <a:lnTo>
                    <a:pt x="5827" y="148"/>
                  </a:lnTo>
                  <a:lnTo>
                    <a:pt x="6860" y="74"/>
                  </a:lnTo>
                  <a:lnTo>
                    <a:pt x="5827" y="74"/>
                  </a:lnTo>
                  <a:lnTo>
                    <a:pt x="346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5494;p46">
              <a:extLst>
                <a:ext uri="{FF2B5EF4-FFF2-40B4-BE49-F238E27FC236}">
                  <a16:creationId xmlns:a16="http://schemas.microsoft.com/office/drawing/2014/main" id="{95D6EBC7-5C32-0BC9-E7FA-555D394FDAD8}"/>
                </a:ext>
              </a:extLst>
            </p:cNvPr>
            <p:cNvSpPr/>
            <p:nvPr/>
          </p:nvSpPr>
          <p:spPr>
            <a:xfrm>
              <a:off x="4475267" y="3182043"/>
              <a:ext cx="160627" cy="3465"/>
            </a:xfrm>
            <a:custGeom>
              <a:avLst/>
              <a:gdLst/>
              <a:ahLst/>
              <a:cxnLst/>
              <a:rect l="l" t="t" r="r" b="b"/>
              <a:pathLst>
                <a:path w="6860" h="148" fill="none" extrusionOk="0">
                  <a:moveTo>
                    <a:pt x="6860" y="74"/>
                  </a:moveTo>
                  <a:lnTo>
                    <a:pt x="6860" y="74"/>
                  </a:lnTo>
                  <a:lnTo>
                    <a:pt x="5827" y="148"/>
                  </a:lnTo>
                  <a:lnTo>
                    <a:pt x="3467" y="148"/>
                  </a:lnTo>
                  <a:lnTo>
                    <a:pt x="3467" y="148"/>
                  </a:lnTo>
                  <a:lnTo>
                    <a:pt x="1033" y="148"/>
                  </a:lnTo>
                  <a:lnTo>
                    <a:pt x="0" y="74"/>
                  </a:lnTo>
                  <a:lnTo>
                    <a:pt x="0" y="74"/>
                  </a:lnTo>
                  <a:lnTo>
                    <a:pt x="1033" y="74"/>
                  </a:lnTo>
                  <a:lnTo>
                    <a:pt x="3467" y="0"/>
                  </a:lnTo>
                  <a:lnTo>
                    <a:pt x="3467" y="0"/>
                  </a:lnTo>
                  <a:lnTo>
                    <a:pt x="5827" y="74"/>
                  </a:lnTo>
                  <a:lnTo>
                    <a:pt x="6860" y="7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5495;p46">
              <a:extLst>
                <a:ext uri="{FF2B5EF4-FFF2-40B4-BE49-F238E27FC236}">
                  <a16:creationId xmlns:a16="http://schemas.microsoft.com/office/drawing/2014/main" id="{97644D5E-1639-FF29-A911-36D014E3680F}"/>
                </a:ext>
              </a:extLst>
            </p:cNvPr>
            <p:cNvSpPr/>
            <p:nvPr/>
          </p:nvSpPr>
          <p:spPr>
            <a:xfrm>
              <a:off x="4565068" y="3097394"/>
              <a:ext cx="12106" cy="3489"/>
            </a:xfrm>
            <a:custGeom>
              <a:avLst/>
              <a:gdLst/>
              <a:ahLst/>
              <a:cxnLst/>
              <a:rect l="l" t="t" r="r" b="b"/>
              <a:pathLst>
                <a:path w="517" h="149" extrusionOk="0">
                  <a:moveTo>
                    <a:pt x="0" y="1"/>
                  </a:moveTo>
                  <a:lnTo>
                    <a:pt x="0" y="1"/>
                  </a:lnTo>
                  <a:lnTo>
                    <a:pt x="0" y="1"/>
                  </a:lnTo>
                  <a:lnTo>
                    <a:pt x="517" y="148"/>
                  </a:lnTo>
                  <a:lnTo>
                    <a:pt x="517" y="148"/>
                  </a:lnTo>
                  <a:lnTo>
                    <a:pt x="0" y="1"/>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5496;p46">
              <a:extLst>
                <a:ext uri="{FF2B5EF4-FFF2-40B4-BE49-F238E27FC236}">
                  <a16:creationId xmlns:a16="http://schemas.microsoft.com/office/drawing/2014/main" id="{6A4B139A-A1DB-1170-5C97-382DA65D09DC}"/>
                </a:ext>
              </a:extLst>
            </p:cNvPr>
            <p:cNvSpPr/>
            <p:nvPr/>
          </p:nvSpPr>
          <p:spPr>
            <a:xfrm>
              <a:off x="4565068" y="3097394"/>
              <a:ext cx="12106" cy="3489"/>
            </a:xfrm>
            <a:custGeom>
              <a:avLst/>
              <a:gdLst/>
              <a:ahLst/>
              <a:cxnLst/>
              <a:rect l="l" t="t" r="r" b="b"/>
              <a:pathLst>
                <a:path w="517" h="149" fill="none" extrusionOk="0">
                  <a:moveTo>
                    <a:pt x="0" y="1"/>
                  </a:moveTo>
                  <a:lnTo>
                    <a:pt x="0" y="1"/>
                  </a:lnTo>
                  <a:lnTo>
                    <a:pt x="0" y="1"/>
                  </a:lnTo>
                  <a:lnTo>
                    <a:pt x="517" y="148"/>
                  </a:lnTo>
                  <a:lnTo>
                    <a:pt x="517" y="148"/>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5497;p46">
              <a:extLst>
                <a:ext uri="{FF2B5EF4-FFF2-40B4-BE49-F238E27FC236}">
                  <a16:creationId xmlns:a16="http://schemas.microsoft.com/office/drawing/2014/main" id="{0A0F8BFC-D43D-0F80-851A-EE65A7290393}"/>
                </a:ext>
              </a:extLst>
            </p:cNvPr>
            <p:cNvSpPr/>
            <p:nvPr/>
          </p:nvSpPr>
          <p:spPr>
            <a:xfrm>
              <a:off x="4565068" y="3097394"/>
              <a:ext cx="12106" cy="84669"/>
            </a:xfrm>
            <a:custGeom>
              <a:avLst/>
              <a:gdLst/>
              <a:ahLst/>
              <a:cxnLst/>
              <a:rect l="l" t="t" r="r" b="b"/>
              <a:pathLst>
                <a:path w="517" h="3616" extrusionOk="0">
                  <a:moveTo>
                    <a:pt x="0" y="1"/>
                  </a:moveTo>
                  <a:lnTo>
                    <a:pt x="0" y="148"/>
                  </a:lnTo>
                  <a:lnTo>
                    <a:pt x="74" y="1034"/>
                  </a:lnTo>
                  <a:lnTo>
                    <a:pt x="74" y="1845"/>
                  </a:lnTo>
                  <a:lnTo>
                    <a:pt x="74" y="2730"/>
                  </a:lnTo>
                  <a:lnTo>
                    <a:pt x="0" y="3615"/>
                  </a:lnTo>
                  <a:lnTo>
                    <a:pt x="517" y="148"/>
                  </a:lnTo>
                  <a:lnTo>
                    <a:pt x="0" y="1"/>
                  </a:lnTo>
                  <a:close/>
                </a:path>
              </a:pathLst>
            </a:custGeom>
            <a:solidFill>
              <a:srgbClr val="C24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5498;p46">
              <a:extLst>
                <a:ext uri="{FF2B5EF4-FFF2-40B4-BE49-F238E27FC236}">
                  <a16:creationId xmlns:a16="http://schemas.microsoft.com/office/drawing/2014/main" id="{44595F30-5D6B-814F-7F62-5B08436200CD}"/>
                </a:ext>
              </a:extLst>
            </p:cNvPr>
            <p:cNvSpPr/>
            <p:nvPr/>
          </p:nvSpPr>
          <p:spPr>
            <a:xfrm>
              <a:off x="4565068" y="3097394"/>
              <a:ext cx="12106" cy="84669"/>
            </a:xfrm>
            <a:custGeom>
              <a:avLst/>
              <a:gdLst/>
              <a:ahLst/>
              <a:cxnLst/>
              <a:rect l="l" t="t" r="r" b="b"/>
              <a:pathLst>
                <a:path w="517" h="3616" fill="none" extrusionOk="0">
                  <a:moveTo>
                    <a:pt x="0" y="1"/>
                  </a:moveTo>
                  <a:lnTo>
                    <a:pt x="0" y="148"/>
                  </a:lnTo>
                  <a:lnTo>
                    <a:pt x="0" y="148"/>
                  </a:lnTo>
                  <a:lnTo>
                    <a:pt x="74" y="1034"/>
                  </a:lnTo>
                  <a:lnTo>
                    <a:pt x="74" y="1845"/>
                  </a:lnTo>
                  <a:lnTo>
                    <a:pt x="74" y="1845"/>
                  </a:lnTo>
                  <a:lnTo>
                    <a:pt x="74" y="2730"/>
                  </a:lnTo>
                  <a:lnTo>
                    <a:pt x="0" y="3615"/>
                  </a:lnTo>
                  <a:lnTo>
                    <a:pt x="0" y="3615"/>
                  </a:lnTo>
                  <a:lnTo>
                    <a:pt x="0" y="3615"/>
                  </a:lnTo>
                  <a:lnTo>
                    <a:pt x="0" y="3615"/>
                  </a:lnTo>
                  <a:lnTo>
                    <a:pt x="517" y="148"/>
                  </a:lnTo>
                  <a:lnTo>
                    <a:pt x="517" y="148"/>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5499;p46">
              <a:extLst>
                <a:ext uri="{FF2B5EF4-FFF2-40B4-BE49-F238E27FC236}">
                  <a16:creationId xmlns:a16="http://schemas.microsoft.com/office/drawing/2014/main" id="{F7EC2263-0442-7EF8-091A-91F98517B9DC}"/>
                </a:ext>
              </a:extLst>
            </p:cNvPr>
            <p:cNvSpPr/>
            <p:nvPr/>
          </p:nvSpPr>
          <p:spPr>
            <a:xfrm>
              <a:off x="4565068" y="3100860"/>
              <a:ext cx="1756" cy="81203"/>
            </a:xfrm>
            <a:custGeom>
              <a:avLst/>
              <a:gdLst/>
              <a:ahLst/>
              <a:cxnLst/>
              <a:rect l="l" t="t" r="r" b="b"/>
              <a:pathLst>
                <a:path w="75" h="3468" extrusionOk="0">
                  <a:moveTo>
                    <a:pt x="0" y="0"/>
                  </a:moveTo>
                  <a:lnTo>
                    <a:pt x="0" y="3467"/>
                  </a:lnTo>
                  <a:lnTo>
                    <a:pt x="74" y="2582"/>
                  </a:lnTo>
                  <a:lnTo>
                    <a:pt x="74" y="1697"/>
                  </a:lnTo>
                  <a:lnTo>
                    <a:pt x="74" y="886"/>
                  </a:lnTo>
                  <a:lnTo>
                    <a:pt x="0" y="0"/>
                  </a:lnTo>
                  <a:close/>
                </a:path>
              </a:pathLst>
            </a:custGeom>
            <a:solidFill>
              <a:srgbClr val="1E28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5500;p46">
              <a:extLst>
                <a:ext uri="{FF2B5EF4-FFF2-40B4-BE49-F238E27FC236}">
                  <a16:creationId xmlns:a16="http://schemas.microsoft.com/office/drawing/2014/main" id="{32DFA73A-70A5-3484-80B8-D0D65D0D3EC6}"/>
                </a:ext>
              </a:extLst>
            </p:cNvPr>
            <p:cNvSpPr/>
            <p:nvPr/>
          </p:nvSpPr>
          <p:spPr>
            <a:xfrm>
              <a:off x="4565068" y="3100860"/>
              <a:ext cx="1756" cy="81203"/>
            </a:xfrm>
            <a:custGeom>
              <a:avLst/>
              <a:gdLst/>
              <a:ahLst/>
              <a:cxnLst/>
              <a:rect l="l" t="t" r="r" b="b"/>
              <a:pathLst>
                <a:path w="75" h="3468" fill="none" extrusionOk="0">
                  <a:moveTo>
                    <a:pt x="0" y="0"/>
                  </a:moveTo>
                  <a:lnTo>
                    <a:pt x="0" y="3467"/>
                  </a:lnTo>
                  <a:lnTo>
                    <a:pt x="0" y="3467"/>
                  </a:lnTo>
                  <a:lnTo>
                    <a:pt x="74" y="2582"/>
                  </a:lnTo>
                  <a:lnTo>
                    <a:pt x="74" y="1697"/>
                  </a:lnTo>
                  <a:lnTo>
                    <a:pt x="74" y="1697"/>
                  </a:lnTo>
                  <a:lnTo>
                    <a:pt x="74" y="886"/>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5501;p46">
              <a:extLst>
                <a:ext uri="{FF2B5EF4-FFF2-40B4-BE49-F238E27FC236}">
                  <a16:creationId xmlns:a16="http://schemas.microsoft.com/office/drawing/2014/main" id="{6897A3D0-9706-9FAC-AB88-738963EA21A0}"/>
                </a:ext>
              </a:extLst>
            </p:cNvPr>
            <p:cNvSpPr/>
            <p:nvPr/>
          </p:nvSpPr>
          <p:spPr>
            <a:xfrm>
              <a:off x="4565068" y="3182043"/>
              <a:ext cx="23" cy="3465"/>
            </a:xfrm>
            <a:custGeom>
              <a:avLst/>
              <a:gdLst/>
              <a:ahLst/>
              <a:cxnLst/>
              <a:rect l="l" t="t" r="r" b="b"/>
              <a:pathLst>
                <a:path w="1" h="148" extrusionOk="0">
                  <a:moveTo>
                    <a:pt x="0" y="0"/>
                  </a:moveTo>
                  <a:lnTo>
                    <a:pt x="0" y="148"/>
                  </a:lnTo>
                  <a:lnTo>
                    <a:pt x="0" y="0"/>
                  </a:lnTo>
                  <a:lnTo>
                    <a:pt x="0" y="0"/>
                  </a:lnTo>
                  <a:lnTo>
                    <a:pt x="0" y="0"/>
                  </a:lnTo>
                  <a:close/>
                </a:path>
              </a:pathLst>
            </a:custGeom>
            <a:solidFill>
              <a:srgbClr val="1E28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5502;p46">
              <a:extLst>
                <a:ext uri="{FF2B5EF4-FFF2-40B4-BE49-F238E27FC236}">
                  <a16:creationId xmlns:a16="http://schemas.microsoft.com/office/drawing/2014/main" id="{23653093-C8E2-6E20-70DD-BE540F82F8A5}"/>
                </a:ext>
              </a:extLst>
            </p:cNvPr>
            <p:cNvSpPr/>
            <p:nvPr/>
          </p:nvSpPr>
          <p:spPr>
            <a:xfrm>
              <a:off x="4565068" y="3182043"/>
              <a:ext cx="23" cy="3465"/>
            </a:xfrm>
            <a:custGeom>
              <a:avLst/>
              <a:gdLst/>
              <a:ahLst/>
              <a:cxnLst/>
              <a:rect l="l" t="t" r="r" b="b"/>
              <a:pathLst>
                <a:path w="1" h="148" fill="none" extrusionOk="0">
                  <a:moveTo>
                    <a:pt x="0" y="0"/>
                  </a:moveTo>
                  <a:lnTo>
                    <a:pt x="0" y="148"/>
                  </a:lnTo>
                  <a:lnTo>
                    <a:pt x="0" y="0"/>
                  </a:lnTo>
                  <a:lnTo>
                    <a:pt x="0" y="0"/>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5503;p46">
              <a:extLst>
                <a:ext uri="{FF2B5EF4-FFF2-40B4-BE49-F238E27FC236}">
                  <a16:creationId xmlns:a16="http://schemas.microsoft.com/office/drawing/2014/main" id="{A55CCAFA-48CF-264F-B190-6C92958AB3E9}"/>
                </a:ext>
              </a:extLst>
            </p:cNvPr>
            <p:cNvSpPr/>
            <p:nvPr/>
          </p:nvSpPr>
          <p:spPr>
            <a:xfrm>
              <a:off x="4483884" y="3111233"/>
              <a:ext cx="46666" cy="60458"/>
            </a:xfrm>
            <a:custGeom>
              <a:avLst/>
              <a:gdLst/>
              <a:ahLst/>
              <a:cxnLst/>
              <a:rect l="l" t="t" r="r" b="b"/>
              <a:pathLst>
                <a:path w="1993" h="2582" extrusionOk="0">
                  <a:moveTo>
                    <a:pt x="1992" y="0"/>
                  </a:moveTo>
                  <a:lnTo>
                    <a:pt x="1697" y="74"/>
                  </a:lnTo>
                  <a:lnTo>
                    <a:pt x="1476" y="148"/>
                  </a:lnTo>
                  <a:lnTo>
                    <a:pt x="960" y="516"/>
                  </a:lnTo>
                  <a:lnTo>
                    <a:pt x="517" y="959"/>
                  </a:lnTo>
                  <a:lnTo>
                    <a:pt x="222" y="1475"/>
                  </a:lnTo>
                  <a:lnTo>
                    <a:pt x="1" y="2065"/>
                  </a:lnTo>
                  <a:lnTo>
                    <a:pt x="1" y="2360"/>
                  </a:lnTo>
                  <a:lnTo>
                    <a:pt x="1" y="2582"/>
                  </a:lnTo>
                  <a:lnTo>
                    <a:pt x="148" y="2065"/>
                  </a:lnTo>
                  <a:lnTo>
                    <a:pt x="370" y="1549"/>
                  </a:lnTo>
                  <a:lnTo>
                    <a:pt x="665" y="1033"/>
                  </a:lnTo>
                  <a:lnTo>
                    <a:pt x="1033" y="590"/>
                  </a:lnTo>
                  <a:lnTo>
                    <a:pt x="1550" y="221"/>
                  </a:lnTo>
                  <a:lnTo>
                    <a:pt x="1992" y="0"/>
                  </a:lnTo>
                  <a:close/>
                </a:path>
              </a:pathLst>
            </a:custGeom>
            <a:solidFill>
              <a:srgbClr val="FAB9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5504;p46">
              <a:extLst>
                <a:ext uri="{FF2B5EF4-FFF2-40B4-BE49-F238E27FC236}">
                  <a16:creationId xmlns:a16="http://schemas.microsoft.com/office/drawing/2014/main" id="{3FD6ECFD-B9B4-88F6-A42F-2268DEF55840}"/>
                </a:ext>
              </a:extLst>
            </p:cNvPr>
            <p:cNvSpPr/>
            <p:nvPr/>
          </p:nvSpPr>
          <p:spPr>
            <a:xfrm>
              <a:off x="4483884" y="3111233"/>
              <a:ext cx="46666" cy="60458"/>
            </a:xfrm>
            <a:custGeom>
              <a:avLst/>
              <a:gdLst/>
              <a:ahLst/>
              <a:cxnLst/>
              <a:rect l="l" t="t" r="r" b="b"/>
              <a:pathLst>
                <a:path w="1993" h="2582" fill="none" extrusionOk="0">
                  <a:moveTo>
                    <a:pt x="1992" y="0"/>
                  </a:moveTo>
                  <a:lnTo>
                    <a:pt x="1992" y="0"/>
                  </a:lnTo>
                  <a:lnTo>
                    <a:pt x="1697" y="74"/>
                  </a:lnTo>
                  <a:lnTo>
                    <a:pt x="1476" y="148"/>
                  </a:lnTo>
                  <a:lnTo>
                    <a:pt x="1476" y="148"/>
                  </a:lnTo>
                  <a:lnTo>
                    <a:pt x="960" y="516"/>
                  </a:lnTo>
                  <a:lnTo>
                    <a:pt x="517" y="959"/>
                  </a:lnTo>
                  <a:lnTo>
                    <a:pt x="222" y="1475"/>
                  </a:lnTo>
                  <a:lnTo>
                    <a:pt x="1" y="2065"/>
                  </a:lnTo>
                  <a:lnTo>
                    <a:pt x="1" y="2065"/>
                  </a:lnTo>
                  <a:lnTo>
                    <a:pt x="1" y="2360"/>
                  </a:lnTo>
                  <a:lnTo>
                    <a:pt x="1" y="2582"/>
                  </a:lnTo>
                  <a:lnTo>
                    <a:pt x="1" y="2582"/>
                  </a:lnTo>
                  <a:lnTo>
                    <a:pt x="148" y="2065"/>
                  </a:lnTo>
                  <a:lnTo>
                    <a:pt x="148" y="2065"/>
                  </a:lnTo>
                  <a:lnTo>
                    <a:pt x="370" y="1549"/>
                  </a:lnTo>
                  <a:lnTo>
                    <a:pt x="665" y="1033"/>
                  </a:lnTo>
                  <a:lnTo>
                    <a:pt x="665" y="1033"/>
                  </a:lnTo>
                  <a:lnTo>
                    <a:pt x="1033" y="590"/>
                  </a:lnTo>
                  <a:lnTo>
                    <a:pt x="1550" y="221"/>
                  </a:lnTo>
                  <a:lnTo>
                    <a:pt x="1550" y="221"/>
                  </a:lnTo>
                  <a:lnTo>
                    <a:pt x="199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5505;p46">
              <a:extLst>
                <a:ext uri="{FF2B5EF4-FFF2-40B4-BE49-F238E27FC236}">
                  <a16:creationId xmlns:a16="http://schemas.microsoft.com/office/drawing/2014/main" id="{FF07AB37-203C-F676-B9C4-FAF75954E3AC}"/>
                </a:ext>
              </a:extLst>
            </p:cNvPr>
            <p:cNvSpPr/>
            <p:nvPr/>
          </p:nvSpPr>
          <p:spPr>
            <a:xfrm>
              <a:off x="4520156" y="3268402"/>
              <a:ext cx="20746" cy="13838"/>
            </a:xfrm>
            <a:custGeom>
              <a:avLst/>
              <a:gdLst/>
              <a:ahLst/>
              <a:cxnLst/>
              <a:rect l="l" t="t" r="r" b="b"/>
              <a:pathLst>
                <a:path w="886" h="591" extrusionOk="0">
                  <a:moveTo>
                    <a:pt x="886" y="0"/>
                  </a:moveTo>
                  <a:lnTo>
                    <a:pt x="738" y="74"/>
                  </a:lnTo>
                  <a:lnTo>
                    <a:pt x="443" y="295"/>
                  </a:lnTo>
                  <a:lnTo>
                    <a:pt x="148" y="443"/>
                  </a:lnTo>
                  <a:lnTo>
                    <a:pt x="1" y="590"/>
                  </a:lnTo>
                  <a:lnTo>
                    <a:pt x="148" y="590"/>
                  </a:lnTo>
                  <a:lnTo>
                    <a:pt x="517" y="369"/>
                  </a:lnTo>
                  <a:lnTo>
                    <a:pt x="812" y="148"/>
                  </a:lnTo>
                  <a:lnTo>
                    <a:pt x="886"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5506;p46">
              <a:extLst>
                <a:ext uri="{FF2B5EF4-FFF2-40B4-BE49-F238E27FC236}">
                  <a16:creationId xmlns:a16="http://schemas.microsoft.com/office/drawing/2014/main" id="{11E1649C-9E8C-98B3-4E44-195A51DFB973}"/>
                </a:ext>
              </a:extLst>
            </p:cNvPr>
            <p:cNvSpPr/>
            <p:nvPr/>
          </p:nvSpPr>
          <p:spPr>
            <a:xfrm>
              <a:off x="4380268" y="3931616"/>
              <a:ext cx="411050" cy="3489"/>
            </a:xfrm>
            <a:custGeom>
              <a:avLst/>
              <a:gdLst/>
              <a:ahLst/>
              <a:cxnLst/>
              <a:rect l="l" t="t" r="r" b="b"/>
              <a:pathLst>
                <a:path w="17555" h="149" extrusionOk="0">
                  <a:moveTo>
                    <a:pt x="2582" y="1"/>
                  </a:moveTo>
                  <a:lnTo>
                    <a:pt x="0" y="74"/>
                  </a:lnTo>
                  <a:lnTo>
                    <a:pt x="2582" y="74"/>
                  </a:lnTo>
                  <a:lnTo>
                    <a:pt x="8778" y="148"/>
                  </a:lnTo>
                  <a:lnTo>
                    <a:pt x="14973" y="74"/>
                  </a:lnTo>
                  <a:lnTo>
                    <a:pt x="17555" y="74"/>
                  </a:lnTo>
                  <a:lnTo>
                    <a:pt x="1497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5507;p46">
              <a:extLst>
                <a:ext uri="{FF2B5EF4-FFF2-40B4-BE49-F238E27FC236}">
                  <a16:creationId xmlns:a16="http://schemas.microsoft.com/office/drawing/2014/main" id="{EBF171EA-2259-EEA5-A6CF-E6BC41004058}"/>
                </a:ext>
              </a:extLst>
            </p:cNvPr>
            <p:cNvSpPr/>
            <p:nvPr/>
          </p:nvSpPr>
          <p:spPr>
            <a:xfrm>
              <a:off x="4376803" y="4147512"/>
              <a:ext cx="411074" cy="3489"/>
            </a:xfrm>
            <a:custGeom>
              <a:avLst/>
              <a:gdLst/>
              <a:ahLst/>
              <a:cxnLst/>
              <a:rect l="l" t="t" r="r" b="b"/>
              <a:pathLst>
                <a:path w="17556" h="149" extrusionOk="0">
                  <a:moveTo>
                    <a:pt x="8778" y="1"/>
                  </a:moveTo>
                  <a:lnTo>
                    <a:pt x="2509" y="74"/>
                  </a:lnTo>
                  <a:lnTo>
                    <a:pt x="1" y="74"/>
                  </a:lnTo>
                  <a:lnTo>
                    <a:pt x="2509" y="148"/>
                  </a:lnTo>
                  <a:lnTo>
                    <a:pt x="14974" y="148"/>
                  </a:lnTo>
                  <a:lnTo>
                    <a:pt x="17555" y="74"/>
                  </a:lnTo>
                  <a:lnTo>
                    <a:pt x="14974" y="74"/>
                  </a:lnTo>
                  <a:lnTo>
                    <a:pt x="877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5508;p46">
              <a:extLst>
                <a:ext uri="{FF2B5EF4-FFF2-40B4-BE49-F238E27FC236}">
                  <a16:creationId xmlns:a16="http://schemas.microsoft.com/office/drawing/2014/main" id="{8BCDD17C-314B-4CE5-2AF9-707662B55050}"/>
                </a:ext>
              </a:extLst>
            </p:cNvPr>
            <p:cNvSpPr/>
            <p:nvPr/>
          </p:nvSpPr>
          <p:spPr>
            <a:xfrm>
              <a:off x="4642786" y="3221757"/>
              <a:ext cx="5198" cy="19013"/>
            </a:xfrm>
            <a:custGeom>
              <a:avLst/>
              <a:gdLst/>
              <a:ahLst/>
              <a:cxnLst/>
              <a:rect l="l" t="t" r="r" b="b"/>
              <a:pathLst>
                <a:path w="222" h="812" extrusionOk="0">
                  <a:moveTo>
                    <a:pt x="148" y="1"/>
                  </a:moveTo>
                  <a:lnTo>
                    <a:pt x="74" y="148"/>
                  </a:lnTo>
                  <a:lnTo>
                    <a:pt x="74" y="369"/>
                  </a:lnTo>
                  <a:lnTo>
                    <a:pt x="1" y="664"/>
                  </a:lnTo>
                  <a:lnTo>
                    <a:pt x="1" y="812"/>
                  </a:lnTo>
                  <a:lnTo>
                    <a:pt x="74" y="738"/>
                  </a:lnTo>
                  <a:lnTo>
                    <a:pt x="222" y="443"/>
                  </a:lnTo>
                  <a:lnTo>
                    <a:pt x="222" y="148"/>
                  </a:lnTo>
                  <a:lnTo>
                    <a:pt x="148"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5509;p46">
              <a:extLst>
                <a:ext uri="{FF2B5EF4-FFF2-40B4-BE49-F238E27FC236}">
                  <a16:creationId xmlns:a16="http://schemas.microsoft.com/office/drawing/2014/main" id="{AA4764F2-75B5-6E25-4A55-7104F45BFA38}"/>
                </a:ext>
              </a:extLst>
            </p:cNvPr>
            <p:cNvSpPr/>
            <p:nvPr/>
          </p:nvSpPr>
          <p:spPr>
            <a:xfrm>
              <a:off x="4278361" y="3579274"/>
              <a:ext cx="238365" cy="145103"/>
            </a:xfrm>
            <a:custGeom>
              <a:avLst/>
              <a:gdLst/>
              <a:ahLst/>
              <a:cxnLst/>
              <a:rect l="l" t="t" r="r" b="b"/>
              <a:pathLst>
                <a:path w="10180" h="6197" extrusionOk="0">
                  <a:moveTo>
                    <a:pt x="8925" y="1"/>
                  </a:moveTo>
                  <a:lnTo>
                    <a:pt x="0" y="222"/>
                  </a:lnTo>
                  <a:lnTo>
                    <a:pt x="1402" y="6197"/>
                  </a:lnTo>
                  <a:lnTo>
                    <a:pt x="10179" y="6049"/>
                  </a:lnTo>
                  <a:lnTo>
                    <a:pt x="892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5510;p46">
              <a:extLst>
                <a:ext uri="{FF2B5EF4-FFF2-40B4-BE49-F238E27FC236}">
                  <a16:creationId xmlns:a16="http://schemas.microsoft.com/office/drawing/2014/main" id="{3E6F589D-67AF-3BC0-42D5-98DAB5F788DF}"/>
                </a:ext>
              </a:extLst>
            </p:cNvPr>
            <p:cNvSpPr/>
            <p:nvPr/>
          </p:nvSpPr>
          <p:spPr>
            <a:xfrm>
              <a:off x="4442438" y="3617278"/>
              <a:ext cx="107100" cy="81203"/>
            </a:xfrm>
            <a:custGeom>
              <a:avLst/>
              <a:gdLst/>
              <a:ahLst/>
              <a:cxnLst/>
              <a:rect l="l" t="t" r="r" b="b"/>
              <a:pathLst>
                <a:path w="4574" h="3468" extrusionOk="0">
                  <a:moveTo>
                    <a:pt x="2435" y="0"/>
                  </a:moveTo>
                  <a:lnTo>
                    <a:pt x="2435" y="886"/>
                  </a:lnTo>
                  <a:lnTo>
                    <a:pt x="1" y="886"/>
                  </a:lnTo>
                  <a:lnTo>
                    <a:pt x="1" y="1107"/>
                  </a:lnTo>
                  <a:lnTo>
                    <a:pt x="74" y="1328"/>
                  </a:lnTo>
                  <a:lnTo>
                    <a:pt x="222" y="1476"/>
                  </a:lnTo>
                  <a:lnTo>
                    <a:pt x="443" y="1549"/>
                  </a:lnTo>
                  <a:lnTo>
                    <a:pt x="812" y="1697"/>
                  </a:lnTo>
                  <a:lnTo>
                    <a:pt x="1033" y="1697"/>
                  </a:lnTo>
                  <a:lnTo>
                    <a:pt x="1107" y="2066"/>
                  </a:lnTo>
                  <a:lnTo>
                    <a:pt x="1254" y="2435"/>
                  </a:lnTo>
                  <a:lnTo>
                    <a:pt x="1402" y="2730"/>
                  </a:lnTo>
                  <a:lnTo>
                    <a:pt x="1623" y="2951"/>
                  </a:lnTo>
                  <a:lnTo>
                    <a:pt x="1918" y="3172"/>
                  </a:lnTo>
                  <a:lnTo>
                    <a:pt x="2213" y="3320"/>
                  </a:lnTo>
                  <a:lnTo>
                    <a:pt x="2582" y="3393"/>
                  </a:lnTo>
                  <a:lnTo>
                    <a:pt x="2877" y="3467"/>
                  </a:lnTo>
                  <a:lnTo>
                    <a:pt x="4574" y="3467"/>
                  </a:lnTo>
                  <a:lnTo>
                    <a:pt x="4574" y="1402"/>
                  </a:lnTo>
                  <a:lnTo>
                    <a:pt x="4352" y="959"/>
                  </a:lnTo>
                  <a:lnTo>
                    <a:pt x="4057" y="591"/>
                  </a:lnTo>
                  <a:lnTo>
                    <a:pt x="3689" y="369"/>
                  </a:lnTo>
                  <a:lnTo>
                    <a:pt x="3320" y="222"/>
                  </a:lnTo>
                  <a:lnTo>
                    <a:pt x="2656" y="74"/>
                  </a:lnTo>
                  <a:lnTo>
                    <a:pt x="2435" y="0"/>
                  </a:lnTo>
                  <a:close/>
                </a:path>
              </a:pathLst>
            </a:custGeom>
            <a:solidFill>
              <a:srgbClr val="B7887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5511;p46">
              <a:extLst>
                <a:ext uri="{FF2B5EF4-FFF2-40B4-BE49-F238E27FC236}">
                  <a16:creationId xmlns:a16="http://schemas.microsoft.com/office/drawing/2014/main" id="{8A90DAF0-8D9A-F02F-DBB8-8EB997CA83C5}"/>
                </a:ext>
              </a:extLst>
            </p:cNvPr>
            <p:cNvSpPr/>
            <p:nvPr/>
          </p:nvSpPr>
          <p:spPr>
            <a:xfrm>
              <a:off x="4533971" y="3489473"/>
              <a:ext cx="295357" cy="215910"/>
            </a:xfrm>
            <a:custGeom>
              <a:avLst/>
              <a:gdLst/>
              <a:ahLst/>
              <a:cxnLst/>
              <a:rect l="l" t="t" r="r" b="b"/>
              <a:pathLst>
                <a:path w="12614" h="9221" extrusionOk="0">
                  <a:moveTo>
                    <a:pt x="9811" y="0"/>
                  </a:moveTo>
                  <a:lnTo>
                    <a:pt x="6418" y="2361"/>
                  </a:lnTo>
                  <a:lnTo>
                    <a:pt x="7598" y="5016"/>
                  </a:lnTo>
                  <a:lnTo>
                    <a:pt x="1" y="5680"/>
                  </a:lnTo>
                  <a:lnTo>
                    <a:pt x="1" y="9146"/>
                  </a:lnTo>
                  <a:lnTo>
                    <a:pt x="3394" y="9220"/>
                  </a:lnTo>
                  <a:lnTo>
                    <a:pt x="9442" y="9146"/>
                  </a:lnTo>
                  <a:lnTo>
                    <a:pt x="10032" y="9073"/>
                  </a:lnTo>
                  <a:lnTo>
                    <a:pt x="10696" y="8925"/>
                  </a:lnTo>
                  <a:lnTo>
                    <a:pt x="11212" y="8630"/>
                  </a:lnTo>
                  <a:lnTo>
                    <a:pt x="11728" y="8188"/>
                  </a:lnTo>
                  <a:lnTo>
                    <a:pt x="12097" y="7745"/>
                  </a:lnTo>
                  <a:lnTo>
                    <a:pt x="12392" y="7155"/>
                  </a:lnTo>
                  <a:lnTo>
                    <a:pt x="12540" y="6565"/>
                  </a:lnTo>
                  <a:lnTo>
                    <a:pt x="12614" y="5901"/>
                  </a:lnTo>
                  <a:lnTo>
                    <a:pt x="12614" y="5680"/>
                  </a:lnTo>
                  <a:lnTo>
                    <a:pt x="12540" y="5458"/>
                  </a:lnTo>
                  <a:lnTo>
                    <a:pt x="9811"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5512;p46">
              <a:extLst>
                <a:ext uri="{FF2B5EF4-FFF2-40B4-BE49-F238E27FC236}">
                  <a16:creationId xmlns:a16="http://schemas.microsoft.com/office/drawing/2014/main" id="{33BE4870-7123-E0B6-3717-B374F9F901C9}"/>
                </a:ext>
              </a:extLst>
            </p:cNvPr>
            <p:cNvSpPr/>
            <p:nvPr/>
          </p:nvSpPr>
          <p:spPr>
            <a:xfrm>
              <a:off x="4533971" y="3701904"/>
              <a:ext cx="195187" cy="3489"/>
            </a:xfrm>
            <a:custGeom>
              <a:avLst/>
              <a:gdLst/>
              <a:ahLst/>
              <a:cxnLst/>
              <a:rect l="l" t="t" r="r" b="b"/>
              <a:pathLst>
                <a:path w="8336" h="149" extrusionOk="0">
                  <a:moveTo>
                    <a:pt x="1255" y="1"/>
                  </a:moveTo>
                  <a:lnTo>
                    <a:pt x="1" y="74"/>
                  </a:lnTo>
                  <a:lnTo>
                    <a:pt x="1255" y="148"/>
                  </a:lnTo>
                  <a:lnTo>
                    <a:pt x="7155" y="148"/>
                  </a:lnTo>
                  <a:lnTo>
                    <a:pt x="8336" y="74"/>
                  </a:lnTo>
                  <a:lnTo>
                    <a:pt x="715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5513;p46">
              <a:extLst>
                <a:ext uri="{FF2B5EF4-FFF2-40B4-BE49-F238E27FC236}">
                  <a16:creationId xmlns:a16="http://schemas.microsoft.com/office/drawing/2014/main" id="{CDA3D58E-2E8C-79CE-C704-982667352F0D}"/>
                </a:ext>
              </a:extLst>
            </p:cNvPr>
            <p:cNvSpPr/>
            <p:nvPr/>
          </p:nvSpPr>
          <p:spPr>
            <a:xfrm>
              <a:off x="4535704" y="3606905"/>
              <a:ext cx="169267" cy="17304"/>
            </a:xfrm>
            <a:custGeom>
              <a:avLst/>
              <a:gdLst/>
              <a:ahLst/>
              <a:cxnLst/>
              <a:rect l="l" t="t" r="r" b="b"/>
              <a:pathLst>
                <a:path w="7229" h="739" extrusionOk="0">
                  <a:moveTo>
                    <a:pt x="6418" y="1"/>
                  </a:moveTo>
                  <a:lnTo>
                    <a:pt x="3762" y="296"/>
                  </a:lnTo>
                  <a:lnTo>
                    <a:pt x="1107" y="591"/>
                  </a:lnTo>
                  <a:lnTo>
                    <a:pt x="296" y="665"/>
                  </a:lnTo>
                  <a:lnTo>
                    <a:pt x="1" y="739"/>
                  </a:lnTo>
                  <a:lnTo>
                    <a:pt x="296" y="739"/>
                  </a:lnTo>
                  <a:lnTo>
                    <a:pt x="1107" y="665"/>
                  </a:lnTo>
                  <a:lnTo>
                    <a:pt x="3762" y="443"/>
                  </a:lnTo>
                  <a:lnTo>
                    <a:pt x="6418" y="148"/>
                  </a:lnTo>
                  <a:lnTo>
                    <a:pt x="722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5514;p46">
              <a:extLst>
                <a:ext uri="{FF2B5EF4-FFF2-40B4-BE49-F238E27FC236}">
                  <a16:creationId xmlns:a16="http://schemas.microsoft.com/office/drawing/2014/main" id="{A6F87DEE-5981-5806-40F7-1C8C58DB851F}"/>
                </a:ext>
              </a:extLst>
            </p:cNvPr>
            <p:cNvSpPr/>
            <p:nvPr/>
          </p:nvSpPr>
          <p:spPr>
            <a:xfrm>
              <a:off x="4710154" y="3605196"/>
              <a:ext cx="27653" cy="34561"/>
            </a:xfrm>
            <a:custGeom>
              <a:avLst/>
              <a:gdLst/>
              <a:ahLst/>
              <a:cxnLst/>
              <a:rect l="l" t="t" r="r" b="b"/>
              <a:pathLst>
                <a:path w="1181" h="1476" extrusionOk="0">
                  <a:moveTo>
                    <a:pt x="0" y="0"/>
                  </a:moveTo>
                  <a:lnTo>
                    <a:pt x="590" y="738"/>
                  </a:lnTo>
                  <a:lnTo>
                    <a:pt x="1180" y="1475"/>
                  </a:lnTo>
                  <a:lnTo>
                    <a:pt x="1033" y="1033"/>
                  </a:lnTo>
                  <a:lnTo>
                    <a:pt x="738" y="664"/>
                  </a:lnTo>
                  <a:lnTo>
                    <a:pt x="443" y="295"/>
                  </a:lnTo>
                  <a:lnTo>
                    <a:pt x="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5515;p46">
              <a:extLst>
                <a:ext uri="{FF2B5EF4-FFF2-40B4-BE49-F238E27FC236}">
                  <a16:creationId xmlns:a16="http://schemas.microsoft.com/office/drawing/2014/main" id="{C1C36EE7-80A2-7EA6-393E-AB3EE95F1F27}"/>
                </a:ext>
              </a:extLst>
            </p:cNvPr>
            <p:cNvSpPr/>
            <p:nvPr/>
          </p:nvSpPr>
          <p:spPr>
            <a:xfrm>
              <a:off x="4711864" y="3605196"/>
              <a:ext cx="38026" cy="15548"/>
            </a:xfrm>
            <a:custGeom>
              <a:avLst/>
              <a:gdLst/>
              <a:ahLst/>
              <a:cxnLst/>
              <a:rect l="l" t="t" r="r" b="b"/>
              <a:pathLst>
                <a:path w="1624" h="664" extrusionOk="0">
                  <a:moveTo>
                    <a:pt x="1" y="0"/>
                  </a:moveTo>
                  <a:lnTo>
                    <a:pt x="296" y="74"/>
                  </a:lnTo>
                  <a:lnTo>
                    <a:pt x="812" y="295"/>
                  </a:lnTo>
                  <a:lnTo>
                    <a:pt x="1402" y="516"/>
                  </a:lnTo>
                  <a:lnTo>
                    <a:pt x="1624" y="664"/>
                  </a:lnTo>
                  <a:lnTo>
                    <a:pt x="1329" y="295"/>
                  </a:lnTo>
                  <a:lnTo>
                    <a:pt x="886" y="74"/>
                  </a:lnTo>
                  <a:lnTo>
                    <a:pt x="44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5516;p46">
              <a:extLst>
                <a:ext uri="{FF2B5EF4-FFF2-40B4-BE49-F238E27FC236}">
                  <a16:creationId xmlns:a16="http://schemas.microsoft.com/office/drawing/2014/main" id="{E51D008D-A6E8-FE95-9376-CFA11C70556E}"/>
                </a:ext>
              </a:extLst>
            </p:cNvPr>
            <p:cNvSpPr/>
            <p:nvPr/>
          </p:nvSpPr>
          <p:spPr>
            <a:xfrm>
              <a:off x="4378535" y="3620721"/>
              <a:ext cx="12106" cy="12129"/>
            </a:xfrm>
            <a:custGeom>
              <a:avLst/>
              <a:gdLst/>
              <a:ahLst/>
              <a:cxnLst/>
              <a:rect l="l" t="t" r="r" b="b"/>
              <a:pathLst>
                <a:path w="517" h="518" extrusionOk="0">
                  <a:moveTo>
                    <a:pt x="296" y="1"/>
                  </a:moveTo>
                  <a:lnTo>
                    <a:pt x="74" y="75"/>
                  </a:lnTo>
                  <a:lnTo>
                    <a:pt x="1" y="296"/>
                  </a:lnTo>
                  <a:lnTo>
                    <a:pt x="74" y="444"/>
                  </a:lnTo>
                  <a:lnTo>
                    <a:pt x="296" y="517"/>
                  </a:lnTo>
                  <a:lnTo>
                    <a:pt x="443" y="444"/>
                  </a:lnTo>
                  <a:lnTo>
                    <a:pt x="517" y="296"/>
                  </a:lnTo>
                  <a:lnTo>
                    <a:pt x="443" y="75"/>
                  </a:lnTo>
                  <a:lnTo>
                    <a:pt x="296"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5517;p46">
              <a:extLst>
                <a:ext uri="{FF2B5EF4-FFF2-40B4-BE49-F238E27FC236}">
                  <a16:creationId xmlns:a16="http://schemas.microsoft.com/office/drawing/2014/main" id="{DEB69BD6-A504-9681-CEAC-429EFC27E578}"/>
                </a:ext>
              </a:extLst>
            </p:cNvPr>
            <p:cNvSpPr/>
            <p:nvPr/>
          </p:nvSpPr>
          <p:spPr>
            <a:xfrm>
              <a:off x="4606515" y="3522279"/>
              <a:ext cx="58748" cy="15571"/>
            </a:xfrm>
            <a:custGeom>
              <a:avLst/>
              <a:gdLst/>
              <a:ahLst/>
              <a:cxnLst/>
              <a:rect l="l" t="t" r="r" b="b"/>
              <a:pathLst>
                <a:path w="2509" h="665" extrusionOk="0">
                  <a:moveTo>
                    <a:pt x="1" y="1"/>
                  </a:moveTo>
                  <a:lnTo>
                    <a:pt x="1" y="665"/>
                  </a:lnTo>
                  <a:lnTo>
                    <a:pt x="2508" y="665"/>
                  </a:lnTo>
                  <a:lnTo>
                    <a:pt x="2508"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5518;p46">
              <a:extLst>
                <a:ext uri="{FF2B5EF4-FFF2-40B4-BE49-F238E27FC236}">
                  <a16:creationId xmlns:a16="http://schemas.microsoft.com/office/drawing/2014/main" id="{38B72908-489A-FBB2-3126-8DA36651CE22}"/>
                </a:ext>
              </a:extLst>
            </p:cNvPr>
            <p:cNvSpPr/>
            <p:nvPr/>
          </p:nvSpPr>
          <p:spPr>
            <a:xfrm>
              <a:off x="4217901" y="3467017"/>
              <a:ext cx="36293" cy="44933"/>
            </a:xfrm>
            <a:custGeom>
              <a:avLst/>
              <a:gdLst/>
              <a:ahLst/>
              <a:cxnLst/>
              <a:rect l="l" t="t" r="r" b="b"/>
              <a:pathLst>
                <a:path w="1550" h="1919" extrusionOk="0">
                  <a:moveTo>
                    <a:pt x="1550" y="0"/>
                  </a:moveTo>
                  <a:lnTo>
                    <a:pt x="1107" y="443"/>
                  </a:lnTo>
                  <a:lnTo>
                    <a:pt x="739" y="886"/>
                  </a:lnTo>
                  <a:lnTo>
                    <a:pt x="370" y="1402"/>
                  </a:lnTo>
                  <a:lnTo>
                    <a:pt x="1" y="1918"/>
                  </a:lnTo>
                  <a:lnTo>
                    <a:pt x="443" y="1476"/>
                  </a:lnTo>
                  <a:lnTo>
                    <a:pt x="812" y="1033"/>
                  </a:lnTo>
                  <a:lnTo>
                    <a:pt x="1255" y="517"/>
                  </a:lnTo>
                  <a:lnTo>
                    <a:pt x="155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5519;p46">
              <a:extLst>
                <a:ext uri="{FF2B5EF4-FFF2-40B4-BE49-F238E27FC236}">
                  <a16:creationId xmlns:a16="http://schemas.microsoft.com/office/drawing/2014/main" id="{F08B23E0-6055-CF56-99D0-313B84115015}"/>
                </a:ext>
              </a:extLst>
            </p:cNvPr>
            <p:cNvSpPr/>
            <p:nvPr/>
          </p:nvSpPr>
          <p:spPr>
            <a:xfrm>
              <a:off x="4216192" y="3463552"/>
              <a:ext cx="39735" cy="24211"/>
            </a:xfrm>
            <a:custGeom>
              <a:avLst/>
              <a:gdLst/>
              <a:ahLst/>
              <a:cxnLst/>
              <a:rect l="l" t="t" r="r" b="b"/>
              <a:pathLst>
                <a:path w="1697" h="1034" extrusionOk="0">
                  <a:moveTo>
                    <a:pt x="1697" y="1"/>
                  </a:moveTo>
                  <a:lnTo>
                    <a:pt x="1180" y="148"/>
                  </a:lnTo>
                  <a:lnTo>
                    <a:pt x="738" y="370"/>
                  </a:lnTo>
                  <a:lnTo>
                    <a:pt x="369" y="665"/>
                  </a:lnTo>
                  <a:lnTo>
                    <a:pt x="0" y="1034"/>
                  </a:lnTo>
                  <a:lnTo>
                    <a:pt x="812" y="517"/>
                  </a:lnTo>
                  <a:lnTo>
                    <a:pt x="169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5520;p46">
              <a:extLst>
                <a:ext uri="{FF2B5EF4-FFF2-40B4-BE49-F238E27FC236}">
                  <a16:creationId xmlns:a16="http://schemas.microsoft.com/office/drawing/2014/main" id="{6C094975-2CF2-75AE-1962-27BD54851D6C}"/>
                </a:ext>
              </a:extLst>
            </p:cNvPr>
            <p:cNvSpPr/>
            <p:nvPr/>
          </p:nvSpPr>
          <p:spPr>
            <a:xfrm>
              <a:off x="3036535" y="3511929"/>
              <a:ext cx="438703" cy="171000"/>
            </a:xfrm>
            <a:custGeom>
              <a:avLst/>
              <a:gdLst/>
              <a:ahLst/>
              <a:cxnLst/>
              <a:rect l="l" t="t" r="r" b="b"/>
              <a:pathLst>
                <a:path w="18736" h="7303" extrusionOk="0">
                  <a:moveTo>
                    <a:pt x="16302" y="0"/>
                  </a:moveTo>
                  <a:lnTo>
                    <a:pt x="15859" y="590"/>
                  </a:lnTo>
                  <a:lnTo>
                    <a:pt x="14679" y="1844"/>
                  </a:lnTo>
                  <a:lnTo>
                    <a:pt x="14015" y="2508"/>
                  </a:lnTo>
                  <a:lnTo>
                    <a:pt x="13351" y="3098"/>
                  </a:lnTo>
                  <a:lnTo>
                    <a:pt x="12761" y="3541"/>
                  </a:lnTo>
                  <a:lnTo>
                    <a:pt x="12466" y="3688"/>
                  </a:lnTo>
                  <a:lnTo>
                    <a:pt x="12245" y="3762"/>
                  </a:lnTo>
                  <a:lnTo>
                    <a:pt x="10548" y="3762"/>
                  </a:lnTo>
                  <a:lnTo>
                    <a:pt x="7967" y="3688"/>
                  </a:lnTo>
                  <a:lnTo>
                    <a:pt x="4574" y="3541"/>
                  </a:lnTo>
                  <a:lnTo>
                    <a:pt x="3910" y="3098"/>
                  </a:lnTo>
                  <a:lnTo>
                    <a:pt x="3689" y="2951"/>
                  </a:lnTo>
                  <a:lnTo>
                    <a:pt x="3541" y="2729"/>
                  </a:lnTo>
                  <a:lnTo>
                    <a:pt x="3320" y="2434"/>
                  </a:lnTo>
                  <a:lnTo>
                    <a:pt x="3172" y="2139"/>
                  </a:lnTo>
                  <a:lnTo>
                    <a:pt x="3172" y="1992"/>
                  </a:lnTo>
                  <a:lnTo>
                    <a:pt x="3099" y="1918"/>
                  </a:lnTo>
                  <a:lnTo>
                    <a:pt x="2877" y="1918"/>
                  </a:lnTo>
                  <a:lnTo>
                    <a:pt x="2804" y="2065"/>
                  </a:lnTo>
                  <a:lnTo>
                    <a:pt x="2804" y="2213"/>
                  </a:lnTo>
                  <a:lnTo>
                    <a:pt x="2877" y="2508"/>
                  </a:lnTo>
                  <a:lnTo>
                    <a:pt x="3025" y="2877"/>
                  </a:lnTo>
                  <a:lnTo>
                    <a:pt x="3246" y="3319"/>
                  </a:lnTo>
                  <a:lnTo>
                    <a:pt x="3394" y="3467"/>
                  </a:lnTo>
                  <a:lnTo>
                    <a:pt x="3320" y="3614"/>
                  </a:lnTo>
                  <a:lnTo>
                    <a:pt x="3246" y="3614"/>
                  </a:lnTo>
                  <a:lnTo>
                    <a:pt x="3099" y="3688"/>
                  </a:lnTo>
                  <a:lnTo>
                    <a:pt x="2656" y="3614"/>
                  </a:lnTo>
                  <a:lnTo>
                    <a:pt x="2287" y="3541"/>
                  </a:lnTo>
                  <a:lnTo>
                    <a:pt x="1328" y="3393"/>
                  </a:lnTo>
                  <a:lnTo>
                    <a:pt x="591" y="3393"/>
                  </a:lnTo>
                  <a:lnTo>
                    <a:pt x="517" y="3541"/>
                  </a:lnTo>
                  <a:lnTo>
                    <a:pt x="591" y="3614"/>
                  </a:lnTo>
                  <a:lnTo>
                    <a:pt x="665" y="3762"/>
                  </a:lnTo>
                  <a:lnTo>
                    <a:pt x="960" y="3836"/>
                  </a:lnTo>
                  <a:lnTo>
                    <a:pt x="1845" y="4057"/>
                  </a:lnTo>
                  <a:lnTo>
                    <a:pt x="2287" y="4204"/>
                  </a:lnTo>
                  <a:lnTo>
                    <a:pt x="2361" y="4278"/>
                  </a:lnTo>
                  <a:lnTo>
                    <a:pt x="2435" y="4352"/>
                  </a:lnTo>
                  <a:lnTo>
                    <a:pt x="2287" y="4426"/>
                  </a:lnTo>
                  <a:lnTo>
                    <a:pt x="2066" y="4426"/>
                  </a:lnTo>
                  <a:lnTo>
                    <a:pt x="1402" y="4352"/>
                  </a:lnTo>
                  <a:lnTo>
                    <a:pt x="443" y="4131"/>
                  </a:lnTo>
                  <a:lnTo>
                    <a:pt x="75" y="4131"/>
                  </a:lnTo>
                  <a:lnTo>
                    <a:pt x="1" y="4204"/>
                  </a:lnTo>
                  <a:lnTo>
                    <a:pt x="1" y="4278"/>
                  </a:lnTo>
                  <a:lnTo>
                    <a:pt x="1" y="4352"/>
                  </a:lnTo>
                  <a:lnTo>
                    <a:pt x="222" y="4499"/>
                  </a:lnTo>
                  <a:lnTo>
                    <a:pt x="960" y="4721"/>
                  </a:lnTo>
                  <a:lnTo>
                    <a:pt x="1697" y="4868"/>
                  </a:lnTo>
                  <a:lnTo>
                    <a:pt x="2140" y="4942"/>
                  </a:lnTo>
                  <a:lnTo>
                    <a:pt x="2214" y="4942"/>
                  </a:lnTo>
                  <a:lnTo>
                    <a:pt x="2214" y="5016"/>
                  </a:lnTo>
                  <a:lnTo>
                    <a:pt x="2214" y="5090"/>
                  </a:lnTo>
                  <a:lnTo>
                    <a:pt x="2066" y="5163"/>
                  </a:lnTo>
                  <a:lnTo>
                    <a:pt x="1033" y="4942"/>
                  </a:lnTo>
                  <a:lnTo>
                    <a:pt x="370" y="4942"/>
                  </a:lnTo>
                  <a:lnTo>
                    <a:pt x="148" y="5016"/>
                  </a:lnTo>
                  <a:lnTo>
                    <a:pt x="75" y="5090"/>
                  </a:lnTo>
                  <a:lnTo>
                    <a:pt x="75" y="5237"/>
                  </a:lnTo>
                  <a:lnTo>
                    <a:pt x="296" y="5311"/>
                  </a:lnTo>
                  <a:lnTo>
                    <a:pt x="886" y="5385"/>
                  </a:lnTo>
                  <a:lnTo>
                    <a:pt x="1624" y="5458"/>
                  </a:lnTo>
                  <a:lnTo>
                    <a:pt x="1919" y="5532"/>
                  </a:lnTo>
                  <a:lnTo>
                    <a:pt x="2066" y="5606"/>
                  </a:lnTo>
                  <a:lnTo>
                    <a:pt x="2140" y="5753"/>
                  </a:lnTo>
                  <a:lnTo>
                    <a:pt x="960" y="5753"/>
                  </a:lnTo>
                  <a:lnTo>
                    <a:pt x="738" y="5827"/>
                  </a:lnTo>
                  <a:lnTo>
                    <a:pt x="665" y="5901"/>
                  </a:lnTo>
                  <a:lnTo>
                    <a:pt x="665" y="5975"/>
                  </a:lnTo>
                  <a:lnTo>
                    <a:pt x="738" y="6048"/>
                  </a:lnTo>
                  <a:lnTo>
                    <a:pt x="1033" y="6122"/>
                  </a:lnTo>
                  <a:lnTo>
                    <a:pt x="3763" y="6122"/>
                  </a:lnTo>
                  <a:lnTo>
                    <a:pt x="5016" y="6343"/>
                  </a:lnTo>
                  <a:lnTo>
                    <a:pt x="6418" y="6638"/>
                  </a:lnTo>
                  <a:lnTo>
                    <a:pt x="8041" y="6934"/>
                  </a:lnTo>
                  <a:lnTo>
                    <a:pt x="9811" y="7155"/>
                  </a:lnTo>
                  <a:lnTo>
                    <a:pt x="11433" y="7302"/>
                  </a:lnTo>
                  <a:lnTo>
                    <a:pt x="12171" y="7302"/>
                  </a:lnTo>
                  <a:lnTo>
                    <a:pt x="12835" y="7229"/>
                  </a:lnTo>
                  <a:lnTo>
                    <a:pt x="13351" y="7155"/>
                  </a:lnTo>
                  <a:lnTo>
                    <a:pt x="13794" y="6934"/>
                  </a:lnTo>
                  <a:lnTo>
                    <a:pt x="15121" y="6048"/>
                  </a:lnTo>
                  <a:lnTo>
                    <a:pt x="16449" y="5090"/>
                  </a:lnTo>
                  <a:lnTo>
                    <a:pt x="17629" y="3983"/>
                  </a:lnTo>
                  <a:lnTo>
                    <a:pt x="18736" y="2729"/>
                  </a:lnTo>
                  <a:lnTo>
                    <a:pt x="16302" y="0"/>
                  </a:ln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5521;p46">
              <a:extLst>
                <a:ext uri="{FF2B5EF4-FFF2-40B4-BE49-F238E27FC236}">
                  <a16:creationId xmlns:a16="http://schemas.microsoft.com/office/drawing/2014/main" id="{49900E6B-EB66-74B2-E85A-802DB3530196}"/>
                </a:ext>
              </a:extLst>
            </p:cNvPr>
            <p:cNvSpPr/>
            <p:nvPr/>
          </p:nvSpPr>
          <p:spPr>
            <a:xfrm>
              <a:off x="3521881" y="3156122"/>
              <a:ext cx="176174" cy="174465"/>
            </a:xfrm>
            <a:custGeom>
              <a:avLst/>
              <a:gdLst/>
              <a:ahLst/>
              <a:cxnLst/>
              <a:rect l="l" t="t" r="r" b="b"/>
              <a:pathLst>
                <a:path w="7524" h="7451" extrusionOk="0">
                  <a:moveTo>
                    <a:pt x="3098" y="1"/>
                  </a:moveTo>
                  <a:lnTo>
                    <a:pt x="2729" y="75"/>
                  </a:lnTo>
                  <a:lnTo>
                    <a:pt x="2287" y="222"/>
                  </a:lnTo>
                  <a:lnTo>
                    <a:pt x="1918" y="370"/>
                  </a:lnTo>
                  <a:lnTo>
                    <a:pt x="1549" y="517"/>
                  </a:lnTo>
                  <a:lnTo>
                    <a:pt x="738" y="517"/>
                  </a:lnTo>
                  <a:lnTo>
                    <a:pt x="516" y="591"/>
                  </a:lnTo>
                  <a:lnTo>
                    <a:pt x="295" y="665"/>
                  </a:lnTo>
                  <a:lnTo>
                    <a:pt x="148" y="812"/>
                  </a:lnTo>
                  <a:lnTo>
                    <a:pt x="74" y="960"/>
                  </a:lnTo>
                  <a:lnTo>
                    <a:pt x="0" y="1255"/>
                  </a:lnTo>
                  <a:lnTo>
                    <a:pt x="0" y="1550"/>
                  </a:lnTo>
                  <a:lnTo>
                    <a:pt x="74" y="2435"/>
                  </a:lnTo>
                  <a:lnTo>
                    <a:pt x="148" y="2877"/>
                  </a:lnTo>
                  <a:lnTo>
                    <a:pt x="295" y="3025"/>
                  </a:lnTo>
                  <a:lnTo>
                    <a:pt x="369" y="3099"/>
                  </a:lnTo>
                  <a:lnTo>
                    <a:pt x="4868" y="6639"/>
                  </a:lnTo>
                  <a:lnTo>
                    <a:pt x="4868" y="6934"/>
                  </a:lnTo>
                  <a:lnTo>
                    <a:pt x="4942" y="7155"/>
                  </a:lnTo>
                  <a:lnTo>
                    <a:pt x="5163" y="7303"/>
                  </a:lnTo>
                  <a:lnTo>
                    <a:pt x="5384" y="7450"/>
                  </a:lnTo>
                  <a:lnTo>
                    <a:pt x="5680" y="7377"/>
                  </a:lnTo>
                  <a:lnTo>
                    <a:pt x="5901" y="7303"/>
                  </a:lnTo>
                  <a:lnTo>
                    <a:pt x="6048" y="7155"/>
                  </a:lnTo>
                  <a:lnTo>
                    <a:pt x="6122" y="6860"/>
                  </a:lnTo>
                  <a:lnTo>
                    <a:pt x="6270" y="6639"/>
                  </a:lnTo>
                  <a:lnTo>
                    <a:pt x="6786" y="6639"/>
                  </a:lnTo>
                  <a:lnTo>
                    <a:pt x="7007" y="6565"/>
                  </a:lnTo>
                  <a:lnTo>
                    <a:pt x="7228" y="6418"/>
                  </a:lnTo>
                  <a:lnTo>
                    <a:pt x="7376" y="6270"/>
                  </a:lnTo>
                  <a:lnTo>
                    <a:pt x="7450" y="6049"/>
                  </a:lnTo>
                  <a:lnTo>
                    <a:pt x="7523" y="5828"/>
                  </a:lnTo>
                  <a:lnTo>
                    <a:pt x="7523" y="5606"/>
                  </a:lnTo>
                  <a:lnTo>
                    <a:pt x="7376" y="5385"/>
                  </a:lnTo>
                  <a:lnTo>
                    <a:pt x="7228" y="5164"/>
                  </a:lnTo>
                  <a:lnTo>
                    <a:pt x="7081" y="4943"/>
                  </a:lnTo>
                  <a:lnTo>
                    <a:pt x="6860" y="4721"/>
                  </a:lnTo>
                  <a:lnTo>
                    <a:pt x="6712" y="4574"/>
                  </a:lnTo>
                  <a:lnTo>
                    <a:pt x="6565" y="4058"/>
                  </a:lnTo>
                  <a:lnTo>
                    <a:pt x="6565" y="3541"/>
                  </a:lnTo>
                  <a:lnTo>
                    <a:pt x="6638" y="3025"/>
                  </a:lnTo>
                  <a:lnTo>
                    <a:pt x="6638" y="2509"/>
                  </a:lnTo>
                  <a:lnTo>
                    <a:pt x="6491" y="2066"/>
                  </a:lnTo>
                  <a:lnTo>
                    <a:pt x="6270" y="1697"/>
                  </a:lnTo>
                  <a:lnTo>
                    <a:pt x="5975" y="1402"/>
                  </a:lnTo>
                  <a:lnTo>
                    <a:pt x="5532" y="1255"/>
                  </a:lnTo>
                  <a:lnTo>
                    <a:pt x="4868" y="1033"/>
                  </a:lnTo>
                  <a:lnTo>
                    <a:pt x="4573" y="738"/>
                  </a:lnTo>
                  <a:lnTo>
                    <a:pt x="4352" y="443"/>
                  </a:lnTo>
                  <a:lnTo>
                    <a:pt x="4057" y="296"/>
                  </a:lnTo>
                  <a:lnTo>
                    <a:pt x="3762" y="148"/>
                  </a:lnTo>
                  <a:lnTo>
                    <a:pt x="346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5522;p46">
              <a:extLst>
                <a:ext uri="{FF2B5EF4-FFF2-40B4-BE49-F238E27FC236}">
                  <a16:creationId xmlns:a16="http://schemas.microsoft.com/office/drawing/2014/main" id="{EA357B35-ACCF-726E-C8A2-E552A59B85A2}"/>
                </a:ext>
              </a:extLst>
            </p:cNvPr>
            <p:cNvSpPr/>
            <p:nvPr/>
          </p:nvSpPr>
          <p:spPr>
            <a:xfrm>
              <a:off x="3521881" y="3156122"/>
              <a:ext cx="176174" cy="174465"/>
            </a:xfrm>
            <a:custGeom>
              <a:avLst/>
              <a:gdLst/>
              <a:ahLst/>
              <a:cxnLst/>
              <a:rect l="l" t="t" r="r" b="b"/>
              <a:pathLst>
                <a:path w="7524" h="7451" fill="none" extrusionOk="0">
                  <a:moveTo>
                    <a:pt x="369" y="3099"/>
                  </a:moveTo>
                  <a:lnTo>
                    <a:pt x="369" y="3099"/>
                  </a:lnTo>
                  <a:lnTo>
                    <a:pt x="295" y="3025"/>
                  </a:lnTo>
                  <a:lnTo>
                    <a:pt x="148" y="2877"/>
                  </a:lnTo>
                  <a:lnTo>
                    <a:pt x="74" y="2435"/>
                  </a:lnTo>
                  <a:lnTo>
                    <a:pt x="0" y="1550"/>
                  </a:lnTo>
                  <a:lnTo>
                    <a:pt x="0" y="1550"/>
                  </a:lnTo>
                  <a:lnTo>
                    <a:pt x="0" y="1255"/>
                  </a:lnTo>
                  <a:lnTo>
                    <a:pt x="74" y="960"/>
                  </a:lnTo>
                  <a:lnTo>
                    <a:pt x="74" y="960"/>
                  </a:lnTo>
                  <a:lnTo>
                    <a:pt x="148" y="812"/>
                  </a:lnTo>
                  <a:lnTo>
                    <a:pt x="295" y="665"/>
                  </a:lnTo>
                  <a:lnTo>
                    <a:pt x="516" y="591"/>
                  </a:lnTo>
                  <a:lnTo>
                    <a:pt x="738" y="517"/>
                  </a:lnTo>
                  <a:lnTo>
                    <a:pt x="738" y="517"/>
                  </a:lnTo>
                  <a:lnTo>
                    <a:pt x="1106" y="517"/>
                  </a:lnTo>
                  <a:lnTo>
                    <a:pt x="1549" y="517"/>
                  </a:lnTo>
                  <a:lnTo>
                    <a:pt x="1549" y="517"/>
                  </a:lnTo>
                  <a:lnTo>
                    <a:pt x="1918" y="370"/>
                  </a:lnTo>
                  <a:lnTo>
                    <a:pt x="2287" y="222"/>
                  </a:lnTo>
                  <a:lnTo>
                    <a:pt x="2729" y="75"/>
                  </a:lnTo>
                  <a:lnTo>
                    <a:pt x="3098" y="1"/>
                  </a:lnTo>
                  <a:lnTo>
                    <a:pt x="3098" y="1"/>
                  </a:lnTo>
                  <a:lnTo>
                    <a:pt x="3467" y="1"/>
                  </a:lnTo>
                  <a:lnTo>
                    <a:pt x="3762" y="148"/>
                  </a:lnTo>
                  <a:lnTo>
                    <a:pt x="4057" y="296"/>
                  </a:lnTo>
                  <a:lnTo>
                    <a:pt x="4352" y="443"/>
                  </a:lnTo>
                  <a:lnTo>
                    <a:pt x="4352" y="443"/>
                  </a:lnTo>
                  <a:lnTo>
                    <a:pt x="4573" y="738"/>
                  </a:lnTo>
                  <a:lnTo>
                    <a:pt x="4868" y="1033"/>
                  </a:lnTo>
                  <a:lnTo>
                    <a:pt x="4868" y="1033"/>
                  </a:lnTo>
                  <a:lnTo>
                    <a:pt x="5532" y="1255"/>
                  </a:lnTo>
                  <a:lnTo>
                    <a:pt x="5532" y="1255"/>
                  </a:lnTo>
                  <a:lnTo>
                    <a:pt x="5975" y="1402"/>
                  </a:lnTo>
                  <a:lnTo>
                    <a:pt x="6270" y="1697"/>
                  </a:lnTo>
                  <a:lnTo>
                    <a:pt x="6491" y="2066"/>
                  </a:lnTo>
                  <a:lnTo>
                    <a:pt x="6638" y="2509"/>
                  </a:lnTo>
                  <a:lnTo>
                    <a:pt x="6638" y="2509"/>
                  </a:lnTo>
                  <a:lnTo>
                    <a:pt x="6638" y="3025"/>
                  </a:lnTo>
                  <a:lnTo>
                    <a:pt x="6565" y="3541"/>
                  </a:lnTo>
                  <a:lnTo>
                    <a:pt x="6565" y="3541"/>
                  </a:lnTo>
                  <a:lnTo>
                    <a:pt x="6565" y="4058"/>
                  </a:lnTo>
                  <a:lnTo>
                    <a:pt x="6712" y="4574"/>
                  </a:lnTo>
                  <a:lnTo>
                    <a:pt x="6712" y="4574"/>
                  </a:lnTo>
                  <a:lnTo>
                    <a:pt x="6860" y="4721"/>
                  </a:lnTo>
                  <a:lnTo>
                    <a:pt x="7081" y="4943"/>
                  </a:lnTo>
                  <a:lnTo>
                    <a:pt x="7228" y="5164"/>
                  </a:lnTo>
                  <a:lnTo>
                    <a:pt x="7376" y="5385"/>
                  </a:lnTo>
                  <a:lnTo>
                    <a:pt x="7376" y="5385"/>
                  </a:lnTo>
                  <a:lnTo>
                    <a:pt x="7523" y="5606"/>
                  </a:lnTo>
                  <a:lnTo>
                    <a:pt x="7523" y="5828"/>
                  </a:lnTo>
                  <a:lnTo>
                    <a:pt x="7450" y="6049"/>
                  </a:lnTo>
                  <a:lnTo>
                    <a:pt x="7376" y="6270"/>
                  </a:lnTo>
                  <a:lnTo>
                    <a:pt x="7376" y="6270"/>
                  </a:lnTo>
                  <a:lnTo>
                    <a:pt x="7228" y="6418"/>
                  </a:lnTo>
                  <a:lnTo>
                    <a:pt x="7007" y="6565"/>
                  </a:lnTo>
                  <a:lnTo>
                    <a:pt x="6786" y="6639"/>
                  </a:lnTo>
                  <a:lnTo>
                    <a:pt x="6565" y="6639"/>
                  </a:lnTo>
                  <a:lnTo>
                    <a:pt x="6565" y="6639"/>
                  </a:lnTo>
                  <a:lnTo>
                    <a:pt x="6343" y="6639"/>
                  </a:lnTo>
                  <a:lnTo>
                    <a:pt x="6270" y="6639"/>
                  </a:lnTo>
                  <a:lnTo>
                    <a:pt x="6270" y="6639"/>
                  </a:lnTo>
                  <a:lnTo>
                    <a:pt x="6122" y="6860"/>
                  </a:lnTo>
                  <a:lnTo>
                    <a:pt x="6122" y="6860"/>
                  </a:lnTo>
                  <a:lnTo>
                    <a:pt x="6048" y="7155"/>
                  </a:lnTo>
                  <a:lnTo>
                    <a:pt x="5901" y="7303"/>
                  </a:lnTo>
                  <a:lnTo>
                    <a:pt x="5680" y="7377"/>
                  </a:lnTo>
                  <a:lnTo>
                    <a:pt x="5384" y="7450"/>
                  </a:lnTo>
                  <a:lnTo>
                    <a:pt x="5384" y="7450"/>
                  </a:lnTo>
                  <a:lnTo>
                    <a:pt x="5163" y="7303"/>
                  </a:lnTo>
                  <a:lnTo>
                    <a:pt x="4942" y="7155"/>
                  </a:lnTo>
                  <a:lnTo>
                    <a:pt x="4868" y="6934"/>
                  </a:lnTo>
                  <a:lnTo>
                    <a:pt x="4868" y="6639"/>
                  </a:lnTo>
                  <a:lnTo>
                    <a:pt x="369" y="309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5523;p46">
              <a:extLst>
                <a:ext uri="{FF2B5EF4-FFF2-40B4-BE49-F238E27FC236}">
                  <a16:creationId xmlns:a16="http://schemas.microsoft.com/office/drawing/2014/main" id="{0B0F1E47-EF77-AAFD-70D4-B3A09314C458}"/>
                </a:ext>
              </a:extLst>
            </p:cNvPr>
            <p:cNvSpPr/>
            <p:nvPr/>
          </p:nvSpPr>
          <p:spPr>
            <a:xfrm>
              <a:off x="3523590" y="3178578"/>
              <a:ext cx="131288" cy="219375"/>
            </a:xfrm>
            <a:custGeom>
              <a:avLst/>
              <a:gdLst/>
              <a:ahLst/>
              <a:cxnLst/>
              <a:rect l="l" t="t" r="r" b="b"/>
              <a:pathLst>
                <a:path w="5607" h="9369" extrusionOk="0">
                  <a:moveTo>
                    <a:pt x="2214" y="1"/>
                  </a:moveTo>
                  <a:lnTo>
                    <a:pt x="1550" y="74"/>
                  </a:lnTo>
                  <a:lnTo>
                    <a:pt x="886" y="222"/>
                  </a:lnTo>
                  <a:lnTo>
                    <a:pt x="222" y="443"/>
                  </a:lnTo>
                  <a:lnTo>
                    <a:pt x="75" y="2287"/>
                  </a:lnTo>
                  <a:lnTo>
                    <a:pt x="1" y="3910"/>
                  </a:lnTo>
                  <a:lnTo>
                    <a:pt x="1" y="5311"/>
                  </a:lnTo>
                  <a:lnTo>
                    <a:pt x="1" y="5828"/>
                  </a:lnTo>
                  <a:lnTo>
                    <a:pt x="222" y="6196"/>
                  </a:lnTo>
                  <a:lnTo>
                    <a:pt x="443" y="6491"/>
                  </a:lnTo>
                  <a:lnTo>
                    <a:pt x="738" y="6713"/>
                  </a:lnTo>
                  <a:lnTo>
                    <a:pt x="1033" y="6860"/>
                  </a:lnTo>
                  <a:lnTo>
                    <a:pt x="1255" y="6934"/>
                  </a:lnTo>
                  <a:lnTo>
                    <a:pt x="1476" y="7008"/>
                  </a:lnTo>
                  <a:lnTo>
                    <a:pt x="1476" y="9073"/>
                  </a:lnTo>
                  <a:lnTo>
                    <a:pt x="5016" y="9368"/>
                  </a:lnTo>
                  <a:lnTo>
                    <a:pt x="5607" y="1255"/>
                  </a:lnTo>
                  <a:lnTo>
                    <a:pt x="5385" y="1107"/>
                  </a:lnTo>
                  <a:lnTo>
                    <a:pt x="4795" y="664"/>
                  </a:lnTo>
                  <a:lnTo>
                    <a:pt x="4205" y="369"/>
                  </a:lnTo>
                  <a:lnTo>
                    <a:pt x="3541" y="148"/>
                  </a:lnTo>
                  <a:lnTo>
                    <a:pt x="2877" y="74"/>
                  </a:lnTo>
                  <a:lnTo>
                    <a:pt x="2214" y="1"/>
                  </a:ln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5524;p46">
              <a:extLst>
                <a:ext uri="{FF2B5EF4-FFF2-40B4-BE49-F238E27FC236}">
                  <a16:creationId xmlns:a16="http://schemas.microsoft.com/office/drawing/2014/main" id="{65353CA1-BC54-77A7-239D-C19964622672}"/>
                </a:ext>
              </a:extLst>
            </p:cNvPr>
            <p:cNvSpPr/>
            <p:nvPr/>
          </p:nvSpPr>
          <p:spPr>
            <a:xfrm>
              <a:off x="3523590" y="3178578"/>
              <a:ext cx="131288" cy="219375"/>
            </a:xfrm>
            <a:custGeom>
              <a:avLst/>
              <a:gdLst/>
              <a:ahLst/>
              <a:cxnLst/>
              <a:rect l="l" t="t" r="r" b="b"/>
              <a:pathLst>
                <a:path w="5607" h="9369" fill="none" extrusionOk="0">
                  <a:moveTo>
                    <a:pt x="5016" y="9368"/>
                  </a:moveTo>
                  <a:lnTo>
                    <a:pt x="1476" y="9073"/>
                  </a:lnTo>
                  <a:lnTo>
                    <a:pt x="1476" y="9073"/>
                  </a:lnTo>
                  <a:lnTo>
                    <a:pt x="1476" y="7008"/>
                  </a:lnTo>
                  <a:lnTo>
                    <a:pt x="1476" y="7008"/>
                  </a:lnTo>
                  <a:lnTo>
                    <a:pt x="1255" y="6934"/>
                  </a:lnTo>
                  <a:lnTo>
                    <a:pt x="1033" y="6860"/>
                  </a:lnTo>
                  <a:lnTo>
                    <a:pt x="738" y="6713"/>
                  </a:lnTo>
                  <a:lnTo>
                    <a:pt x="443" y="6491"/>
                  </a:lnTo>
                  <a:lnTo>
                    <a:pt x="222" y="6196"/>
                  </a:lnTo>
                  <a:lnTo>
                    <a:pt x="1" y="5828"/>
                  </a:lnTo>
                  <a:lnTo>
                    <a:pt x="1" y="5311"/>
                  </a:lnTo>
                  <a:lnTo>
                    <a:pt x="1" y="5311"/>
                  </a:lnTo>
                  <a:lnTo>
                    <a:pt x="1" y="3910"/>
                  </a:lnTo>
                  <a:lnTo>
                    <a:pt x="75" y="2287"/>
                  </a:lnTo>
                  <a:lnTo>
                    <a:pt x="222" y="443"/>
                  </a:lnTo>
                  <a:lnTo>
                    <a:pt x="222" y="443"/>
                  </a:lnTo>
                  <a:lnTo>
                    <a:pt x="886" y="222"/>
                  </a:lnTo>
                  <a:lnTo>
                    <a:pt x="1550" y="74"/>
                  </a:lnTo>
                  <a:lnTo>
                    <a:pt x="2214" y="1"/>
                  </a:lnTo>
                  <a:lnTo>
                    <a:pt x="2877" y="74"/>
                  </a:lnTo>
                  <a:lnTo>
                    <a:pt x="3541" y="148"/>
                  </a:lnTo>
                  <a:lnTo>
                    <a:pt x="4205" y="369"/>
                  </a:lnTo>
                  <a:lnTo>
                    <a:pt x="4795" y="664"/>
                  </a:lnTo>
                  <a:lnTo>
                    <a:pt x="5385" y="1107"/>
                  </a:lnTo>
                  <a:lnTo>
                    <a:pt x="5607" y="1255"/>
                  </a:lnTo>
                  <a:lnTo>
                    <a:pt x="5016" y="936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5525;p46">
              <a:extLst>
                <a:ext uri="{FF2B5EF4-FFF2-40B4-BE49-F238E27FC236}">
                  <a16:creationId xmlns:a16="http://schemas.microsoft.com/office/drawing/2014/main" id="{BA19BC15-8B46-318F-5BA3-F1466575F73A}"/>
                </a:ext>
              </a:extLst>
            </p:cNvPr>
            <p:cNvSpPr/>
            <p:nvPr/>
          </p:nvSpPr>
          <p:spPr>
            <a:xfrm>
              <a:off x="3530498" y="3239038"/>
              <a:ext cx="10396" cy="10373"/>
            </a:xfrm>
            <a:custGeom>
              <a:avLst/>
              <a:gdLst/>
              <a:ahLst/>
              <a:cxnLst/>
              <a:rect l="l" t="t" r="r" b="b"/>
              <a:pathLst>
                <a:path w="444" h="443" extrusionOk="0">
                  <a:moveTo>
                    <a:pt x="222" y="0"/>
                  </a:moveTo>
                  <a:lnTo>
                    <a:pt x="75" y="74"/>
                  </a:lnTo>
                  <a:lnTo>
                    <a:pt x="1" y="221"/>
                  </a:lnTo>
                  <a:lnTo>
                    <a:pt x="75" y="369"/>
                  </a:lnTo>
                  <a:lnTo>
                    <a:pt x="222" y="443"/>
                  </a:lnTo>
                  <a:lnTo>
                    <a:pt x="370" y="369"/>
                  </a:lnTo>
                  <a:lnTo>
                    <a:pt x="443" y="221"/>
                  </a:lnTo>
                  <a:lnTo>
                    <a:pt x="370" y="74"/>
                  </a:lnTo>
                  <a:lnTo>
                    <a:pt x="22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5526;p46">
              <a:extLst>
                <a:ext uri="{FF2B5EF4-FFF2-40B4-BE49-F238E27FC236}">
                  <a16:creationId xmlns:a16="http://schemas.microsoft.com/office/drawing/2014/main" id="{46248EDA-5826-5723-04A5-5EC3E4576ABF}"/>
                </a:ext>
              </a:extLst>
            </p:cNvPr>
            <p:cNvSpPr/>
            <p:nvPr/>
          </p:nvSpPr>
          <p:spPr>
            <a:xfrm>
              <a:off x="3528789" y="3235573"/>
              <a:ext cx="17280" cy="5198"/>
            </a:xfrm>
            <a:custGeom>
              <a:avLst/>
              <a:gdLst/>
              <a:ahLst/>
              <a:cxnLst/>
              <a:rect l="l" t="t" r="r" b="b"/>
              <a:pathLst>
                <a:path w="738" h="222" extrusionOk="0">
                  <a:moveTo>
                    <a:pt x="221" y="1"/>
                  </a:moveTo>
                  <a:lnTo>
                    <a:pt x="74" y="74"/>
                  </a:lnTo>
                  <a:lnTo>
                    <a:pt x="0" y="222"/>
                  </a:lnTo>
                  <a:lnTo>
                    <a:pt x="0" y="222"/>
                  </a:lnTo>
                  <a:lnTo>
                    <a:pt x="74" y="148"/>
                  </a:lnTo>
                  <a:lnTo>
                    <a:pt x="590" y="148"/>
                  </a:lnTo>
                  <a:lnTo>
                    <a:pt x="738" y="222"/>
                  </a:lnTo>
                  <a:lnTo>
                    <a:pt x="738" y="148"/>
                  </a:lnTo>
                  <a:lnTo>
                    <a:pt x="664" y="74"/>
                  </a:lnTo>
                  <a:lnTo>
                    <a:pt x="51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5527;p46">
              <a:extLst>
                <a:ext uri="{FF2B5EF4-FFF2-40B4-BE49-F238E27FC236}">
                  <a16:creationId xmlns:a16="http://schemas.microsoft.com/office/drawing/2014/main" id="{460AD5E5-B4E2-EDFC-CD31-948A58848E4B}"/>
                </a:ext>
              </a:extLst>
            </p:cNvPr>
            <p:cNvSpPr/>
            <p:nvPr/>
          </p:nvSpPr>
          <p:spPr>
            <a:xfrm>
              <a:off x="3580585" y="3244213"/>
              <a:ext cx="10396" cy="10396"/>
            </a:xfrm>
            <a:custGeom>
              <a:avLst/>
              <a:gdLst/>
              <a:ahLst/>
              <a:cxnLst/>
              <a:rect l="l" t="t" r="r" b="b"/>
              <a:pathLst>
                <a:path w="444" h="444" extrusionOk="0">
                  <a:moveTo>
                    <a:pt x="296" y="0"/>
                  </a:moveTo>
                  <a:lnTo>
                    <a:pt x="75" y="74"/>
                  </a:lnTo>
                  <a:lnTo>
                    <a:pt x="1" y="222"/>
                  </a:lnTo>
                  <a:lnTo>
                    <a:pt x="1" y="369"/>
                  </a:lnTo>
                  <a:lnTo>
                    <a:pt x="148" y="443"/>
                  </a:lnTo>
                  <a:lnTo>
                    <a:pt x="296" y="443"/>
                  </a:lnTo>
                  <a:lnTo>
                    <a:pt x="443" y="296"/>
                  </a:lnTo>
                  <a:lnTo>
                    <a:pt x="443" y="148"/>
                  </a:lnTo>
                  <a:lnTo>
                    <a:pt x="370" y="148"/>
                  </a:lnTo>
                  <a:lnTo>
                    <a:pt x="296"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5528;p46">
              <a:extLst>
                <a:ext uri="{FF2B5EF4-FFF2-40B4-BE49-F238E27FC236}">
                  <a16:creationId xmlns:a16="http://schemas.microsoft.com/office/drawing/2014/main" id="{3514DACA-53B7-601B-0E0C-5C92B647454E}"/>
                </a:ext>
              </a:extLst>
            </p:cNvPr>
            <p:cNvSpPr/>
            <p:nvPr/>
          </p:nvSpPr>
          <p:spPr>
            <a:xfrm>
              <a:off x="3580585" y="3239038"/>
              <a:ext cx="17304" cy="5198"/>
            </a:xfrm>
            <a:custGeom>
              <a:avLst/>
              <a:gdLst/>
              <a:ahLst/>
              <a:cxnLst/>
              <a:rect l="l" t="t" r="r" b="b"/>
              <a:pathLst>
                <a:path w="739" h="222" extrusionOk="0">
                  <a:moveTo>
                    <a:pt x="370" y="0"/>
                  </a:moveTo>
                  <a:lnTo>
                    <a:pt x="222" y="74"/>
                  </a:lnTo>
                  <a:lnTo>
                    <a:pt x="75" y="148"/>
                  </a:lnTo>
                  <a:lnTo>
                    <a:pt x="1" y="221"/>
                  </a:lnTo>
                  <a:lnTo>
                    <a:pt x="75" y="221"/>
                  </a:lnTo>
                  <a:lnTo>
                    <a:pt x="370" y="148"/>
                  </a:lnTo>
                  <a:lnTo>
                    <a:pt x="591" y="221"/>
                  </a:lnTo>
                  <a:lnTo>
                    <a:pt x="738" y="221"/>
                  </a:lnTo>
                  <a:lnTo>
                    <a:pt x="665" y="148"/>
                  </a:lnTo>
                  <a:lnTo>
                    <a:pt x="517" y="74"/>
                  </a:lnTo>
                  <a:lnTo>
                    <a:pt x="37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5529;p46">
              <a:extLst>
                <a:ext uri="{FF2B5EF4-FFF2-40B4-BE49-F238E27FC236}">
                  <a16:creationId xmlns:a16="http://schemas.microsoft.com/office/drawing/2014/main" id="{357F5E1E-1173-BAD5-77FC-99DF65E74F3D}"/>
                </a:ext>
              </a:extLst>
            </p:cNvPr>
            <p:cNvSpPr/>
            <p:nvPr/>
          </p:nvSpPr>
          <p:spPr>
            <a:xfrm>
              <a:off x="3549512" y="3242480"/>
              <a:ext cx="13838" cy="41468"/>
            </a:xfrm>
            <a:custGeom>
              <a:avLst/>
              <a:gdLst/>
              <a:ahLst/>
              <a:cxnLst/>
              <a:rect l="l" t="t" r="r" b="b"/>
              <a:pathLst>
                <a:path w="591" h="1771" extrusionOk="0">
                  <a:moveTo>
                    <a:pt x="590" y="1"/>
                  </a:moveTo>
                  <a:lnTo>
                    <a:pt x="369" y="517"/>
                  </a:lnTo>
                  <a:lnTo>
                    <a:pt x="148" y="1033"/>
                  </a:lnTo>
                  <a:lnTo>
                    <a:pt x="0" y="1476"/>
                  </a:lnTo>
                  <a:lnTo>
                    <a:pt x="0" y="1697"/>
                  </a:lnTo>
                  <a:lnTo>
                    <a:pt x="74" y="1771"/>
                  </a:lnTo>
                  <a:lnTo>
                    <a:pt x="517" y="1771"/>
                  </a:lnTo>
                  <a:lnTo>
                    <a:pt x="148" y="1697"/>
                  </a:lnTo>
                  <a:lnTo>
                    <a:pt x="74" y="1623"/>
                  </a:lnTo>
                  <a:lnTo>
                    <a:pt x="74" y="1476"/>
                  </a:lnTo>
                  <a:lnTo>
                    <a:pt x="222" y="1107"/>
                  </a:lnTo>
                  <a:lnTo>
                    <a:pt x="443" y="517"/>
                  </a:lnTo>
                  <a:lnTo>
                    <a:pt x="59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5530;p46">
              <a:extLst>
                <a:ext uri="{FF2B5EF4-FFF2-40B4-BE49-F238E27FC236}">
                  <a16:creationId xmlns:a16="http://schemas.microsoft.com/office/drawing/2014/main" id="{F8B82B7A-09F8-F8EE-5262-B3372C90EE06}"/>
                </a:ext>
              </a:extLst>
            </p:cNvPr>
            <p:cNvSpPr/>
            <p:nvPr/>
          </p:nvSpPr>
          <p:spPr>
            <a:xfrm>
              <a:off x="3558152" y="3330572"/>
              <a:ext cx="44910" cy="20746"/>
            </a:xfrm>
            <a:custGeom>
              <a:avLst/>
              <a:gdLst/>
              <a:ahLst/>
              <a:cxnLst/>
              <a:rect l="l" t="t" r="r" b="b"/>
              <a:pathLst>
                <a:path w="1918" h="886" extrusionOk="0">
                  <a:moveTo>
                    <a:pt x="1918" y="0"/>
                  </a:moveTo>
                  <a:lnTo>
                    <a:pt x="1475" y="222"/>
                  </a:lnTo>
                  <a:lnTo>
                    <a:pt x="1033" y="369"/>
                  </a:lnTo>
                  <a:lnTo>
                    <a:pt x="516" y="517"/>
                  </a:lnTo>
                  <a:lnTo>
                    <a:pt x="0" y="517"/>
                  </a:lnTo>
                  <a:lnTo>
                    <a:pt x="0" y="886"/>
                  </a:lnTo>
                  <a:lnTo>
                    <a:pt x="516" y="886"/>
                  </a:lnTo>
                  <a:lnTo>
                    <a:pt x="959" y="812"/>
                  </a:lnTo>
                  <a:lnTo>
                    <a:pt x="1254" y="664"/>
                  </a:lnTo>
                  <a:lnTo>
                    <a:pt x="1549" y="517"/>
                  </a:lnTo>
                  <a:lnTo>
                    <a:pt x="1844" y="148"/>
                  </a:lnTo>
                  <a:lnTo>
                    <a:pt x="1918" y="0"/>
                  </a:ln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5531;p46">
              <a:extLst>
                <a:ext uri="{FF2B5EF4-FFF2-40B4-BE49-F238E27FC236}">
                  <a16:creationId xmlns:a16="http://schemas.microsoft.com/office/drawing/2014/main" id="{C33FFEC0-D72E-F7C7-3222-56805F43FC82}"/>
                </a:ext>
              </a:extLst>
            </p:cNvPr>
            <p:cNvSpPr/>
            <p:nvPr/>
          </p:nvSpPr>
          <p:spPr>
            <a:xfrm>
              <a:off x="3647953" y="3249388"/>
              <a:ext cx="22478" cy="34561"/>
            </a:xfrm>
            <a:custGeom>
              <a:avLst/>
              <a:gdLst/>
              <a:ahLst/>
              <a:cxnLst/>
              <a:rect l="l" t="t" r="r" b="b"/>
              <a:pathLst>
                <a:path w="960" h="1476" extrusionOk="0">
                  <a:moveTo>
                    <a:pt x="148" y="1"/>
                  </a:moveTo>
                  <a:lnTo>
                    <a:pt x="0" y="1402"/>
                  </a:lnTo>
                  <a:lnTo>
                    <a:pt x="148" y="1476"/>
                  </a:lnTo>
                  <a:lnTo>
                    <a:pt x="664" y="1476"/>
                  </a:lnTo>
                  <a:lnTo>
                    <a:pt x="812" y="1328"/>
                  </a:lnTo>
                  <a:lnTo>
                    <a:pt x="959" y="1107"/>
                  </a:lnTo>
                  <a:lnTo>
                    <a:pt x="959" y="812"/>
                  </a:lnTo>
                  <a:lnTo>
                    <a:pt x="959" y="517"/>
                  </a:lnTo>
                  <a:lnTo>
                    <a:pt x="886" y="296"/>
                  </a:lnTo>
                  <a:lnTo>
                    <a:pt x="738" y="148"/>
                  </a:lnTo>
                  <a:lnTo>
                    <a:pt x="591" y="1"/>
                  </a:ln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5532;p46">
              <a:extLst>
                <a:ext uri="{FF2B5EF4-FFF2-40B4-BE49-F238E27FC236}">
                  <a16:creationId xmlns:a16="http://schemas.microsoft.com/office/drawing/2014/main" id="{42981DB4-248A-52AD-DC67-04363898FF4F}"/>
                </a:ext>
              </a:extLst>
            </p:cNvPr>
            <p:cNvSpPr/>
            <p:nvPr/>
          </p:nvSpPr>
          <p:spPr>
            <a:xfrm>
              <a:off x="3654861" y="3256296"/>
              <a:ext cx="10396" cy="20746"/>
            </a:xfrm>
            <a:custGeom>
              <a:avLst/>
              <a:gdLst/>
              <a:ahLst/>
              <a:cxnLst/>
              <a:rect l="l" t="t" r="r" b="b"/>
              <a:pathLst>
                <a:path w="444" h="886" extrusionOk="0">
                  <a:moveTo>
                    <a:pt x="148" y="1"/>
                  </a:moveTo>
                  <a:lnTo>
                    <a:pt x="74" y="75"/>
                  </a:lnTo>
                  <a:lnTo>
                    <a:pt x="296" y="75"/>
                  </a:lnTo>
                  <a:lnTo>
                    <a:pt x="222" y="1"/>
                  </a:lnTo>
                  <a:close/>
                  <a:moveTo>
                    <a:pt x="296" y="75"/>
                  </a:moveTo>
                  <a:lnTo>
                    <a:pt x="296" y="148"/>
                  </a:lnTo>
                  <a:lnTo>
                    <a:pt x="369" y="443"/>
                  </a:lnTo>
                  <a:lnTo>
                    <a:pt x="296" y="665"/>
                  </a:lnTo>
                  <a:lnTo>
                    <a:pt x="148" y="812"/>
                  </a:lnTo>
                  <a:lnTo>
                    <a:pt x="1" y="812"/>
                  </a:lnTo>
                  <a:lnTo>
                    <a:pt x="222" y="886"/>
                  </a:lnTo>
                  <a:lnTo>
                    <a:pt x="369" y="665"/>
                  </a:lnTo>
                  <a:lnTo>
                    <a:pt x="443" y="443"/>
                  </a:lnTo>
                  <a:lnTo>
                    <a:pt x="369" y="148"/>
                  </a:lnTo>
                  <a:lnTo>
                    <a:pt x="296" y="75"/>
                  </a:lnTo>
                  <a:close/>
                </a:path>
              </a:pathLst>
            </a:custGeom>
            <a:solidFill>
              <a:srgbClr val="EB99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5533;p46">
              <a:extLst>
                <a:ext uri="{FF2B5EF4-FFF2-40B4-BE49-F238E27FC236}">
                  <a16:creationId xmlns:a16="http://schemas.microsoft.com/office/drawing/2014/main" id="{BFD25872-F601-80D6-28C6-D99286F5BB24}"/>
                </a:ext>
              </a:extLst>
            </p:cNvPr>
            <p:cNvSpPr/>
            <p:nvPr/>
          </p:nvSpPr>
          <p:spPr>
            <a:xfrm>
              <a:off x="3523590" y="3168228"/>
              <a:ext cx="134753" cy="93285"/>
            </a:xfrm>
            <a:custGeom>
              <a:avLst/>
              <a:gdLst/>
              <a:ahLst/>
              <a:cxnLst/>
              <a:rect l="l" t="t" r="r" b="b"/>
              <a:pathLst>
                <a:path w="5755" h="3984" extrusionOk="0">
                  <a:moveTo>
                    <a:pt x="2214" y="0"/>
                  </a:moveTo>
                  <a:lnTo>
                    <a:pt x="1624" y="74"/>
                  </a:lnTo>
                  <a:lnTo>
                    <a:pt x="1033" y="221"/>
                  </a:lnTo>
                  <a:lnTo>
                    <a:pt x="443" y="443"/>
                  </a:lnTo>
                  <a:lnTo>
                    <a:pt x="1" y="885"/>
                  </a:lnTo>
                  <a:lnTo>
                    <a:pt x="222" y="811"/>
                  </a:lnTo>
                  <a:lnTo>
                    <a:pt x="517" y="1180"/>
                  </a:lnTo>
                  <a:lnTo>
                    <a:pt x="886" y="1401"/>
                  </a:lnTo>
                  <a:lnTo>
                    <a:pt x="1255" y="1549"/>
                  </a:lnTo>
                  <a:lnTo>
                    <a:pt x="1697" y="1623"/>
                  </a:lnTo>
                  <a:lnTo>
                    <a:pt x="2582" y="1549"/>
                  </a:lnTo>
                  <a:lnTo>
                    <a:pt x="3468" y="1328"/>
                  </a:lnTo>
                  <a:lnTo>
                    <a:pt x="3984" y="1254"/>
                  </a:lnTo>
                  <a:lnTo>
                    <a:pt x="4205" y="1254"/>
                  </a:lnTo>
                  <a:lnTo>
                    <a:pt x="4426" y="1401"/>
                  </a:lnTo>
                  <a:lnTo>
                    <a:pt x="4574" y="1623"/>
                  </a:lnTo>
                  <a:lnTo>
                    <a:pt x="4574" y="1918"/>
                  </a:lnTo>
                  <a:lnTo>
                    <a:pt x="4648" y="2508"/>
                  </a:lnTo>
                  <a:lnTo>
                    <a:pt x="4648" y="3172"/>
                  </a:lnTo>
                  <a:lnTo>
                    <a:pt x="4574" y="3393"/>
                  </a:lnTo>
                  <a:lnTo>
                    <a:pt x="4648" y="3688"/>
                  </a:lnTo>
                  <a:lnTo>
                    <a:pt x="4721" y="3909"/>
                  </a:lnTo>
                  <a:lnTo>
                    <a:pt x="4943" y="3983"/>
                  </a:lnTo>
                  <a:lnTo>
                    <a:pt x="5164" y="3909"/>
                  </a:lnTo>
                  <a:lnTo>
                    <a:pt x="5311" y="3762"/>
                  </a:lnTo>
                  <a:lnTo>
                    <a:pt x="5533" y="3541"/>
                  </a:lnTo>
                  <a:lnTo>
                    <a:pt x="5607" y="3319"/>
                  </a:lnTo>
                  <a:lnTo>
                    <a:pt x="5680" y="2877"/>
                  </a:lnTo>
                  <a:lnTo>
                    <a:pt x="5754" y="2434"/>
                  </a:lnTo>
                  <a:lnTo>
                    <a:pt x="5754" y="2139"/>
                  </a:lnTo>
                  <a:lnTo>
                    <a:pt x="5754" y="1844"/>
                  </a:lnTo>
                  <a:lnTo>
                    <a:pt x="5680" y="1623"/>
                  </a:lnTo>
                  <a:lnTo>
                    <a:pt x="5533" y="1401"/>
                  </a:lnTo>
                  <a:lnTo>
                    <a:pt x="5164" y="959"/>
                  </a:lnTo>
                  <a:lnTo>
                    <a:pt x="4574" y="590"/>
                  </a:lnTo>
                  <a:lnTo>
                    <a:pt x="4058" y="369"/>
                  </a:lnTo>
                  <a:lnTo>
                    <a:pt x="3468" y="148"/>
                  </a:lnTo>
                  <a:lnTo>
                    <a:pt x="2877" y="74"/>
                  </a:lnTo>
                  <a:lnTo>
                    <a:pt x="221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5534;p46">
              <a:extLst>
                <a:ext uri="{FF2B5EF4-FFF2-40B4-BE49-F238E27FC236}">
                  <a16:creationId xmlns:a16="http://schemas.microsoft.com/office/drawing/2014/main" id="{3411ED6F-CFFB-FA4D-BF61-30EBF021EAF6}"/>
                </a:ext>
              </a:extLst>
            </p:cNvPr>
            <p:cNvSpPr/>
            <p:nvPr/>
          </p:nvSpPr>
          <p:spPr>
            <a:xfrm>
              <a:off x="3523590" y="3168228"/>
              <a:ext cx="134753" cy="93285"/>
            </a:xfrm>
            <a:custGeom>
              <a:avLst/>
              <a:gdLst/>
              <a:ahLst/>
              <a:cxnLst/>
              <a:rect l="l" t="t" r="r" b="b"/>
              <a:pathLst>
                <a:path w="5755" h="3984" fill="none" extrusionOk="0">
                  <a:moveTo>
                    <a:pt x="222" y="811"/>
                  </a:moveTo>
                  <a:lnTo>
                    <a:pt x="222" y="811"/>
                  </a:lnTo>
                  <a:lnTo>
                    <a:pt x="517" y="1180"/>
                  </a:lnTo>
                  <a:lnTo>
                    <a:pt x="886" y="1401"/>
                  </a:lnTo>
                  <a:lnTo>
                    <a:pt x="1255" y="1549"/>
                  </a:lnTo>
                  <a:lnTo>
                    <a:pt x="1697" y="1623"/>
                  </a:lnTo>
                  <a:lnTo>
                    <a:pt x="1697" y="1623"/>
                  </a:lnTo>
                  <a:lnTo>
                    <a:pt x="2582" y="1549"/>
                  </a:lnTo>
                  <a:lnTo>
                    <a:pt x="3468" y="1328"/>
                  </a:lnTo>
                  <a:lnTo>
                    <a:pt x="3468" y="1328"/>
                  </a:lnTo>
                  <a:lnTo>
                    <a:pt x="3984" y="1254"/>
                  </a:lnTo>
                  <a:lnTo>
                    <a:pt x="4205" y="1254"/>
                  </a:lnTo>
                  <a:lnTo>
                    <a:pt x="4426" y="1401"/>
                  </a:lnTo>
                  <a:lnTo>
                    <a:pt x="4426" y="1401"/>
                  </a:lnTo>
                  <a:lnTo>
                    <a:pt x="4574" y="1623"/>
                  </a:lnTo>
                  <a:lnTo>
                    <a:pt x="4574" y="1918"/>
                  </a:lnTo>
                  <a:lnTo>
                    <a:pt x="4574" y="1918"/>
                  </a:lnTo>
                  <a:lnTo>
                    <a:pt x="4648" y="2508"/>
                  </a:lnTo>
                  <a:lnTo>
                    <a:pt x="4648" y="3172"/>
                  </a:lnTo>
                  <a:lnTo>
                    <a:pt x="4648" y="3172"/>
                  </a:lnTo>
                  <a:lnTo>
                    <a:pt x="4574" y="3393"/>
                  </a:lnTo>
                  <a:lnTo>
                    <a:pt x="4648" y="3688"/>
                  </a:lnTo>
                  <a:lnTo>
                    <a:pt x="4648" y="3688"/>
                  </a:lnTo>
                  <a:lnTo>
                    <a:pt x="4721" y="3909"/>
                  </a:lnTo>
                  <a:lnTo>
                    <a:pt x="4943" y="3983"/>
                  </a:lnTo>
                  <a:lnTo>
                    <a:pt x="4943" y="3983"/>
                  </a:lnTo>
                  <a:lnTo>
                    <a:pt x="5164" y="3909"/>
                  </a:lnTo>
                  <a:lnTo>
                    <a:pt x="5311" y="3762"/>
                  </a:lnTo>
                  <a:lnTo>
                    <a:pt x="5533" y="3541"/>
                  </a:lnTo>
                  <a:lnTo>
                    <a:pt x="5607" y="3319"/>
                  </a:lnTo>
                  <a:lnTo>
                    <a:pt x="5607" y="3319"/>
                  </a:lnTo>
                  <a:lnTo>
                    <a:pt x="5680" y="2877"/>
                  </a:lnTo>
                  <a:lnTo>
                    <a:pt x="5754" y="2434"/>
                  </a:lnTo>
                  <a:lnTo>
                    <a:pt x="5754" y="2434"/>
                  </a:lnTo>
                  <a:lnTo>
                    <a:pt x="5754" y="2139"/>
                  </a:lnTo>
                  <a:lnTo>
                    <a:pt x="5754" y="1844"/>
                  </a:lnTo>
                  <a:lnTo>
                    <a:pt x="5680" y="1623"/>
                  </a:lnTo>
                  <a:lnTo>
                    <a:pt x="5533" y="1401"/>
                  </a:lnTo>
                  <a:lnTo>
                    <a:pt x="5533" y="1401"/>
                  </a:lnTo>
                  <a:lnTo>
                    <a:pt x="5164" y="959"/>
                  </a:lnTo>
                  <a:lnTo>
                    <a:pt x="4574" y="590"/>
                  </a:lnTo>
                  <a:lnTo>
                    <a:pt x="4574" y="590"/>
                  </a:lnTo>
                  <a:lnTo>
                    <a:pt x="4058" y="369"/>
                  </a:lnTo>
                  <a:lnTo>
                    <a:pt x="3468" y="148"/>
                  </a:lnTo>
                  <a:lnTo>
                    <a:pt x="2877" y="74"/>
                  </a:lnTo>
                  <a:lnTo>
                    <a:pt x="2214" y="0"/>
                  </a:lnTo>
                  <a:lnTo>
                    <a:pt x="2214" y="0"/>
                  </a:lnTo>
                  <a:lnTo>
                    <a:pt x="1624" y="74"/>
                  </a:lnTo>
                  <a:lnTo>
                    <a:pt x="1033" y="221"/>
                  </a:lnTo>
                  <a:lnTo>
                    <a:pt x="443" y="443"/>
                  </a:lnTo>
                  <a:lnTo>
                    <a:pt x="1" y="885"/>
                  </a:lnTo>
                  <a:lnTo>
                    <a:pt x="222" y="81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5535;p46">
              <a:extLst>
                <a:ext uri="{FF2B5EF4-FFF2-40B4-BE49-F238E27FC236}">
                  <a16:creationId xmlns:a16="http://schemas.microsoft.com/office/drawing/2014/main" id="{A139CAE2-4F36-12D0-F65F-1B94EF5A1C29}"/>
                </a:ext>
              </a:extLst>
            </p:cNvPr>
            <p:cNvSpPr/>
            <p:nvPr/>
          </p:nvSpPr>
          <p:spPr>
            <a:xfrm>
              <a:off x="3834486" y="4646650"/>
              <a:ext cx="141637" cy="100193"/>
            </a:xfrm>
            <a:custGeom>
              <a:avLst/>
              <a:gdLst/>
              <a:ahLst/>
              <a:cxnLst/>
              <a:rect l="l" t="t" r="r" b="b"/>
              <a:pathLst>
                <a:path w="6049" h="4279" extrusionOk="0">
                  <a:moveTo>
                    <a:pt x="5385" y="1"/>
                  </a:moveTo>
                  <a:lnTo>
                    <a:pt x="1771" y="886"/>
                  </a:lnTo>
                  <a:lnTo>
                    <a:pt x="2213" y="2804"/>
                  </a:lnTo>
                  <a:lnTo>
                    <a:pt x="886" y="3541"/>
                  </a:lnTo>
                  <a:lnTo>
                    <a:pt x="148" y="4058"/>
                  </a:lnTo>
                  <a:lnTo>
                    <a:pt x="0" y="4205"/>
                  </a:lnTo>
                  <a:lnTo>
                    <a:pt x="0" y="4279"/>
                  </a:lnTo>
                  <a:lnTo>
                    <a:pt x="517" y="4279"/>
                  </a:lnTo>
                  <a:lnTo>
                    <a:pt x="1181" y="4131"/>
                  </a:lnTo>
                  <a:lnTo>
                    <a:pt x="2877" y="3689"/>
                  </a:lnTo>
                  <a:lnTo>
                    <a:pt x="5827" y="2878"/>
                  </a:lnTo>
                  <a:lnTo>
                    <a:pt x="6049" y="2804"/>
                  </a:lnTo>
                  <a:lnTo>
                    <a:pt x="5385"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5536;p46">
              <a:extLst>
                <a:ext uri="{FF2B5EF4-FFF2-40B4-BE49-F238E27FC236}">
                  <a16:creationId xmlns:a16="http://schemas.microsoft.com/office/drawing/2014/main" id="{B7EFDEF6-5C0D-F946-2787-9C8A2E376B2F}"/>
                </a:ext>
              </a:extLst>
            </p:cNvPr>
            <p:cNvSpPr/>
            <p:nvPr/>
          </p:nvSpPr>
          <p:spPr>
            <a:xfrm>
              <a:off x="3834486" y="4646650"/>
              <a:ext cx="141637" cy="100193"/>
            </a:xfrm>
            <a:custGeom>
              <a:avLst/>
              <a:gdLst/>
              <a:ahLst/>
              <a:cxnLst/>
              <a:rect l="l" t="t" r="r" b="b"/>
              <a:pathLst>
                <a:path w="6049" h="4279" fill="none" extrusionOk="0">
                  <a:moveTo>
                    <a:pt x="2213" y="2804"/>
                  </a:moveTo>
                  <a:lnTo>
                    <a:pt x="1771" y="886"/>
                  </a:lnTo>
                  <a:lnTo>
                    <a:pt x="5385" y="1"/>
                  </a:lnTo>
                  <a:lnTo>
                    <a:pt x="6049" y="2804"/>
                  </a:lnTo>
                  <a:lnTo>
                    <a:pt x="5827" y="2878"/>
                  </a:lnTo>
                  <a:lnTo>
                    <a:pt x="5827" y="2878"/>
                  </a:lnTo>
                  <a:lnTo>
                    <a:pt x="2877" y="3689"/>
                  </a:lnTo>
                  <a:lnTo>
                    <a:pt x="1181" y="4131"/>
                  </a:lnTo>
                  <a:lnTo>
                    <a:pt x="517" y="4279"/>
                  </a:lnTo>
                  <a:lnTo>
                    <a:pt x="148" y="4279"/>
                  </a:lnTo>
                  <a:lnTo>
                    <a:pt x="148" y="4279"/>
                  </a:lnTo>
                  <a:lnTo>
                    <a:pt x="0" y="4279"/>
                  </a:lnTo>
                  <a:lnTo>
                    <a:pt x="0" y="4205"/>
                  </a:lnTo>
                  <a:lnTo>
                    <a:pt x="148" y="4058"/>
                  </a:lnTo>
                  <a:lnTo>
                    <a:pt x="886" y="3541"/>
                  </a:lnTo>
                  <a:lnTo>
                    <a:pt x="2213" y="280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5537;p46">
              <a:extLst>
                <a:ext uri="{FF2B5EF4-FFF2-40B4-BE49-F238E27FC236}">
                  <a16:creationId xmlns:a16="http://schemas.microsoft.com/office/drawing/2014/main" id="{8E2E2ADA-87E3-C44A-8F66-F506FDA39211}"/>
                </a:ext>
              </a:extLst>
            </p:cNvPr>
            <p:cNvSpPr/>
            <p:nvPr/>
          </p:nvSpPr>
          <p:spPr>
            <a:xfrm>
              <a:off x="3970931" y="4688120"/>
              <a:ext cx="5198" cy="24188"/>
            </a:xfrm>
            <a:custGeom>
              <a:avLst/>
              <a:gdLst/>
              <a:ahLst/>
              <a:cxnLst/>
              <a:rect l="l" t="t" r="r" b="b"/>
              <a:pathLst>
                <a:path w="222" h="1033" extrusionOk="0">
                  <a:moveTo>
                    <a:pt x="0" y="0"/>
                  </a:moveTo>
                  <a:lnTo>
                    <a:pt x="222" y="1033"/>
                  </a:lnTo>
                  <a:lnTo>
                    <a:pt x="222" y="959"/>
                  </a:lnTo>
                  <a:lnTo>
                    <a:pt x="0"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5538;p46">
              <a:extLst>
                <a:ext uri="{FF2B5EF4-FFF2-40B4-BE49-F238E27FC236}">
                  <a16:creationId xmlns:a16="http://schemas.microsoft.com/office/drawing/2014/main" id="{90E1C0FE-D078-681A-ACB9-0DD45DEF4118}"/>
                </a:ext>
              </a:extLst>
            </p:cNvPr>
            <p:cNvSpPr/>
            <p:nvPr/>
          </p:nvSpPr>
          <p:spPr>
            <a:xfrm>
              <a:off x="3970931" y="4688120"/>
              <a:ext cx="5198" cy="24188"/>
            </a:xfrm>
            <a:custGeom>
              <a:avLst/>
              <a:gdLst/>
              <a:ahLst/>
              <a:cxnLst/>
              <a:rect l="l" t="t" r="r" b="b"/>
              <a:pathLst>
                <a:path w="222" h="1033" fill="none" extrusionOk="0">
                  <a:moveTo>
                    <a:pt x="0" y="0"/>
                  </a:moveTo>
                  <a:lnTo>
                    <a:pt x="0" y="0"/>
                  </a:lnTo>
                  <a:lnTo>
                    <a:pt x="0" y="0"/>
                  </a:lnTo>
                  <a:lnTo>
                    <a:pt x="222" y="959"/>
                  </a:lnTo>
                  <a:lnTo>
                    <a:pt x="222" y="959"/>
                  </a:lnTo>
                  <a:lnTo>
                    <a:pt x="222" y="1033"/>
                  </a:lnTo>
                  <a:lnTo>
                    <a:pt x="222" y="1033"/>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5539;p46">
              <a:extLst>
                <a:ext uri="{FF2B5EF4-FFF2-40B4-BE49-F238E27FC236}">
                  <a16:creationId xmlns:a16="http://schemas.microsoft.com/office/drawing/2014/main" id="{A8A00CED-87BC-058C-8332-B21FC77A3449}"/>
                </a:ext>
              </a:extLst>
            </p:cNvPr>
            <p:cNvSpPr/>
            <p:nvPr/>
          </p:nvSpPr>
          <p:spPr>
            <a:xfrm>
              <a:off x="3946743" y="4688120"/>
              <a:ext cx="29386" cy="31095"/>
            </a:xfrm>
            <a:custGeom>
              <a:avLst/>
              <a:gdLst/>
              <a:ahLst/>
              <a:cxnLst/>
              <a:rect l="l" t="t" r="r" b="b"/>
              <a:pathLst>
                <a:path w="1255" h="1328" extrusionOk="0">
                  <a:moveTo>
                    <a:pt x="1033" y="0"/>
                  </a:moveTo>
                  <a:lnTo>
                    <a:pt x="591" y="148"/>
                  </a:lnTo>
                  <a:lnTo>
                    <a:pt x="222" y="443"/>
                  </a:lnTo>
                  <a:lnTo>
                    <a:pt x="1" y="885"/>
                  </a:lnTo>
                  <a:lnTo>
                    <a:pt x="1" y="1328"/>
                  </a:lnTo>
                  <a:lnTo>
                    <a:pt x="1255" y="959"/>
                  </a:lnTo>
                  <a:lnTo>
                    <a:pt x="1033" y="0"/>
                  </a:lnTo>
                  <a:close/>
                </a:path>
              </a:pathLst>
            </a:custGeom>
            <a:solidFill>
              <a:srgbClr val="91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5540;p46">
              <a:extLst>
                <a:ext uri="{FF2B5EF4-FFF2-40B4-BE49-F238E27FC236}">
                  <a16:creationId xmlns:a16="http://schemas.microsoft.com/office/drawing/2014/main" id="{3EB58E2B-F82E-260D-888A-7E29913A276D}"/>
                </a:ext>
              </a:extLst>
            </p:cNvPr>
            <p:cNvSpPr/>
            <p:nvPr/>
          </p:nvSpPr>
          <p:spPr>
            <a:xfrm>
              <a:off x="3946743" y="4688120"/>
              <a:ext cx="29386" cy="31095"/>
            </a:xfrm>
            <a:custGeom>
              <a:avLst/>
              <a:gdLst/>
              <a:ahLst/>
              <a:cxnLst/>
              <a:rect l="l" t="t" r="r" b="b"/>
              <a:pathLst>
                <a:path w="1255" h="1328" fill="none" extrusionOk="0">
                  <a:moveTo>
                    <a:pt x="1033" y="0"/>
                  </a:moveTo>
                  <a:lnTo>
                    <a:pt x="1033" y="0"/>
                  </a:lnTo>
                  <a:lnTo>
                    <a:pt x="591" y="148"/>
                  </a:lnTo>
                  <a:lnTo>
                    <a:pt x="222" y="443"/>
                  </a:lnTo>
                  <a:lnTo>
                    <a:pt x="222" y="443"/>
                  </a:lnTo>
                  <a:lnTo>
                    <a:pt x="1" y="885"/>
                  </a:lnTo>
                  <a:lnTo>
                    <a:pt x="1" y="1328"/>
                  </a:lnTo>
                  <a:lnTo>
                    <a:pt x="1255" y="959"/>
                  </a:lnTo>
                  <a:lnTo>
                    <a:pt x="103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5541;p46">
              <a:extLst>
                <a:ext uri="{FF2B5EF4-FFF2-40B4-BE49-F238E27FC236}">
                  <a16:creationId xmlns:a16="http://schemas.microsoft.com/office/drawing/2014/main" id="{081C1DF2-D1EE-4CF9-F2E6-B86CE53897CF}"/>
                </a:ext>
              </a:extLst>
            </p:cNvPr>
            <p:cNvSpPr/>
            <p:nvPr/>
          </p:nvSpPr>
          <p:spPr>
            <a:xfrm>
              <a:off x="3875932" y="4712285"/>
              <a:ext cx="100193" cy="27653"/>
            </a:xfrm>
            <a:custGeom>
              <a:avLst/>
              <a:gdLst/>
              <a:ahLst/>
              <a:cxnLst/>
              <a:rect l="l" t="t" r="r" b="b"/>
              <a:pathLst>
                <a:path w="4279" h="1181" extrusionOk="0">
                  <a:moveTo>
                    <a:pt x="4279" y="1"/>
                  </a:moveTo>
                  <a:lnTo>
                    <a:pt x="2287" y="591"/>
                  </a:lnTo>
                  <a:lnTo>
                    <a:pt x="1" y="1181"/>
                  </a:lnTo>
                  <a:lnTo>
                    <a:pt x="1" y="1181"/>
                  </a:lnTo>
                  <a:lnTo>
                    <a:pt x="2361" y="591"/>
                  </a:lnTo>
                  <a:lnTo>
                    <a:pt x="4057" y="75"/>
                  </a:lnTo>
                  <a:lnTo>
                    <a:pt x="4279"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5542;p46">
              <a:extLst>
                <a:ext uri="{FF2B5EF4-FFF2-40B4-BE49-F238E27FC236}">
                  <a16:creationId xmlns:a16="http://schemas.microsoft.com/office/drawing/2014/main" id="{30A0A805-BA5E-906F-1BA2-50F4CFF979BC}"/>
                </a:ext>
              </a:extLst>
            </p:cNvPr>
            <p:cNvSpPr/>
            <p:nvPr/>
          </p:nvSpPr>
          <p:spPr>
            <a:xfrm>
              <a:off x="3875932" y="4712285"/>
              <a:ext cx="100193" cy="27653"/>
            </a:xfrm>
            <a:custGeom>
              <a:avLst/>
              <a:gdLst/>
              <a:ahLst/>
              <a:cxnLst/>
              <a:rect l="l" t="t" r="r" b="b"/>
              <a:pathLst>
                <a:path w="4279" h="1181" fill="none" extrusionOk="0">
                  <a:moveTo>
                    <a:pt x="4279" y="1"/>
                  </a:moveTo>
                  <a:lnTo>
                    <a:pt x="4279" y="1"/>
                  </a:lnTo>
                  <a:lnTo>
                    <a:pt x="4279" y="1"/>
                  </a:lnTo>
                  <a:lnTo>
                    <a:pt x="4057" y="75"/>
                  </a:lnTo>
                  <a:lnTo>
                    <a:pt x="4057" y="75"/>
                  </a:lnTo>
                  <a:lnTo>
                    <a:pt x="2361" y="591"/>
                  </a:lnTo>
                  <a:lnTo>
                    <a:pt x="1" y="1181"/>
                  </a:lnTo>
                  <a:lnTo>
                    <a:pt x="1" y="1181"/>
                  </a:lnTo>
                  <a:lnTo>
                    <a:pt x="1" y="1181"/>
                  </a:lnTo>
                  <a:lnTo>
                    <a:pt x="1" y="1181"/>
                  </a:lnTo>
                  <a:lnTo>
                    <a:pt x="2287" y="591"/>
                  </a:lnTo>
                  <a:lnTo>
                    <a:pt x="4279" y="1"/>
                  </a:lnTo>
                  <a:lnTo>
                    <a:pt x="427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5543;p46">
              <a:extLst>
                <a:ext uri="{FF2B5EF4-FFF2-40B4-BE49-F238E27FC236}">
                  <a16:creationId xmlns:a16="http://schemas.microsoft.com/office/drawing/2014/main" id="{91673685-9CE1-724A-7167-8BE59A643098}"/>
                </a:ext>
              </a:extLst>
            </p:cNvPr>
            <p:cNvSpPr/>
            <p:nvPr/>
          </p:nvSpPr>
          <p:spPr>
            <a:xfrm>
              <a:off x="3865582" y="4739916"/>
              <a:ext cx="10373" cy="1756"/>
            </a:xfrm>
            <a:custGeom>
              <a:avLst/>
              <a:gdLst/>
              <a:ahLst/>
              <a:cxnLst/>
              <a:rect l="l" t="t" r="r" b="b"/>
              <a:pathLst>
                <a:path w="443" h="75" extrusionOk="0">
                  <a:moveTo>
                    <a:pt x="443" y="1"/>
                  </a:moveTo>
                  <a:lnTo>
                    <a:pt x="443" y="1"/>
                  </a:lnTo>
                  <a:lnTo>
                    <a:pt x="443" y="1"/>
                  </a:lnTo>
                  <a:lnTo>
                    <a:pt x="443" y="1"/>
                  </a:lnTo>
                  <a:lnTo>
                    <a:pt x="0" y="75"/>
                  </a:lnTo>
                  <a:lnTo>
                    <a:pt x="0" y="75"/>
                  </a:lnTo>
                  <a:lnTo>
                    <a:pt x="443" y="1"/>
                  </a:lnTo>
                  <a:close/>
                </a:path>
              </a:pathLst>
            </a:custGeom>
            <a:solidFill>
              <a:srgbClr val="171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5544;p46">
              <a:extLst>
                <a:ext uri="{FF2B5EF4-FFF2-40B4-BE49-F238E27FC236}">
                  <a16:creationId xmlns:a16="http://schemas.microsoft.com/office/drawing/2014/main" id="{50486CA7-2607-ED14-B2E9-37945FDB7AEA}"/>
                </a:ext>
              </a:extLst>
            </p:cNvPr>
            <p:cNvSpPr/>
            <p:nvPr/>
          </p:nvSpPr>
          <p:spPr>
            <a:xfrm>
              <a:off x="3865582" y="4739916"/>
              <a:ext cx="10373" cy="1756"/>
            </a:xfrm>
            <a:custGeom>
              <a:avLst/>
              <a:gdLst/>
              <a:ahLst/>
              <a:cxnLst/>
              <a:rect l="l" t="t" r="r" b="b"/>
              <a:pathLst>
                <a:path w="443" h="75" fill="none" extrusionOk="0">
                  <a:moveTo>
                    <a:pt x="443" y="1"/>
                  </a:moveTo>
                  <a:lnTo>
                    <a:pt x="443" y="1"/>
                  </a:lnTo>
                  <a:lnTo>
                    <a:pt x="443" y="1"/>
                  </a:lnTo>
                  <a:lnTo>
                    <a:pt x="443" y="1"/>
                  </a:lnTo>
                  <a:lnTo>
                    <a:pt x="0" y="75"/>
                  </a:lnTo>
                  <a:lnTo>
                    <a:pt x="0" y="75"/>
                  </a:lnTo>
                  <a:lnTo>
                    <a:pt x="44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5545;p46">
              <a:extLst>
                <a:ext uri="{FF2B5EF4-FFF2-40B4-BE49-F238E27FC236}">
                  <a16:creationId xmlns:a16="http://schemas.microsoft.com/office/drawing/2014/main" id="{EDE50124-510F-E92B-009A-2D8FDAE8D468}"/>
                </a:ext>
              </a:extLst>
            </p:cNvPr>
            <p:cNvSpPr/>
            <p:nvPr/>
          </p:nvSpPr>
          <p:spPr>
            <a:xfrm>
              <a:off x="3834486" y="4745115"/>
              <a:ext cx="3465" cy="1733"/>
            </a:xfrm>
            <a:custGeom>
              <a:avLst/>
              <a:gdLst/>
              <a:ahLst/>
              <a:cxnLst/>
              <a:rect l="l" t="t" r="r" b="b"/>
              <a:pathLst>
                <a:path w="148" h="74" extrusionOk="0">
                  <a:moveTo>
                    <a:pt x="0" y="0"/>
                  </a:moveTo>
                  <a:lnTo>
                    <a:pt x="0" y="74"/>
                  </a:lnTo>
                  <a:lnTo>
                    <a:pt x="148" y="74"/>
                  </a:lnTo>
                  <a:lnTo>
                    <a:pt x="0"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5546;p46">
              <a:extLst>
                <a:ext uri="{FF2B5EF4-FFF2-40B4-BE49-F238E27FC236}">
                  <a16:creationId xmlns:a16="http://schemas.microsoft.com/office/drawing/2014/main" id="{22376EF1-445B-32C0-F6F5-1889B00C2A95}"/>
                </a:ext>
              </a:extLst>
            </p:cNvPr>
            <p:cNvSpPr/>
            <p:nvPr/>
          </p:nvSpPr>
          <p:spPr>
            <a:xfrm>
              <a:off x="3834486" y="4745115"/>
              <a:ext cx="10373" cy="1733"/>
            </a:xfrm>
            <a:custGeom>
              <a:avLst/>
              <a:gdLst/>
              <a:ahLst/>
              <a:cxnLst/>
              <a:rect l="l" t="t" r="r" b="b"/>
              <a:pathLst>
                <a:path w="443" h="74" fill="none" extrusionOk="0">
                  <a:moveTo>
                    <a:pt x="0" y="0"/>
                  </a:moveTo>
                  <a:lnTo>
                    <a:pt x="0" y="0"/>
                  </a:lnTo>
                  <a:lnTo>
                    <a:pt x="0" y="74"/>
                  </a:lnTo>
                  <a:lnTo>
                    <a:pt x="0" y="74"/>
                  </a:lnTo>
                  <a:lnTo>
                    <a:pt x="74" y="74"/>
                  </a:lnTo>
                  <a:lnTo>
                    <a:pt x="74" y="74"/>
                  </a:lnTo>
                  <a:lnTo>
                    <a:pt x="443" y="74"/>
                  </a:lnTo>
                  <a:lnTo>
                    <a:pt x="443" y="74"/>
                  </a:lnTo>
                  <a:lnTo>
                    <a:pt x="148" y="74"/>
                  </a:lnTo>
                  <a:lnTo>
                    <a:pt x="148" y="74"/>
                  </a:lnTo>
                  <a:lnTo>
                    <a:pt x="148" y="74"/>
                  </a:lnTo>
                  <a:lnTo>
                    <a:pt x="148" y="74"/>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5547;p46">
              <a:extLst>
                <a:ext uri="{FF2B5EF4-FFF2-40B4-BE49-F238E27FC236}">
                  <a16:creationId xmlns:a16="http://schemas.microsoft.com/office/drawing/2014/main" id="{BB2D1860-AF07-F706-53C7-9DA8BEC6B343}"/>
                </a:ext>
              </a:extLst>
            </p:cNvPr>
            <p:cNvSpPr/>
            <p:nvPr/>
          </p:nvSpPr>
          <p:spPr>
            <a:xfrm>
              <a:off x="3834486" y="4712285"/>
              <a:ext cx="141637" cy="34561"/>
            </a:xfrm>
            <a:custGeom>
              <a:avLst/>
              <a:gdLst/>
              <a:ahLst/>
              <a:cxnLst/>
              <a:rect l="l" t="t" r="r" b="b"/>
              <a:pathLst>
                <a:path w="6049" h="1476" extrusionOk="0">
                  <a:moveTo>
                    <a:pt x="6049" y="1"/>
                  </a:moveTo>
                  <a:lnTo>
                    <a:pt x="4795" y="296"/>
                  </a:lnTo>
                  <a:lnTo>
                    <a:pt x="1254" y="1181"/>
                  </a:lnTo>
                  <a:lnTo>
                    <a:pt x="1107" y="960"/>
                  </a:lnTo>
                  <a:lnTo>
                    <a:pt x="1033" y="812"/>
                  </a:lnTo>
                  <a:lnTo>
                    <a:pt x="886" y="738"/>
                  </a:lnTo>
                  <a:lnTo>
                    <a:pt x="812" y="738"/>
                  </a:lnTo>
                  <a:lnTo>
                    <a:pt x="443" y="1033"/>
                  </a:lnTo>
                  <a:lnTo>
                    <a:pt x="148" y="1255"/>
                  </a:lnTo>
                  <a:lnTo>
                    <a:pt x="0" y="1402"/>
                  </a:lnTo>
                  <a:lnTo>
                    <a:pt x="148" y="1476"/>
                  </a:lnTo>
                  <a:lnTo>
                    <a:pt x="443" y="1476"/>
                  </a:lnTo>
                  <a:lnTo>
                    <a:pt x="1328" y="1255"/>
                  </a:lnTo>
                  <a:lnTo>
                    <a:pt x="1771" y="1181"/>
                  </a:lnTo>
                  <a:lnTo>
                    <a:pt x="4131" y="591"/>
                  </a:lnTo>
                  <a:lnTo>
                    <a:pt x="5827" y="75"/>
                  </a:lnTo>
                  <a:lnTo>
                    <a:pt x="6049" y="1"/>
                  </a:lnTo>
                  <a:close/>
                </a:path>
              </a:pathLst>
            </a:custGeom>
            <a:solidFill>
              <a:srgbClr val="91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5548;p46">
              <a:extLst>
                <a:ext uri="{FF2B5EF4-FFF2-40B4-BE49-F238E27FC236}">
                  <a16:creationId xmlns:a16="http://schemas.microsoft.com/office/drawing/2014/main" id="{CEF2894C-9611-6BC6-B8DC-0B2562FD0318}"/>
                </a:ext>
              </a:extLst>
            </p:cNvPr>
            <p:cNvSpPr/>
            <p:nvPr/>
          </p:nvSpPr>
          <p:spPr>
            <a:xfrm>
              <a:off x="3834486" y="4712285"/>
              <a:ext cx="141637" cy="34561"/>
            </a:xfrm>
            <a:custGeom>
              <a:avLst/>
              <a:gdLst/>
              <a:ahLst/>
              <a:cxnLst/>
              <a:rect l="l" t="t" r="r" b="b"/>
              <a:pathLst>
                <a:path w="6049" h="1476" fill="none" extrusionOk="0">
                  <a:moveTo>
                    <a:pt x="6049" y="1"/>
                  </a:moveTo>
                  <a:lnTo>
                    <a:pt x="4795" y="296"/>
                  </a:lnTo>
                  <a:lnTo>
                    <a:pt x="4795" y="296"/>
                  </a:lnTo>
                  <a:lnTo>
                    <a:pt x="4795" y="296"/>
                  </a:lnTo>
                  <a:lnTo>
                    <a:pt x="1254" y="1181"/>
                  </a:lnTo>
                  <a:lnTo>
                    <a:pt x="1254" y="1181"/>
                  </a:lnTo>
                  <a:lnTo>
                    <a:pt x="1107" y="960"/>
                  </a:lnTo>
                  <a:lnTo>
                    <a:pt x="1033" y="812"/>
                  </a:lnTo>
                  <a:lnTo>
                    <a:pt x="886" y="738"/>
                  </a:lnTo>
                  <a:lnTo>
                    <a:pt x="886" y="738"/>
                  </a:lnTo>
                  <a:lnTo>
                    <a:pt x="812" y="738"/>
                  </a:lnTo>
                  <a:lnTo>
                    <a:pt x="812" y="738"/>
                  </a:lnTo>
                  <a:lnTo>
                    <a:pt x="443" y="1033"/>
                  </a:lnTo>
                  <a:lnTo>
                    <a:pt x="148" y="1255"/>
                  </a:lnTo>
                  <a:lnTo>
                    <a:pt x="0" y="1402"/>
                  </a:lnTo>
                  <a:lnTo>
                    <a:pt x="0" y="1402"/>
                  </a:lnTo>
                  <a:lnTo>
                    <a:pt x="148" y="1476"/>
                  </a:lnTo>
                  <a:lnTo>
                    <a:pt x="148" y="1476"/>
                  </a:lnTo>
                  <a:lnTo>
                    <a:pt x="148" y="1476"/>
                  </a:lnTo>
                  <a:lnTo>
                    <a:pt x="148" y="1476"/>
                  </a:lnTo>
                  <a:lnTo>
                    <a:pt x="443" y="1476"/>
                  </a:lnTo>
                  <a:lnTo>
                    <a:pt x="443" y="1476"/>
                  </a:lnTo>
                  <a:lnTo>
                    <a:pt x="1328" y="1255"/>
                  </a:lnTo>
                  <a:lnTo>
                    <a:pt x="1328" y="1255"/>
                  </a:lnTo>
                  <a:lnTo>
                    <a:pt x="1771" y="1181"/>
                  </a:lnTo>
                  <a:lnTo>
                    <a:pt x="1771" y="1181"/>
                  </a:lnTo>
                  <a:lnTo>
                    <a:pt x="4131" y="591"/>
                  </a:lnTo>
                  <a:lnTo>
                    <a:pt x="5827" y="75"/>
                  </a:lnTo>
                  <a:lnTo>
                    <a:pt x="6049" y="1"/>
                  </a:lnTo>
                  <a:lnTo>
                    <a:pt x="604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5549;p46">
              <a:extLst>
                <a:ext uri="{FF2B5EF4-FFF2-40B4-BE49-F238E27FC236}">
                  <a16:creationId xmlns:a16="http://schemas.microsoft.com/office/drawing/2014/main" id="{CC77D183-F847-639C-F866-0235109A0DFA}"/>
                </a:ext>
              </a:extLst>
            </p:cNvPr>
            <p:cNvSpPr/>
            <p:nvPr/>
          </p:nvSpPr>
          <p:spPr>
            <a:xfrm>
              <a:off x="3976106" y="4710576"/>
              <a:ext cx="23" cy="1733"/>
            </a:xfrm>
            <a:custGeom>
              <a:avLst/>
              <a:gdLst/>
              <a:ahLst/>
              <a:cxnLst/>
              <a:rect l="l" t="t" r="r" b="b"/>
              <a:pathLst>
                <a:path w="1" h="74" extrusionOk="0">
                  <a:moveTo>
                    <a:pt x="1" y="0"/>
                  </a:moveTo>
                  <a:lnTo>
                    <a:pt x="1" y="0"/>
                  </a:lnTo>
                  <a:lnTo>
                    <a:pt x="1" y="74"/>
                  </a:lnTo>
                  <a:lnTo>
                    <a:pt x="1" y="74"/>
                  </a:lnTo>
                  <a:lnTo>
                    <a:pt x="1" y="0"/>
                  </a:lnTo>
                  <a:close/>
                </a:path>
              </a:pathLst>
            </a:custGeom>
            <a:solidFill>
              <a:srgbClr val="5C5C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5550;p46">
              <a:extLst>
                <a:ext uri="{FF2B5EF4-FFF2-40B4-BE49-F238E27FC236}">
                  <a16:creationId xmlns:a16="http://schemas.microsoft.com/office/drawing/2014/main" id="{EA075816-2052-D2DD-0506-8F61C0EC3A25}"/>
                </a:ext>
              </a:extLst>
            </p:cNvPr>
            <p:cNvSpPr/>
            <p:nvPr/>
          </p:nvSpPr>
          <p:spPr>
            <a:xfrm>
              <a:off x="3976106" y="4710576"/>
              <a:ext cx="23" cy="1733"/>
            </a:xfrm>
            <a:custGeom>
              <a:avLst/>
              <a:gdLst/>
              <a:ahLst/>
              <a:cxnLst/>
              <a:rect l="l" t="t" r="r" b="b"/>
              <a:pathLst>
                <a:path w="1" h="74" fill="none" extrusionOk="0">
                  <a:moveTo>
                    <a:pt x="1" y="0"/>
                  </a:moveTo>
                  <a:lnTo>
                    <a:pt x="1" y="0"/>
                  </a:lnTo>
                  <a:lnTo>
                    <a:pt x="1" y="74"/>
                  </a:lnTo>
                  <a:lnTo>
                    <a:pt x="1" y="74"/>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5551;p46">
              <a:extLst>
                <a:ext uri="{FF2B5EF4-FFF2-40B4-BE49-F238E27FC236}">
                  <a16:creationId xmlns:a16="http://schemas.microsoft.com/office/drawing/2014/main" id="{CB9431EE-5B69-75DB-2C03-54379D20F340}"/>
                </a:ext>
              </a:extLst>
            </p:cNvPr>
            <p:cNvSpPr/>
            <p:nvPr/>
          </p:nvSpPr>
          <p:spPr>
            <a:xfrm>
              <a:off x="3946743" y="4710576"/>
              <a:ext cx="29386" cy="8640"/>
            </a:xfrm>
            <a:custGeom>
              <a:avLst/>
              <a:gdLst/>
              <a:ahLst/>
              <a:cxnLst/>
              <a:rect l="l" t="t" r="r" b="b"/>
              <a:pathLst>
                <a:path w="1255" h="369" extrusionOk="0">
                  <a:moveTo>
                    <a:pt x="1255" y="0"/>
                  </a:moveTo>
                  <a:lnTo>
                    <a:pt x="1" y="369"/>
                  </a:lnTo>
                  <a:lnTo>
                    <a:pt x="1255" y="74"/>
                  </a:lnTo>
                  <a:lnTo>
                    <a:pt x="1255" y="0"/>
                  </a:lnTo>
                  <a:close/>
                </a:path>
              </a:pathLst>
            </a:custGeom>
            <a:solidFill>
              <a:srgbClr val="571D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5552;p46">
              <a:extLst>
                <a:ext uri="{FF2B5EF4-FFF2-40B4-BE49-F238E27FC236}">
                  <a16:creationId xmlns:a16="http://schemas.microsoft.com/office/drawing/2014/main" id="{E9DC76F4-1325-F1A2-4AE3-A52B349422A5}"/>
                </a:ext>
              </a:extLst>
            </p:cNvPr>
            <p:cNvSpPr/>
            <p:nvPr/>
          </p:nvSpPr>
          <p:spPr>
            <a:xfrm>
              <a:off x="3946743" y="4710576"/>
              <a:ext cx="29386" cy="8640"/>
            </a:xfrm>
            <a:custGeom>
              <a:avLst/>
              <a:gdLst/>
              <a:ahLst/>
              <a:cxnLst/>
              <a:rect l="l" t="t" r="r" b="b"/>
              <a:pathLst>
                <a:path w="1255" h="369" fill="none" extrusionOk="0">
                  <a:moveTo>
                    <a:pt x="1255" y="0"/>
                  </a:moveTo>
                  <a:lnTo>
                    <a:pt x="1" y="369"/>
                  </a:lnTo>
                  <a:lnTo>
                    <a:pt x="1" y="369"/>
                  </a:lnTo>
                  <a:lnTo>
                    <a:pt x="1" y="369"/>
                  </a:lnTo>
                  <a:lnTo>
                    <a:pt x="1255" y="74"/>
                  </a:lnTo>
                  <a:lnTo>
                    <a:pt x="125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5553;p46">
              <a:extLst>
                <a:ext uri="{FF2B5EF4-FFF2-40B4-BE49-F238E27FC236}">
                  <a16:creationId xmlns:a16="http://schemas.microsoft.com/office/drawing/2014/main" id="{8FEDDD29-324E-988D-9763-25786A3CB01A}"/>
                </a:ext>
              </a:extLst>
            </p:cNvPr>
            <p:cNvSpPr/>
            <p:nvPr/>
          </p:nvSpPr>
          <p:spPr>
            <a:xfrm>
              <a:off x="3836219" y="4712285"/>
              <a:ext cx="136463" cy="32851"/>
            </a:xfrm>
            <a:custGeom>
              <a:avLst/>
              <a:gdLst/>
              <a:ahLst/>
              <a:cxnLst/>
              <a:rect l="l" t="t" r="r" b="b"/>
              <a:pathLst>
                <a:path w="5828" h="1403" extrusionOk="0">
                  <a:moveTo>
                    <a:pt x="5827" y="1"/>
                  </a:moveTo>
                  <a:lnTo>
                    <a:pt x="5163" y="148"/>
                  </a:lnTo>
                  <a:lnTo>
                    <a:pt x="3024" y="738"/>
                  </a:lnTo>
                  <a:lnTo>
                    <a:pt x="3024" y="738"/>
                  </a:lnTo>
                  <a:lnTo>
                    <a:pt x="5163" y="222"/>
                  </a:lnTo>
                  <a:lnTo>
                    <a:pt x="5827" y="1"/>
                  </a:lnTo>
                  <a:close/>
                  <a:moveTo>
                    <a:pt x="3024" y="738"/>
                  </a:moveTo>
                  <a:lnTo>
                    <a:pt x="812" y="1181"/>
                  </a:lnTo>
                  <a:lnTo>
                    <a:pt x="148" y="1328"/>
                  </a:lnTo>
                  <a:lnTo>
                    <a:pt x="0" y="1402"/>
                  </a:lnTo>
                  <a:lnTo>
                    <a:pt x="148" y="1402"/>
                  </a:lnTo>
                  <a:lnTo>
                    <a:pt x="812" y="1255"/>
                  </a:lnTo>
                  <a:lnTo>
                    <a:pt x="3024" y="738"/>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5554;p46">
              <a:extLst>
                <a:ext uri="{FF2B5EF4-FFF2-40B4-BE49-F238E27FC236}">
                  <a16:creationId xmlns:a16="http://schemas.microsoft.com/office/drawing/2014/main" id="{2DE23B96-78A9-6D02-4DD1-9C09D7914B28}"/>
                </a:ext>
              </a:extLst>
            </p:cNvPr>
            <p:cNvSpPr/>
            <p:nvPr/>
          </p:nvSpPr>
          <p:spPr>
            <a:xfrm>
              <a:off x="3853476" y="4729566"/>
              <a:ext cx="10396" cy="10373"/>
            </a:xfrm>
            <a:custGeom>
              <a:avLst/>
              <a:gdLst/>
              <a:ahLst/>
              <a:cxnLst/>
              <a:rect l="l" t="t" r="r" b="b"/>
              <a:pathLst>
                <a:path w="444" h="443" extrusionOk="0">
                  <a:moveTo>
                    <a:pt x="1" y="0"/>
                  </a:moveTo>
                  <a:lnTo>
                    <a:pt x="296" y="222"/>
                  </a:lnTo>
                  <a:lnTo>
                    <a:pt x="443" y="443"/>
                  </a:lnTo>
                  <a:lnTo>
                    <a:pt x="370" y="295"/>
                  </a:lnTo>
                  <a:lnTo>
                    <a:pt x="296" y="148"/>
                  </a:lnTo>
                  <a:lnTo>
                    <a:pt x="148" y="74"/>
                  </a:lnTo>
                  <a:lnTo>
                    <a:pt x="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5555;p46">
              <a:extLst>
                <a:ext uri="{FF2B5EF4-FFF2-40B4-BE49-F238E27FC236}">
                  <a16:creationId xmlns:a16="http://schemas.microsoft.com/office/drawing/2014/main" id="{6C6AF8DA-C576-DC0C-1361-BBD02836E0EB}"/>
                </a:ext>
              </a:extLst>
            </p:cNvPr>
            <p:cNvSpPr/>
            <p:nvPr/>
          </p:nvSpPr>
          <p:spPr>
            <a:xfrm>
              <a:off x="3879398" y="4715751"/>
              <a:ext cx="6931" cy="6931"/>
            </a:xfrm>
            <a:custGeom>
              <a:avLst/>
              <a:gdLst/>
              <a:ahLst/>
              <a:cxnLst/>
              <a:rect l="l" t="t" r="r" b="b"/>
              <a:pathLst>
                <a:path w="296" h="296" extrusionOk="0">
                  <a:moveTo>
                    <a:pt x="295" y="295"/>
                  </a:moveTo>
                  <a:lnTo>
                    <a:pt x="295" y="295"/>
                  </a:lnTo>
                  <a:lnTo>
                    <a:pt x="148" y="148"/>
                  </a:lnTo>
                  <a:lnTo>
                    <a:pt x="148" y="148"/>
                  </a:lnTo>
                  <a:lnTo>
                    <a:pt x="0" y="0"/>
                  </a:lnTo>
                  <a:lnTo>
                    <a:pt x="0" y="0"/>
                  </a:lnTo>
                  <a:lnTo>
                    <a:pt x="148" y="148"/>
                  </a:lnTo>
                  <a:lnTo>
                    <a:pt x="148" y="148"/>
                  </a:lnTo>
                  <a:lnTo>
                    <a:pt x="295" y="295"/>
                  </a:lnTo>
                  <a:lnTo>
                    <a:pt x="295" y="295"/>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5556;p46">
              <a:extLst>
                <a:ext uri="{FF2B5EF4-FFF2-40B4-BE49-F238E27FC236}">
                  <a16:creationId xmlns:a16="http://schemas.microsoft.com/office/drawing/2014/main" id="{2DAC259E-BF09-ADF7-90DC-15E9151DE9DB}"/>
                </a:ext>
              </a:extLst>
            </p:cNvPr>
            <p:cNvSpPr/>
            <p:nvPr/>
          </p:nvSpPr>
          <p:spPr>
            <a:xfrm>
              <a:off x="3886306" y="4714018"/>
              <a:ext cx="5198" cy="3489"/>
            </a:xfrm>
            <a:custGeom>
              <a:avLst/>
              <a:gdLst/>
              <a:ahLst/>
              <a:cxnLst/>
              <a:rect l="l" t="t" r="r" b="b"/>
              <a:pathLst>
                <a:path w="222" h="149" extrusionOk="0">
                  <a:moveTo>
                    <a:pt x="0" y="1"/>
                  </a:moveTo>
                  <a:lnTo>
                    <a:pt x="74" y="74"/>
                  </a:lnTo>
                  <a:lnTo>
                    <a:pt x="221" y="148"/>
                  </a:lnTo>
                  <a:lnTo>
                    <a:pt x="14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5557;p46">
              <a:extLst>
                <a:ext uri="{FF2B5EF4-FFF2-40B4-BE49-F238E27FC236}">
                  <a16:creationId xmlns:a16="http://schemas.microsoft.com/office/drawing/2014/main" id="{FFDB620C-6CC3-F45A-E4ED-D85A7885B37E}"/>
                </a:ext>
              </a:extLst>
            </p:cNvPr>
            <p:cNvSpPr/>
            <p:nvPr/>
          </p:nvSpPr>
          <p:spPr>
            <a:xfrm>
              <a:off x="3886306" y="4707110"/>
              <a:ext cx="8664" cy="3489"/>
            </a:xfrm>
            <a:custGeom>
              <a:avLst/>
              <a:gdLst/>
              <a:ahLst/>
              <a:cxnLst/>
              <a:rect l="l" t="t" r="r" b="b"/>
              <a:pathLst>
                <a:path w="370" h="149" extrusionOk="0">
                  <a:moveTo>
                    <a:pt x="369" y="1"/>
                  </a:moveTo>
                  <a:lnTo>
                    <a:pt x="369" y="1"/>
                  </a:lnTo>
                  <a:lnTo>
                    <a:pt x="148" y="74"/>
                  </a:lnTo>
                  <a:lnTo>
                    <a:pt x="148" y="74"/>
                  </a:lnTo>
                  <a:lnTo>
                    <a:pt x="0" y="148"/>
                  </a:lnTo>
                  <a:lnTo>
                    <a:pt x="0" y="148"/>
                  </a:lnTo>
                  <a:lnTo>
                    <a:pt x="148" y="74"/>
                  </a:lnTo>
                  <a:lnTo>
                    <a:pt x="148" y="74"/>
                  </a:lnTo>
                  <a:lnTo>
                    <a:pt x="369" y="1"/>
                  </a:lnTo>
                  <a:lnTo>
                    <a:pt x="36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5558;p46">
              <a:extLst>
                <a:ext uri="{FF2B5EF4-FFF2-40B4-BE49-F238E27FC236}">
                  <a16:creationId xmlns:a16="http://schemas.microsoft.com/office/drawing/2014/main" id="{147ECDD0-1780-F7B6-D3B0-2109820D0ABD}"/>
                </a:ext>
              </a:extLst>
            </p:cNvPr>
            <p:cNvSpPr/>
            <p:nvPr/>
          </p:nvSpPr>
          <p:spPr>
            <a:xfrm>
              <a:off x="3884573" y="4701935"/>
              <a:ext cx="10396" cy="3465"/>
            </a:xfrm>
            <a:custGeom>
              <a:avLst/>
              <a:gdLst/>
              <a:ahLst/>
              <a:cxnLst/>
              <a:rect l="l" t="t" r="r" b="b"/>
              <a:pathLst>
                <a:path w="444" h="148" extrusionOk="0">
                  <a:moveTo>
                    <a:pt x="443" y="0"/>
                  </a:moveTo>
                  <a:lnTo>
                    <a:pt x="443" y="0"/>
                  </a:lnTo>
                  <a:lnTo>
                    <a:pt x="222" y="74"/>
                  </a:lnTo>
                  <a:lnTo>
                    <a:pt x="222" y="74"/>
                  </a:lnTo>
                  <a:lnTo>
                    <a:pt x="0" y="148"/>
                  </a:lnTo>
                  <a:lnTo>
                    <a:pt x="0" y="148"/>
                  </a:lnTo>
                  <a:lnTo>
                    <a:pt x="222" y="74"/>
                  </a:lnTo>
                  <a:lnTo>
                    <a:pt x="222" y="74"/>
                  </a:lnTo>
                  <a:lnTo>
                    <a:pt x="443" y="0"/>
                  </a:lnTo>
                  <a:lnTo>
                    <a:pt x="44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5559;p46">
              <a:extLst>
                <a:ext uri="{FF2B5EF4-FFF2-40B4-BE49-F238E27FC236}">
                  <a16:creationId xmlns:a16="http://schemas.microsoft.com/office/drawing/2014/main" id="{9BFA8425-65A5-615B-29E3-A2EB6A7F8BA4}"/>
                </a:ext>
              </a:extLst>
            </p:cNvPr>
            <p:cNvSpPr/>
            <p:nvPr/>
          </p:nvSpPr>
          <p:spPr>
            <a:xfrm>
              <a:off x="3865582" y="4710576"/>
              <a:ext cx="15548" cy="6931"/>
            </a:xfrm>
            <a:custGeom>
              <a:avLst/>
              <a:gdLst/>
              <a:ahLst/>
              <a:cxnLst/>
              <a:rect l="l" t="t" r="r" b="b"/>
              <a:pathLst>
                <a:path w="664" h="296" extrusionOk="0">
                  <a:moveTo>
                    <a:pt x="74" y="0"/>
                  </a:moveTo>
                  <a:lnTo>
                    <a:pt x="0" y="74"/>
                  </a:lnTo>
                  <a:lnTo>
                    <a:pt x="0" y="74"/>
                  </a:lnTo>
                  <a:lnTo>
                    <a:pt x="148" y="0"/>
                  </a:lnTo>
                  <a:close/>
                  <a:moveTo>
                    <a:pt x="295" y="0"/>
                  </a:moveTo>
                  <a:lnTo>
                    <a:pt x="516" y="74"/>
                  </a:lnTo>
                  <a:lnTo>
                    <a:pt x="369" y="0"/>
                  </a:lnTo>
                  <a:close/>
                  <a:moveTo>
                    <a:pt x="516" y="74"/>
                  </a:moveTo>
                  <a:lnTo>
                    <a:pt x="664" y="295"/>
                  </a:lnTo>
                  <a:lnTo>
                    <a:pt x="664" y="221"/>
                  </a:lnTo>
                  <a:lnTo>
                    <a:pt x="516" y="74"/>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5560;p46">
              <a:extLst>
                <a:ext uri="{FF2B5EF4-FFF2-40B4-BE49-F238E27FC236}">
                  <a16:creationId xmlns:a16="http://schemas.microsoft.com/office/drawing/2014/main" id="{CBC48B49-2B60-7C74-C9F5-1C7231917726}"/>
                </a:ext>
              </a:extLst>
            </p:cNvPr>
            <p:cNvSpPr/>
            <p:nvPr/>
          </p:nvSpPr>
          <p:spPr>
            <a:xfrm>
              <a:off x="3879398" y="4703668"/>
              <a:ext cx="6931" cy="12106"/>
            </a:xfrm>
            <a:custGeom>
              <a:avLst/>
              <a:gdLst/>
              <a:ahLst/>
              <a:cxnLst/>
              <a:rect l="l" t="t" r="r" b="b"/>
              <a:pathLst>
                <a:path w="296" h="517" extrusionOk="0">
                  <a:moveTo>
                    <a:pt x="74" y="74"/>
                  </a:moveTo>
                  <a:lnTo>
                    <a:pt x="0" y="148"/>
                  </a:lnTo>
                  <a:lnTo>
                    <a:pt x="0" y="221"/>
                  </a:lnTo>
                  <a:lnTo>
                    <a:pt x="74" y="74"/>
                  </a:lnTo>
                  <a:close/>
                  <a:moveTo>
                    <a:pt x="148" y="0"/>
                  </a:moveTo>
                  <a:lnTo>
                    <a:pt x="74" y="74"/>
                  </a:lnTo>
                  <a:lnTo>
                    <a:pt x="148" y="74"/>
                  </a:lnTo>
                  <a:lnTo>
                    <a:pt x="221" y="148"/>
                  </a:lnTo>
                  <a:lnTo>
                    <a:pt x="221" y="221"/>
                  </a:lnTo>
                  <a:lnTo>
                    <a:pt x="295" y="74"/>
                  </a:lnTo>
                  <a:lnTo>
                    <a:pt x="221" y="74"/>
                  </a:lnTo>
                  <a:lnTo>
                    <a:pt x="148" y="0"/>
                  </a:lnTo>
                  <a:close/>
                  <a:moveTo>
                    <a:pt x="0" y="369"/>
                  </a:moveTo>
                  <a:lnTo>
                    <a:pt x="0" y="516"/>
                  </a:lnTo>
                  <a:lnTo>
                    <a:pt x="74" y="516"/>
                  </a:lnTo>
                  <a:lnTo>
                    <a:pt x="0" y="369"/>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5561;p46">
              <a:extLst>
                <a:ext uri="{FF2B5EF4-FFF2-40B4-BE49-F238E27FC236}">
                  <a16:creationId xmlns:a16="http://schemas.microsoft.com/office/drawing/2014/main" id="{DFBDA68B-EBAB-6566-55E6-BB1B8B2D7D9A}"/>
                </a:ext>
              </a:extLst>
            </p:cNvPr>
            <p:cNvSpPr/>
            <p:nvPr/>
          </p:nvSpPr>
          <p:spPr>
            <a:xfrm>
              <a:off x="3945033" y="4688120"/>
              <a:ext cx="25920" cy="31095"/>
            </a:xfrm>
            <a:custGeom>
              <a:avLst/>
              <a:gdLst/>
              <a:ahLst/>
              <a:cxnLst/>
              <a:rect l="l" t="t" r="r" b="b"/>
              <a:pathLst>
                <a:path w="1107" h="1328" extrusionOk="0">
                  <a:moveTo>
                    <a:pt x="1033" y="0"/>
                  </a:moveTo>
                  <a:lnTo>
                    <a:pt x="811" y="74"/>
                  </a:lnTo>
                  <a:lnTo>
                    <a:pt x="811" y="74"/>
                  </a:lnTo>
                  <a:lnTo>
                    <a:pt x="1106" y="0"/>
                  </a:lnTo>
                  <a:close/>
                  <a:moveTo>
                    <a:pt x="295" y="443"/>
                  </a:moveTo>
                  <a:lnTo>
                    <a:pt x="74" y="738"/>
                  </a:lnTo>
                  <a:lnTo>
                    <a:pt x="0" y="1033"/>
                  </a:lnTo>
                  <a:lnTo>
                    <a:pt x="0" y="1254"/>
                  </a:lnTo>
                  <a:lnTo>
                    <a:pt x="74" y="1328"/>
                  </a:lnTo>
                  <a:lnTo>
                    <a:pt x="74" y="1033"/>
                  </a:lnTo>
                  <a:lnTo>
                    <a:pt x="148" y="738"/>
                  </a:lnTo>
                  <a:lnTo>
                    <a:pt x="295" y="443"/>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5562;p46">
              <a:extLst>
                <a:ext uri="{FF2B5EF4-FFF2-40B4-BE49-F238E27FC236}">
                  <a16:creationId xmlns:a16="http://schemas.microsoft.com/office/drawing/2014/main" id="{55C47F59-AACD-D3E2-D123-CE13F605F3CB}"/>
                </a:ext>
              </a:extLst>
            </p:cNvPr>
            <p:cNvSpPr/>
            <p:nvPr/>
          </p:nvSpPr>
          <p:spPr>
            <a:xfrm>
              <a:off x="3953650" y="4655291"/>
              <a:ext cx="8664" cy="34561"/>
            </a:xfrm>
            <a:custGeom>
              <a:avLst/>
              <a:gdLst/>
              <a:ahLst/>
              <a:cxnLst/>
              <a:rect l="l" t="t" r="r" b="b"/>
              <a:pathLst>
                <a:path w="370" h="1476" extrusionOk="0">
                  <a:moveTo>
                    <a:pt x="1" y="1"/>
                  </a:moveTo>
                  <a:lnTo>
                    <a:pt x="1" y="1"/>
                  </a:lnTo>
                  <a:lnTo>
                    <a:pt x="148" y="738"/>
                  </a:lnTo>
                  <a:lnTo>
                    <a:pt x="148" y="738"/>
                  </a:lnTo>
                  <a:lnTo>
                    <a:pt x="370" y="1476"/>
                  </a:lnTo>
                  <a:lnTo>
                    <a:pt x="370" y="1476"/>
                  </a:lnTo>
                  <a:lnTo>
                    <a:pt x="148" y="738"/>
                  </a:lnTo>
                  <a:lnTo>
                    <a:pt x="148" y="738"/>
                  </a:lnTo>
                  <a:lnTo>
                    <a:pt x="1" y="1"/>
                  </a:lnTo>
                  <a:lnTo>
                    <a:pt x="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5563;p46">
              <a:extLst>
                <a:ext uri="{FF2B5EF4-FFF2-40B4-BE49-F238E27FC236}">
                  <a16:creationId xmlns:a16="http://schemas.microsoft.com/office/drawing/2014/main" id="{D9F5EE28-C9CB-D8E6-85FE-5AF6B310D07B}"/>
                </a:ext>
              </a:extLst>
            </p:cNvPr>
            <p:cNvSpPr/>
            <p:nvPr/>
          </p:nvSpPr>
          <p:spPr>
            <a:xfrm>
              <a:off x="3908762" y="4714018"/>
              <a:ext cx="24188" cy="6931"/>
            </a:xfrm>
            <a:custGeom>
              <a:avLst/>
              <a:gdLst/>
              <a:ahLst/>
              <a:cxnLst/>
              <a:rect l="l" t="t" r="r" b="b"/>
              <a:pathLst>
                <a:path w="1033" h="296" extrusionOk="0">
                  <a:moveTo>
                    <a:pt x="1033" y="1"/>
                  </a:moveTo>
                  <a:lnTo>
                    <a:pt x="1033" y="1"/>
                  </a:lnTo>
                  <a:lnTo>
                    <a:pt x="516" y="148"/>
                  </a:lnTo>
                  <a:lnTo>
                    <a:pt x="0" y="296"/>
                  </a:lnTo>
                  <a:lnTo>
                    <a:pt x="0" y="296"/>
                  </a:lnTo>
                  <a:lnTo>
                    <a:pt x="516" y="148"/>
                  </a:lnTo>
                  <a:lnTo>
                    <a:pt x="516" y="148"/>
                  </a:lnTo>
                  <a:lnTo>
                    <a:pt x="1033" y="1"/>
                  </a:lnTo>
                  <a:lnTo>
                    <a:pt x="103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5564;p46">
              <a:extLst>
                <a:ext uri="{FF2B5EF4-FFF2-40B4-BE49-F238E27FC236}">
                  <a16:creationId xmlns:a16="http://schemas.microsoft.com/office/drawing/2014/main" id="{21B2ECB5-388E-478B-DD7D-062A143FEECC}"/>
                </a:ext>
              </a:extLst>
            </p:cNvPr>
            <p:cNvSpPr/>
            <p:nvPr/>
          </p:nvSpPr>
          <p:spPr>
            <a:xfrm>
              <a:off x="3948475" y="4710576"/>
              <a:ext cx="1756" cy="5198"/>
            </a:xfrm>
            <a:custGeom>
              <a:avLst/>
              <a:gdLst/>
              <a:ahLst/>
              <a:cxnLst/>
              <a:rect l="l" t="t" r="r" b="b"/>
              <a:pathLst>
                <a:path w="75" h="222" extrusionOk="0">
                  <a:moveTo>
                    <a:pt x="74" y="0"/>
                  </a:moveTo>
                  <a:lnTo>
                    <a:pt x="1" y="74"/>
                  </a:lnTo>
                  <a:lnTo>
                    <a:pt x="1" y="221"/>
                  </a:lnTo>
                  <a:lnTo>
                    <a:pt x="74" y="74"/>
                  </a:lnTo>
                  <a:lnTo>
                    <a:pt x="7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5565;p46">
              <a:extLst>
                <a:ext uri="{FF2B5EF4-FFF2-40B4-BE49-F238E27FC236}">
                  <a16:creationId xmlns:a16="http://schemas.microsoft.com/office/drawing/2014/main" id="{651827A0-9F36-3AC4-2A62-9A436DCF7C38}"/>
                </a:ext>
              </a:extLst>
            </p:cNvPr>
            <p:cNvSpPr/>
            <p:nvPr/>
          </p:nvSpPr>
          <p:spPr>
            <a:xfrm>
              <a:off x="3951941" y="4700203"/>
              <a:ext cx="1733" cy="5198"/>
            </a:xfrm>
            <a:custGeom>
              <a:avLst/>
              <a:gdLst/>
              <a:ahLst/>
              <a:cxnLst/>
              <a:rect l="l" t="t" r="r" b="b"/>
              <a:pathLst>
                <a:path w="74" h="222" extrusionOk="0">
                  <a:moveTo>
                    <a:pt x="74" y="1"/>
                  </a:moveTo>
                  <a:lnTo>
                    <a:pt x="0" y="74"/>
                  </a:lnTo>
                  <a:lnTo>
                    <a:pt x="0" y="222"/>
                  </a:lnTo>
                  <a:lnTo>
                    <a:pt x="74" y="148"/>
                  </a:lnTo>
                  <a:lnTo>
                    <a:pt x="7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5566;p46">
              <a:extLst>
                <a:ext uri="{FF2B5EF4-FFF2-40B4-BE49-F238E27FC236}">
                  <a16:creationId xmlns:a16="http://schemas.microsoft.com/office/drawing/2014/main" id="{ABA16FBB-F72B-E3AA-0CBF-0F85DC43E838}"/>
                </a:ext>
              </a:extLst>
            </p:cNvPr>
            <p:cNvSpPr/>
            <p:nvPr/>
          </p:nvSpPr>
          <p:spPr>
            <a:xfrm>
              <a:off x="3958849" y="4695028"/>
              <a:ext cx="3465" cy="3465"/>
            </a:xfrm>
            <a:custGeom>
              <a:avLst/>
              <a:gdLst/>
              <a:ahLst/>
              <a:cxnLst/>
              <a:rect l="l" t="t" r="r" b="b"/>
              <a:pathLst>
                <a:path w="148" h="148" extrusionOk="0">
                  <a:moveTo>
                    <a:pt x="0" y="0"/>
                  </a:moveTo>
                  <a:lnTo>
                    <a:pt x="0" y="74"/>
                  </a:lnTo>
                  <a:lnTo>
                    <a:pt x="0" y="148"/>
                  </a:lnTo>
                  <a:lnTo>
                    <a:pt x="74"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5567;p46">
              <a:extLst>
                <a:ext uri="{FF2B5EF4-FFF2-40B4-BE49-F238E27FC236}">
                  <a16:creationId xmlns:a16="http://schemas.microsoft.com/office/drawing/2014/main" id="{CD29D7B6-6EFB-AD26-93DD-5FA786E7407C}"/>
                </a:ext>
              </a:extLst>
            </p:cNvPr>
            <p:cNvSpPr/>
            <p:nvPr/>
          </p:nvSpPr>
          <p:spPr>
            <a:xfrm>
              <a:off x="3965756" y="4691562"/>
              <a:ext cx="1733" cy="1756"/>
            </a:xfrm>
            <a:custGeom>
              <a:avLst/>
              <a:gdLst/>
              <a:ahLst/>
              <a:cxnLst/>
              <a:rect l="l" t="t" r="r" b="b"/>
              <a:pathLst>
                <a:path w="74" h="75" extrusionOk="0">
                  <a:moveTo>
                    <a:pt x="74" y="1"/>
                  </a:moveTo>
                  <a:lnTo>
                    <a:pt x="0" y="74"/>
                  </a:lnTo>
                  <a:lnTo>
                    <a:pt x="74" y="74"/>
                  </a:lnTo>
                  <a:lnTo>
                    <a:pt x="7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5568;p46">
              <a:extLst>
                <a:ext uri="{FF2B5EF4-FFF2-40B4-BE49-F238E27FC236}">
                  <a16:creationId xmlns:a16="http://schemas.microsoft.com/office/drawing/2014/main" id="{2C7BE66F-4B29-D59B-01B6-8A58519CF275}"/>
                </a:ext>
              </a:extLst>
            </p:cNvPr>
            <p:cNvSpPr/>
            <p:nvPr/>
          </p:nvSpPr>
          <p:spPr>
            <a:xfrm>
              <a:off x="3466596" y="4670839"/>
              <a:ext cx="146835" cy="72563"/>
            </a:xfrm>
            <a:custGeom>
              <a:avLst/>
              <a:gdLst/>
              <a:ahLst/>
              <a:cxnLst/>
              <a:rect l="l" t="t" r="r" b="b"/>
              <a:pathLst>
                <a:path w="6271" h="3099" extrusionOk="0">
                  <a:moveTo>
                    <a:pt x="6270" y="1"/>
                  </a:moveTo>
                  <a:lnTo>
                    <a:pt x="2509" y="74"/>
                  </a:lnTo>
                  <a:lnTo>
                    <a:pt x="2509" y="2066"/>
                  </a:lnTo>
                  <a:lnTo>
                    <a:pt x="1033" y="2435"/>
                  </a:lnTo>
                  <a:lnTo>
                    <a:pt x="222" y="2803"/>
                  </a:lnTo>
                  <a:lnTo>
                    <a:pt x="1" y="2877"/>
                  </a:lnTo>
                  <a:lnTo>
                    <a:pt x="75" y="2951"/>
                  </a:lnTo>
                  <a:lnTo>
                    <a:pt x="148" y="3025"/>
                  </a:lnTo>
                  <a:lnTo>
                    <a:pt x="591" y="3098"/>
                  </a:lnTo>
                  <a:lnTo>
                    <a:pt x="2951" y="3098"/>
                  </a:lnTo>
                  <a:lnTo>
                    <a:pt x="6049" y="2951"/>
                  </a:lnTo>
                  <a:lnTo>
                    <a:pt x="6270" y="2951"/>
                  </a:lnTo>
                  <a:lnTo>
                    <a:pt x="6270"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5569;p46">
              <a:extLst>
                <a:ext uri="{FF2B5EF4-FFF2-40B4-BE49-F238E27FC236}">
                  <a16:creationId xmlns:a16="http://schemas.microsoft.com/office/drawing/2014/main" id="{77D46D6D-7F3C-6369-4581-1919C07FB148}"/>
                </a:ext>
              </a:extLst>
            </p:cNvPr>
            <p:cNvSpPr/>
            <p:nvPr/>
          </p:nvSpPr>
          <p:spPr>
            <a:xfrm>
              <a:off x="3466596" y="4670839"/>
              <a:ext cx="146835" cy="72563"/>
            </a:xfrm>
            <a:custGeom>
              <a:avLst/>
              <a:gdLst/>
              <a:ahLst/>
              <a:cxnLst/>
              <a:rect l="l" t="t" r="r" b="b"/>
              <a:pathLst>
                <a:path w="6271" h="3099" fill="none" extrusionOk="0">
                  <a:moveTo>
                    <a:pt x="2509" y="2066"/>
                  </a:moveTo>
                  <a:lnTo>
                    <a:pt x="2509" y="74"/>
                  </a:lnTo>
                  <a:lnTo>
                    <a:pt x="6270" y="1"/>
                  </a:lnTo>
                  <a:lnTo>
                    <a:pt x="6270" y="2951"/>
                  </a:lnTo>
                  <a:lnTo>
                    <a:pt x="6049" y="2951"/>
                  </a:lnTo>
                  <a:lnTo>
                    <a:pt x="6049" y="2951"/>
                  </a:lnTo>
                  <a:lnTo>
                    <a:pt x="2951" y="3098"/>
                  </a:lnTo>
                  <a:lnTo>
                    <a:pt x="1255" y="3098"/>
                  </a:lnTo>
                  <a:lnTo>
                    <a:pt x="591" y="3098"/>
                  </a:lnTo>
                  <a:lnTo>
                    <a:pt x="148" y="3025"/>
                  </a:lnTo>
                  <a:lnTo>
                    <a:pt x="148" y="3025"/>
                  </a:lnTo>
                  <a:lnTo>
                    <a:pt x="75" y="2951"/>
                  </a:lnTo>
                  <a:lnTo>
                    <a:pt x="1" y="2877"/>
                  </a:lnTo>
                  <a:lnTo>
                    <a:pt x="222" y="2803"/>
                  </a:lnTo>
                  <a:lnTo>
                    <a:pt x="1033" y="2435"/>
                  </a:lnTo>
                  <a:lnTo>
                    <a:pt x="2509" y="206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5570;p46">
              <a:extLst>
                <a:ext uri="{FF2B5EF4-FFF2-40B4-BE49-F238E27FC236}">
                  <a16:creationId xmlns:a16="http://schemas.microsoft.com/office/drawing/2014/main" id="{5409D02F-9BB3-6482-4A5A-003C67CE23E9}"/>
                </a:ext>
              </a:extLst>
            </p:cNvPr>
            <p:cNvSpPr/>
            <p:nvPr/>
          </p:nvSpPr>
          <p:spPr>
            <a:xfrm>
              <a:off x="3582318" y="4714018"/>
              <a:ext cx="31119" cy="24211"/>
            </a:xfrm>
            <a:custGeom>
              <a:avLst/>
              <a:gdLst/>
              <a:ahLst/>
              <a:cxnLst/>
              <a:rect l="l" t="t" r="r" b="b"/>
              <a:pathLst>
                <a:path w="1329" h="1034" extrusionOk="0">
                  <a:moveTo>
                    <a:pt x="1255" y="1"/>
                  </a:moveTo>
                  <a:lnTo>
                    <a:pt x="812" y="74"/>
                  </a:lnTo>
                  <a:lnTo>
                    <a:pt x="443" y="296"/>
                  </a:lnTo>
                  <a:lnTo>
                    <a:pt x="148" y="591"/>
                  </a:lnTo>
                  <a:lnTo>
                    <a:pt x="1" y="1033"/>
                  </a:lnTo>
                  <a:lnTo>
                    <a:pt x="1328" y="959"/>
                  </a:lnTo>
                  <a:lnTo>
                    <a:pt x="1328" y="1"/>
                  </a:lnTo>
                  <a:close/>
                </a:path>
              </a:pathLst>
            </a:custGeom>
            <a:solidFill>
              <a:srgbClr val="91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5571;p46">
              <a:extLst>
                <a:ext uri="{FF2B5EF4-FFF2-40B4-BE49-F238E27FC236}">
                  <a16:creationId xmlns:a16="http://schemas.microsoft.com/office/drawing/2014/main" id="{B4F188AD-F7E2-072B-1DB2-9B803903A9D2}"/>
                </a:ext>
              </a:extLst>
            </p:cNvPr>
            <p:cNvSpPr/>
            <p:nvPr/>
          </p:nvSpPr>
          <p:spPr>
            <a:xfrm>
              <a:off x="3582318" y="4714018"/>
              <a:ext cx="31119" cy="24211"/>
            </a:xfrm>
            <a:custGeom>
              <a:avLst/>
              <a:gdLst/>
              <a:ahLst/>
              <a:cxnLst/>
              <a:rect l="l" t="t" r="r" b="b"/>
              <a:pathLst>
                <a:path w="1329" h="1034" fill="none" extrusionOk="0">
                  <a:moveTo>
                    <a:pt x="1255" y="1"/>
                  </a:moveTo>
                  <a:lnTo>
                    <a:pt x="1255" y="1"/>
                  </a:lnTo>
                  <a:lnTo>
                    <a:pt x="812" y="74"/>
                  </a:lnTo>
                  <a:lnTo>
                    <a:pt x="443" y="296"/>
                  </a:lnTo>
                  <a:lnTo>
                    <a:pt x="443" y="296"/>
                  </a:lnTo>
                  <a:lnTo>
                    <a:pt x="148" y="591"/>
                  </a:lnTo>
                  <a:lnTo>
                    <a:pt x="1" y="1033"/>
                  </a:lnTo>
                  <a:lnTo>
                    <a:pt x="1328" y="959"/>
                  </a:lnTo>
                  <a:lnTo>
                    <a:pt x="1328" y="1"/>
                  </a:lnTo>
                  <a:lnTo>
                    <a:pt x="1328" y="1"/>
                  </a:lnTo>
                  <a:lnTo>
                    <a:pt x="125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5572;p46">
              <a:extLst>
                <a:ext uri="{FF2B5EF4-FFF2-40B4-BE49-F238E27FC236}">
                  <a16:creationId xmlns:a16="http://schemas.microsoft.com/office/drawing/2014/main" id="{F7AD5021-5F1E-D8F9-1A0A-1A317819796A}"/>
                </a:ext>
              </a:extLst>
            </p:cNvPr>
            <p:cNvSpPr/>
            <p:nvPr/>
          </p:nvSpPr>
          <p:spPr>
            <a:xfrm>
              <a:off x="3466596" y="4738207"/>
              <a:ext cx="1756" cy="1733"/>
            </a:xfrm>
            <a:custGeom>
              <a:avLst/>
              <a:gdLst/>
              <a:ahLst/>
              <a:cxnLst/>
              <a:rect l="l" t="t" r="r" b="b"/>
              <a:pathLst>
                <a:path w="75" h="74" extrusionOk="0">
                  <a:moveTo>
                    <a:pt x="75" y="0"/>
                  </a:moveTo>
                  <a:lnTo>
                    <a:pt x="1" y="74"/>
                  </a:lnTo>
                  <a:lnTo>
                    <a:pt x="75" y="74"/>
                  </a:lnTo>
                  <a:lnTo>
                    <a:pt x="75"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5573;p46">
              <a:extLst>
                <a:ext uri="{FF2B5EF4-FFF2-40B4-BE49-F238E27FC236}">
                  <a16:creationId xmlns:a16="http://schemas.microsoft.com/office/drawing/2014/main" id="{B057F773-953A-0032-C909-E2F42E29918D}"/>
                </a:ext>
              </a:extLst>
            </p:cNvPr>
            <p:cNvSpPr/>
            <p:nvPr/>
          </p:nvSpPr>
          <p:spPr>
            <a:xfrm>
              <a:off x="3466596" y="4738207"/>
              <a:ext cx="1756" cy="1733"/>
            </a:xfrm>
            <a:custGeom>
              <a:avLst/>
              <a:gdLst/>
              <a:ahLst/>
              <a:cxnLst/>
              <a:rect l="l" t="t" r="r" b="b"/>
              <a:pathLst>
                <a:path w="75" h="74" fill="none" extrusionOk="0">
                  <a:moveTo>
                    <a:pt x="75" y="0"/>
                  </a:moveTo>
                  <a:lnTo>
                    <a:pt x="75" y="0"/>
                  </a:lnTo>
                  <a:lnTo>
                    <a:pt x="1" y="74"/>
                  </a:lnTo>
                  <a:lnTo>
                    <a:pt x="1" y="74"/>
                  </a:lnTo>
                  <a:lnTo>
                    <a:pt x="75" y="74"/>
                  </a:lnTo>
                  <a:lnTo>
                    <a:pt x="75" y="74"/>
                  </a:lnTo>
                  <a:lnTo>
                    <a:pt x="7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5574;p46">
              <a:extLst>
                <a:ext uri="{FF2B5EF4-FFF2-40B4-BE49-F238E27FC236}">
                  <a16:creationId xmlns:a16="http://schemas.microsoft.com/office/drawing/2014/main" id="{0CC0A23D-D1B3-5E12-15E1-62DE325FF368}"/>
                </a:ext>
              </a:extLst>
            </p:cNvPr>
            <p:cNvSpPr/>
            <p:nvPr/>
          </p:nvSpPr>
          <p:spPr>
            <a:xfrm>
              <a:off x="3487319" y="4729566"/>
              <a:ext cx="1756" cy="23"/>
            </a:xfrm>
            <a:custGeom>
              <a:avLst/>
              <a:gdLst/>
              <a:ahLst/>
              <a:cxnLst/>
              <a:rect l="l" t="t" r="r" b="b"/>
              <a:pathLst>
                <a:path w="75" h="1" fill="none" extrusionOk="0">
                  <a:moveTo>
                    <a:pt x="75" y="0"/>
                  </a:moveTo>
                  <a:lnTo>
                    <a:pt x="75" y="0"/>
                  </a:lnTo>
                  <a:lnTo>
                    <a:pt x="1" y="0"/>
                  </a:lnTo>
                  <a:lnTo>
                    <a:pt x="1" y="0"/>
                  </a:lnTo>
                  <a:lnTo>
                    <a:pt x="7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5575;p46">
              <a:extLst>
                <a:ext uri="{FF2B5EF4-FFF2-40B4-BE49-F238E27FC236}">
                  <a16:creationId xmlns:a16="http://schemas.microsoft.com/office/drawing/2014/main" id="{F953BCE4-E770-ED5C-7F2B-DD96A946C094}"/>
                </a:ext>
              </a:extLst>
            </p:cNvPr>
            <p:cNvSpPr/>
            <p:nvPr/>
          </p:nvSpPr>
          <p:spPr>
            <a:xfrm>
              <a:off x="3466596" y="4739916"/>
              <a:ext cx="5222" cy="1756"/>
            </a:xfrm>
            <a:custGeom>
              <a:avLst/>
              <a:gdLst/>
              <a:ahLst/>
              <a:cxnLst/>
              <a:rect l="l" t="t" r="r" b="b"/>
              <a:pathLst>
                <a:path w="223" h="75" extrusionOk="0">
                  <a:moveTo>
                    <a:pt x="1" y="1"/>
                  </a:moveTo>
                  <a:lnTo>
                    <a:pt x="111" y="38"/>
                  </a:lnTo>
                  <a:lnTo>
                    <a:pt x="111" y="38"/>
                  </a:lnTo>
                  <a:lnTo>
                    <a:pt x="75" y="1"/>
                  </a:lnTo>
                  <a:close/>
                  <a:moveTo>
                    <a:pt x="111" y="38"/>
                  </a:moveTo>
                  <a:lnTo>
                    <a:pt x="148" y="75"/>
                  </a:lnTo>
                  <a:lnTo>
                    <a:pt x="222" y="75"/>
                  </a:lnTo>
                  <a:lnTo>
                    <a:pt x="111" y="38"/>
                  </a:lnTo>
                  <a:close/>
                </a:path>
              </a:pathLst>
            </a:custGeom>
            <a:solidFill>
              <a:srgbClr val="171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5576;p46">
              <a:extLst>
                <a:ext uri="{FF2B5EF4-FFF2-40B4-BE49-F238E27FC236}">
                  <a16:creationId xmlns:a16="http://schemas.microsoft.com/office/drawing/2014/main" id="{6D32E988-EB05-862D-0F62-82BA7D42E62F}"/>
                </a:ext>
              </a:extLst>
            </p:cNvPr>
            <p:cNvSpPr/>
            <p:nvPr/>
          </p:nvSpPr>
          <p:spPr>
            <a:xfrm>
              <a:off x="3466596" y="4739916"/>
              <a:ext cx="5222" cy="1756"/>
            </a:xfrm>
            <a:custGeom>
              <a:avLst/>
              <a:gdLst/>
              <a:ahLst/>
              <a:cxnLst/>
              <a:rect l="l" t="t" r="r" b="b"/>
              <a:pathLst>
                <a:path w="223" h="75" fill="none" extrusionOk="0">
                  <a:moveTo>
                    <a:pt x="75" y="1"/>
                  </a:moveTo>
                  <a:lnTo>
                    <a:pt x="75" y="1"/>
                  </a:lnTo>
                  <a:lnTo>
                    <a:pt x="1" y="1"/>
                  </a:lnTo>
                  <a:lnTo>
                    <a:pt x="1" y="1"/>
                  </a:lnTo>
                  <a:lnTo>
                    <a:pt x="1" y="1"/>
                  </a:lnTo>
                  <a:lnTo>
                    <a:pt x="1" y="1"/>
                  </a:lnTo>
                  <a:lnTo>
                    <a:pt x="222" y="75"/>
                  </a:lnTo>
                  <a:lnTo>
                    <a:pt x="222" y="75"/>
                  </a:lnTo>
                  <a:lnTo>
                    <a:pt x="148" y="75"/>
                  </a:lnTo>
                  <a:lnTo>
                    <a:pt x="148" y="75"/>
                  </a:lnTo>
                  <a:lnTo>
                    <a:pt x="7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5577;p46">
              <a:extLst>
                <a:ext uri="{FF2B5EF4-FFF2-40B4-BE49-F238E27FC236}">
                  <a16:creationId xmlns:a16="http://schemas.microsoft.com/office/drawing/2014/main" id="{7CF1BF8C-A0CB-DB31-8752-60FE6F643E0F}"/>
                </a:ext>
              </a:extLst>
            </p:cNvPr>
            <p:cNvSpPr/>
            <p:nvPr/>
          </p:nvSpPr>
          <p:spPr>
            <a:xfrm>
              <a:off x="3597866" y="4739916"/>
              <a:ext cx="13838" cy="23"/>
            </a:xfrm>
            <a:custGeom>
              <a:avLst/>
              <a:gdLst/>
              <a:ahLst/>
              <a:cxnLst/>
              <a:rect l="l" t="t" r="r" b="b"/>
              <a:pathLst>
                <a:path w="591" h="1" extrusionOk="0">
                  <a:moveTo>
                    <a:pt x="591" y="1"/>
                  </a:moveTo>
                  <a:lnTo>
                    <a:pt x="443" y="1"/>
                  </a:lnTo>
                  <a:lnTo>
                    <a:pt x="443" y="1"/>
                  </a:lnTo>
                  <a:lnTo>
                    <a:pt x="0" y="1"/>
                  </a:lnTo>
                  <a:lnTo>
                    <a:pt x="0" y="1"/>
                  </a:lnTo>
                  <a:lnTo>
                    <a:pt x="148" y="1"/>
                  </a:lnTo>
                  <a:lnTo>
                    <a:pt x="148" y="1"/>
                  </a:lnTo>
                  <a:lnTo>
                    <a:pt x="591"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5578;p46">
              <a:extLst>
                <a:ext uri="{FF2B5EF4-FFF2-40B4-BE49-F238E27FC236}">
                  <a16:creationId xmlns:a16="http://schemas.microsoft.com/office/drawing/2014/main" id="{C99F6987-1ADA-F4F1-FF7D-E14CBD876EAB}"/>
                </a:ext>
              </a:extLst>
            </p:cNvPr>
            <p:cNvSpPr/>
            <p:nvPr/>
          </p:nvSpPr>
          <p:spPr>
            <a:xfrm>
              <a:off x="3597866" y="4739916"/>
              <a:ext cx="13838" cy="23"/>
            </a:xfrm>
            <a:custGeom>
              <a:avLst/>
              <a:gdLst/>
              <a:ahLst/>
              <a:cxnLst/>
              <a:rect l="l" t="t" r="r" b="b"/>
              <a:pathLst>
                <a:path w="591" h="1" fill="none" extrusionOk="0">
                  <a:moveTo>
                    <a:pt x="591" y="1"/>
                  </a:moveTo>
                  <a:lnTo>
                    <a:pt x="443" y="1"/>
                  </a:lnTo>
                  <a:lnTo>
                    <a:pt x="443" y="1"/>
                  </a:lnTo>
                  <a:lnTo>
                    <a:pt x="0" y="1"/>
                  </a:lnTo>
                  <a:lnTo>
                    <a:pt x="0" y="1"/>
                  </a:lnTo>
                  <a:lnTo>
                    <a:pt x="148" y="1"/>
                  </a:lnTo>
                  <a:lnTo>
                    <a:pt x="148" y="1"/>
                  </a:lnTo>
                  <a:lnTo>
                    <a:pt x="59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5579;p46">
              <a:extLst>
                <a:ext uri="{FF2B5EF4-FFF2-40B4-BE49-F238E27FC236}">
                  <a16:creationId xmlns:a16="http://schemas.microsoft.com/office/drawing/2014/main" id="{EA387514-985C-8882-220D-8D5719A6A8E0}"/>
                </a:ext>
              </a:extLst>
            </p:cNvPr>
            <p:cNvSpPr/>
            <p:nvPr/>
          </p:nvSpPr>
          <p:spPr>
            <a:xfrm>
              <a:off x="3542604" y="4739916"/>
              <a:ext cx="58725" cy="3489"/>
            </a:xfrm>
            <a:custGeom>
              <a:avLst/>
              <a:gdLst/>
              <a:ahLst/>
              <a:cxnLst/>
              <a:rect l="l" t="t" r="r" b="b"/>
              <a:pathLst>
                <a:path w="2508" h="149" extrusionOk="0">
                  <a:moveTo>
                    <a:pt x="2360" y="1"/>
                  </a:moveTo>
                  <a:lnTo>
                    <a:pt x="0" y="148"/>
                  </a:lnTo>
                  <a:lnTo>
                    <a:pt x="0" y="148"/>
                  </a:lnTo>
                  <a:lnTo>
                    <a:pt x="2508" y="1"/>
                  </a:lnTo>
                  <a:close/>
                </a:path>
              </a:pathLst>
            </a:custGeom>
            <a:solidFill>
              <a:srgbClr val="171E2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5580;p46">
              <a:extLst>
                <a:ext uri="{FF2B5EF4-FFF2-40B4-BE49-F238E27FC236}">
                  <a16:creationId xmlns:a16="http://schemas.microsoft.com/office/drawing/2014/main" id="{237F5D07-730F-C370-C4AB-D0E2E7947B34}"/>
                </a:ext>
              </a:extLst>
            </p:cNvPr>
            <p:cNvSpPr/>
            <p:nvPr/>
          </p:nvSpPr>
          <p:spPr>
            <a:xfrm>
              <a:off x="3542604" y="4739916"/>
              <a:ext cx="58725" cy="3489"/>
            </a:xfrm>
            <a:custGeom>
              <a:avLst/>
              <a:gdLst/>
              <a:ahLst/>
              <a:cxnLst/>
              <a:rect l="l" t="t" r="r" b="b"/>
              <a:pathLst>
                <a:path w="2508" h="149" fill="none" extrusionOk="0">
                  <a:moveTo>
                    <a:pt x="2508" y="1"/>
                  </a:moveTo>
                  <a:lnTo>
                    <a:pt x="2508" y="1"/>
                  </a:lnTo>
                  <a:lnTo>
                    <a:pt x="2360" y="1"/>
                  </a:lnTo>
                  <a:lnTo>
                    <a:pt x="2360" y="1"/>
                  </a:lnTo>
                  <a:lnTo>
                    <a:pt x="0" y="148"/>
                  </a:lnTo>
                  <a:lnTo>
                    <a:pt x="0" y="148"/>
                  </a:lnTo>
                  <a:lnTo>
                    <a:pt x="250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5581;p46">
              <a:extLst>
                <a:ext uri="{FF2B5EF4-FFF2-40B4-BE49-F238E27FC236}">
                  <a16:creationId xmlns:a16="http://schemas.microsoft.com/office/drawing/2014/main" id="{50196C93-99D0-FF06-445F-1389FF935747}"/>
                </a:ext>
              </a:extLst>
            </p:cNvPr>
            <p:cNvSpPr/>
            <p:nvPr/>
          </p:nvSpPr>
          <p:spPr>
            <a:xfrm>
              <a:off x="3468328" y="4727834"/>
              <a:ext cx="145103" cy="15571"/>
            </a:xfrm>
            <a:custGeom>
              <a:avLst/>
              <a:gdLst/>
              <a:ahLst/>
              <a:cxnLst/>
              <a:rect l="l" t="t" r="r" b="b"/>
              <a:pathLst>
                <a:path w="6197" h="665" extrusionOk="0">
                  <a:moveTo>
                    <a:pt x="959" y="1"/>
                  </a:moveTo>
                  <a:lnTo>
                    <a:pt x="886" y="74"/>
                  </a:lnTo>
                  <a:lnTo>
                    <a:pt x="812" y="74"/>
                  </a:lnTo>
                  <a:lnTo>
                    <a:pt x="369" y="222"/>
                  </a:lnTo>
                  <a:lnTo>
                    <a:pt x="74" y="369"/>
                  </a:lnTo>
                  <a:lnTo>
                    <a:pt x="1" y="443"/>
                  </a:lnTo>
                  <a:lnTo>
                    <a:pt x="1" y="517"/>
                  </a:lnTo>
                  <a:lnTo>
                    <a:pt x="74" y="591"/>
                  </a:lnTo>
                  <a:lnTo>
                    <a:pt x="148" y="591"/>
                  </a:lnTo>
                  <a:lnTo>
                    <a:pt x="812" y="664"/>
                  </a:lnTo>
                  <a:lnTo>
                    <a:pt x="3172" y="664"/>
                  </a:lnTo>
                  <a:lnTo>
                    <a:pt x="5532" y="517"/>
                  </a:lnTo>
                  <a:lnTo>
                    <a:pt x="6196" y="517"/>
                  </a:lnTo>
                  <a:lnTo>
                    <a:pt x="6196" y="443"/>
                  </a:lnTo>
                  <a:lnTo>
                    <a:pt x="4869" y="443"/>
                  </a:lnTo>
                  <a:lnTo>
                    <a:pt x="1254" y="517"/>
                  </a:lnTo>
                  <a:lnTo>
                    <a:pt x="1181" y="296"/>
                  </a:lnTo>
                  <a:lnTo>
                    <a:pt x="1033" y="74"/>
                  </a:lnTo>
                  <a:lnTo>
                    <a:pt x="959" y="1"/>
                  </a:lnTo>
                  <a:close/>
                </a:path>
              </a:pathLst>
            </a:custGeom>
            <a:solidFill>
              <a:srgbClr val="9130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5582;p46">
              <a:extLst>
                <a:ext uri="{FF2B5EF4-FFF2-40B4-BE49-F238E27FC236}">
                  <a16:creationId xmlns:a16="http://schemas.microsoft.com/office/drawing/2014/main" id="{FA67E7C3-B37E-65DD-D829-3F5418B5C9FB}"/>
                </a:ext>
              </a:extLst>
            </p:cNvPr>
            <p:cNvSpPr/>
            <p:nvPr/>
          </p:nvSpPr>
          <p:spPr>
            <a:xfrm>
              <a:off x="3468328" y="4727834"/>
              <a:ext cx="145103" cy="15571"/>
            </a:xfrm>
            <a:custGeom>
              <a:avLst/>
              <a:gdLst/>
              <a:ahLst/>
              <a:cxnLst/>
              <a:rect l="l" t="t" r="r" b="b"/>
              <a:pathLst>
                <a:path w="6197" h="665" fill="none" extrusionOk="0">
                  <a:moveTo>
                    <a:pt x="959" y="1"/>
                  </a:moveTo>
                  <a:lnTo>
                    <a:pt x="959" y="1"/>
                  </a:lnTo>
                  <a:lnTo>
                    <a:pt x="886" y="74"/>
                  </a:lnTo>
                  <a:lnTo>
                    <a:pt x="886" y="74"/>
                  </a:lnTo>
                  <a:lnTo>
                    <a:pt x="812" y="74"/>
                  </a:lnTo>
                  <a:lnTo>
                    <a:pt x="812" y="74"/>
                  </a:lnTo>
                  <a:lnTo>
                    <a:pt x="369" y="222"/>
                  </a:lnTo>
                  <a:lnTo>
                    <a:pt x="74" y="369"/>
                  </a:lnTo>
                  <a:lnTo>
                    <a:pt x="1" y="443"/>
                  </a:lnTo>
                  <a:lnTo>
                    <a:pt x="1" y="443"/>
                  </a:lnTo>
                  <a:lnTo>
                    <a:pt x="1" y="517"/>
                  </a:lnTo>
                  <a:lnTo>
                    <a:pt x="1" y="517"/>
                  </a:lnTo>
                  <a:lnTo>
                    <a:pt x="74" y="591"/>
                  </a:lnTo>
                  <a:lnTo>
                    <a:pt x="74" y="591"/>
                  </a:lnTo>
                  <a:lnTo>
                    <a:pt x="148" y="591"/>
                  </a:lnTo>
                  <a:lnTo>
                    <a:pt x="148" y="591"/>
                  </a:lnTo>
                  <a:lnTo>
                    <a:pt x="812" y="664"/>
                  </a:lnTo>
                  <a:lnTo>
                    <a:pt x="1845" y="664"/>
                  </a:lnTo>
                  <a:lnTo>
                    <a:pt x="1845" y="664"/>
                  </a:lnTo>
                  <a:lnTo>
                    <a:pt x="3172" y="664"/>
                  </a:lnTo>
                  <a:lnTo>
                    <a:pt x="3172" y="664"/>
                  </a:lnTo>
                  <a:lnTo>
                    <a:pt x="5532" y="517"/>
                  </a:lnTo>
                  <a:lnTo>
                    <a:pt x="5532" y="517"/>
                  </a:lnTo>
                  <a:lnTo>
                    <a:pt x="5975" y="517"/>
                  </a:lnTo>
                  <a:lnTo>
                    <a:pt x="6123" y="517"/>
                  </a:lnTo>
                  <a:lnTo>
                    <a:pt x="6123" y="517"/>
                  </a:lnTo>
                  <a:lnTo>
                    <a:pt x="6196" y="517"/>
                  </a:lnTo>
                  <a:lnTo>
                    <a:pt x="6196" y="369"/>
                  </a:lnTo>
                  <a:lnTo>
                    <a:pt x="6196" y="369"/>
                  </a:lnTo>
                  <a:lnTo>
                    <a:pt x="6196" y="443"/>
                  </a:lnTo>
                  <a:lnTo>
                    <a:pt x="4869" y="443"/>
                  </a:lnTo>
                  <a:lnTo>
                    <a:pt x="4869" y="443"/>
                  </a:lnTo>
                  <a:lnTo>
                    <a:pt x="4869" y="443"/>
                  </a:lnTo>
                  <a:lnTo>
                    <a:pt x="1254" y="517"/>
                  </a:lnTo>
                  <a:lnTo>
                    <a:pt x="1254" y="517"/>
                  </a:lnTo>
                  <a:lnTo>
                    <a:pt x="1181" y="296"/>
                  </a:lnTo>
                  <a:lnTo>
                    <a:pt x="1033" y="74"/>
                  </a:lnTo>
                  <a:lnTo>
                    <a:pt x="95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5583;p46">
              <a:extLst>
                <a:ext uri="{FF2B5EF4-FFF2-40B4-BE49-F238E27FC236}">
                  <a16:creationId xmlns:a16="http://schemas.microsoft.com/office/drawing/2014/main" id="{0F3A1B88-CD58-FDDB-C6ED-748575A60538}"/>
                </a:ext>
              </a:extLst>
            </p:cNvPr>
            <p:cNvSpPr/>
            <p:nvPr/>
          </p:nvSpPr>
          <p:spPr>
            <a:xfrm>
              <a:off x="3582318" y="4736474"/>
              <a:ext cx="31119" cy="1756"/>
            </a:xfrm>
            <a:custGeom>
              <a:avLst/>
              <a:gdLst/>
              <a:ahLst/>
              <a:cxnLst/>
              <a:rect l="l" t="t" r="r" b="b"/>
              <a:pathLst>
                <a:path w="1329" h="75" extrusionOk="0">
                  <a:moveTo>
                    <a:pt x="1328" y="0"/>
                  </a:moveTo>
                  <a:lnTo>
                    <a:pt x="1" y="74"/>
                  </a:lnTo>
                  <a:lnTo>
                    <a:pt x="1328" y="74"/>
                  </a:lnTo>
                  <a:lnTo>
                    <a:pt x="1328" y="0"/>
                  </a:lnTo>
                  <a:close/>
                </a:path>
              </a:pathLst>
            </a:custGeom>
            <a:solidFill>
              <a:srgbClr val="571D1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5584;p46">
              <a:extLst>
                <a:ext uri="{FF2B5EF4-FFF2-40B4-BE49-F238E27FC236}">
                  <a16:creationId xmlns:a16="http://schemas.microsoft.com/office/drawing/2014/main" id="{4387398A-ECAA-35D4-BCB0-AF1D09F365C2}"/>
                </a:ext>
              </a:extLst>
            </p:cNvPr>
            <p:cNvSpPr/>
            <p:nvPr/>
          </p:nvSpPr>
          <p:spPr>
            <a:xfrm>
              <a:off x="3582318" y="4736474"/>
              <a:ext cx="31119" cy="1756"/>
            </a:xfrm>
            <a:custGeom>
              <a:avLst/>
              <a:gdLst/>
              <a:ahLst/>
              <a:cxnLst/>
              <a:rect l="l" t="t" r="r" b="b"/>
              <a:pathLst>
                <a:path w="1329" h="75" fill="none" extrusionOk="0">
                  <a:moveTo>
                    <a:pt x="1328" y="0"/>
                  </a:moveTo>
                  <a:lnTo>
                    <a:pt x="1" y="74"/>
                  </a:lnTo>
                  <a:lnTo>
                    <a:pt x="1" y="74"/>
                  </a:lnTo>
                  <a:lnTo>
                    <a:pt x="1" y="74"/>
                  </a:lnTo>
                  <a:lnTo>
                    <a:pt x="1328" y="74"/>
                  </a:lnTo>
                  <a:lnTo>
                    <a:pt x="132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5585;p46">
              <a:extLst>
                <a:ext uri="{FF2B5EF4-FFF2-40B4-BE49-F238E27FC236}">
                  <a16:creationId xmlns:a16="http://schemas.microsoft.com/office/drawing/2014/main" id="{85D5BA90-95A5-BA0C-9757-F62ED2028734}"/>
                </a:ext>
              </a:extLst>
            </p:cNvPr>
            <p:cNvSpPr/>
            <p:nvPr/>
          </p:nvSpPr>
          <p:spPr>
            <a:xfrm>
              <a:off x="3466596" y="4736474"/>
              <a:ext cx="148568" cy="3465"/>
            </a:xfrm>
            <a:custGeom>
              <a:avLst/>
              <a:gdLst/>
              <a:ahLst/>
              <a:cxnLst/>
              <a:rect l="l" t="t" r="r" b="b"/>
              <a:pathLst>
                <a:path w="6345" h="148" extrusionOk="0">
                  <a:moveTo>
                    <a:pt x="6344" y="0"/>
                  </a:moveTo>
                  <a:lnTo>
                    <a:pt x="6270" y="0"/>
                  </a:lnTo>
                  <a:lnTo>
                    <a:pt x="6049" y="0"/>
                  </a:lnTo>
                  <a:lnTo>
                    <a:pt x="5385" y="74"/>
                  </a:lnTo>
                  <a:lnTo>
                    <a:pt x="5385" y="74"/>
                  </a:lnTo>
                  <a:lnTo>
                    <a:pt x="3172" y="148"/>
                  </a:lnTo>
                  <a:lnTo>
                    <a:pt x="3172" y="148"/>
                  </a:lnTo>
                  <a:lnTo>
                    <a:pt x="960" y="148"/>
                  </a:lnTo>
                  <a:lnTo>
                    <a:pt x="296" y="148"/>
                  </a:lnTo>
                  <a:lnTo>
                    <a:pt x="75" y="148"/>
                  </a:lnTo>
                  <a:lnTo>
                    <a:pt x="1" y="148"/>
                  </a:lnTo>
                  <a:lnTo>
                    <a:pt x="960" y="148"/>
                  </a:lnTo>
                  <a:lnTo>
                    <a:pt x="960" y="148"/>
                  </a:lnTo>
                  <a:lnTo>
                    <a:pt x="3172" y="148"/>
                  </a:lnTo>
                  <a:lnTo>
                    <a:pt x="3172" y="148"/>
                  </a:lnTo>
                  <a:lnTo>
                    <a:pt x="5385" y="74"/>
                  </a:lnTo>
                  <a:lnTo>
                    <a:pt x="6049" y="0"/>
                  </a:lnTo>
                  <a:lnTo>
                    <a:pt x="6270" y="0"/>
                  </a:lnTo>
                  <a:lnTo>
                    <a:pt x="634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5586;p46">
              <a:extLst>
                <a:ext uri="{FF2B5EF4-FFF2-40B4-BE49-F238E27FC236}">
                  <a16:creationId xmlns:a16="http://schemas.microsoft.com/office/drawing/2014/main" id="{DDC5CD01-D9AA-5BEF-F84E-A59E90008152}"/>
                </a:ext>
              </a:extLst>
            </p:cNvPr>
            <p:cNvSpPr/>
            <p:nvPr/>
          </p:nvSpPr>
          <p:spPr>
            <a:xfrm>
              <a:off x="3489052" y="4727834"/>
              <a:ext cx="8664" cy="13838"/>
            </a:xfrm>
            <a:custGeom>
              <a:avLst/>
              <a:gdLst/>
              <a:ahLst/>
              <a:cxnLst/>
              <a:rect l="l" t="t" r="r" b="b"/>
              <a:pathLst>
                <a:path w="370" h="591" extrusionOk="0">
                  <a:moveTo>
                    <a:pt x="1" y="1"/>
                  </a:moveTo>
                  <a:lnTo>
                    <a:pt x="222" y="222"/>
                  </a:lnTo>
                  <a:lnTo>
                    <a:pt x="369" y="591"/>
                  </a:lnTo>
                  <a:lnTo>
                    <a:pt x="369" y="369"/>
                  </a:lnTo>
                  <a:lnTo>
                    <a:pt x="296" y="222"/>
                  </a:lnTo>
                  <a:lnTo>
                    <a:pt x="148" y="74"/>
                  </a:lnTo>
                  <a:lnTo>
                    <a:pt x="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5587;p46">
              <a:extLst>
                <a:ext uri="{FF2B5EF4-FFF2-40B4-BE49-F238E27FC236}">
                  <a16:creationId xmlns:a16="http://schemas.microsoft.com/office/drawing/2014/main" id="{1FDF07F3-71AD-9325-A84E-C32331880480}"/>
                </a:ext>
              </a:extLst>
            </p:cNvPr>
            <p:cNvSpPr/>
            <p:nvPr/>
          </p:nvSpPr>
          <p:spPr>
            <a:xfrm>
              <a:off x="3518415" y="4720926"/>
              <a:ext cx="5198" cy="6931"/>
            </a:xfrm>
            <a:custGeom>
              <a:avLst/>
              <a:gdLst/>
              <a:ahLst/>
              <a:cxnLst/>
              <a:rect l="l" t="t" r="r" b="b"/>
              <a:pathLst>
                <a:path w="222" h="296" extrusionOk="0">
                  <a:moveTo>
                    <a:pt x="1" y="1"/>
                  </a:moveTo>
                  <a:lnTo>
                    <a:pt x="74" y="148"/>
                  </a:lnTo>
                  <a:lnTo>
                    <a:pt x="222" y="296"/>
                  </a:lnTo>
                  <a:lnTo>
                    <a:pt x="222" y="296"/>
                  </a:lnTo>
                  <a:lnTo>
                    <a:pt x="148" y="148"/>
                  </a:lnTo>
                  <a:lnTo>
                    <a:pt x="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5588;p46">
              <a:extLst>
                <a:ext uri="{FF2B5EF4-FFF2-40B4-BE49-F238E27FC236}">
                  <a16:creationId xmlns:a16="http://schemas.microsoft.com/office/drawing/2014/main" id="{551F0EA1-5BD5-D9DF-4516-ECBCBE011D5D}"/>
                </a:ext>
              </a:extLst>
            </p:cNvPr>
            <p:cNvSpPr/>
            <p:nvPr/>
          </p:nvSpPr>
          <p:spPr>
            <a:xfrm>
              <a:off x="3525323" y="4719193"/>
              <a:ext cx="5198" cy="5222"/>
            </a:xfrm>
            <a:custGeom>
              <a:avLst/>
              <a:gdLst/>
              <a:ahLst/>
              <a:cxnLst/>
              <a:rect l="l" t="t" r="r" b="b"/>
              <a:pathLst>
                <a:path w="222" h="223" extrusionOk="0">
                  <a:moveTo>
                    <a:pt x="1" y="1"/>
                  </a:moveTo>
                  <a:lnTo>
                    <a:pt x="74" y="148"/>
                  </a:lnTo>
                  <a:lnTo>
                    <a:pt x="222" y="222"/>
                  </a:lnTo>
                  <a:lnTo>
                    <a:pt x="148" y="75"/>
                  </a:lnTo>
                  <a:lnTo>
                    <a:pt x="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5589;p46">
              <a:extLst>
                <a:ext uri="{FF2B5EF4-FFF2-40B4-BE49-F238E27FC236}">
                  <a16:creationId xmlns:a16="http://schemas.microsoft.com/office/drawing/2014/main" id="{E98C3CA8-B722-FE8C-E17F-C76403E600F6}"/>
                </a:ext>
              </a:extLst>
            </p:cNvPr>
            <p:cNvSpPr/>
            <p:nvPr/>
          </p:nvSpPr>
          <p:spPr>
            <a:xfrm>
              <a:off x="3525323" y="4715751"/>
              <a:ext cx="8664" cy="23"/>
            </a:xfrm>
            <a:custGeom>
              <a:avLst/>
              <a:gdLst/>
              <a:ahLst/>
              <a:cxnLst/>
              <a:rect l="l" t="t" r="r" b="b"/>
              <a:pathLst>
                <a:path w="370" h="1" extrusionOk="0">
                  <a:moveTo>
                    <a:pt x="369" y="0"/>
                  </a:moveTo>
                  <a:lnTo>
                    <a:pt x="369" y="0"/>
                  </a:lnTo>
                  <a:lnTo>
                    <a:pt x="222" y="0"/>
                  </a:lnTo>
                  <a:lnTo>
                    <a:pt x="222" y="0"/>
                  </a:lnTo>
                  <a:lnTo>
                    <a:pt x="1" y="0"/>
                  </a:lnTo>
                  <a:lnTo>
                    <a:pt x="1" y="0"/>
                  </a:lnTo>
                  <a:lnTo>
                    <a:pt x="222" y="0"/>
                  </a:lnTo>
                  <a:lnTo>
                    <a:pt x="222" y="0"/>
                  </a:lnTo>
                  <a:lnTo>
                    <a:pt x="369" y="0"/>
                  </a:lnTo>
                  <a:lnTo>
                    <a:pt x="369"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5590;p46">
              <a:extLst>
                <a:ext uri="{FF2B5EF4-FFF2-40B4-BE49-F238E27FC236}">
                  <a16:creationId xmlns:a16="http://schemas.microsoft.com/office/drawing/2014/main" id="{529936D1-5831-1865-4934-B06B583469D0}"/>
                </a:ext>
              </a:extLst>
            </p:cNvPr>
            <p:cNvSpPr/>
            <p:nvPr/>
          </p:nvSpPr>
          <p:spPr>
            <a:xfrm>
              <a:off x="3525323" y="4710576"/>
              <a:ext cx="10396" cy="23"/>
            </a:xfrm>
            <a:custGeom>
              <a:avLst/>
              <a:gdLst/>
              <a:ahLst/>
              <a:cxnLst/>
              <a:rect l="l" t="t" r="r" b="b"/>
              <a:pathLst>
                <a:path w="444" h="1" extrusionOk="0">
                  <a:moveTo>
                    <a:pt x="443" y="0"/>
                  </a:moveTo>
                  <a:lnTo>
                    <a:pt x="443" y="0"/>
                  </a:lnTo>
                  <a:lnTo>
                    <a:pt x="222" y="0"/>
                  </a:lnTo>
                  <a:lnTo>
                    <a:pt x="222" y="0"/>
                  </a:lnTo>
                  <a:lnTo>
                    <a:pt x="1" y="0"/>
                  </a:lnTo>
                  <a:lnTo>
                    <a:pt x="1" y="0"/>
                  </a:lnTo>
                  <a:lnTo>
                    <a:pt x="222" y="0"/>
                  </a:lnTo>
                  <a:lnTo>
                    <a:pt x="222" y="0"/>
                  </a:lnTo>
                  <a:lnTo>
                    <a:pt x="443" y="0"/>
                  </a:lnTo>
                  <a:lnTo>
                    <a:pt x="44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5591;p46">
              <a:extLst>
                <a:ext uri="{FF2B5EF4-FFF2-40B4-BE49-F238E27FC236}">
                  <a16:creationId xmlns:a16="http://schemas.microsoft.com/office/drawing/2014/main" id="{A3F9B9E5-F781-B94E-B33E-8CFD8B1A7B72}"/>
                </a:ext>
              </a:extLst>
            </p:cNvPr>
            <p:cNvSpPr/>
            <p:nvPr/>
          </p:nvSpPr>
          <p:spPr>
            <a:xfrm>
              <a:off x="3504600" y="4712285"/>
              <a:ext cx="15571" cy="8664"/>
            </a:xfrm>
            <a:custGeom>
              <a:avLst/>
              <a:gdLst/>
              <a:ahLst/>
              <a:cxnLst/>
              <a:rect l="l" t="t" r="r" b="b"/>
              <a:pathLst>
                <a:path w="665" h="370" extrusionOk="0">
                  <a:moveTo>
                    <a:pt x="148" y="1"/>
                  </a:moveTo>
                  <a:lnTo>
                    <a:pt x="1" y="75"/>
                  </a:lnTo>
                  <a:lnTo>
                    <a:pt x="296" y="75"/>
                  </a:lnTo>
                  <a:lnTo>
                    <a:pt x="517" y="222"/>
                  </a:lnTo>
                  <a:lnTo>
                    <a:pt x="576" y="340"/>
                  </a:lnTo>
                  <a:lnTo>
                    <a:pt x="576" y="340"/>
                  </a:lnTo>
                  <a:lnTo>
                    <a:pt x="443" y="296"/>
                  </a:lnTo>
                  <a:lnTo>
                    <a:pt x="148" y="222"/>
                  </a:lnTo>
                  <a:lnTo>
                    <a:pt x="1" y="222"/>
                  </a:lnTo>
                  <a:lnTo>
                    <a:pt x="148" y="296"/>
                  </a:lnTo>
                  <a:lnTo>
                    <a:pt x="443" y="370"/>
                  </a:lnTo>
                  <a:lnTo>
                    <a:pt x="664" y="370"/>
                  </a:lnTo>
                  <a:lnTo>
                    <a:pt x="581" y="342"/>
                  </a:lnTo>
                  <a:lnTo>
                    <a:pt x="581" y="342"/>
                  </a:lnTo>
                  <a:lnTo>
                    <a:pt x="517" y="148"/>
                  </a:lnTo>
                  <a:lnTo>
                    <a:pt x="443" y="75"/>
                  </a:lnTo>
                  <a:lnTo>
                    <a:pt x="29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5592;p46">
              <a:extLst>
                <a:ext uri="{FF2B5EF4-FFF2-40B4-BE49-F238E27FC236}">
                  <a16:creationId xmlns:a16="http://schemas.microsoft.com/office/drawing/2014/main" id="{826F339C-A957-D6BD-0C46-124D3EFC8CCE}"/>
                </a:ext>
              </a:extLst>
            </p:cNvPr>
            <p:cNvSpPr/>
            <p:nvPr/>
          </p:nvSpPr>
          <p:spPr>
            <a:xfrm>
              <a:off x="3518415" y="4708843"/>
              <a:ext cx="6931" cy="8664"/>
            </a:xfrm>
            <a:custGeom>
              <a:avLst/>
              <a:gdLst/>
              <a:ahLst/>
              <a:cxnLst/>
              <a:rect l="l" t="t" r="r" b="b"/>
              <a:pathLst>
                <a:path w="296" h="370" extrusionOk="0">
                  <a:moveTo>
                    <a:pt x="222" y="0"/>
                  </a:moveTo>
                  <a:lnTo>
                    <a:pt x="148" y="74"/>
                  </a:lnTo>
                  <a:lnTo>
                    <a:pt x="222" y="74"/>
                  </a:lnTo>
                  <a:lnTo>
                    <a:pt x="296" y="148"/>
                  </a:lnTo>
                  <a:lnTo>
                    <a:pt x="296" y="74"/>
                  </a:lnTo>
                  <a:lnTo>
                    <a:pt x="222" y="0"/>
                  </a:lnTo>
                  <a:close/>
                  <a:moveTo>
                    <a:pt x="296" y="148"/>
                  </a:moveTo>
                  <a:lnTo>
                    <a:pt x="222" y="222"/>
                  </a:lnTo>
                  <a:lnTo>
                    <a:pt x="148" y="369"/>
                  </a:lnTo>
                  <a:lnTo>
                    <a:pt x="148" y="369"/>
                  </a:lnTo>
                  <a:lnTo>
                    <a:pt x="296" y="222"/>
                  </a:lnTo>
                  <a:lnTo>
                    <a:pt x="296" y="148"/>
                  </a:lnTo>
                  <a:close/>
                  <a:moveTo>
                    <a:pt x="74" y="148"/>
                  </a:moveTo>
                  <a:lnTo>
                    <a:pt x="1" y="295"/>
                  </a:lnTo>
                  <a:lnTo>
                    <a:pt x="1" y="369"/>
                  </a:lnTo>
                  <a:lnTo>
                    <a:pt x="74" y="148"/>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5593;p46">
              <a:extLst>
                <a:ext uri="{FF2B5EF4-FFF2-40B4-BE49-F238E27FC236}">
                  <a16:creationId xmlns:a16="http://schemas.microsoft.com/office/drawing/2014/main" id="{C32C22C2-9438-1822-1FD2-1039918FC932}"/>
                </a:ext>
              </a:extLst>
            </p:cNvPr>
            <p:cNvSpPr/>
            <p:nvPr/>
          </p:nvSpPr>
          <p:spPr>
            <a:xfrm>
              <a:off x="3582318" y="4712285"/>
              <a:ext cx="31119" cy="25944"/>
            </a:xfrm>
            <a:custGeom>
              <a:avLst/>
              <a:gdLst/>
              <a:ahLst/>
              <a:cxnLst/>
              <a:rect l="l" t="t" r="r" b="b"/>
              <a:pathLst>
                <a:path w="1329" h="1108" extrusionOk="0">
                  <a:moveTo>
                    <a:pt x="1033" y="1"/>
                  </a:moveTo>
                  <a:lnTo>
                    <a:pt x="664" y="75"/>
                  </a:lnTo>
                  <a:lnTo>
                    <a:pt x="369" y="296"/>
                  </a:lnTo>
                  <a:lnTo>
                    <a:pt x="148" y="517"/>
                  </a:lnTo>
                  <a:lnTo>
                    <a:pt x="1" y="812"/>
                  </a:lnTo>
                  <a:lnTo>
                    <a:pt x="1" y="1033"/>
                  </a:lnTo>
                  <a:lnTo>
                    <a:pt x="1" y="1107"/>
                  </a:lnTo>
                  <a:lnTo>
                    <a:pt x="74" y="812"/>
                  </a:lnTo>
                  <a:lnTo>
                    <a:pt x="222" y="517"/>
                  </a:lnTo>
                  <a:lnTo>
                    <a:pt x="443" y="296"/>
                  </a:lnTo>
                  <a:lnTo>
                    <a:pt x="738" y="148"/>
                  </a:lnTo>
                  <a:lnTo>
                    <a:pt x="1033" y="75"/>
                  </a:lnTo>
                  <a:lnTo>
                    <a:pt x="1328" y="75"/>
                  </a:lnTo>
                  <a:lnTo>
                    <a:pt x="125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5594;p46">
              <a:extLst>
                <a:ext uri="{FF2B5EF4-FFF2-40B4-BE49-F238E27FC236}">
                  <a16:creationId xmlns:a16="http://schemas.microsoft.com/office/drawing/2014/main" id="{DE050F78-83A4-897C-C7EB-A9BC1DE6379E}"/>
                </a:ext>
              </a:extLst>
            </p:cNvPr>
            <p:cNvSpPr/>
            <p:nvPr/>
          </p:nvSpPr>
          <p:spPr>
            <a:xfrm>
              <a:off x="3603041" y="4677747"/>
              <a:ext cx="1756" cy="34561"/>
            </a:xfrm>
            <a:custGeom>
              <a:avLst/>
              <a:gdLst/>
              <a:ahLst/>
              <a:cxnLst/>
              <a:rect l="l" t="t" r="r" b="b"/>
              <a:pathLst>
                <a:path w="75" h="1476" extrusionOk="0">
                  <a:moveTo>
                    <a:pt x="1" y="1"/>
                  </a:moveTo>
                  <a:lnTo>
                    <a:pt x="75" y="1476"/>
                  </a:lnTo>
                  <a:lnTo>
                    <a:pt x="75" y="738"/>
                  </a:lnTo>
                  <a:lnTo>
                    <a:pt x="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5595;p46">
              <a:extLst>
                <a:ext uri="{FF2B5EF4-FFF2-40B4-BE49-F238E27FC236}">
                  <a16:creationId xmlns:a16="http://schemas.microsoft.com/office/drawing/2014/main" id="{095A9CB1-BC22-1E5F-C78E-574FCD8D2E58}"/>
                </a:ext>
              </a:extLst>
            </p:cNvPr>
            <p:cNvSpPr/>
            <p:nvPr/>
          </p:nvSpPr>
          <p:spPr>
            <a:xfrm>
              <a:off x="3546046" y="4731299"/>
              <a:ext cx="24211" cy="23"/>
            </a:xfrm>
            <a:custGeom>
              <a:avLst/>
              <a:gdLst/>
              <a:ahLst/>
              <a:cxnLst/>
              <a:rect l="l" t="t" r="r" b="b"/>
              <a:pathLst>
                <a:path w="1034" h="1" extrusionOk="0">
                  <a:moveTo>
                    <a:pt x="1033" y="0"/>
                  </a:moveTo>
                  <a:lnTo>
                    <a:pt x="1033" y="0"/>
                  </a:lnTo>
                  <a:lnTo>
                    <a:pt x="517" y="0"/>
                  </a:lnTo>
                  <a:lnTo>
                    <a:pt x="517" y="0"/>
                  </a:lnTo>
                  <a:lnTo>
                    <a:pt x="1" y="0"/>
                  </a:lnTo>
                  <a:lnTo>
                    <a:pt x="1" y="0"/>
                  </a:lnTo>
                  <a:lnTo>
                    <a:pt x="517" y="0"/>
                  </a:lnTo>
                  <a:lnTo>
                    <a:pt x="517" y="0"/>
                  </a:lnTo>
                  <a:lnTo>
                    <a:pt x="1033" y="0"/>
                  </a:lnTo>
                  <a:lnTo>
                    <a:pt x="103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5596;p46">
              <a:extLst>
                <a:ext uri="{FF2B5EF4-FFF2-40B4-BE49-F238E27FC236}">
                  <a16:creationId xmlns:a16="http://schemas.microsoft.com/office/drawing/2014/main" id="{41FDA87D-A4F7-5668-BF58-05CAEC41536F}"/>
                </a:ext>
              </a:extLst>
            </p:cNvPr>
            <p:cNvSpPr/>
            <p:nvPr/>
          </p:nvSpPr>
          <p:spPr>
            <a:xfrm>
              <a:off x="3585783" y="4731299"/>
              <a:ext cx="1733" cy="3465"/>
            </a:xfrm>
            <a:custGeom>
              <a:avLst/>
              <a:gdLst/>
              <a:ahLst/>
              <a:cxnLst/>
              <a:rect l="l" t="t" r="r" b="b"/>
              <a:pathLst>
                <a:path w="74" h="148" extrusionOk="0">
                  <a:moveTo>
                    <a:pt x="74" y="0"/>
                  </a:moveTo>
                  <a:lnTo>
                    <a:pt x="0" y="74"/>
                  </a:lnTo>
                  <a:lnTo>
                    <a:pt x="0" y="148"/>
                  </a:lnTo>
                  <a:lnTo>
                    <a:pt x="74" y="74"/>
                  </a:lnTo>
                  <a:lnTo>
                    <a:pt x="7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5597;p46">
              <a:extLst>
                <a:ext uri="{FF2B5EF4-FFF2-40B4-BE49-F238E27FC236}">
                  <a16:creationId xmlns:a16="http://schemas.microsoft.com/office/drawing/2014/main" id="{D16C84D8-52CA-2102-B686-45951EC88C11}"/>
                </a:ext>
              </a:extLst>
            </p:cNvPr>
            <p:cNvSpPr/>
            <p:nvPr/>
          </p:nvSpPr>
          <p:spPr>
            <a:xfrm>
              <a:off x="3590958" y="4722659"/>
              <a:ext cx="3465" cy="3465"/>
            </a:xfrm>
            <a:custGeom>
              <a:avLst/>
              <a:gdLst/>
              <a:ahLst/>
              <a:cxnLst/>
              <a:rect l="l" t="t" r="r" b="b"/>
              <a:pathLst>
                <a:path w="148" h="148" extrusionOk="0">
                  <a:moveTo>
                    <a:pt x="74" y="0"/>
                  </a:moveTo>
                  <a:lnTo>
                    <a:pt x="0" y="148"/>
                  </a:lnTo>
                  <a:lnTo>
                    <a:pt x="74" y="74"/>
                  </a:lnTo>
                  <a:lnTo>
                    <a:pt x="14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5598;p46">
              <a:extLst>
                <a:ext uri="{FF2B5EF4-FFF2-40B4-BE49-F238E27FC236}">
                  <a16:creationId xmlns:a16="http://schemas.microsoft.com/office/drawing/2014/main" id="{AC0F52EC-DF06-DF09-3C2B-EF1236D3B624}"/>
                </a:ext>
              </a:extLst>
            </p:cNvPr>
            <p:cNvSpPr/>
            <p:nvPr/>
          </p:nvSpPr>
          <p:spPr>
            <a:xfrm>
              <a:off x="3597866" y="4717484"/>
              <a:ext cx="5198" cy="3465"/>
            </a:xfrm>
            <a:custGeom>
              <a:avLst/>
              <a:gdLst/>
              <a:ahLst/>
              <a:cxnLst/>
              <a:rect l="l" t="t" r="r" b="b"/>
              <a:pathLst>
                <a:path w="222" h="148" extrusionOk="0">
                  <a:moveTo>
                    <a:pt x="148" y="0"/>
                  </a:moveTo>
                  <a:lnTo>
                    <a:pt x="74" y="74"/>
                  </a:lnTo>
                  <a:lnTo>
                    <a:pt x="0" y="148"/>
                  </a:lnTo>
                  <a:lnTo>
                    <a:pt x="148" y="74"/>
                  </a:lnTo>
                  <a:lnTo>
                    <a:pt x="222" y="74"/>
                  </a:lnTo>
                  <a:lnTo>
                    <a:pt x="22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5599;p46">
              <a:extLst>
                <a:ext uri="{FF2B5EF4-FFF2-40B4-BE49-F238E27FC236}">
                  <a16:creationId xmlns:a16="http://schemas.microsoft.com/office/drawing/2014/main" id="{709350DC-0DE2-F3D1-B725-04B2A631FA8D}"/>
                </a:ext>
              </a:extLst>
            </p:cNvPr>
            <p:cNvSpPr/>
            <p:nvPr/>
          </p:nvSpPr>
          <p:spPr>
            <a:xfrm>
              <a:off x="3606507" y="4715751"/>
              <a:ext cx="3465" cy="1756"/>
            </a:xfrm>
            <a:custGeom>
              <a:avLst/>
              <a:gdLst/>
              <a:ahLst/>
              <a:cxnLst/>
              <a:rect l="l" t="t" r="r" b="b"/>
              <a:pathLst>
                <a:path w="148" h="75" extrusionOk="0">
                  <a:moveTo>
                    <a:pt x="74" y="0"/>
                  </a:moveTo>
                  <a:lnTo>
                    <a:pt x="0" y="74"/>
                  </a:lnTo>
                  <a:lnTo>
                    <a:pt x="148" y="74"/>
                  </a:lnTo>
                  <a:lnTo>
                    <a:pt x="7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5600;p46">
              <a:extLst>
                <a:ext uri="{FF2B5EF4-FFF2-40B4-BE49-F238E27FC236}">
                  <a16:creationId xmlns:a16="http://schemas.microsoft.com/office/drawing/2014/main" id="{D22F2BB4-174C-6DFC-F704-DED98C27311E}"/>
                </a:ext>
              </a:extLst>
            </p:cNvPr>
            <p:cNvSpPr/>
            <p:nvPr/>
          </p:nvSpPr>
          <p:spPr>
            <a:xfrm>
              <a:off x="3466596" y="3798636"/>
              <a:ext cx="507778" cy="911921"/>
            </a:xfrm>
            <a:custGeom>
              <a:avLst/>
              <a:gdLst/>
              <a:ahLst/>
              <a:cxnLst/>
              <a:rect l="l" t="t" r="r" b="b"/>
              <a:pathLst>
                <a:path w="21686" h="38946" extrusionOk="0">
                  <a:moveTo>
                    <a:pt x="1" y="0"/>
                  </a:moveTo>
                  <a:lnTo>
                    <a:pt x="1697" y="38429"/>
                  </a:lnTo>
                  <a:lnTo>
                    <a:pt x="7524" y="38576"/>
                  </a:lnTo>
                  <a:lnTo>
                    <a:pt x="6565" y="6417"/>
                  </a:lnTo>
                  <a:lnTo>
                    <a:pt x="16965" y="38945"/>
                  </a:lnTo>
                  <a:lnTo>
                    <a:pt x="21686" y="37617"/>
                  </a:lnTo>
                  <a:lnTo>
                    <a:pt x="1121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5601;p46">
              <a:extLst>
                <a:ext uri="{FF2B5EF4-FFF2-40B4-BE49-F238E27FC236}">
                  <a16:creationId xmlns:a16="http://schemas.microsoft.com/office/drawing/2014/main" id="{BA902125-A082-28CB-38F8-28462B9BECD4}"/>
                </a:ext>
              </a:extLst>
            </p:cNvPr>
            <p:cNvSpPr/>
            <p:nvPr/>
          </p:nvSpPr>
          <p:spPr>
            <a:xfrm>
              <a:off x="3466596" y="3798636"/>
              <a:ext cx="507778" cy="911921"/>
            </a:xfrm>
            <a:custGeom>
              <a:avLst/>
              <a:gdLst/>
              <a:ahLst/>
              <a:cxnLst/>
              <a:rect l="l" t="t" r="r" b="b"/>
              <a:pathLst>
                <a:path w="21686" h="38946" fill="none" extrusionOk="0">
                  <a:moveTo>
                    <a:pt x="1" y="0"/>
                  </a:moveTo>
                  <a:lnTo>
                    <a:pt x="1697" y="38429"/>
                  </a:lnTo>
                  <a:lnTo>
                    <a:pt x="7524" y="38576"/>
                  </a:lnTo>
                  <a:lnTo>
                    <a:pt x="6565" y="6417"/>
                  </a:lnTo>
                  <a:lnTo>
                    <a:pt x="16965" y="38945"/>
                  </a:lnTo>
                  <a:lnTo>
                    <a:pt x="21686" y="37617"/>
                  </a:lnTo>
                  <a:lnTo>
                    <a:pt x="1121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5602;p46">
              <a:extLst>
                <a:ext uri="{FF2B5EF4-FFF2-40B4-BE49-F238E27FC236}">
                  <a16:creationId xmlns:a16="http://schemas.microsoft.com/office/drawing/2014/main" id="{4E95508E-D7E8-9AD8-A465-6DC461F4E3BB}"/>
                </a:ext>
              </a:extLst>
            </p:cNvPr>
            <p:cNvSpPr/>
            <p:nvPr/>
          </p:nvSpPr>
          <p:spPr>
            <a:xfrm>
              <a:off x="3960558" y="4658756"/>
              <a:ext cx="3489" cy="8664"/>
            </a:xfrm>
            <a:custGeom>
              <a:avLst/>
              <a:gdLst/>
              <a:ahLst/>
              <a:cxnLst/>
              <a:rect l="l" t="t" r="r" b="b"/>
              <a:pathLst>
                <a:path w="149" h="370" extrusionOk="0">
                  <a:moveTo>
                    <a:pt x="75" y="0"/>
                  </a:moveTo>
                  <a:lnTo>
                    <a:pt x="1" y="74"/>
                  </a:lnTo>
                  <a:lnTo>
                    <a:pt x="75" y="222"/>
                  </a:lnTo>
                  <a:lnTo>
                    <a:pt x="75" y="295"/>
                  </a:lnTo>
                  <a:lnTo>
                    <a:pt x="148" y="369"/>
                  </a:lnTo>
                  <a:lnTo>
                    <a:pt x="148" y="148"/>
                  </a:lnTo>
                  <a:lnTo>
                    <a:pt x="75"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5603;p46">
              <a:extLst>
                <a:ext uri="{FF2B5EF4-FFF2-40B4-BE49-F238E27FC236}">
                  <a16:creationId xmlns:a16="http://schemas.microsoft.com/office/drawing/2014/main" id="{C660B9E2-CC1B-4315-2988-0E72B83A315F}"/>
                </a:ext>
              </a:extLst>
            </p:cNvPr>
            <p:cNvSpPr/>
            <p:nvPr/>
          </p:nvSpPr>
          <p:spPr>
            <a:xfrm>
              <a:off x="3951941" y="4629392"/>
              <a:ext cx="5198" cy="15571"/>
            </a:xfrm>
            <a:custGeom>
              <a:avLst/>
              <a:gdLst/>
              <a:ahLst/>
              <a:cxnLst/>
              <a:rect l="l" t="t" r="r" b="b"/>
              <a:pathLst>
                <a:path w="222" h="665" extrusionOk="0">
                  <a:moveTo>
                    <a:pt x="74" y="0"/>
                  </a:moveTo>
                  <a:lnTo>
                    <a:pt x="0" y="148"/>
                  </a:lnTo>
                  <a:lnTo>
                    <a:pt x="74" y="369"/>
                  </a:lnTo>
                  <a:lnTo>
                    <a:pt x="148" y="590"/>
                  </a:lnTo>
                  <a:lnTo>
                    <a:pt x="221" y="664"/>
                  </a:lnTo>
                  <a:lnTo>
                    <a:pt x="221" y="517"/>
                  </a:lnTo>
                  <a:lnTo>
                    <a:pt x="221" y="295"/>
                  </a:lnTo>
                  <a:lnTo>
                    <a:pt x="74" y="148"/>
                  </a:lnTo>
                  <a:lnTo>
                    <a:pt x="7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5604;p46">
              <a:extLst>
                <a:ext uri="{FF2B5EF4-FFF2-40B4-BE49-F238E27FC236}">
                  <a16:creationId xmlns:a16="http://schemas.microsoft.com/office/drawing/2014/main" id="{B1DE63FF-D6C3-B66E-6B51-CB5D2F458DC5}"/>
                </a:ext>
              </a:extLst>
            </p:cNvPr>
            <p:cNvSpPr/>
            <p:nvPr/>
          </p:nvSpPr>
          <p:spPr>
            <a:xfrm>
              <a:off x="3943300" y="4600029"/>
              <a:ext cx="5198" cy="15571"/>
            </a:xfrm>
            <a:custGeom>
              <a:avLst/>
              <a:gdLst/>
              <a:ahLst/>
              <a:cxnLst/>
              <a:rect l="l" t="t" r="r" b="b"/>
              <a:pathLst>
                <a:path w="222" h="665" extrusionOk="0">
                  <a:moveTo>
                    <a:pt x="0" y="0"/>
                  </a:moveTo>
                  <a:lnTo>
                    <a:pt x="0" y="148"/>
                  </a:lnTo>
                  <a:lnTo>
                    <a:pt x="74" y="369"/>
                  </a:lnTo>
                  <a:lnTo>
                    <a:pt x="148" y="591"/>
                  </a:lnTo>
                  <a:lnTo>
                    <a:pt x="222" y="664"/>
                  </a:lnTo>
                  <a:lnTo>
                    <a:pt x="222" y="591"/>
                  </a:lnTo>
                  <a:lnTo>
                    <a:pt x="148" y="296"/>
                  </a:lnTo>
                  <a:lnTo>
                    <a:pt x="74" y="148"/>
                  </a:lnTo>
                  <a:lnTo>
                    <a:pt x="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5605;p46">
              <a:extLst>
                <a:ext uri="{FF2B5EF4-FFF2-40B4-BE49-F238E27FC236}">
                  <a16:creationId xmlns:a16="http://schemas.microsoft.com/office/drawing/2014/main" id="{B1A2CB7F-2A2E-9400-CC48-DF96AEAA271C}"/>
                </a:ext>
              </a:extLst>
            </p:cNvPr>
            <p:cNvSpPr/>
            <p:nvPr/>
          </p:nvSpPr>
          <p:spPr>
            <a:xfrm>
              <a:off x="3934660" y="4572398"/>
              <a:ext cx="5198" cy="13838"/>
            </a:xfrm>
            <a:custGeom>
              <a:avLst/>
              <a:gdLst/>
              <a:ahLst/>
              <a:cxnLst/>
              <a:rect l="l" t="t" r="r" b="b"/>
              <a:pathLst>
                <a:path w="222" h="591" extrusionOk="0">
                  <a:moveTo>
                    <a:pt x="0" y="0"/>
                  </a:moveTo>
                  <a:lnTo>
                    <a:pt x="0" y="74"/>
                  </a:lnTo>
                  <a:lnTo>
                    <a:pt x="74" y="295"/>
                  </a:lnTo>
                  <a:lnTo>
                    <a:pt x="148" y="517"/>
                  </a:lnTo>
                  <a:lnTo>
                    <a:pt x="222" y="590"/>
                  </a:lnTo>
                  <a:lnTo>
                    <a:pt x="222" y="517"/>
                  </a:lnTo>
                  <a:lnTo>
                    <a:pt x="148" y="295"/>
                  </a:lnTo>
                  <a:lnTo>
                    <a:pt x="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5606;p46">
              <a:extLst>
                <a:ext uri="{FF2B5EF4-FFF2-40B4-BE49-F238E27FC236}">
                  <a16:creationId xmlns:a16="http://schemas.microsoft.com/office/drawing/2014/main" id="{FE0FB4CB-6EDD-56EA-7B77-724364DC762A}"/>
                </a:ext>
              </a:extLst>
            </p:cNvPr>
            <p:cNvSpPr/>
            <p:nvPr/>
          </p:nvSpPr>
          <p:spPr>
            <a:xfrm>
              <a:off x="3926019" y="4543034"/>
              <a:ext cx="5198" cy="13838"/>
            </a:xfrm>
            <a:custGeom>
              <a:avLst/>
              <a:gdLst/>
              <a:ahLst/>
              <a:cxnLst/>
              <a:rect l="l" t="t" r="r" b="b"/>
              <a:pathLst>
                <a:path w="222" h="591" extrusionOk="0">
                  <a:moveTo>
                    <a:pt x="1" y="0"/>
                  </a:moveTo>
                  <a:lnTo>
                    <a:pt x="1" y="74"/>
                  </a:lnTo>
                  <a:lnTo>
                    <a:pt x="74" y="295"/>
                  </a:lnTo>
                  <a:lnTo>
                    <a:pt x="148" y="517"/>
                  </a:lnTo>
                  <a:lnTo>
                    <a:pt x="222" y="590"/>
                  </a:lnTo>
                  <a:lnTo>
                    <a:pt x="222" y="517"/>
                  </a:lnTo>
                  <a:lnTo>
                    <a:pt x="148" y="295"/>
                  </a:lnTo>
                  <a:lnTo>
                    <a:pt x="1"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5607;p46">
              <a:extLst>
                <a:ext uri="{FF2B5EF4-FFF2-40B4-BE49-F238E27FC236}">
                  <a16:creationId xmlns:a16="http://schemas.microsoft.com/office/drawing/2014/main" id="{F7D99A9B-5158-9B30-EC98-660FBD703EF4}"/>
                </a:ext>
              </a:extLst>
            </p:cNvPr>
            <p:cNvSpPr/>
            <p:nvPr/>
          </p:nvSpPr>
          <p:spPr>
            <a:xfrm>
              <a:off x="3917379" y="4513670"/>
              <a:ext cx="5222" cy="13838"/>
            </a:xfrm>
            <a:custGeom>
              <a:avLst/>
              <a:gdLst/>
              <a:ahLst/>
              <a:cxnLst/>
              <a:rect l="l" t="t" r="r" b="b"/>
              <a:pathLst>
                <a:path w="223" h="591" extrusionOk="0">
                  <a:moveTo>
                    <a:pt x="1" y="1"/>
                  </a:moveTo>
                  <a:lnTo>
                    <a:pt x="75" y="296"/>
                  </a:lnTo>
                  <a:lnTo>
                    <a:pt x="148" y="517"/>
                  </a:lnTo>
                  <a:lnTo>
                    <a:pt x="222" y="591"/>
                  </a:lnTo>
                  <a:lnTo>
                    <a:pt x="222" y="517"/>
                  </a:lnTo>
                  <a:lnTo>
                    <a:pt x="148" y="296"/>
                  </a:lnTo>
                  <a:lnTo>
                    <a:pt x="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5608;p46">
              <a:extLst>
                <a:ext uri="{FF2B5EF4-FFF2-40B4-BE49-F238E27FC236}">
                  <a16:creationId xmlns:a16="http://schemas.microsoft.com/office/drawing/2014/main" id="{CD6AC91B-140F-A916-9991-6A3422D17372}"/>
                </a:ext>
              </a:extLst>
            </p:cNvPr>
            <p:cNvSpPr/>
            <p:nvPr/>
          </p:nvSpPr>
          <p:spPr>
            <a:xfrm>
              <a:off x="3908762" y="4484306"/>
              <a:ext cx="5198" cy="13838"/>
            </a:xfrm>
            <a:custGeom>
              <a:avLst/>
              <a:gdLst/>
              <a:ahLst/>
              <a:cxnLst/>
              <a:rect l="l" t="t" r="r" b="b"/>
              <a:pathLst>
                <a:path w="222" h="591" extrusionOk="0">
                  <a:moveTo>
                    <a:pt x="0" y="1"/>
                  </a:moveTo>
                  <a:lnTo>
                    <a:pt x="0" y="74"/>
                  </a:lnTo>
                  <a:lnTo>
                    <a:pt x="74" y="296"/>
                  </a:lnTo>
                  <a:lnTo>
                    <a:pt x="148" y="517"/>
                  </a:lnTo>
                  <a:lnTo>
                    <a:pt x="221" y="591"/>
                  </a:lnTo>
                  <a:lnTo>
                    <a:pt x="221" y="517"/>
                  </a:lnTo>
                  <a:lnTo>
                    <a:pt x="148" y="296"/>
                  </a:lnTo>
                  <a:lnTo>
                    <a:pt x="74" y="74"/>
                  </a:lnTo>
                  <a:lnTo>
                    <a:pt x="0"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5609;p46">
              <a:extLst>
                <a:ext uri="{FF2B5EF4-FFF2-40B4-BE49-F238E27FC236}">
                  <a16:creationId xmlns:a16="http://schemas.microsoft.com/office/drawing/2014/main" id="{FF25BE6B-F885-E9E0-9C2C-58783BDD163A}"/>
                </a:ext>
              </a:extLst>
            </p:cNvPr>
            <p:cNvSpPr/>
            <p:nvPr/>
          </p:nvSpPr>
          <p:spPr>
            <a:xfrm>
              <a:off x="3900121" y="4454942"/>
              <a:ext cx="5198" cy="13838"/>
            </a:xfrm>
            <a:custGeom>
              <a:avLst/>
              <a:gdLst/>
              <a:ahLst/>
              <a:cxnLst/>
              <a:rect l="l" t="t" r="r" b="b"/>
              <a:pathLst>
                <a:path w="222" h="591" extrusionOk="0">
                  <a:moveTo>
                    <a:pt x="0" y="1"/>
                  </a:moveTo>
                  <a:lnTo>
                    <a:pt x="0" y="74"/>
                  </a:lnTo>
                  <a:lnTo>
                    <a:pt x="74" y="296"/>
                  </a:lnTo>
                  <a:lnTo>
                    <a:pt x="148" y="517"/>
                  </a:lnTo>
                  <a:lnTo>
                    <a:pt x="222" y="591"/>
                  </a:lnTo>
                  <a:lnTo>
                    <a:pt x="222" y="517"/>
                  </a:lnTo>
                  <a:lnTo>
                    <a:pt x="148" y="296"/>
                  </a:lnTo>
                  <a:lnTo>
                    <a:pt x="74" y="74"/>
                  </a:lnTo>
                  <a:lnTo>
                    <a:pt x="0"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5610;p46">
              <a:extLst>
                <a:ext uri="{FF2B5EF4-FFF2-40B4-BE49-F238E27FC236}">
                  <a16:creationId xmlns:a16="http://schemas.microsoft.com/office/drawing/2014/main" id="{30BB8650-EB8D-2E11-8381-80892AEFA0AB}"/>
                </a:ext>
              </a:extLst>
            </p:cNvPr>
            <p:cNvSpPr/>
            <p:nvPr/>
          </p:nvSpPr>
          <p:spPr>
            <a:xfrm>
              <a:off x="3891481" y="4425579"/>
              <a:ext cx="5198" cy="13838"/>
            </a:xfrm>
            <a:custGeom>
              <a:avLst/>
              <a:gdLst/>
              <a:ahLst/>
              <a:cxnLst/>
              <a:rect l="l" t="t" r="r" b="b"/>
              <a:pathLst>
                <a:path w="222" h="591" extrusionOk="0">
                  <a:moveTo>
                    <a:pt x="0" y="1"/>
                  </a:moveTo>
                  <a:lnTo>
                    <a:pt x="0" y="75"/>
                  </a:lnTo>
                  <a:lnTo>
                    <a:pt x="74" y="296"/>
                  </a:lnTo>
                  <a:lnTo>
                    <a:pt x="148" y="517"/>
                  </a:lnTo>
                  <a:lnTo>
                    <a:pt x="222" y="591"/>
                  </a:lnTo>
                  <a:lnTo>
                    <a:pt x="222" y="517"/>
                  </a:lnTo>
                  <a:lnTo>
                    <a:pt x="148" y="296"/>
                  </a:lnTo>
                  <a:lnTo>
                    <a:pt x="74" y="75"/>
                  </a:lnTo>
                  <a:lnTo>
                    <a:pt x="0"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5611;p46">
              <a:extLst>
                <a:ext uri="{FF2B5EF4-FFF2-40B4-BE49-F238E27FC236}">
                  <a16:creationId xmlns:a16="http://schemas.microsoft.com/office/drawing/2014/main" id="{B5EE43DB-91E2-AC9C-DA5C-5710D853FC9D}"/>
                </a:ext>
              </a:extLst>
            </p:cNvPr>
            <p:cNvSpPr/>
            <p:nvPr/>
          </p:nvSpPr>
          <p:spPr>
            <a:xfrm>
              <a:off x="3882840" y="4396215"/>
              <a:ext cx="5198" cy="13838"/>
            </a:xfrm>
            <a:custGeom>
              <a:avLst/>
              <a:gdLst/>
              <a:ahLst/>
              <a:cxnLst/>
              <a:rect l="l" t="t" r="r" b="b"/>
              <a:pathLst>
                <a:path w="222" h="591" extrusionOk="0">
                  <a:moveTo>
                    <a:pt x="1" y="1"/>
                  </a:moveTo>
                  <a:lnTo>
                    <a:pt x="1" y="75"/>
                  </a:lnTo>
                  <a:lnTo>
                    <a:pt x="74" y="296"/>
                  </a:lnTo>
                  <a:lnTo>
                    <a:pt x="148" y="517"/>
                  </a:lnTo>
                  <a:lnTo>
                    <a:pt x="222" y="591"/>
                  </a:lnTo>
                  <a:lnTo>
                    <a:pt x="222" y="517"/>
                  </a:lnTo>
                  <a:lnTo>
                    <a:pt x="148" y="296"/>
                  </a:lnTo>
                  <a:lnTo>
                    <a:pt x="74" y="75"/>
                  </a:lnTo>
                  <a:lnTo>
                    <a:pt x="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5612;p46">
              <a:extLst>
                <a:ext uri="{FF2B5EF4-FFF2-40B4-BE49-F238E27FC236}">
                  <a16:creationId xmlns:a16="http://schemas.microsoft.com/office/drawing/2014/main" id="{1F2ABA36-EF07-39C3-6B03-A954586FD59B}"/>
                </a:ext>
              </a:extLst>
            </p:cNvPr>
            <p:cNvSpPr/>
            <p:nvPr/>
          </p:nvSpPr>
          <p:spPr>
            <a:xfrm>
              <a:off x="3874200" y="4366851"/>
              <a:ext cx="5222" cy="15571"/>
            </a:xfrm>
            <a:custGeom>
              <a:avLst/>
              <a:gdLst/>
              <a:ahLst/>
              <a:cxnLst/>
              <a:rect l="l" t="t" r="r" b="b"/>
              <a:pathLst>
                <a:path w="223" h="665" extrusionOk="0">
                  <a:moveTo>
                    <a:pt x="1" y="1"/>
                  </a:moveTo>
                  <a:lnTo>
                    <a:pt x="1" y="148"/>
                  </a:lnTo>
                  <a:lnTo>
                    <a:pt x="1" y="370"/>
                  </a:lnTo>
                  <a:lnTo>
                    <a:pt x="148" y="591"/>
                  </a:lnTo>
                  <a:lnTo>
                    <a:pt x="148" y="665"/>
                  </a:lnTo>
                  <a:lnTo>
                    <a:pt x="222" y="517"/>
                  </a:lnTo>
                  <a:lnTo>
                    <a:pt x="148" y="296"/>
                  </a:lnTo>
                  <a:lnTo>
                    <a:pt x="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5613;p46">
              <a:extLst>
                <a:ext uri="{FF2B5EF4-FFF2-40B4-BE49-F238E27FC236}">
                  <a16:creationId xmlns:a16="http://schemas.microsoft.com/office/drawing/2014/main" id="{74C209AA-B5D2-9923-1D7A-FBD9C37ACBD7}"/>
                </a:ext>
              </a:extLst>
            </p:cNvPr>
            <p:cNvSpPr/>
            <p:nvPr/>
          </p:nvSpPr>
          <p:spPr>
            <a:xfrm>
              <a:off x="3865582" y="4337511"/>
              <a:ext cx="3465" cy="15548"/>
            </a:xfrm>
            <a:custGeom>
              <a:avLst/>
              <a:gdLst/>
              <a:ahLst/>
              <a:cxnLst/>
              <a:rect l="l" t="t" r="r" b="b"/>
              <a:pathLst>
                <a:path w="148" h="664" extrusionOk="0">
                  <a:moveTo>
                    <a:pt x="0" y="0"/>
                  </a:moveTo>
                  <a:lnTo>
                    <a:pt x="0" y="148"/>
                  </a:lnTo>
                  <a:lnTo>
                    <a:pt x="0" y="369"/>
                  </a:lnTo>
                  <a:lnTo>
                    <a:pt x="74" y="590"/>
                  </a:lnTo>
                  <a:lnTo>
                    <a:pt x="148" y="664"/>
                  </a:lnTo>
                  <a:lnTo>
                    <a:pt x="148" y="516"/>
                  </a:lnTo>
                  <a:lnTo>
                    <a:pt x="148" y="295"/>
                  </a:lnTo>
                  <a:lnTo>
                    <a:pt x="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5614;p46">
              <a:extLst>
                <a:ext uri="{FF2B5EF4-FFF2-40B4-BE49-F238E27FC236}">
                  <a16:creationId xmlns:a16="http://schemas.microsoft.com/office/drawing/2014/main" id="{A039D1AD-4DBD-9BA6-E3B8-B088889670F7}"/>
                </a:ext>
              </a:extLst>
            </p:cNvPr>
            <p:cNvSpPr/>
            <p:nvPr/>
          </p:nvSpPr>
          <p:spPr>
            <a:xfrm>
              <a:off x="3856942" y="4308147"/>
              <a:ext cx="3465" cy="15548"/>
            </a:xfrm>
            <a:custGeom>
              <a:avLst/>
              <a:gdLst/>
              <a:ahLst/>
              <a:cxnLst/>
              <a:rect l="l" t="t" r="r" b="b"/>
              <a:pathLst>
                <a:path w="148" h="664" extrusionOk="0">
                  <a:moveTo>
                    <a:pt x="0" y="0"/>
                  </a:moveTo>
                  <a:lnTo>
                    <a:pt x="0" y="148"/>
                  </a:lnTo>
                  <a:lnTo>
                    <a:pt x="0" y="369"/>
                  </a:lnTo>
                  <a:lnTo>
                    <a:pt x="74" y="590"/>
                  </a:lnTo>
                  <a:lnTo>
                    <a:pt x="148" y="664"/>
                  </a:lnTo>
                  <a:lnTo>
                    <a:pt x="148" y="516"/>
                  </a:lnTo>
                  <a:lnTo>
                    <a:pt x="148" y="295"/>
                  </a:lnTo>
                  <a:lnTo>
                    <a:pt x="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5615;p46">
              <a:extLst>
                <a:ext uri="{FF2B5EF4-FFF2-40B4-BE49-F238E27FC236}">
                  <a16:creationId xmlns:a16="http://schemas.microsoft.com/office/drawing/2014/main" id="{B0A67722-6869-AD84-3AC5-18A0A1B4FEE5}"/>
                </a:ext>
              </a:extLst>
            </p:cNvPr>
            <p:cNvSpPr/>
            <p:nvPr/>
          </p:nvSpPr>
          <p:spPr>
            <a:xfrm>
              <a:off x="3848301" y="4278783"/>
              <a:ext cx="3489" cy="15571"/>
            </a:xfrm>
            <a:custGeom>
              <a:avLst/>
              <a:gdLst/>
              <a:ahLst/>
              <a:cxnLst/>
              <a:rect l="l" t="t" r="r" b="b"/>
              <a:pathLst>
                <a:path w="149" h="665" extrusionOk="0">
                  <a:moveTo>
                    <a:pt x="1" y="0"/>
                  </a:moveTo>
                  <a:lnTo>
                    <a:pt x="1" y="148"/>
                  </a:lnTo>
                  <a:lnTo>
                    <a:pt x="1" y="369"/>
                  </a:lnTo>
                  <a:lnTo>
                    <a:pt x="74" y="590"/>
                  </a:lnTo>
                  <a:lnTo>
                    <a:pt x="148" y="664"/>
                  </a:lnTo>
                  <a:lnTo>
                    <a:pt x="148" y="517"/>
                  </a:lnTo>
                  <a:lnTo>
                    <a:pt x="148" y="295"/>
                  </a:lnTo>
                  <a:lnTo>
                    <a:pt x="74" y="74"/>
                  </a:lnTo>
                  <a:lnTo>
                    <a:pt x="1"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5616;p46">
              <a:extLst>
                <a:ext uri="{FF2B5EF4-FFF2-40B4-BE49-F238E27FC236}">
                  <a16:creationId xmlns:a16="http://schemas.microsoft.com/office/drawing/2014/main" id="{AEDC3E7D-12E5-4D65-DB12-7AF61E13C7A9}"/>
                </a:ext>
              </a:extLst>
            </p:cNvPr>
            <p:cNvSpPr/>
            <p:nvPr/>
          </p:nvSpPr>
          <p:spPr>
            <a:xfrm>
              <a:off x="3837928" y="4249419"/>
              <a:ext cx="5222" cy="15571"/>
            </a:xfrm>
            <a:custGeom>
              <a:avLst/>
              <a:gdLst/>
              <a:ahLst/>
              <a:cxnLst/>
              <a:rect l="l" t="t" r="r" b="b"/>
              <a:pathLst>
                <a:path w="223" h="665" extrusionOk="0">
                  <a:moveTo>
                    <a:pt x="75" y="0"/>
                  </a:moveTo>
                  <a:lnTo>
                    <a:pt x="1" y="148"/>
                  </a:lnTo>
                  <a:lnTo>
                    <a:pt x="75" y="369"/>
                  </a:lnTo>
                  <a:lnTo>
                    <a:pt x="148" y="590"/>
                  </a:lnTo>
                  <a:lnTo>
                    <a:pt x="222" y="664"/>
                  </a:lnTo>
                  <a:lnTo>
                    <a:pt x="222" y="590"/>
                  </a:lnTo>
                  <a:lnTo>
                    <a:pt x="222" y="295"/>
                  </a:lnTo>
                  <a:lnTo>
                    <a:pt x="75" y="148"/>
                  </a:lnTo>
                  <a:lnTo>
                    <a:pt x="75"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5617;p46">
              <a:extLst>
                <a:ext uri="{FF2B5EF4-FFF2-40B4-BE49-F238E27FC236}">
                  <a16:creationId xmlns:a16="http://schemas.microsoft.com/office/drawing/2014/main" id="{2083174B-C83C-A41E-226C-B2D2EAFE848B}"/>
                </a:ext>
              </a:extLst>
            </p:cNvPr>
            <p:cNvSpPr/>
            <p:nvPr/>
          </p:nvSpPr>
          <p:spPr>
            <a:xfrm>
              <a:off x="3829311" y="4221788"/>
              <a:ext cx="5198" cy="13838"/>
            </a:xfrm>
            <a:custGeom>
              <a:avLst/>
              <a:gdLst/>
              <a:ahLst/>
              <a:cxnLst/>
              <a:rect l="l" t="t" r="r" b="b"/>
              <a:pathLst>
                <a:path w="222" h="591" extrusionOk="0">
                  <a:moveTo>
                    <a:pt x="74" y="0"/>
                  </a:moveTo>
                  <a:lnTo>
                    <a:pt x="0" y="74"/>
                  </a:lnTo>
                  <a:lnTo>
                    <a:pt x="74" y="295"/>
                  </a:lnTo>
                  <a:lnTo>
                    <a:pt x="148" y="517"/>
                  </a:lnTo>
                  <a:lnTo>
                    <a:pt x="221" y="590"/>
                  </a:lnTo>
                  <a:lnTo>
                    <a:pt x="221" y="517"/>
                  </a:lnTo>
                  <a:lnTo>
                    <a:pt x="148" y="295"/>
                  </a:lnTo>
                  <a:lnTo>
                    <a:pt x="74" y="74"/>
                  </a:lnTo>
                  <a:lnTo>
                    <a:pt x="7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5618;p46">
              <a:extLst>
                <a:ext uri="{FF2B5EF4-FFF2-40B4-BE49-F238E27FC236}">
                  <a16:creationId xmlns:a16="http://schemas.microsoft.com/office/drawing/2014/main" id="{7C0B4328-520D-4330-53A1-0FBEC91E2BAF}"/>
                </a:ext>
              </a:extLst>
            </p:cNvPr>
            <p:cNvSpPr/>
            <p:nvPr/>
          </p:nvSpPr>
          <p:spPr>
            <a:xfrm>
              <a:off x="3820670" y="4192425"/>
              <a:ext cx="5198" cy="13838"/>
            </a:xfrm>
            <a:custGeom>
              <a:avLst/>
              <a:gdLst/>
              <a:ahLst/>
              <a:cxnLst/>
              <a:rect l="l" t="t" r="r" b="b"/>
              <a:pathLst>
                <a:path w="222" h="591" extrusionOk="0">
                  <a:moveTo>
                    <a:pt x="0" y="0"/>
                  </a:moveTo>
                  <a:lnTo>
                    <a:pt x="0" y="74"/>
                  </a:lnTo>
                  <a:lnTo>
                    <a:pt x="74" y="295"/>
                  </a:lnTo>
                  <a:lnTo>
                    <a:pt x="148" y="517"/>
                  </a:lnTo>
                  <a:lnTo>
                    <a:pt x="222" y="590"/>
                  </a:lnTo>
                  <a:lnTo>
                    <a:pt x="222" y="517"/>
                  </a:lnTo>
                  <a:lnTo>
                    <a:pt x="148" y="295"/>
                  </a:lnTo>
                  <a:lnTo>
                    <a:pt x="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5619;p46">
              <a:extLst>
                <a:ext uri="{FF2B5EF4-FFF2-40B4-BE49-F238E27FC236}">
                  <a16:creationId xmlns:a16="http://schemas.microsoft.com/office/drawing/2014/main" id="{4C327390-8D3F-B201-13D0-1F887A85A56E}"/>
                </a:ext>
              </a:extLst>
            </p:cNvPr>
            <p:cNvSpPr/>
            <p:nvPr/>
          </p:nvSpPr>
          <p:spPr>
            <a:xfrm>
              <a:off x="3812030" y="4163061"/>
              <a:ext cx="5198" cy="13838"/>
            </a:xfrm>
            <a:custGeom>
              <a:avLst/>
              <a:gdLst/>
              <a:ahLst/>
              <a:cxnLst/>
              <a:rect l="l" t="t" r="r" b="b"/>
              <a:pathLst>
                <a:path w="222" h="591" extrusionOk="0">
                  <a:moveTo>
                    <a:pt x="1" y="0"/>
                  </a:moveTo>
                  <a:lnTo>
                    <a:pt x="1" y="74"/>
                  </a:lnTo>
                  <a:lnTo>
                    <a:pt x="74" y="295"/>
                  </a:lnTo>
                  <a:lnTo>
                    <a:pt x="148" y="517"/>
                  </a:lnTo>
                  <a:lnTo>
                    <a:pt x="222" y="590"/>
                  </a:lnTo>
                  <a:lnTo>
                    <a:pt x="222" y="517"/>
                  </a:lnTo>
                  <a:lnTo>
                    <a:pt x="148" y="295"/>
                  </a:lnTo>
                  <a:lnTo>
                    <a:pt x="1"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5620;p46">
              <a:extLst>
                <a:ext uri="{FF2B5EF4-FFF2-40B4-BE49-F238E27FC236}">
                  <a16:creationId xmlns:a16="http://schemas.microsoft.com/office/drawing/2014/main" id="{CF5639E1-4A6D-30C4-A955-8CE46D42984C}"/>
                </a:ext>
              </a:extLst>
            </p:cNvPr>
            <p:cNvSpPr/>
            <p:nvPr/>
          </p:nvSpPr>
          <p:spPr>
            <a:xfrm>
              <a:off x="3803389" y="4133697"/>
              <a:ext cx="5222" cy="13838"/>
            </a:xfrm>
            <a:custGeom>
              <a:avLst/>
              <a:gdLst/>
              <a:ahLst/>
              <a:cxnLst/>
              <a:rect l="l" t="t" r="r" b="b"/>
              <a:pathLst>
                <a:path w="223" h="591" extrusionOk="0">
                  <a:moveTo>
                    <a:pt x="1" y="0"/>
                  </a:moveTo>
                  <a:lnTo>
                    <a:pt x="1" y="74"/>
                  </a:lnTo>
                  <a:lnTo>
                    <a:pt x="75" y="296"/>
                  </a:lnTo>
                  <a:lnTo>
                    <a:pt x="148" y="517"/>
                  </a:lnTo>
                  <a:lnTo>
                    <a:pt x="222" y="591"/>
                  </a:lnTo>
                  <a:lnTo>
                    <a:pt x="222" y="517"/>
                  </a:lnTo>
                  <a:lnTo>
                    <a:pt x="148" y="296"/>
                  </a:lnTo>
                  <a:lnTo>
                    <a:pt x="1"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5621;p46">
              <a:extLst>
                <a:ext uri="{FF2B5EF4-FFF2-40B4-BE49-F238E27FC236}">
                  <a16:creationId xmlns:a16="http://schemas.microsoft.com/office/drawing/2014/main" id="{363151AC-58A9-6132-BFB4-BD306D7B46FA}"/>
                </a:ext>
              </a:extLst>
            </p:cNvPr>
            <p:cNvSpPr/>
            <p:nvPr/>
          </p:nvSpPr>
          <p:spPr>
            <a:xfrm>
              <a:off x="3794749" y="4104333"/>
              <a:ext cx="5222" cy="13838"/>
            </a:xfrm>
            <a:custGeom>
              <a:avLst/>
              <a:gdLst/>
              <a:ahLst/>
              <a:cxnLst/>
              <a:rect l="l" t="t" r="r" b="b"/>
              <a:pathLst>
                <a:path w="223" h="591" extrusionOk="0">
                  <a:moveTo>
                    <a:pt x="1" y="1"/>
                  </a:moveTo>
                  <a:lnTo>
                    <a:pt x="1" y="74"/>
                  </a:lnTo>
                  <a:lnTo>
                    <a:pt x="75" y="296"/>
                  </a:lnTo>
                  <a:lnTo>
                    <a:pt x="149" y="517"/>
                  </a:lnTo>
                  <a:lnTo>
                    <a:pt x="222" y="591"/>
                  </a:lnTo>
                  <a:lnTo>
                    <a:pt x="222" y="517"/>
                  </a:lnTo>
                  <a:lnTo>
                    <a:pt x="149" y="296"/>
                  </a:lnTo>
                  <a:lnTo>
                    <a:pt x="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5622;p46">
              <a:extLst>
                <a:ext uri="{FF2B5EF4-FFF2-40B4-BE49-F238E27FC236}">
                  <a16:creationId xmlns:a16="http://schemas.microsoft.com/office/drawing/2014/main" id="{F2859A1E-4472-4B0C-EACF-674112ABE691}"/>
                </a:ext>
              </a:extLst>
            </p:cNvPr>
            <p:cNvSpPr/>
            <p:nvPr/>
          </p:nvSpPr>
          <p:spPr>
            <a:xfrm>
              <a:off x="3786132" y="4074969"/>
              <a:ext cx="5198" cy="13838"/>
            </a:xfrm>
            <a:custGeom>
              <a:avLst/>
              <a:gdLst/>
              <a:ahLst/>
              <a:cxnLst/>
              <a:rect l="l" t="t" r="r" b="b"/>
              <a:pathLst>
                <a:path w="222" h="591" extrusionOk="0">
                  <a:moveTo>
                    <a:pt x="0" y="1"/>
                  </a:moveTo>
                  <a:lnTo>
                    <a:pt x="74" y="296"/>
                  </a:lnTo>
                  <a:lnTo>
                    <a:pt x="148" y="517"/>
                  </a:lnTo>
                  <a:lnTo>
                    <a:pt x="221" y="591"/>
                  </a:lnTo>
                  <a:lnTo>
                    <a:pt x="221" y="517"/>
                  </a:lnTo>
                  <a:lnTo>
                    <a:pt x="148" y="296"/>
                  </a:lnTo>
                  <a:lnTo>
                    <a:pt x="74" y="74"/>
                  </a:lnTo>
                  <a:lnTo>
                    <a:pt x="0"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5623;p46">
              <a:extLst>
                <a:ext uri="{FF2B5EF4-FFF2-40B4-BE49-F238E27FC236}">
                  <a16:creationId xmlns:a16="http://schemas.microsoft.com/office/drawing/2014/main" id="{065676D7-B8BB-33C4-1EA3-969BF8E2E747}"/>
                </a:ext>
              </a:extLst>
            </p:cNvPr>
            <p:cNvSpPr/>
            <p:nvPr/>
          </p:nvSpPr>
          <p:spPr>
            <a:xfrm>
              <a:off x="3777491" y="4045606"/>
              <a:ext cx="5198" cy="13838"/>
            </a:xfrm>
            <a:custGeom>
              <a:avLst/>
              <a:gdLst/>
              <a:ahLst/>
              <a:cxnLst/>
              <a:rect l="l" t="t" r="r" b="b"/>
              <a:pathLst>
                <a:path w="222" h="591" extrusionOk="0">
                  <a:moveTo>
                    <a:pt x="0" y="1"/>
                  </a:moveTo>
                  <a:lnTo>
                    <a:pt x="0" y="75"/>
                  </a:lnTo>
                  <a:lnTo>
                    <a:pt x="74" y="296"/>
                  </a:lnTo>
                  <a:lnTo>
                    <a:pt x="148" y="517"/>
                  </a:lnTo>
                  <a:lnTo>
                    <a:pt x="222" y="591"/>
                  </a:lnTo>
                  <a:lnTo>
                    <a:pt x="222" y="517"/>
                  </a:lnTo>
                  <a:lnTo>
                    <a:pt x="148" y="296"/>
                  </a:lnTo>
                  <a:lnTo>
                    <a:pt x="74" y="75"/>
                  </a:lnTo>
                  <a:lnTo>
                    <a:pt x="0"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5624;p46">
              <a:extLst>
                <a:ext uri="{FF2B5EF4-FFF2-40B4-BE49-F238E27FC236}">
                  <a16:creationId xmlns:a16="http://schemas.microsoft.com/office/drawing/2014/main" id="{FD7E90A0-9AD3-2953-28EB-CCE393D4C6D1}"/>
                </a:ext>
              </a:extLst>
            </p:cNvPr>
            <p:cNvSpPr/>
            <p:nvPr/>
          </p:nvSpPr>
          <p:spPr>
            <a:xfrm>
              <a:off x="3768850" y="4016242"/>
              <a:ext cx="5198" cy="13838"/>
            </a:xfrm>
            <a:custGeom>
              <a:avLst/>
              <a:gdLst/>
              <a:ahLst/>
              <a:cxnLst/>
              <a:rect l="l" t="t" r="r" b="b"/>
              <a:pathLst>
                <a:path w="222" h="591" extrusionOk="0">
                  <a:moveTo>
                    <a:pt x="1" y="1"/>
                  </a:moveTo>
                  <a:lnTo>
                    <a:pt x="1" y="75"/>
                  </a:lnTo>
                  <a:lnTo>
                    <a:pt x="74" y="296"/>
                  </a:lnTo>
                  <a:lnTo>
                    <a:pt x="148" y="517"/>
                  </a:lnTo>
                  <a:lnTo>
                    <a:pt x="222" y="591"/>
                  </a:lnTo>
                  <a:lnTo>
                    <a:pt x="222" y="517"/>
                  </a:lnTo>
                  <a:lnTo>
                    <a:pt x="148" y="296"/>
                  </a:lnTo>
                  <a:lnTo>
                    <a:pt x="74" y="75"/>
                  </a:lnTo>
                  <a:lnTo>
                    <a:pt x="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5625;p46">
              <a:extLst>
                <a:ext uri="{FF2B5EF4-FFF2-40B4-BE49-F238E27FC236}">
                  <a16:creationId xmlns:a16="http://schemas.microsoft.com/office/drawing/2014/main" id="{A8E18BAE-DA34-3185-6683-40540C46F23D}"/>
                </a:ext>
              </a:extLst>
            </p:cNvPr>
            <p:cNvSpPr/>
            <p:nvPr/>
          </p:nvSpPr>
          <p:spPr>
            <a:xfrm>
              <a:off x="3760210" y="3986878"/>
              <a:ext cx="5222" cy="15571"/>
            </a:xfrm>
            <a:custGeom>
              <a:avLst/>
              <a:gdLst/>
              <a:ahLst/>
              <a:cxnLst/>
              <a:rect l="l" t="t" r="r" b="b"/>
              <a:pathLst>
                <a:path w="223" h="665" extrusionOk="0">
                  <a:moveTo>
                    <a:pt x="1" y="1"/>
                  </a:moveTo>
                  <a:lnTo>
                    <a:pt x="1" y="148"/>
                  </a:lnTo>
                  <a:lnTo>
                    <a:pt x="1" y="370"/>
                  </a:lnTo>
                  <a:lnTo>
                    <a:pt x="148" y="591"/>
                  </a:lnTo>
                  <a:lnTo>
                    <a:pt x="148" y="665"/>
                  </a:lnTo>
                  <a:lnTo>
                    <a:pt x="222" y="517"/>
                  </a:lnTo>
                  <a:lnTo>
                    <a:pt x="148" y="296"/>
                  </a:lnTo>
                  <a:lnTo>
                    <a:pt x="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5626;p46">
              <a:extLst>
                <a:ext uri="{FF2B5EF4-FFF2-40B4-BE49-F238E27FC236}">
                  <a16:creationId xmlns:a16="http://schemas.microsoft.com/office/drawing/2014/main" id="{D95E70CB-20F9-D246-FA1B-75B799A7C11D}"/>
                </a:ext>
              </a:extLst>
            </p:cNvPr>
            <p:cNvSpPr/>
            <p:nvPr/>
          </p:nvSpPr>
          <p:spPr>
            <a:xfrm>
              <a:off x="3751593" y="3957538"/>
              <a:ext cx="5198" cy="15548"/>
            </a:xfrm>
            <a:custGeom>
              <a:avLst/>
              <a:gdLst/>
              <a:ahLst/>
              <a:cxnLst/>
              <a:rect l="l" t="t" r="r" b="b"/>
              <a:pathLst>
                <a:path w="222" h="664" extrusionOk="0">
                  <a:moveTo>
                    <a:pt x="0" y="0"/>
                  </a:moveTo>
                  <a:lnTo>
                    <a:pt x="0" y="148"/>
                  </a:lnTo>
                  <a:lnTo>
                    <a:pt x="74" y="369"/>
                  </a:lnTo>
                  <a:lnTo>
                    <a:pt x="148" y="590"/>
                  </a:lnTo>
                  <a:lnTo>
                    <a:pt x="221" y="664"/>
                  </a:lnTo>
                  <a:lnTo>
                    <a:pt x="221" y="516"/>
                  </a:lnTo>
                  <a:lnTo>
                    <a:pt x="148" y="295"/>
                  </a:lnTo>
                  <a:lnTo>
                    <a:pt x="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5627;p46">
              <a:extLst>
                <a:ext uri="{FF2B5EF4-FFF2-40B4-BE49-F238E27FC236}">
                  <a16:creationId xmlns:a16="http://schemas.microsoft.com/office/drawing/2014/main" id="{9E07BE9D-330F-3141-FE6E-897422B3E941}"/>
                </a:ext>
              </a:extLst>
            </p:cNvPr>
            <p:cNvSpPr/>
            <p:nvPr/>
          </p:nvSpPr>
          <p:spPr>
            <a:xfrm>
              <a:off x="3742952" y="3928174"/>
              <a:ext cx="3465" cy="15548"/>
            </a:xfrm>
            <a:custGeom>
              <a:avLst/>
              <a:gdLst/>
              <a:ahLst/>
              <a:cxnLst/>
              <a:rect l="l" t="t" r="r" b="b"/>
              <a:pathLst>
                <a:path w="148" h="664" extrusionOk="0">
                  <a:moveTo>
                    <a:pt x="0" y="0"/>
                  </a:moveTo>
                  <a:lnTo>
                    <a:pt x="0" y="148"/>
                  </a:lnTo>
                  <a:lnTo>
                    <a:pt x="0" y="369"/>
                  </a:lnTo>
                  <a:lnTo>
                    <a:pt x="74" y="590"/>
                  </a:lnTo>
                  <a:lnTo>
                    <a:pt x="148" y="664"/>
                  </a:lnTo>
                  <a:lnTo>
                    <a:pt x="148" y="516"/>
                  </a:lnTo>
                  <a:lnTo>
                    <a:pt x="148" y="295"/>
                  </a:lnTo>
                  <a:lnTo>
                    <a:pt x="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5628;p46">
              <a:extLst>
                <a:ext uri="{FF2B5EF4-FFF2-40B4-BE49-F238E27FC236}">
                  <a16:creationId xmlns:a16="http://schemas.microsoft.com/office/drawing/2014/main" id="{808C08F2-4957-BB12-C574-83E16256EF24}"/>
                </a:ext>
              </a:extLst>
            </p:cNvPr>
            <p:cNvSpPr/>
            <p:nvPr/>
          </p:nvSpPr>
          <p:spPr>
            <a:xfrm>
              <a:off x="3734312" y="3898810"/>
              <a:ext cx="3465" cy="15571"/>
            </a:xfrm>
            <a:custGeom>
              <a:avLst/>
              <a:gdLst/>
              <a:ahLst/>
              <a:cxnLst/>
              <a:rect l="l" t="t" r="r" b="b"/>
              <a:pathLst>
                <a:path w="148" h="665" extrusionOk="0">
                  <a:moveTo>
                    <a:pt x="0" y="0"/>
                  </a:moveTo>
                  <a:lnTo>
                    <a:pt x="0" y="148"/>
                  </a:lnTo>
                  <a:lnTo>
                    <a:pt x="0" y="369"/>
                  </a:lnTo>
                  <a:lnTo>
                    <a:pt x="74" y="590"/>
                  </a:lnTo>
                  <a:lnTo>
                    <a:pt x="148" y="664"/>
                  </a:lnTo>
                  <a:lnTo>
                    <a:pt x="148" y="517"/>
                  </a:lnTo>
                  <a:lnTo>
                    <a:pt x="148" y="295"/>
                  </a:lnTo>
                  <a:lnTo>
                    <a:pt x="74" y="148"/>
                  </a:lnTo>
                  <a:lnTo>
                    <a:pt x="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5629;p46">
              <a:extLst>
                <a:ext uri="{FF2B5EF4-FFF2-40B4-BE49-F238E27FC236}">
                  <a16:creationId xmlns:a16="http://schemas.microsoft.com/office/drawing/2014/main" id="{A779AEAC-DB1D-F708-4BE4-8AE843DAB035}"/>
                </a:ext>
              </a:extLst>
            </p:cNvPr>
            <p:cNvSpPr/>
            <p:nvPr/>
          </p:nvSpPr>
          <p:spPr>
            <a:xfrm>
              <a:off x="3723938" y="3869446"/>
              <a:ext cx="5222" cy="15571"/>
            </a:xfrm>
            <a:custGeom>
              <a:avLst/>
              <a:gdLst/>
              <a:ahLst/>
              <a:cxnLst/>
              <a:rect l="l" t="t" r="r" b="b"/>
              <a:pathLst>
                <a:path w="223" h="665" extrusionOk="0">
                  <a:moveTo>
                    <a:pt x="75" y="0"/>
                  </a:moveTo>
                  <a:lnTo>
                    <a:pt x="1" y="148"/>
                  </a:lnTo>
                  <a:lnTo>
                    <a:pt x="75" y="369"/>
                  </a:lnTo>
                  <a:lnTo>
                    <a:pt x="148" y="590"/>
                  </a:lnTo>
                  <a:lnTo>
                    <a:pt x="222" y="664"/>
                  </a:lnTo>
                  <a:lnTo>
                    <a:pt x="222" y="590"/>
                  </a:lnTo>
                  <a:lnTo>
                    <a:pt x="222" y="295"/>
                  </a:lnTo>
                  <a:lnTo>
                    <a:pt x="75" y="148"/>
                  </a:lnTo>
                  <a:lnTo>
                    <a:pt x="75"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5630;p46">
              <a:extLst>
                <a:ext uri="{FF2B5EF4-FFF2-40B4-BE49-F238E27FC236}">
                  <a16:creationId xmlns:a16="http://schemas.microsoft.com/office/drawing/2014/main" id="{C1DE26D4-8BB4-B55F-8348-DF46C5AAEE62}"/>
                </a:ext>
              </a:extLst>
            </p:cNvPr>
            <p:cNvSpPr/>
            <p:nvPr/>
          </p:nvSpPr>
          <p:spPr>
            <a:xfrm>
              <a:off x="3715321" y="3841815"/>
              <a:ext cx="5198" cy="13838"/>
            </a:xfrm>
            <a:custGeom>
              <a:avLst/>
              <a:gdLst/>
              <a:ahLst/>
              <a:cxnLst/>
              <a:rect l="l" t="t" r="r" b="b"/>
              <a:pathLst>
                <a:path w="222" h="591" extrusionOk="0">
                  <a:moveTo>
                    <a:pt x="74" y="0"/>
                  </a:moveTo>
                  <a:lnTo>
                    <a:pt x="0" y="74"/>
                  </a:lnTo>
                  <a:lnTo>
                    <a:pt x="74" y="295"/>
                  </a:lnTo>
                  <a:lnTo>
                    <a:pt x="148" y="516"/>
                  </a:lnTo>
                  <a:lnTo>
                    <a:pt x="221" y="590"/>
                  </a:lnTo>
                  <a:lnTo>
                    <a:pt x="221" y="516"/>
                  </a:lnTo>
                  <a:lnTo>
                    <a:pt x="221" y="295"/>
                  </a:lnTo>
                  <a:lnTo>
                    <a:pt x="74" y="74"/>
                  </a:lnTo>
                  <a:lnTo>
                    <a:pt x="7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5631;p46">
              <a:extLst>
                <a:ext uri="{FF2B5EF4-FFF2-40B4-BE49-F238E27FC236}">
                  <a16:creationId xmlns:a16="http://schemas.microsoft.com/office/drawing/2014/main" id="{61E446FA-3AA5-F6F1-F30D-BACB35123FCA}"/>
                </a:ext>
              </a:extLst>
            </p:cNvPr>
            <p:cNvSpPr/>
            <p:nvPr/>
          </p:nvSpPr>
          <p:spPr>
            <a:xfrm>
              <a:off x="3710123" y="3819359"/>
              <a:ext cx="1756" cy="6931"/>
            </a:xfrm>
            <a:custGeom>
              <a:avLst/>
              <a:gdLst/>
              <a:ahLst/>
              <a:cxnLst/>
              <a:rect l="l" t="t" r="r" b="b"/>
              <a:pathLst>
                <a:path w="75" h="296" extrusionOk="0">
                  <a:moveTo>
                    <a:pt x="1" y="0"/>
                  </a:moveTo>
                  <a:lnTo>
                    <a:pt x="1" y="148"/>
                  </a:lnTo>
                  <a:lnTo>
                    <a:pt x="75" y="295"/>
                  </a:lnTo>
                  <a:lnTo>
                    <a:pt x="75" y="148"/>
                  </a:lnTo>
                  <a:lnTo>
                    <a:pt x="1"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5632;p46">
              <a:extLst>
                <a:ext uri="{FF2B5EF4-FFF2-40B4-BE49-F238E27FC236}">
                  <a16:creationId xmlns:a16="http://schemas.microsoft.com/office/drawing/2014/main" id="{F2022523-76F3-CE4A-D1F7-D90D15B2F39F}"/>
                </a:ext>
              </a:extLst>
            </p:cNvPr>
            <p:cNvSpPr/>
            <p:nvPr/>
          </p:nvSpPr>
          <p:spPr>
            <a:xfrm>
              <a:off x="3618589" y="4695028"/>
              <a:ext cx="1756" cy="6931"/>
            </a:xfrm>
            <a:custGeom>
              <a:avLst/>
              <a:gdLst/>
              <a:ahLst/>
              <a:cxnLst/>
              <a:rect l="l" t="t" r="r" b="b"/>
              <a:pathLst>
                <a:path w="75" h="296" extrusionOk="0">
                  <a:moveTo>
                    <a:pt x="1" y="0"/>
                  </a:moveTo>
                  <a:lnTo>
                    <a:pt x="1" y="148"/>
                  </a:lnTo>
                  <a:lnTo>
                    <a:pt x="1" y="222"/>
                  </a:lnTo>
                  <a:lnTo>
                    <a:pt x="1" y="295"/>
                  </a:lnTo>
                  <a:lnTo>
                    <a:pt x="74" y="222"/>
                  </a:lnTo>
                  <a:lnTo>
                    <a:pt x="74" y="148"/>
                  </a:lnTo>
                  <a:lnTo>
                    <a:pt x="1"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5633;p46">
              <a:extLst>
                <a:ext uri="{FF2B5EF4-FFF2-40B4-BE49-F238E27FC236}">
                  <a16:creationId xmlns:a16="http://schemas.microsoft.com/office/drawing/2014/main" id="{9119A1EB-9ADC-031C-958D-1C3DEFC10AB7}"/>
                </a:ext>
              </a:extLst>
            </p:cNvPr>
            <p:cNvSpPr/>
            <p:nvPr/>
          </p:nvSpPr>
          <p:spPr>
            <a:xfrm>
              <a:off x="3616857" y="4663931"/>
              <a:ext cx="1756" cy="15571"/>
            </a:xfrm>
            <a:custGeom>
              <a:avLst/>
              <a:gdLst/>
              <a:ahLst/>
              <a:cxnLst/>
              <a:rect l="l" t="t" r="r" b="b"/>
              <a:pathLst>
                <a:path w="75" h="665" extrusionOk="0">
                  <a:moveTo>
                    <a:pt x="75" y="1"/>
                  </a:moveTo>
                  <a:lnTo>
                    <a:pt x="1" y="74"/>
                  </a:lnTo>
                  <a:lnTo>
                    <a:pt x="1" y="369"/>
                  </a:lnTo>
                  <a:lnTo>
                    <a:pt x="1" y="591"/>
                  </a:lnTo>
                  <a:lnTo>
                    <a:pt x="75" y="664"/>
                  </a:lnTo>
                  <a:lnTo>
                    <a:pt x="75" y="591"/>
                  </a:lnTo>
                  <a:lnTo>
                    <a:pt x="75" y="296"/>
                  </a:lnTo>
                  <a:lnTo>
                    <a:pt x="75" y="74"/>
                  </a:lnTo>
                  <a:lnTo>
                    <a:pt x="75"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5634;p46">
              <a:extLst>
                <a:ext uri="{FF2B5EF4-FFF2-40B4-BE49-F238E27FC236}">
                  <a16:creationId xmlns:a16="http://schemas.microsoft.com/office/drawing/2014/main" id="{4F621B30-577D-AA1D-FAC7-CFC1580A248E}"/>
                </a:ext>
              </a:extLst>
            </p:cNvPr>
            <p:cNvSpPr/>
            <p:nvPr/>
          </p:nvSpPr>
          <p:spPr>
            <a:xfrm>
              <a:off x="3615147" y="4634567"/>
              <a:ext cx="3465" cy="13838"/>
            </a:xfrm>
            <a:custGeom>
              <a:avLst/>
              <a:gdLst/>
              <a:ahLst/>
              <a:cxnLst/>
              <a:rect l="l" t="t" r="r" b="b"/>
              <a:pathLst>
                <a:path w="148" h="591" extrusionOk="0">
                  <a:moveTo>
                    <a:pt x="74" y="1"/>
                  </a:moveTo>
                  <a:lnTo>
                    <a:pt x="0" y="74"/>
                  </a:lnTo>
                  <a:lnTo>
                    <a:pt x="0" y="296"/>
                  </a:lnTo>
                  <a:lnTo>
                    <a:pt x="74" y="517"/>
                  </a:lnTo>
                  <a:lnTo>
                    <a:pt x="74" y="591"/>
                  </a:lnTo>
                  <a:lnTo>
                    <a:pt x="148" y="296"/>
                  </a:lnTo>
                  <a:lnTo>
                    <a:pt x="148" y="74"/>
                  </a:lnTo>
                  <a:lnTo>
                    <a:pt x="74"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5635;p46">
              <a:extLst>
                <a:ext uri="{FF2B5EF4-FFF2-40B4-BE49-F238E27FC236}">
                  <a16:creationId xmlns:a16="http://schemas.microsoft.com/office/drawing/2014/main" id="{49720AFA-31FF-8C04-8FC5-A02115F06B07}"/>
                </a:ext>
              </a:extLst>
            </p:cNvPr>
            <p:cNvSpPr/>
            <p:nvPr/>
          </p:nvSpPr>
          <p:spPr>
            <a:xfrm>
              <a:off x="3615147" y="4603471"/>
              <a:ext cx="1733" cy="15571"/>
            </a:xfrm>
            <a:custGeom>
              <a:avLst/>
              <a:gdLst/>
              <a:ahLst/>
              <a:cxnLst/>
              <a:rect l="l" t="t" r="r" b="b"/>
              <a:pathLst>
                <a:path w="74" h="665" extrusionOk="0">
                  <a:moveTo>
                    <a:pt x="74" y="1"/>
                  </a:moveTo>
                  <a:lnTo>
                    <a:pt x="0" y="370"/>
                  </a:lnTo>
                  <a:lnTo>
                    <a:pt x="0" y="591"/>
                  </a:lnTo>
                  <a:lnTo>
                    <a:pt x="74" y="665"/>
                  </a:lnTo>
                  <a:lnTo>
                    <a:pt x="74" y="591"/>
                  </a:lnTo>
                  <a:lnTo>
                    <a:pt x="74" y="370"/>
                  </a:lnTo>
                  <a:lnTo>
                    <a:pt x="74" y="149"/>
                  </a:lnTo>
                  <a:lnTo>
                    <a:pt x="74"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5636;p46">
              <a:extLst>
                <a:ext uri="{FF2B5EF4-FFF2-40B4-BE49-F238E27FC236}">
                  <a16:creationId xmlns:a16="http://schemas.microsoft.com/office/drawing/2014/main" id="{9D2222F4-633F-0825-E0B0-E1B2264654D3}"/>
                </a:ext>
              </a:extLst>
            </p:cNvPr>
            <p:cNvSpPr/>
            <p:nvPr/>
          </p:nvSpPr>
          <p:spPr>
            <a:xfrm>
              <a:off x="3613414" y="4574130"/>
              <a:ext cx="3465" cy="15548"/>
            </a:xfrm>
            <a:custGeom>
              <a:avLst/>
              <a:gdLst/>
              <a:ahLst/>
              <a:cxnLst/>
              <a:rect l="l" t="t" r="r" b="b"/>
              <a:pathLst>
                <a:path w="148" h="664" extrusionOk="0">
                  <a:moveTo>
                    <a:pt x="74" y="0"/>
                  </a:moveTo>
                  <a:lnTo>
                    <a:pt x="74" y="74"/>
                  </a:lnTo>
                  <a:lnTo>
                    <a:pt x="0" y="295"/>
                  </a:lnTo>
                  <a:lnTo>
                    <a:pt x="74" y="590"/>
                  </a:lnTo>
                  <a:lnTo>
                    <a:pt x="74" y="664"/>
                  </a:lnTo>
                  <a:lnTo>
                    <a:pt x="148" y="516"/>
                  </a:lnTo>
                  <a:lnTo>
                    <a:pt x="148" y="295"/>
                  </a:lnTo>
                  <a:lnTo>
                    <a:pt x="148" y="74"/>
                  </a:lnTo>
                  <a:lnTo>
                    <a:pt x="7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5637;p46">
              <a:extLst>
                <a:ext uri="{FF2B5EF4-FFF2-40B4-BE49-F238E27FC236}">
                  <a16:creationId xmlns:a16="http://schemas.microsoft.com/office/drawing/2014/main" id="{A6BB455F-800B-FBFF-70BC-6D5DFF09893E}"/>
                </a:ext>
              </a:extLst>
            </p:cNvPr>
            <p:cNvSpPr/>
            <p:nvPr/>
          </p:nvSpPr>
          <p:spPr>
            <a:xfrm>
              <a:off x="3613414" y="4544767"/>
              <a:ext cx="3465" cy="13838"/>
            </a:xfrm>
            <a:custGeom>
              <a:avLst/>
              <a:gdLst/>
              <a:ahLst/>
              <a:cxnLst/>
              <a:rect l="l" t="t" r="r" b="b"/>
              <a:pathLst>
                <a:path w="148" h="591" extrusionOk="0">
                  <a:moveTo>
                    <a:pt x="74" y="0"/>
                  </a:moveTo>
                  <a:lnTo>
                    <a:pt x="0" y="74"/>
                  </a:lnTo>
                  <a:lnTo>
                    <a:pt x="0" y="295"/>
                  </a:lnTo>
                  <a:lnTo>
                    <a:pt x="0" y="516"/>
                  </a:lnTo>
                  <a:lnTo>
                    <a:pt x="74" y="590"/>
                  </a:lnTo>
                  <a:lnTo>
                    <a:pt x="74" y="516"/>
                  </a:lnTo>
                  <a:lnTo>
                    <a:pt x="148" y="295"/>
                  </a:lnTo>
                  <a:lnTo>
                    <a:pt x="74" y="74"/>
                  </a:lnTo>
                  <a:lnTo>
                    <a:pt x="7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5638;p46">
              <a:extLst>
                <a:ext uri="{FF2B5EF4-FFF2-40B4-BE49-F238E27FC236}">
                  <a16:creationId xmlns:a16="http://schemas.microsoft.com/office/drawing/2014/main" id="{AA9860DA-89D4-3793-D64B-DBCE147E1F81}"/>
                </a:ext>
              </a:extLst>
            </p:cNvPr>
            <p:cNvSpPr/>
            <p:nvPr/>
          </p:nvSpPr>
          <p:spPr>
            <a:xfrm>
              <a:off x="3611682" y="4513670"/>
              <a:ext cx="3489" cy="15571"/>
            </a:xfrm>
            <a:custGeom>
              <a:avLst/>
              <a:gdLst/>
              <a:ahLst/>
              <a:cxnLst/>
              <a:rect l="l" t="t" r="r" b="b"/>
              <a:pathLst>
                <a:path w="149" h="665" extrusionOk="0">
                  <a:moveTo>
                    <a:pt x="74" y="1"/>
                  </a:moveTo>
                  <a:lnTo>
                    <a:pt x="74" y="148"/>
                  </a:lnTo>
                  <a:lnTo>
                    <a:pt x="1" y="369"/>
                  </a:lnTo>
                  <a:lnTo>
                    <a:pt x="74" y="591"/>
                  </a:lnTo>
                  <a:lnTo>
                    <a:pt x="74" y="664"/>
                  </a:lnTo>
                  <a:lnTo>
                    <a:pt x="148" y="591"/>
                  </a:lnTo>
                  <a:lnTo>
                    <a:pt x="148" y="369"/>
                  </a:lnTo>
                  <a:lnTo>
                    <a:pt x="148" y="148"/>
                  </a:lnTo>
                  <a:lnTo>
                    <a:pt x="74"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5639;p46">
              <a:extLst>
                <a:ext uri="{FF2B5EF4-FFF2-40B4-BE49-F238E27FC236}">
                  <a16:creationId xmlns:a16="http://schemas.microsoft.com/office/drawing/2014/main" id="{B8D3D6E9-9B4F-F849-6E9A-611260F938DA}"/>
                </a:ext>
              </a:extLst>
            </p:cNvPr>
            <p:cNvSpPr/>
            <p:nvPr/>
          </p:nvSpPr>
          <p:spPr>
            <a:xfrm>
              <a:off x="3611682" y="4484306"/>
              <a:ext cx="1756" cy="15571"/>
            </a:xfrm>
            <a:custGeom>
              <a:avLst/>
              <a:gdLst/>
              <a:ahLst/>
              <a:cxnLst/>
              <a:rect l="l" t="t" r="r" b="b"/>
              <a:pathLst>
                <a:path w="75" h="665" extrusionOk="0">
                  <a:moveTo>
                    <a:pt x="1" y="1"/>
                  </a:moveTo>
                  <a:lnTo>
                    <a:pt x="1" y="296"/>
                  </a:lnTo>
                  <a:lnTo>
                    <a:pt x="1" y="517"/>
                  </a:lnTo>
                  <a:lnTo>
                    <a:pt x="74" y="664"/>
                  </a:lnTo>
                  <a:lnTo>
                    <a:pt x="74" y="517"/>
                  </a:lnTo>
                  <a:lnTo>
                    <a:pt x="74" y="296"/>
                  </a:lnTo>
                  <a:lnTo>
                    <a:pt x="74" y="74"/>
                  </a:lnTo>
                  <a:lnTo>
                    <a:pt x="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5640;p46">
              <a:extLst>
                <a:ext uri="{FF2B5EF4-FFF2-40B4-BE49-F238E27FC236}">
                  <a16:creationId xmlns:a16="http://schemas.microsoft.com/office/drawing/2014/main" id="{4AD059E1-39D6-4B2F-3238-7BFAFF32D3A8}"/>
                </a:ext>
              </a:extLst>
            </p:cNvPr>
            <p:cNvSpPr/>
            <p:nvPr/>
          </p:nvSpPr>
          <p:spPr>
            <a:xfrm>
              <a:off x="3609949" y="4454942"/>
              <a:ext cx="3489" cy="13838"/>
            </a:xfrm>
            <a:custGeom>
              <a:avLst/>
              <a:gdLst/>
              <a:ahLst/>
              <a:cxnLst/>
              <a:rect l="l" t="t" r="r" b="b"/>
              <a:pathLst>
                <a:path w="149" h="591" extrusionOk="0">
                  <a:moveTo>
                    <a:pt x="75" y="1"/>
                  </a:moveTo>
                  <a:lnTo>
                    <a:pt x="1" y="74"/>
                  </a:lnTo>
                  <a:lnTo>
                    <a:pt x="1" y="296"/>
                  </a:lnTo>
                  <a:lnTo>
                    <a:pt x="1" y="517"/>
                  </a:lnTo>
                  <a:lnTo>
                    <a:pt x="75" y="591"/>
                  </a:lnTo>
                  <a:lnTo>
                    <a:pt x="148" y="517"/>
                  </a:lnTo>
                  <a:lnTo>
                    <a:pt x="148" y="296"/>
                  </a:lnTo>
                  <a:lnTo>
                    <a:pt x="75" y="74"/>
                  </a:lnTo>
                  <a:lnTo>
                    <a:pt x="75"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5641;p46">
              <a:extLst>
                <a:ext uri="{FF2B5EF4-FFF2-40B4-BE49-F238E27FC236}">
                  <a16:creationId xmlns:a16="http://schemas.microsoft.com/office/drawing/2014/main" id="{27D8B8FB-6C95-7B3B-572B-BCAB0CC243BF}"/>
                </a:ext>
              </a:extLst>
            </p:cNvPr>
            <p:cNvSpPr/>
            <p:nvPr/>
          </p:nvSpPr>
          <p:spPr>
            <a:xfrm>
              <a:off x="3608239" y="4423869"/>
              <a:ext cx="3465" cy="15548"/>
            </a:xfrm>
            <a:custGeom>
              <a:avLst/>
              <a:gdLst/>
              <a:ahLst/>
              <a:cxnLst/>
              <a:rect l="l" t="t" r="r" b="b"/>
              <a:pathLst>
                <a:path w="148" h="664" extrusionOk="0">
                  <a:moveTo>
                    <a:pt x="74" y="0"/>
                  </a:moveTo>
                  <a:lnTo>
                    <a:pt x="74" y="148"/>
                  </a:lnTo>
                  <a:lnTo>
                    <a:pt x="0" y="369"/>
                  </a:lnTo>
                  <a:lnTo>
                    <a:pt x="74" y="590"/>
                  </a:lnTo>
                  <a:lnTo>
                    <a:pt x="74" y="664"/>
                  </a:lnTo>
                  <a:lnTo>
                    <a:pt x="148" y="590"/>
                  </a:lnTo>
                  <a:lnTo>
                    <a:pt x="148" y="369"/>
                  </a:lnTo>
                  <a:lnTo>
                    <a:pt x="148" y="148"/>
                  </a:lnTo>
                  <a:lnTo>
                    <a:pt x="7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5642;p46">
              <a:extLst>
                <a:ext uri="{FF2B5EF4-FFF2-40B4-BE49-F238E27FC236}">
                  <a16:creationId xmlns:a16="http://schemas.microsoft.com/office/drawing/2014/main" id="{B9D3E962-F047-3BE2-55FA-0C1F9783A642}"/>
                </a:ext>
              </a:extLst>
            </p:cNvPr>
            <p:cNvSpPr/>
            <p:nvPr/>
          </p:nvSpPr>
          <p:spPr>
            <a:xfrm>
              <a:off x="3608239" y="4394505"/>
              <a:ext cx="1733" cy="15548"/>
            </a:xfrm>
            <a:custGeom>
              <a:avLst/>
              <a:gdLst/>
              <a:ahLst/>
              <a:cxnLst/>
              <a:rect l="l" t="t" r="r" b="b"/>
              <a:pathLst>
                <a:path w="74" h="664" extrusionOk="0">
                  <a:moveTo>
                    <a:pt x="74" y="0"/>
                  </a:moveTo>
                  <a:lnTo>
                    <a:pt x="0" y="74"/>
                  </a:lnTo>
                  <a:lnTo>
                    <a:pt x="0" y="295"/>
                  </a:lnTo>
                  <a:lnTo>
                    <a:pt x="0" y="516"/>
                  </a:lnTo>
                  <a:lnTo>
                    <a:pt x="74" y="664"/>
                  </a:lnTo>
                  <a:lnTo>
                    <a:pt x="74" y="516"/>
                  </a:lnTo>
                  <a:lnTo>
                    <a:pt x="74" y="295"/>
                  </a:lnTo>
                  <a:lnTo>
                    <a:pt x="7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5643;p46">
              <a:extLst>
                <a:ext uri="{FF2B5EF4-FFF2-40B4-BE49-F238E27FC236}">
                  <a16:creationId xmlns:a16="http://schemas.microsoft.com/office/drawing/2014/main" id="{0F63F89A-4CF7-E4CE-B3F9-70A247560AC0}"/>
                </a:ext>
              </a:extLst>
            </p:cNvPr>
            <p:cNvSpPr/>
            <p:nvPr/>
          </p:nvSpPr>
          <p:spPr>
            <a:xfrm>
              <a:off x="3606507" y="4363409"/>
              <a:ext cx="3465" cy="15571"/>
            </a:xfrm>
            <a:custGeom>
              <a:avLst/>
              <a:gdLst/>
              <a:ahLst/>
              <a:cxnLst/>
              <a:rect l="l" t="t" r="r" b="b"/>
              <a:pathLst>
                <a:path w="148" h="665" extrusionOk="0">
                  <a:moveTo>
                    <a:pt x="74" y="0"/>
                  </a:moveTo>
                  <a:lnTo>
                    <a:pt x="74" y="148"/>
                  </a:lnTo>
                  <a:lnTo>
                    <a:pt x="0" y="369"/>
                  </a:lnTo>
                  <a:lnTo>
                    <a:pt x="74" y="591"/>
                  </a:lnTo>
                  <a:lnTo>
                    <a:pt x="74" y="664"/>
                  </a:lnTo>
                  <a:lnTo>
                    <a:pt x="148" y="369"/>
                  </a:lnTo>
                  <a:lnTo>
                    <a:pt x="148" y="148"/>
                  </a:lnTo>
                  <a:lnTo>
                    <a:pt x="7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5644;p46">
              <a:extLst>
                <a:ext uri="{FF2B5EF4-FFF2-40B4-BE49-F238E27FC236}">
                  <a16:creationId xmlns:a16="http://schemas.microsoft.com/office/drawing/2014/main" id="{24F5802D-8EBB-8AA6-8AC2-1859255705E8}"/>
                </a:ext>
              </a:extLst>
            </p:cNvPr>
            <p:cNvSpPr/>
            <p:nvPr/>
          </p:nvSpPr>
          <p:spPr>
            <a:xfrm>
              <a:off x="3606507" y="4334045"/>
              <a:ext cx="3465" cy="15571"/>
            </a:xfrm>
            <a:custGeom>
              <a:avLst/>
              <a:gdLst/>
              <a:ahLst/>
              <a:cxnLst/>
              <a:rect l="l" t="t" r="r" b="b"/>
              <a:pathLst>
                <a:path w="148" h="665" extrusionOk="0">
                  <a:moveTo>
                    <a:pt x="74" y="1"/>
                  </a:moveTo>
                  <a:lnTo>
                    <a:pt x="0" y="74"/>
                  </a:lnTo>
                  <a:lnTo>
                    <a:pt x="0" y="296"/>
                  </a:lnTo>
                  <a:lnTo>
                    <a:pt x="0" y="591"/>
                  </a:lnTo>
                  <a:lnTo>
                    <a:pt x="74" y="664"/>
                  </a:lnTo>
                  <a:lnTo>
                    <a:pt x="74" y="591"/>
                  </a:lnTo>
                  <a:lnTo>
                    <a:pt x="148" y="296"/>
                  </a:lnTo>
                  <a:lnTo>
                    <a:pt x="74" y="74"/>
                  </a:lnTo>
                  <a:lnTo>
                    <a:pt x="74"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5645;p46">
              <a:extLst>
                <a:ext uri="{FF2B5EF4-FFF2-40B4-BE49-F238E27FC236}">
                  <a16:creationId xmlns:a16="http://schemas.microsoft.com/office/drawing/2014/main" id="{544CE0D3-D057-7BA7-E975-3C2AEDFDDC06}"/>
                </a:ext>
              </a:extLst>
            </p:cNvPr>
            <p:cNvSpPr/>
            <p:nvPr/>
          </p:nvSpPr>
          <p:spPr>
            <a:xfrm>
              <a:off x="3606507" y="4304681"/>
              <a:ext cx="1756" cy="13838"/>
            </a:xfrm>
            <a:custGeom>
              <a:avLst/>
              <a:gdLst/>
              <a:ahLst/>
              <a:cxnLst/>
              <a:rect l="l" t="t" r="r" b="b"/>
              <a:pathLst>
                <a:path w="75" h="591" extrusionOk="0">
                  <a:moveTo>
                    <a:pt x="0" y="1"/>
                  </a:moveTo>
                  <a:lnTo>
                    <a:pt x="0" y="74"/>
                  </a:lnTo>
                  <a:lnTo>
                    <a:pt x="0" y="296"/>
                  </a:lnTo>
                  <a:lnTo>
                    <a:pt x="0" y="517"/>
                  </a:lnTo>
                  <a:lnTo>
                    <a:pt x="74" y="591"/>
                  </a:lnTo>
                  <a:lnTo>
                    <a:pt x="74" y="517"/>
                  </a:lnTo>
                  <a:lnTo>
                    <a:pt x="74" y="296"/>
                  </a:lnTo>
                  <a:lnTo>
                    <a:pt x="0"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5646;p46">
              <a:extLst>
                <a:ext uri="{FF2B5EF4-FFF2-40B4-BE49-F238E27FC236}">
                  <a16:creationId xmlns:a16="http://schemas.microsoft.com/office/drawing/2014/main" id="{9E32FBC3-2D0E-E9C9-9CBE-1C140CC617C9}"/>
                </a:ext>
              </a:extLst>
            </p:cNvPr>
            <p:cNvSpPr/>
            <p:nvPr/>
          </p:nvSpPr>
          <p:spPr>
            <a:xfrm>
              <a:off x="3606507" y="4273585"/>
              <a:ext cx="1756" cy="15571"/>
            </a:xfrm>
            <a:custGeom>
              <a:avLst/>
              <a:gdLst/>
              <a:ahLst/>
              <a:cxnLst/>
              <a:rect l="l" t="t" r="r" b="b"/>
              <a:pathLst>
                <a:path w="75" h="665" extrusionOk="0">
                  <a:moveTo>
                    <a:pt x="0" y="1"/>
                  </a:moveTo>
                  <a:lnTo>
                    <a:pt x="0" y="370"/>
                  </a:lnTo>
                  <a:lnTo>
                    <a:pt x="0" y="591"/>
                  </a:lnTo>
                  <a:lnTo>
                    <a:pt x="0" y="665"/>
                  </a:lnTo>
                  <a:lnTo>
                    <a:pt x="74" y="591"/>
                  </a:lnTo>
                  <a:lnTo>
                    <a:pt x="74" y="370"/>
                  </a:lnTo>
                  <a:lnTo>
                    <a:pt x="74" y="148"/>
                  </a:lnTo>
                  <a:lnTo>
                    <a:pt x="0"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5647;p46">
              <a:extLst>
                <a:ext uri="{FF2B5EF4-FFF2-40B4-BE49-F238E27FC236}">
                  <a16:creationId xmlns:a16="http://schemas.microsoft.com/office/drawing/2014/main" id="{96F51F2C-9265-3ABA-1650-D7019972E2C5}"/>
                </a:ext>
              </a:extLst>
            </p:cNvPr>
            <p:cNvSpPr/>
            <p:nvPr/>
          </p:nvSpPr>
          <p:spPr>
            <a:xfrm>
              <a:off x="3604774" y="4244244"/>
              <a:ext cx="3489" cy="15548"/>
            </a:xfrm>
            <a:custGeom>
              <a:avLst/>
              <a:gdLst/>
              <a:ahLst/>
              <a:cxnLst/>
              <a:rect l="l" t="t" r="r" b="b"/>
              <a:pathLst>
                <a:path w="149" h="664" extrusionOk="0">
                  <a:moveTo>
                    <a:pt x="74" y="0"/>
                  </a:moveTo>
                  <a:lnTo>
                    <a:pt x="1" y="295"/>
                  </a:lnTo>
                  <a:lnTo>
                    <a:pt x="74" y="516"/>
                  </a:lnTo>
                  <a:lnTo>
                    <a:pt x="74" y="664"/>
                  </a:lnTo>
                  <a:lnTo>
                    <a:pt x="148" y="295"/>
                  </a:lnTo>
                  <a:lnTo>
                    <a:pt x="148" y="74"/>
                  </a:lnTo>
                  <a:lnTo>
                    <a:pt x="7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5648;p46">
              <a:extLst>
                <a:ext uri="{FF2B5EF4-FFF2-40B4-BE49-F238E27FC236}">
                  <a16:creationId xmlns:a16="http://schemas.microsoft.com/office/drawing/2014/main" id="{C7A348E2-B77A-05CE-D233-2384E4B3E222}"/>
                </a:ext>
              </a:extLst>
            </p:cNvPr>
            <p:cNvSpPr/>
            <p:nvPr/>
          </p:nvSpPr>
          <p:spPr>
            <a:xfrm>
              <a:off x="3604774" y="4214881"/>
              <a:ext cx="3489" cy="13838"/>
            </a:xfrm>
            <a:custGeom>
              <a:avLst/>
              <a:gdLst/>
              <a:ahLst/>
              <a:cxnLst/>
              <a:rect l="l" t="t" r="r" b="b"/>
              <a:pathLst>
                <a:path w="149" h="591" extrusionOk="0">
                  <a:moveTo>
                    <a:pt x="74" y="0"/>
                  </a:moveTo>
                  <a:lnTo>
                    <a:pt x="1" y="295"/>
                  </a:lnTo>
                  <a:lnTo>
                    <a:pt x="74" y="516"/>
                  </a:lnTo>
                  <a:lnTo>
                    <a:pt x="74" y="590"/>
                  </a:lnTo>
                  <a:lnTo>
                    <a:pt x="148" y="295"/>
                  </a:lnTo>
                  <a:lnTo>
                    <a:pt x="148" y="74"/>
                  </a:lnTo>
                  <a:lnTo>
                    <a:pt x="7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5649;p46">
              <a:extLst>
                <a:ext uri="{FF2B5EF4-FFF2-40B4-BE49-F238E27FC236}">
                  <a16:creationId xmlns:a16="http://schemas.microsoft.com/office/drawing/2014/main" id="{42C75666-79D8-72EA-4D59-3B70956ED2B0}"/>
                </a:ext>
              </a:extLst>
            </p:cNvPr>
            <p:cNvSpPr/>
            <p:nvPr/>
          </p:nvSpPr>
          <p:spPr>
            <a:xfrm>
              <a:off x="3604774" y="4183784"/>
              <a:ext cx="3489" cy="15571"/>
            </a:xfrm>
            <a:custGeom>
              <a:avLst/>
              <a:gdLst/>
              <a:ahLst/>
              <a:cxnLst/>
              <a:rect l="l" t="t" r="r" b="b"/>
              <a:pathLst>
                <a:path w="149" h="665" extrusionOk="0">
                  <a:moveTo>
                    <a:pt x="74" y="0"/>
                  </a:moveTo>
                  <a:lnTo>
                    <a:pt x="1" y="148"/>
                  </a:lnTo>
                  <a:lnTo>
                    <a:pt x="1" y="369"/>
                  </a:lnTo>
                  <a:lnTo>
                    <a:pt x="1" y="591"/>
                  </a:lnTo>
                  <a:lnTo>
                    <a:pt x="74" y="664"/>
                  </a:lnTo>
                  <a:lnTo>
                    <a:pt x="74" y="591"/>
                  </a:lnTo>
                  <a:lnTo>
                    <a:pt x="148" y="369"/>
                  </a:lnTo>
                  <a:lnTo>
                    <a:pt x="7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5650;p46">
              <a:extLst>
                <a:ext uri="{FF2B5EF4-FFF2-40B4-BE49-F238E27FC236}">
                  <a16:creationId xmlns:a16="http://schemas.microsoft.com/office/drawing/2014/main" id="{C6B3D165-C75E-8936-50C4-CCBAE43AEA95}"/>
                </a:ext>
              </a:extLst>
            </p:cNvPr>
            <p:cNvSpPr/>
            <p:nvPr/>
          </p:nvSpPr>
          <p:spPr>
            <a:xfrm>
              <a:off x="3604774" y="4154420"/>
              <a:ext cx="3489" cy="15571"/>
            </a:xfrm>
            <a:custGeom>
              <a:avLst/>
              <a:gdLst/>
              <a:ahLst/>
              <a:cxnLst/>
              <a:rect l="l" t="t" r="r" b="b"/>
              <a:pathLst>
                <a:path w="149" h="665" extrusionOk="0">
                  <a:moveTo>
                    <a:pt x="74" y="1"/>
                  </a:moveTo>
                  <a:lnTo>
                    <a:pt x="74" y="74"/>
                  </a:lnTo>
                  <a:lnTo>
                    <a:pt x="1" y="296"/>
                  </a:lnTo>
                  <a:lnTo>
                    <a:pt x="74" y="517"/>
                  </a:lnTo>
                  <a:lnTo>
                    <a:pt x="74" y="664"/>
                  </a:lnTo>
                  <a:lnTo>
                    <a:pt x="148" y="517"/>
                  </a:lnTo>
                  <a:lnTo>
                    <a:pt x="148" y="296"/>
                  </a:lnTo>
                  <a:lnTo>
                    <a:pt x="148" y="74"/>
                  </a:lnTo>
                  <a:lnTo>
                    <a:pt x="74"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5651;p46">
              <a:extLst>
                <a:ext uri="{FF2B5EF4-FFF2-40B4-BE49-F238E27FC236}">
                  <a16:creationId xmlns:a16="http://schemas.microsoft.com/office/drawing/2014/main" id="{620E9C3A-751E-20B8-11FA-96853E04D1A8}"/>
                </a:ext>
              </a:extLst>
            </p:cNvPr>
            <p:cNvSpPr/>
            <p:nvPr/>
          </p:nvSpPr>
          <p:spPr>
            <a:xfrm>
              <a:off x="3606507" y="4123324"/>
              <a:ext cx="1756" cy="15571"/>
            </a:xfrm>
            <a:custGeom>
              <a:avLst/>
              <a:gdLst/>
              <a:ahLst/>
              <a:cxnLst/>
              <a:rect l="l" t="t" r="r" b="b"/>
              <a:pathLst>
                <a:path w="75" h="665" extrusionOk="0">
                  <a:moveTo>
                    <a:pt x="0" y="1"/>
                  </a:moveTo>
                  <a:lnTo>
                    <a:pt x="0" y="148"/>
                  </a:lnTo>
                  <a:lnTo>
                    <a:pt x="0" y="370"/>
                  </a:lnTo>
                  <a:lnTo>
                    <a:pt x="0" y="591"/>
                  </a:lnTo>
                  <a:lnTo>
                    <a:pt x="0" y="665"/>
                  </a:lnTo>
                  <a:lnTo>
                    <a:pt x="74" y="370"/>
                  </a:lnTo>
                  <a:lnTo>
                    <a:pt x="74" y="148"/>
                  </a:lnTo>
                  <a:lnTo>
                    <a:pt x="0"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5652;p46">
              <a:extLst>
                <a:ext uri="{FF2B5EF4-FFF2-40B4-BE49-F238E27FC236}">
                  <a16:creationId xmlns:a16="http://schemas.microsoft.com/office/drawing/2014/main" id="{C9710136-4EC2-FABC-8D08-E266C55BFC27}"/>
                </a:ext>
              </a:extLst>
            </p:cNvPr>
            <p:cNvSpPr/>
            <p:nvPr/>
          </p:nvSpPr>
          <p:spPr>
            <a:xfrm>
              <a:off x="3606507" y="4093983"/>
              <a:ext cx="1756" cy="15548"/>
            </a:xfrm>
            <a:custGeom>
              <a:avLst/>
              <a:gdLst/>
              <a:ahLst/>
              <a:cxnLst/>
              <a:rect l="l" t="t" r="r" b="b"/>
              <a:pathLst>
                <a:path w="75" h="664" extrusionOk="0">
                  <a:moveTo>
                    <a:pt x="74" y="0"/>
                  </a:moveTo>
                  <a:lnTo>
                    <a:pt x="0" y="74"/>
                  </a:lnTo>
                  <a:lnTo>
                    <a:pt x="0" y="295"/>
                  </a:lnTo>
                  <a:lnTo>
                    <a:pt x="0" y="590"/>
                  </a:lnTo>
                  <a:lnTo>
                    <a:pt x="74" y="664"/>
                  </a:lnTo>
                  <a:lnTo>
                    <a:pt x="74" y="590"/>
                  </a:lnTo>
                  <a:lnTo>
                    <a:pt x="74" y="295"/>
                  </a:lnTo>
                  <a:lnTo>
                    <a:pt x="74" y="74"/>
                  </a:lnTo>
                  <a:lnTo>
                    <a:pt x="7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5653;p46">
              <a:extLst>
                <a:ext uri="{FF2B5EF4-FFF2-40B4-BE49-F238E27FC236}">
                  <a16:creationId xmlns:a16="http://schemas.microsoft.com/office/drawing/2014/main" id="{2B1FFED6-BB87-D8C8-353C-05264618B5AC}"/>
                </a:ext>
              </a:extLst>
            </p:cNvPr>
            <p:cNvSpPr/>
            <p:nvPr/>
          </p:nvSpPr>
          <p:spPr>
            <a:xfrm>
              <a:off x="3606507" y="4064619"/>
              <a:ext cx="3465" cy="15548"/>
            </a:xfrm>
            <a:custGeom>
              <a:avLst/>
              <a:gdLst/>
              <a:ahLst/>
              <a:cxnLst/>
              <a:rect l="l" t="t" r="r" b="b"/>
              <a:pathLst>
                <a:path w="148" h="664" extrusionOk="0">
                  <a:moveTo>
                    <a:pt x="74" y="0"/>
                  </a:moveTo>
                  <a:lnTo>
                    <a:pt x="0" y="295"/>
                  </a:lnTo>
                  <a:lnTo>
                    <a:pt x="0" y="516"/>
                  </a:lnTo>
                  <a:lnTo>
                    <a:pt x="74" y="664"/>
                  </a:lnTo>
                  <a:lnTo>
                    <a:pt x="148" y="516"/>
                  </a:lnTo>
                  <a:lnTo>
                    <a:pt x="148" y="295"/>
                  </a:lnTo>
                  <a:lnTo>
                    <a:pt x="148" y="74"/>
                  </a:lnTo>
                  <a:lnTo>
                    <a:pt x="7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5654;p46">
              <a:extLst>
                <a:ext uri="{FF2B5EF4-FFF2-40B4-BE49-F238E27FC236}">
                  <a16:creationId xmlns:a16="http://schemas.microsoft.com/office/drawing/2014/main" id="{EE4348BF-6AF2-F30D-6549-9F88B302F25E}"/>
                </a:ext>
              </a:extLst>
            </p:cNvPr>
            <p:cNvSpPr/>
            <p:nvPr/>
          </p:nvSpPr>
          <p:spPr>
            <a:xfrm>
              <a:off x="3608239" y="4033523"/>
              <a:ext cx="1733" cy="15571"/>
            </a:xfrm>
            <a:custGeom>
              <a:avLst/>
              <a:gdLst/>
              <a:ahLst/>
              <a:cxnLst/>
              <a:rect l="l" t="t" r="r" b="b"/>
              <a:pathLst>
                <a:path w="74" h="665" extrusionOk="0">
                  <a:moveTo>
                    <a:pt x="74" y="0"/>
                  </a:moveTo>
                  <a:lnTo>
                    <a:pt x="0" y="148"/>
                  </a:lnTo>
                  <a:lnTo>
                    <a:pt x="0" y="369"/>
                  </a:lnTo>
                  <a:lnTo>
                    <a:pt x="0" y="591"/>
                  </a:lnTo>
                  <a:lnTo>
                    <a:pt x="0" y="664"/>
                  </a:lnTo>
                  <a:lnTo>
                    <a:pt x="74" y="591"/>
                  </a:lnTo>
                  <a:lnTo>
                    <a:pt x="74" y="369"/>
                  </a:lnTo>
                  <a:lnTo>
                    <a:pt x="74" y="148"/>
                  </a:lnTo>
                  <a:lnTo>
                    <a:pt x="7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5655;p46">
              <a:extLst>
                <a:ext uri="{FF2B5EF4-FFF2-40B4-BE49-F238E27FC236}">
                  <a16:creationId xmlns:a16="http://schemas.microsoft.com/office/drawing/2014/main" id="{87C01C07-8481-A16C-CDA6-2B459498301C}"/>
                </a:ext>
              </a:extLst>
            </p:cNvPr>
            <p:cNvSpPr/>
            <p:nvPr/>
          </p:nvSpPr>
          <p:spPr>
            <a:xfrm>
              <a:off x="3609949" y="4004159"/>
              <a:ext cx="1756" cy="15571"/>
            </a:xfrm>
            <a:custGeom>
              <a:avLst/>
              <a:gdLst/>
              <a:ahLst/>
              <a:cxnLst/>
              <a:rect l="l" t="t" r="r" b="b"/>
              <a:pathLst>
                <a:path w="75" h="665" extrusionOk="0">
                  <a:moveTo>
                    <a:pt x="75" y="1"/>
                  </a:moveTo>
                  <a:lnTo>
                    <a:pt x="1" y="74"/>
                  </a:lnTo>
                  <a:lnTo>
                    <a:pt x="1" y="296"/>
                  </a:lnTo>
                  <a:lnTo>
                    <a:pt x="1" y="517"/>
                  </a:lnTo>
                  <a:lnTo>
                    <a:pt x="1" y="664"/>
                  </a:lnTo>
                  <a:lnTo>
                    <a:pt x="75" y="517"/>
                  </a:lnTo>
                  <a:lnTo>
                    <a:pt x="75" y="296"/>
                  </a:lnTo>
                  <a:lnTo>
                    <a:pt x="75" y="74"/>
                  </a:lnTo>
                  <a:lnTo>
                    <a:pt x="75"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5656;p46">
              <a:extLst>
                <a:ext uri="{FF2B5EF4-FFF2-40B4-BE49-F238E27FC236}">
                  <a16:creationId xmlns:a16="http://schemas.microsoft.com/office/drawing/2014/main" id="{B97B65C3-C146-D8C7-4462-39214AF95306}"/>
                </a:ext>
              </a:extLst>
            </p:cNvPr>
            <p:cNvSpPr/>
            <p:nvPr/>
          </p:nvSpPr>
          <p:spPr>
            <a:xfrm>
              <a:off x="3611682" y="3974795"/>
              <a:ext cx="3489" cy="15571"/>
            </a:xfrm>
            <a:custGeom>
              <a:avLst/>
              <a:gdLst/>
              <a:ahLst/>
              <a:cxnLst/>
              <a:rect l="l" t="t" r="r" b="b"/>
              <a:pathLst>
                <a:path w="149" h="665" extrusionOk="0">
                  <a:moveTo>
                    <a:pt x="74" y="1"/>
                  </a:moveTo>
                  <a:lnTo>
                    <a:pt x="74" y="74"/>
                  </a:lnTo>
                  <a:lnTo>
                    <a:pt x="1" y="296"/>
                  </a:lnTo>
                  <a:lnTo>
                    <a:pt x="1" y="517"/>
                  </a:lnTo>
                  <a:lnTo>
                    <a:pt x="74" y="664"/>
                  </a:lnTo>
                  <a:lnTo>
                    <a:pt x="148" y="296"/>
                  </a:lnTo>
                  <a:lnTo>
                    <a:pt x="148" y="74"/>
                  </a:lnTo>
                  <a:lnTo>
                    <a:pt x="74"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5657;p46">
              <a:extLst>
                <a:ext uri="{FF2B5EF4-FFF2-40B4-BE49-F238E27FC236}">
                  <a16:creationId xmlns:a16="http://schemas.microsoft.com/office/drawing/2014/main" id="{F5125E34-A240-B939-5523-AAD2B123C339}"/>
                </a:ext>
              </a:extLst>
            </p:cNvPr>
            <p:cNvSpPr/>
            <p:nvPr/>
          </p:nvSpPr>
          <p:spPr>
            <a:xfrm>
              <a:off x="3615147" y="3952339"/>
              <a:ext cx="3465" cy="6931"/>
            </a:xfrm>
            <a:custGeom>
              <a:avLst/>
              <a:gdLst/>
              <a:ahLst/>
              <a:cxnLst/>
              <a:rect l="l" t="t" r="r" b="b"/>
              <a:pathLst>
                <a:path w="148" h="296" extrusionOk="0">
                  <a:moveTo>
                    <a:pt x="0" y="1"/>
                  </a:moveTo>
                  <a:lnTo>
                    <a:pt x="0" y="148"/>
                  </a:lnTo>
                  <a:lnTo>
                    <a:pt x="0" y="222"/>
                  </a:lnTo>
                  <a:lnTo>
                    <a:pt x="0" y="296"/>
                  </a:lnTo>
                  <a:lnTo>
                    <a:pt x="74" y="296"/>
                  </a:lnTo>
                  <a:lnTo>
                    <a:pt x="148" y="148"/>
                  </a:lnTo>
                  <a:lnTo>
                    <a:pt x="74"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5658;p46">
              <a:extLst>
                <a:ext uri="{FF2B5EF4-FFF2-40B4-BE49-F238E27FC236}">
                  <a16:creationId xmlns:a16="http://schemas.microsoft.com/office/drawing/2014/main" id="{B6C5E702-93F2-F180-5162-2BA88317958B}"/>
                </a:ext>
              </a:extLst>
            </p:cNvPr>
            <p:cNvSpPr/>
            <p:nvPr/>
          </p:nvSpPr>
          <p:spPr>
            <a:xfrm>
              <a:off x="3597866" y="3815894"/>
              <a:ext cx="24211" cy="126113"/>
            </a:xfrm>
            <a:custGeom>
              <a:avLst/>
              <a:gdLst/>
              <a:ahLst/>
              <a:cxnLst/>
              <a:rect l="l" t="t" r="r" b="b"/>
              <a:pathLst>
                <a:path w="1034" h="5386" extrusionOk="0">
                  <a:moveTo>
                    <a:pt x="0" y="1"/>
                  </a:moveTo>
                  <a:lnTo>
                    <a:pt x="0" y="665"/>
                  </a:lnTo>
                  <a:lnTo>
                    <a:pt x="74" y="2730"/>
                  </a:lnTo>
                  <a:lnTo>
                    <a:pt x="148" y="3910"/>
                  </a:lnTo>
                  <a:lnTo>
                    <a:pt x="222" y="4426"/>
                  </a:lnTo>
                  <a:lnTo>
                    <a:pt x="296" y="4869"/>
                  </a:lnTo>
                  <a:lnTo>
                    <a:pt x="517" y="5164"/>
                  </a:lnTo>
                  <a:lnTo>
                    <a:pt x="369" y="4869"/>
                  </a:lnTo>
                  <a:lnTo>
                    <a:pt x="296" y="4426"/>
                  </a:lnTo>
                  <a:lnTo>
                    <a:pt x="296" y="3910"/>
                  </a:lnTo>
                  <a:lnTo>
                    <a:pt x="222" y="2730"/>
                  </a:lnTo>
                  <a:lnTo>
                    <a:pt x="74" y="665"/>
                  </a:lnTo>
                  <a:lnTo>
                    <a:pt x="0" y="1"/>
                  </a:lnTo>
                  <a:close/>
                  <a:moveTo>
                    <a:pt x="517" y="5164"/>
                  </a:moveTo>
                  <a:lnTo>
                    <a:pt x="738" y="5385"/>
                  </a:lnTo>
                  <a:lnTo>
                    <a:pt x="1033" y="5385"/>
                  </a:lnTo>
                  <a:lnTo>
                    <a:pt x="812" y="5311"/>
                  </a:lnTo>
                  <a:lnTo>
                    <a:pt x="517" y="5164"/>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5659;p46">
              <a:extLst>
                <a:ext uri="{FF2B5EF4-FFF2-40B4-BE49-F238E27FC236}">
                  <a16:creationId xmlns:a16="http://schemas.microsoft.com/office/drawing/2014/main" id="{43B88FD4-D5A2-4B36-E3BD-74A4D1E9E086}"/>
                </a:ext>
              </a:extLst>
            </p:cNvPr>
            <p:cNvSpPr/>
            <p:nvPr/>
          </p:nvSpPr>
          <p:spPr>
            <a:xfrm>
              <a:off x="3608239" y="3821092"/>
              <a:ext cx="10373" cy="10373"/>
            </a:xfrm>
            <a:custGeom>
              <a:avLst/>
              <a:gdLst/>
              <a:ahLst/>
              <a:cxnLst/>
              <a:rect l="l" t="t" r="r" b="b"/>
              <a:pathLst>
                <a:path w="443" h="443" extrusionOk="0">
                  <a:moveTo>
                    <a:pt x="148" y="0"/>
                  </a:moveTo>
                  <a:lnTo>
                    <a:pt x="295" y="74"/>
                  </a:lnTo>
                  <a:lnTo>
                    <a:pt x="369" y="221"/>
                  </a:lnTo>
                  <a:lnTo>
                    <a:pt x="369" y="295"/>
                  </a:lnTo>
                  <a:lnTo>
                    <a:pt x="295" y="369"/>
                  </a:lnTo>
                  <a:lnTo>
                    <a:pt x="221" y="369"/>
                  </a:lnTo>
                  <a:lnTo>
                    <a:pt x="148" y="295"/>
                  </a:lnTo>
                  <a:lnTo>
                    <a:pt x="74" y="221"/>
                  </a:lnTo>
                  <a:lnTo>
                    <a:pt x="148" y="74"/>
                  </a:lnTo>
                  <a:lnTo>
                    <a:pt x="74" y="74"/>
                  </a:lnTo>
                  <a:lnTo>
                    <a:pt x="0" y="148"/>
                  </a:lnTo>
                  <a:lnTo>
                    <a:pt x="0" y="295"/>
                  </a:lnTo>
                  <a:lnTo>
                    <a:pt x="74" y="369"/>
                  </a:lnTo>
                  <a:lnTo>
                    <a:pt x="148" y="443"/>
                  </a:lnTo>
                  <a:lnTo>
                    <a:pt x="295" y="443"/>
                  </a:lnTo>
                  <a:lnTo>
                    <a:pt x="443" y="369"/>
                  </a:lnTo>
                  <a:lnTo>
                    <a:pt x="443" y="221"/>
                  </a:lnTo>
                  <a:lnTo>
                    <a:pt x="443" y="74"/>
                  </a:lnTo>
                  <a:lnTo>
                    <a:pt x="369"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5660;p46">
              <a:extLst>
                <a:ext uri="{FF2B5EF4-FFF2-40B4-BE49-F238E27FC236}">
                  <a16:creationId xmlns:a16="http://schemas.microsoft.com/office/drawing/2014/main" id="{BE493874-DC8C-0C12-C08E-84904BD450C0}"/>
                </a:ext>
              </a:extLst>
            </p:cNvPr>
            <p:cNvSpPr/>
            <p:nvPr/>
          </p:nvSpPr>
          <p:spPr>
            <a:xfrm>
              <a:off x="3672142" y="3814184"/>
              <a:ext cx="65632" cy="34561"/>
            </a:xfrm>
            <a:custGeom>
              <a:avLst/>
              <a:gdLst/>
              <a:ahLst/>
              <a:cxnLst/>
              <a:rect l="l" t="t" r="r" b="b"/>
              <a:pathLst>
                <a:path w="2803" h="1476" extrusionOk="0">
                  <a:moveTo>
                    <a:pt x="0" y="0"/>
                  </a:moveTo>
                  <a:lnTo>
                    <a:pt x="74" y="221"/>
                  </a:lnTo>
                  <a:lnTo>
                    <a:pt x="221" y="443"/>
                  </a:lnTo>
                  <a:lnTo>
                    <a:pt x="369" y="738"/>
                  </a:lnTo>
                  <a:lnTo>
                    <a:pt x="590" y="959"/>
                  </a:lnTo>
                  <a:lnTo>
                    <a:pt x="811" y="1180"/>
                  </a:lnTo>
                  <a:lnTo>
                    <a:pt x="1106" y="1328"/>
                  </a:lnTo>
                  <a:lnTo>
                    <a:pt x="1402" y="1401"/>
                  </a:lnTo>
                  <a:lnTo>
                    <a:pt x="1697" y="1475"/>
                  </a:lnTo>
                  <a:lnTo>
                    <a:pt x="2065" y="1475"/>
                  </a:lnTo>
                  <a:lnTo>
                    <a:pt x="2360" y="1401"/>
                  </a:lnTo>
                  <a:lnTo>
                    <a:pt x="2582" y="1401"/>
                  </a:lnTo>
                  <a:lnTo>
                    <a:pt x="2803" y="1254"/>
                  </a:lnTo>
                  <a:lnTo>
                    <a:pt x="2360" y="1328"/>
                  </a:lnTo>
                  <a:lnTo>
                    <a:pt x="1697" y="1328"/>
                  </a:lnTo>
                  <a:lnTo>
                    <a:pt x="1180" y="1180"/>
                  </a:lnTo>
                  <a:lnTo>
                    <a:pt x="664" y="885"/>
                  </a:lnTo>
                  <a:lnTo>
                    <a:pt x="295" y="443"/>
                  </a:lnTo>
                  <a:lnTo>
                    <a:pt x="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5661;p46">
              <a:extLst>
                <a:ext uri="{FF2B5EF4-FFF2-40B4-BE49-F238E27FC236}">
                  <a16:creationId xmlns:a16="http://schemas.microsoft.com/office/drawing/2014/main" id="{B15FA767-8252-AABC-70A2-B51B8DA66824}"/>
                </a:ext>
              </a:extLst>
            </p:cNvPr>
            <p:cNvSpPr/>
            <p:nvPr/>
          </p:nvSpPr>
          <p:spPr>
            <a:xfrm>
              <a:off x="3470061" y="3810719"/>
              <a:ext cx="43201" cy="39735"/>
            </a:xfrm>
            <a:custGeom>
              <a:avLst/>
              <a:gdLst/>
              <a:ahLst/>
              <a:cxnLst/>
              <a:rect l="l" t="t" r="r" b="b"/>
              <a:pathLst>
                <a:path w="1845" h="1697" extrusionOk="0">
                  <a:moveTo>
                    <a:pt x="1844" y="0"/>
                  </a:moveTo>
                  <a:lnTo>
                    <a:pt x="1771" y="369"/>
                  </a:lnTo>
                  <a:lnTo>
                    <a:pt x="1549" y="812"/>
                  </a:lnTo>
                  <a:lnTo>
                    <a:pt x="1254" y="1181"/>
                  </a:lnTo>
                  <a:lnTo>
                    <a:pt x="885" y="1402"/>
                  </a:lnTo>
                  <a:lnTo>
                    <a:pt x="369" y="1549"/>
                  </a:lnTo>
                  <a:lnTo>
                    <a:pt x="0" y="1623"/>
                  </a:lnTo>
                  <a:lnTo>
                    <a:pt x="222" y="1697"/>
                  </a:lnTo>
                  <a:lnTo>
                    <a:pt x="369" y="1623"/>
                  </a:lnTo>
                  <a:lnTo>
                    <a:pt x="885" y="1549"/>
                  </a:lnTo>
                  <a:lnTo>
                    <a:pt x="1328" y="1254"/>
                  </a:lnTo>
                  <a:lnTo>
                    <a:pt x="1623" y="886"/>
                  </a:lnTo>
                  <a:lnTo>
                    <a:pt x="1844" y="369"/>
                  </a:lnTo>
                  <a:lnTo>
                    <a:pt x="1844" y="222"/>
                  </a:lnTo>
                  <a:lnTo>
                    <a:pt x="184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5662;p46">
              <a:extLst>
                <a:ext uri="{FF2B5EF4-FFF2-40B4-BE49-F238E27FC236}">
                  <a16:creationId xmlns:a16="http://schemas.microsoft.com/office/drawing/2014/main" id="{CC93FB83-7529-C042-1187-F2B9228BC1DA}"/>
                </a:ext>
              </a:extLst>
            </p:cNvPr>
            <p:cNvSpPr/>
            <p:nvPr/>
          </p:nvSpPr>
          <p:spPr>
            <a:xfrm>
              <a:off x="3375062" y="3384101"/>
              <a:ext cx="457693" cy="428354"/>
            </a:xfrm>
            <a:custGeom>
              <a:avLst/>
              <a:gdLst/>
              <a:ahLst/>
              <a:cxnLst/>
              <a:rect l="l" t="t" r="r" b="b"/>
              <a:pathLst>
                <a:path w="19547" h="18294" extrusionOk="0">
                  <a:moveTo>
                    <a:pt x="8040" y="1"/>
                  </a:moveTo>
                  <a:lnTo>
                    <a:pt x="7229" y="75"/>
                  </a:lnTo>
                  <a:lnTo>
                    <a:pt x="5828" y="222"/>
                  </a:lnTo>
                  <a:lnTo>
                    <a:pt x="5090" y="370"/>
                  </a:lnTo>
                  <a:lnTo>
                    <a:pt x="4426" y="517"/>
                  </a:lnTo>
                  <a:lnTo>
                    <a:pt x="3762" y="812"/>
                  </a:lnTo>
                  <a:lnTo>
                    <a:pt x="3246" y="1181"/>
                  </a:lnTo>
                  <a:lnTo>
                    <a:pt x="1" y="7156"/>
                  </a:lnTo>
                  <a:lnTo>
                    <a:pt x="3541" y="9590"/>
                  </a:lnTo>
                  <a:lnTo>
                    <a:pt x="4574" y="7524"/>
                  </a:lnTo>
                  <a:lnTo>
                    <a:pt x="4426" y="11360"/>
                  </a:lnTo>
                  <a:lnTo>
                    <a:pt x="3836" y="18146"/>
                  </a:lnTo>
                  <a:lnTo>
                    <a:pt x="15121" y="18293"/>
                  </a:lnTo>
                  <a:lnTo>
                    <a:pt x="14974" y="12171"/>
                  </a:lnTo>
                  <a:lnTo>
                    <a:pt x="14974" y="7746"/>
                  </a:lnTo>
                  <a:lnTo>
                    <a:pt x="16596" y="9295"/>
                  </a:lnTo>
                  <a:lnTo>
                    <a:pt x="19547" y="5607"/>
                  </a:lnTo>
                  <a:lnTo>
                    <a:pt x="15933" y="1919"/>
                  </a:lnTo>
                  <a:lnTo>
                    <a:pt x="15342" y="1402"/>
                  </a:lnTo>
                  <a:lnTo>
                    <a:pt x="14752" y="960"/>
                  </a:lnTo>
                  <a:lnTo>
                    <a:pt x="14089" y="591"/>
                  </a:lnTo>
                  <a:lnTo>
                    <a:pt x="13425" y="296"/>
                  </a:lnTo>
                  <a:lnTo>
                    <a:pt x="12613" y="75"/>
                  </a:lnTo>
                  <a:lnTo>
                    <a:pt x="11802" y="1"/>
                  </a:lnTo>
                  <a:lnTo>
                    <a:pt x="10843" y="222"/>
                  </a:lnTo>
                  <a:lnTo>
                    <a:pt x="9884" y="296"/>
                  </a:lnTo>
                  <a:lnTo>
                    <a:pt x="8925" y="222"/>
                  </a:lnTo>
                  <a:lnTo>
                    <a:pt x="8040"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5663;p46">
              <a:extLst>
                <a:ext uri="{FF2B5EF4-FFF2-40B4-BE49-F238E27FC236}">
                  <a16:creationId xmlns:a16="http://schemas.microsoft.com/office/drawing/2014/main" id="{9D8D750E-48CE-C34C-27E0-F3AFC57A2CDE}"/>
                </a:ext>
              </a:extLst>
            </p:cNvPr>
            <p:cNvSpPr/>
            <p:nvPr/>
          </p:nvSpPr>
          <p:spPr>
            <a:xfrm>
              <a:off x="3502867" y="3202767"/>
              <a:ext cx="184815" cy="19013"/>
            </a:xfrm>
            <a:custGeom>
              <a:avLst/>
              <a:gdLst/>
              <a:ahLst/>
              <a:cxnLst/>
              <a:rect l="l" t="t" r="r" b="b"/>
              <a:pathLst>
                <a:path w="7893" h="812" extrusionOk="0">
                  <a:moveTo>
                    <a:pt x="370" y="0"/>
                  </a:moveTo>
                  <a:lnTo>
                    <a:pt x="222" y="74"/>
                  </a:lnTo>
                  <a:lnTo>
                    <a:pt x="148" y="148"/>
                  </a:lnTo>
                  <a:lnTo>
                    <a:pt x="75" y="222"/>
                  </a:lnTo>
                  <a:lnTo>
                    <a:pt x="1" y="369"/>
                  </a:lnTo>
                  <a:lnTo>
                    <a:pt x="75" y="517"/>
                  </a:lnTo>
                  <a:lnTo>
                    <a:pt x="148" y="664"/>
                  </a:lnTo>
                  <a:lnTo>
                    <a:pt x="222" y="738"/>
                  </a:lnTo>
                  <a:lnTo>
                    <a:pt x="370" y="812"/>
                  </a:lnTo>
                  <a:lnTo>
                    <a:pt x="7524" y="812"/>
                  </a:lnTo>
                  <a:lnTo>
                    <a:pt x="7672" y="738"/>
                  </a:lnTo>
                  <a:lnTo>
                    <a:pt x="7819" y="664"/>
                  </a:lnTo>
                  <a:lnTo>
                    <a:pt x="7893" y="517"/>
                  </a:lnTo>
                  <a:lnTo>
                    <a:pt x="7893" y="369"/>
                  </a:lnTo>
                  <a:lnTo>
                    <a:pt x="7893" y="222"/>
                  </a:lnTo>
                  <a:lnTo>
                    <a:pt x="7819" y="148"/>
                  </a:lnTo>
                  <a:lnTo>
                    <a:pt x="7672" y="74"/>
                  </a:lnTo>
                  <a:lnTo>
                    <a:pt x="7524"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5664;p46">
              <a:extLst>
                <a:ext uri="{FF2B5EF4-FFF2-40B4-BE49-F238E27FC236}">
                  <a16:creationId xmlns:a16="http://schemas.microsoft.com/office/drawing/2014/main" id="{A5DE1A39-0C6C-950F-860E-9BCC7C1DDA57}"/>
                </a:ext>
              </a:extLst>
            </p:cNvPr>
            <p:cNvSpPr/>
            <p:nvPr/>
          </p:nvSpPr>
          <p:spPr>
            <a:xfrm>
              <a:off x="3502867" y="3202767"/>
              <a:ext cx="184815" cy="19013"/>
            </a:xfrm>
            <a:custGeom>
              <a:avLst/>
              <a:gdLst/>
              <a:ahLst/>
              <a:cxnLst/>
              <a:rect l="l" t="t" r="r" b="b"/>
              <a:pathLst>
                <a:path w="7893" h="812" fill="none" extrusionOk="0">
                  <a:moveTo>
                    <a:pt x="7524" y="812"/>
                  </a:moveTo>
                  <a:lnTo>
                    <a:pt x="370" y="812"/>
                  </a:lnTo>
                  <a:lnTo>
                    <a:pt x="370" y="812"/>
                  </a:lnTo>
                  <a:lnTo>
                    <a:pt x="222" y="738"/>
                  </a:lnTo>
                  <a:lnTo>
                    <a:pt x="148" y="664"/>
                  </a:lnTo>
                  <a:lnTo>
                    <a:pt x="75" y="517"/>
                  </a:lnTo>
                  <a:lnTo>
                    <a:pt x="1" y="369"/>
                  </a:lnTo>
                  <a:lnTo>
                    <a:pt x="1" y="369"/>
                  </a:lnTo>
                  <a:lnTo>
                    <a:pt x="1" y="369"/>
                  </a:lnTo>
                  <a:lnTo>
                    <a:pt x="75" y="222"/>
                  </a:lnTo>
                  <a:lnTo>
                    <a:pt x="148" y="148"/>
                  </a:lnTo>
                  <a:lnTo>
                    <a:pt x="222" y="74"/>
                  </a:lnTo>
                  <a:lnTo>
                    <a:pt x="370" y="0"/>
                  </a:lnTo>
                  <a:lnTo>
                    <a:pt x="7524" y="0"/>
                  </a:lnTo>
                  <a:lnTo>
                    <a:pt x="7524" y="0"/>
                  </a:lnTo>
                  <a:lnTo>
                    <a:pt x="7672" y="74"/>
                  </a:lnTo>
                  <a:lnTo>
                    <a:pt x="7819" y="148"/>
                  </a:lnTo>
                  <a:lnTo>
                    <a:pt x="7893" y="222"/>
                  </a:lnTo>
                  <a:lnTo>
                    <a:pt x="7893" y="369"/>
                  </a:lnTo>
                  <a:lnTo>
                    <a:pt x="7893" y="369"/>
                  </a:lnTo>
                  <a:lnTo>
                    <a:pt x="7893" y="517"/>
                  </a:lnTo>
                  <a:lnTo>
                    <a:pt x="7819" y="664"/>
                  </a:lnTo>
                  <a:lnTo>
                    <a:pt x="7672" y="738"/>
                  </a:lnTo>
                  <a:lnTo>
                    <a:pt x="7524" y="81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5665;p46">
              <a:extLst>
                <a:ext uri="{FF2B5EF4-FFF2-40B4-BE49-F238E27FC236}">
                  <a16:creationId xmlns:a16="http://schemas.microsoft.com/office/drawing/2014/main" id="{693FF706-57AA-1414-151F-0FAFBE934A76}"/>
                </a:ext>
              </a:extLst>
            </p:cNvPr>
            <p:cNvSpPr/>
            <p:nvPr/>
          </p:nvSpPr>
          <p:spPr>
            <a:xfrm>
              <a:off x="3518415" y="3114675"/>
              <a:ext cx="155452" cy="91553"/>
            </a:xfrm>
            <a:custGeom>
              <a:avLst/>
              <a:gdLst/>
              <a:ahLst/>
              <a:cxnLst/>
              <a:rect l="l" t="t" r="r" b="b"/>
              <a:pathLst>
                <a:path w="6639" h="3910" extrusionOk="0">
                  <a:moveTo>
                    <a:pt x="3320" y="1"/>
                  </a:moveTo>
                  <a:lnTo>
                    <a:pt x="2656" y="74"/>
                  </a:lnTo>
                  <a:lnTo>
                    <a:pt x="1992" y="296"/>
                  </a:lnTo>
                  <a:lnTo>
                    <a:pt x="1402" y="591"/>
                  </a:lnTo>
                  <a:lnTo>
                    <a:pt x="959" y="1033"/>
                  </a:lnTo>
                  <a:lnTo>
                    <a:pt x="517" y="1476"/>
                  </a:lnTo>
                  <a:lnTo>
                    <a:pt x="222" y="2066"/>
                  </a:lnTo>
                  <a:lnTo>
                    <a:pt x="74" y="2656"/>
                  </a:lnTo>
                  <a:lnTo>
                    <a:pt x="1" y="3320"/>
                  </a:lnTo>
                  <a:lnTo>
                    <a:pt x="1" y="3910"/>
                  </a:lnTo>
                  <a:lnTo>
                    <a:pt x="6639" y="3910"/>
                  </a:lnTo>
                  <a:lnTo>
                    <a:pt x="6639" y="3320"/>
                  </a:lnTo>
                  <a:lnTo>
                    <a:pt x="6565" y="2656"/>
                  </a:lnTo>
                  <a:lnTo>
                    <a:pt x="6344" y="2066"/>
                  </a:lnTo>
                  <a:lnTo>
                    <a:pt x="6049" y="1476"/>
                  </a:lnTo>
                  <a:lnTo>
                    <a:pt x="5606" y="1033"/>
                  </a:lnTo>
                  <a:lnTo>
                    <a:pt x="5164" y="591"/>
                  </a:lnTo>
                  <a:lnTo>
                    <a:pt x="4574" y="296"/>
                  </a:lnTo>
                  <a:lnTo>
                    <a:pt x="3984" y="74"/>
                  </a:lnTo>
                  <a:lnTo>
                    <a:pt x="3320"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5666;p46">
              <a:extLst>
                <a:ext uri="{FF2B5EF4-FFF2-40B4-BE49-F238E27FC236}">
                  <a16:creationId xmlns:a16="http://schemas.microsoft.com/office/drawing/2014/main" id="{6BAAAF05-D115-2154-8DD6-045A79A8C9CB}"/>
                </a:ext>
              </a:extLst>
            </p:cNvPr>
            <p:cNvSpPr/>
            <p:nvPr/>
          </p:nvSpPr>
          <p:spPr>
            <a:xfrm>
              <a:off x="3518415" y="3114675"/>
              <a:ext cx="155452" cy="91553"/>
            </a:xfrm>
            <a:custGeom>
              <a:avLst/>
              <a:gdLst/>
              <a:ahLst/>
              <a:cxnLst/>
              <a:rect l="l" t="t" r="r" b="b"/>
              <a:pathLst>
                <a:path w="6639" h="3910" fill="none" extrusionOk="0">
                  <a:moveTo>
                    <a:pt x="6639" y="3910"/>
                  </a:moveTo>
                  <a:lnTo>
                    <a:pt x="1" y="3910"/>
                  </a:lnTo>
                  <a:lnTo>
                    <a:pt x="1" y="3320"/>
                  </a:lnTo>
                  <a:lnTo>
                    <a:pt x="1" y="3320"/>
                  </a:lnTo>
                  <a:lnTo>
                    <a:pt x="74" y="2656"/>
                  </a:lnTo>
                  <a:lnTo>
                    <a:pt x="222" y="2066"/>
                  </a:lnTo>
                  <a:lnTo>
                    <a:pt x="517" y="1476"/>
                  </a:lnTo>
                  <a:lnTo>
                    <a:pt x="959" y="1033"/>
                  </a:lnTo>
                  <a:lnTo>
                    <a:pt x="1402" y="591"/>
                  </a:lnTo>
                  <a:lnTo>
                    <a:pt x="1992" y="296"/>
                  </a:lnTo>
                  <a:lnTo>
                    <a:pt x="2656" y="74"/>
                  </a:lnTo>
                  <a:lnTo>
                    <a:pt x="3320" y="1"/>
                  </a:lnTo>
                  <a:lnTo>
                    <a:pt x="3320" y="1"/>
                  </a:lnTo>
                  <a:lnTo>
                    <a:pt x="3984" y="74"/>
                  </a:lnTo>
                  <a:lnTo>
                    <a:pt x="4574" y="296"/>
                  </a:lnTo>
                  <a:lnTo>
                    <a:pt x="5164" y="591"/>
                  </a:lnTo>
                  <a:lnTo>
                    <a:pt x="5606" y="1033"/>
                  </a:lnTo>
                  <a:lnTo>
                    <a:pt x="6049" y="1476"/>
                  </a:lnTo>
                  <a:lnTo>
                    <a:pt x="6344" y="2066"/>
                  </a:lnTo>
                  <a:lnTo>
                    <a:pt x="6565" y="2656"/>
                  </a:lnTo>
                  <a:lnTo>
                    <a:pt x="6639" y="3320"/>
                  </a:lnTo>
                  <a:lnTo>
                    <a:pt x="6639" y="391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5667;p46">
              <a:extLst>
                <a:ext uri="{FF2B5EF4-FFF2-40B4-BE49-F238E27FC236}">
                  <a16:creationId xmlns:a16="http://schemas.microsoft.com/office/drawing/2014/main" id="{54152171-A34E-3EC0-A71B-5E6B555938B2}"/>
                </a:ext>
              </a:extLst>
            </p:cNvPr>
            <p:cNvSpPr/>
            <p:nvPr/>
          </p:nvSpPr>
          <p:spPr>
            <a:xfrm>
              <a:off x="3582318" y="3114675"/>
              <a:ext cx="22478" cy="95018"/>
            </a:xfrm>
            <a:custGeom>
              <a:avLst/>
              <a:gdLst/>
              <a:ahLst/>
              <a:cxnLst/>
              <a:rect l="l" t="t" r="r" b="b"/>
              <a:pathLst>
                <a:path w="960" h="4058" extrusionOk="0">
                  <a:moveTo>
                    <a:pt x="1" y="1"/>
                  </a:moveTo>
                  <a:lnTo>
                    <a:pt x="1" y="4057"/>
                  </a:lnTo>
                  <a:lnTo>
                    <a:pt x="960" y="4057"/>
                  </a:lnTo>
                  <a:lnTo>
                    <a:pt x="960"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5668;p46">
              <a:extLst>
                <a:ext uri="{FF2B5EF4-FFF2-40B4-BE49-F238E27FC236}">
                  <a16:creationId xmlns:a16="http://schemas.microsoft.com/office/drawing/2014/main" id="{3ED1D605-5704-FF9D-60BF-F1BCA75615D3}"/>
                </a:ext>
              </a:extLst>
            </p:cNvPr>
            <p:cNvSpPr/>
            <p:nvPr/>
          </p:nvSpPr>
          <p:spPr>
            <a:xfrm>
              <a:off x="3582318" y="3114675"/>
              <a:ext cx="22478" cy="95018"/>
            </a:xfrm>
            <a:custGeom>
              <a:avLst/>
              <a:gdLst/>
              <a:ahLst/>
              <a:cxnLst/>
              <a:rect l="l" t="t" r="r" b="b"/>
              <a:pathLst>
                <a:path w="960" h="4058" fill="none" extrusionOk="0">
                  <a:moveTo>
                    <a:pt x="1" y="1"/>
                  </a:moveTo>
                  <a:lnTo>
                    <a:pt x="960" y="1"/>
                  </a:lnTo>
                  <a:lnTo>
                    <a:pt x="960" y="4057"/>
                  </a:lnTo>
                  <a:lnTo>
                    <a:pt x="1" y="4057"/>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5669;p46">
              <a:extLst>
                <a:ext uri="{FF2B5EF4-FFF2-40B4-BE49-F238E27FC236}">
                  <a16:creationId xmlns:a16="http://schemas.microsoft.com/office/drawing/2014/main" id="{E7570C9C-7EAC-DD62-E62A-C4E4D408B233}"/>
                </a:ext>
              </a:extLst>
            </p:cNvPr>
            <p:cNvSpPr/>
            <p:nvPr/>
          </p:nvSpPr>
          <p:spPr>
            <a:xfrm>
              <a:off x="3459688" y="3378926"/>
              <a:ext cx="291915" cy="469799"/>
            </a:xfrm>
            <a:custGeom>
              <a:avLst/>
              <a:gdLst/>
              <a:ahLst/>
              <a:cxnLst/>
              <a:rect l="l" t="t" r="r" b="b"/>
              <a:pathLst>
                <a:path w="12467" h="20064" extrusionOk="0">
                  <a:moveTo>
                    <a:pt x="3615" y="1"/>
                  </a:moveTo>
                  <a:lnTo>
                    <a:pt x="665" y="443"/>
                  </a:lnTo>
                  <a:lnTo>
                    <a:pt x="1" y="20063"/>
                  </a:lnTo>
                  <a:lnTo>
                    <a:pt x="1" y="20063"/>
                  </a:lnTo>
                  <a:lnTo>
                    <a:pt x="12466" y="19326"/>
                  </a:lnTo>
                  <a:lnTo>
                    <a:pt x="11360" y="1328"/>
                  </a:lnTo>
                  <a:lnTo>
                    <a:pt x="10991" y="1107"/>
                  </a:lnTo>
                  <a:lnTo>
                    <a:pt x="10179" y="665"/>
                  </a:lnTo>
                  <a:lnTo>
                    <a:pt x="9663" y="443"/>
                  </a:lnTo>
                  <a:lnTo>
                    <a:pt x="9147" y="296"/>
                  </a:lnTo>
                  <a:lnTo>
                    <a:pt x="8631" y="222"/>
                  </a:lnTo>
                  <a:lnTo>
                    <a:pt x="8188" y="222"/>
                  </a:lnTo>
                  <a:lnTo>
                    <a:pt x="5606" y="8704"/>
                  </a:lnTo>
                  <a:lnTo>
                    <a:pt x="3615"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5670;p46">
              <a:extLst>
                <a:ext uri="{FF2B5EF4-FFF2-40B4-BE49-F238E27FC236}">
                  <a16:creationId xmlns:a16="http://schemas.microsoft.com/office/drawing/2014/main" id="{8DC8961F-2CE6-5BA4-DC47-018E1146ED6C}"/>
                </a:ext>
              </a:extLst>
            </p:cNvPr>
            <p:cNvSpPr/>
            <p:nvPr/>
          </p:nvSpPr>
          <p:spPr>
            <a:xfrm>
              <a:off x="3463153" y="3698462"/>
              <a:ext cx="283251" cy="27653"/>
            </a:xfrm>
            <a:custGeom>
              <a:avLst/>
              <a:gdLst/>
              <a:ahLst/>
              <a:cxnLst/>
              <a:rect l="l" t="t" r="r" b="b"/>
              <a:pathLst>
                <a:path w="12097" h="1181" extrusionOk="0">
                  <a:moveTo>
                    <a:pt x="0" y="0"/>
                  </a:moveTo>
                  <a:lnTo>
                    <a:pt x="0" y="1180"/>
                  </a:lnTo>
                  <a:lnTo>
                    <a:pt x="12097" y="1180"/>
                  </a:lnTo>
                  <a:lnTo>
                    <a:pt x="11949" y="148"/>
                  </a:ln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5671;p46">
              <a:extLst>
                <a:ext uri="{FF2B5EF4-FFF2-40B4-BE49-F238E27FC236}">
                  <a16:creationId xmlns:a16="http://schemas.microsoft.com/office/drawing/2014/main" id="{277441F1-F43F-C522-3BFD-0436B40D3D7C}"/>
                </a:ext>
              </a:extLst>
            </p:cNvPr>
            <p:cNvSpPr/>
            <p:nvPr/>
          </p:nvSpPr>
          <p:spPr>
            <a:xfrm>
              <a:off x="3461421" y="3760632"/>
              <a:ext cx="286717" cy="27653"/>
            </a:xfrm>
            <a:custGeom>
              <a:avLst/>
              <a:gdLst/>
              <a:ahLst/>
              <a:cxnLst/>
              <a:rect l="l" t="t" r="r" b="b"/>
              <a:pathLst>
                <a:path w="12245" h="1181" extrusionOk="0">
                  <a:moveTo>
                    <a:pt x="1" y="0"/>
                  </a:moveTo>
                  <a:lnTo>
                    <a:pt x="1" y="1107"/>
                  </a:lnTo>
                  <a:lnTo>
                    <a:pt x="12245" y="1181"/>
                  </a:lnTo>
                  <a:lnTo>
                    <a:pt x="1217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5672;p46">
              <a:extLst>
                <a:ext uri="{FF2B5EF4-FFF2-40B4-BE49-F238E27FC236}">
                  <a16:creationId xmlns:a16="http://schemas.microsoft.com/office/drawing/2014/main" id="{220EACCD-E3A2-17CB-3F32-015CD075E897}"/>
                </a:ext>
              </a:extLst>
            </p:cNvPr>
            <p:cNvSpPr/>
            <p:nvPr/>
          </p:nvSpPr>
          <p:spPr>
            <a:xfrm>
              <a:off x="3580585" y="3525745"/>
              <a:ext cx="331627" cy="177907"/>
            </a:xfrm>
            <a:custGeom>
              <a:avLst/>
              <a:gdLst/>
              <a:ahLst/>
              <a:cxnLst/>
              <a:rect l="l" t="t" r="r" b="b"/>
              <a:pathLst>
                <a:path w="14163" h="7598" extrusionOk="0">
                  <a:moveTo>
                    <a:pt x="10327" y="0"/>
                  </a:moveTo>
                  <a:lnTo>
                    <a:pt x="8114" y="2877"/>
                  </a:lnTo>
                  <a:lnTo>
                    <a:pt x="9295" y="3836"/>
                  </a:lnTo>
                  <a:lnTo>
                    <a:pt x="1034" y="3098"/>
                  </a:lnTo>
                  <a:lnTo>
                    <a:pt x="1" y="5680"/>
                  </a:lnTo>
                  <a:lnTo>
                    <a:pt x="10696" y="7597"/>
                  </a:lnTo>
                  <a:lnTo>
                    <a:pt x="11212" y="7597"/>
                  </a:lnTo>
                  <a:lnTo>
                    <a:pt x="11729" y="7524"/>
                  </a:lnTo>
                  <a:lnTo>
                    <a:pt x="12245" y="7376"/>
                  </a:lnTo>
                  <a:lnTo>
                    <a:pt x="12761" y="7155"/>
                  </a:lnTo>
                  <a:lnTo>
                    <a:pt x="13277" y="6786"/>
                  </a:lnTo>
                  <a:lnTo>
                    <a:pt x="13646" y="6417"/>
                  </a:lnTo>
                  <a:lnTo>
                    <a:pt x="13941" y="5901"/>
                  </a:lnTo>
                  <a:lnTo>
                    <a:pt x="14163" y="5311"/>
                  </a:lnTo>
                  <a:lnTo>
                    <a:pt x="14163" y="4647"/>
                  </a:lnTo>
                  <a:lnTo>
                    <a:pt x="14015" y="3983"/>
                  </a:lnTo>
                  <a:lnTo>
                    <a:pt x="13720" y="3393"/>
                  </a:lnTo>
                  <a:lnTo>
                    <a:pt x="13277" y="2877"/>
                  </a:lnTo>
                  <a:lnTo>
                    <a:pt x="10327" y="0"/>
                  </a:ln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5673;p46">
              <a:extLst>
                <a:ext uri="{FF2B5EF4-FFF2-40B4-BE49-F238E27FC236}">
                  <a16:creationId xmlns:a16="http://schemas.microsoft.com/office/drawing/2014/main" id="{05F9973F-6EE0-8E7F-14A9-35D0640A8D13}"/>
                </a:ext>
              </a:extLst>
            </p:cNvPr>
            <p:cNvSpPr/>
            <p:nvPr/>
          </p:nvSpPr>
          <p:spPr>
            <a:xfrm>
              <a:off x="3580585" y="3525745"/>
              <a:ext cx="331627" cy="177907"/>
            </a:xfrm>
            <a:custGeom>
              <a:avLst/>
              <a:gdLst/>
              <a:ahLst/>
              <a:cxnLst/>
              <a:rect l="l" t="t" r="r" b="b"/>
              <a:pathLst>
                <a:path w="14163" h="7598" fill="none" extrusionOk="0">
                  <a:moveTo>
                    <a:pt x="8114" y="2877"/>
                  </a:moveTo>
                  <a:lnTo>
                    <a:pt x="9295" y="3836"/>
                  </a:lnTo>
                  <a:lnTo>
                    <a:pt x="1034" y="3098"/>
                  </a:lnTo>
                  <a:lnTo>
                    <a:pt x="1" y="5680"/>
                  </a:lnTo>
                  <a:lnTo>
                    <a:pt x="10696" y="7597"/>
                  </a:lnTo>
                  <a:lnTo>
                    <a:pt x="10696" y="7597"/>
                  </a:lnTo>
                  <a:lnTo>
                    <a:pt x="11212" y="7597"/>
                  </a:lnTo>
                  <a:lnTo>
                    <a:pt x="11729" y="7524"/>
                  </a:lnTo>
                  <a:lnTo>
                    <a:pt x="12245" y="7376"/>
                  </a:lnTo>
                  <a:lnTo>
                    <a:pt x="12761" y="7155"/>
                  </a:lnTo>
                  <a:lnTo>
                    <a:pt x="13277" y="6786"/>
                  </a:lnTo>
                  <a:lnTo>
                    <a:pt x="13646" y="6417"/>
                  </a:lnTo>
                  <a:lnTo>
                    <a:pt x="13941" y="5901"/>
                  </a:lnTo>
                  <a:lnTo>
                    <a:pt x="14163" y="5311"/>
                  </a:lnTo>
                  <a:lnTo>
                    <a:pt x="14163" y="5311"/>
                  </a:lnTo>
                  <a:lnTo>
                    <a:pt x="14163" y="4647"/>
                  </a:lnTo>
                  <a:lnTo>
                    <a:pt x="14015" y="3983"/>
                  </a:lnTo>
                  <a:lnTo>
                    <a:pt x="13720" y="3393"/>
                  </a:lnTo>
                  <a:lnTo>
                    <a:pt x="13277" y="2877"/>
                  </a:lnTo>
                  <a:lnTo>
                    <a:pt x="1032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5674;p46">
              <a:extLst>
                <a:ext uri="{FF2B5EF4-FFF2-40B4-BE49-F238E27FC236}">
                  <a16:creationId xmlns:a16="http://schemas.microsoft.com/office/drawing/2014/main" id="{E242E892-EEB2-C977-7D04-33B323522702}"/>
                </a:ext>
              </a:extLst>
            </p:cNvPr>
            <p:cNvSpPr/>
            <p:nvPr/>
          </p:nvSpPr>
          <p:spPr>
            <a:xfrm>
              <a:off x="3578876" y="3116408"/>
              <a:ext cx="3465" cy="88087"/>
            </a:xfrm>
            <a:custGeom>
              <a:avLst/>
              <a:gdLst/>
              <a:ahLst/>
              <a:cxnLst/>
              <a:rect l="l" t="t" r="r" b="b"/>
              <a:pathLst>
                <a:path w="148" h="3762" extrusionOk="0">
                  <a:moveTo>
                    <a:pt x="74" y="0"/>
                  </a:moveTo>
                  <a:lnTo>
                    <a:pt x="0" y="885"/>
                  </a:lnTo>
                  <a:lnTo>
                    <a:pt x="0" y="1844"/>
                  </a:lnTo>
                  <a:lnTo>
                    <a:pt x="0" y="2803"/>
                  </a:lnTo>
                  <a:lnTo>
                    <a:pt x="74" y="3762"/>
                  </a:lnTo>
                  <a:lnTo>
                    <a:pt x="148" y="2803"/>
                  </a:lnTo>
                  <a:lnTo>
                    <a:pt x="148" y="1844"/>
                  </a:lnTo>
                  <a:lnTo>
                    <a:pt x="148" y="885"/>
                  </a:lnTo>
                  <a:lnTo>
                    <a:pt x="7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5675;p46">
              <a:extLst>
                <a:ext uri="{FF2B5EF4-FFF2-40B4-BE49-F238E27FC236}">
                  <a16:creationId xmlns:a16="http://schemas.microsoft.com/office/drawing/2014/main" id="{4C2E7B33-E4F0-B6E2-EABC-FEB0182CE369}"/>
                </a:ext>
              </a:extLst>
            </p:cNvPr>
            <p:cNvSpPr/>
            <p:nvPr/>
          </p:nvSpPr>
          <p:spPr>
            <a:xfrm>
              <a:off x="3603041" y="3116408"/>
              <a:ext cx="3489" cy="88087"/>
            </a:xfrm>
            <a:custGeom>
              <a:avLst/>
              <a:gdLst/>
              <a:ahLst/>
              <a:cxnLst/>
              <a:rect l="l" t="t" r="r" b="b"/>
              <a:pathLst>
                <a:path w="149" h="3762" extrusionOk="0">
                  <a:moveTo>
                    <a:pt x="75" y="0"/>
                  </a:moveTo>
                  <a:lnTo>
                    <a:pt x="1" y="885"/>
                  </a:lnTo>
                  <a:lnTo>
                    <a:pt x="1" y="1844"/>
                  </a:lnTo>
                  <a:lnTo>
                    <a:pt x="1" y="2803"/>
                  </a:lnTo>
                  <a:lnTo>
                    <a:pt x="75" y="3762"/>
                  </a:lnTo>
                  <a:lnTo>
                    <a:pt x="148" y="2803"/>
                  </a:lnTo>
                  <a:lnTo>
                    <a:pt x="148" y="1844"/>
                  </a:lnTo>
                  <a:lnTo>
                    <a:pt x="148" y="885"/>
                  </a:lnTo>
                  <a:lnTo>
                    <a:pt x="7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5676;p46">
              <a:extLst>
                <a:ext uri="{FF2B5EF4-FFF2-40B4-BE49-F238E27FC236}">
                  <a16:creationId xmlns:a16="http://schemas.microsoft.com/office/drawing/2014/main" id="{4C6000DE-41FE-33A1-7ABE-26A6EBC086E7}"/>
                </a:ext>
              </a:extLst>
            </p:cNvPr>
            <p:cNvSpPr/>
            <p:nvPr/>
          </p:nvSpPr>
          <p:spPr>
            <a:xfrm>
              <a:off x="3603041" y="3116408"/>
              <a:ext cx="3489" cy="88087"/>
            </a:xfrm>
            <a:custGeom>
              <a:avLst/>
              <a:gdLst/>
              <a:ahLst/>
              <a:cxnLst/>
              <a:rect l="l" t="t" r="r" b="b"/>
              <a:pathLst>
                <a:path w="149" h="3762" fill="none" extrusionOk="0">
                  <a:moveTo>
                    <a:pt x="75" y="3762"/>
                  </a:moveTo>
                  <a:lnTo>
                    <a:pt x="75" y="3762"/>
                  </a:lnTo>
                  <a:lnTo>
                    <a:pt x="1" y="2803"/>
                  </a:lnTo>
                  <a:lnTo>
                    <a:pt x="1" y="1844"/>
                  </a:lnTo>
                  <a:lnTo>
                    <a:pt x="1" y="1844"/>
                  </a:lnTo>
                  <a:lnTo>
                    <a:pt x="1" y="885"/>
                  </a:lnTo>
                  <a:lnTo>
                    <a:pt x="75" y="0"/>
                  </a:lnTo>
                  <a:lnTo>
                    <a:pt x="75" y="0"/>
                  </a:lnTo>
                  <a:lnTo>
                    <a:pt x="148" y="885"/>
                  </a:lnTo>
                  <a:lnTo>
                    <a:pt x="148" y="1844"/>
                  </a:lnTo>
                  <a:lnTo>
                    <a:pt x="148" y="1844"/>
                  </a:lnTo>
                  <a:lnTo>
                    <a:pt x="148" y="2803"/>
                  </a:lnTo>
                  <a:lnTo>
                    <a:pt x="75" y="376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5677;p46">
              <a:extLst>
                <a:ext uri="{FF2B5EF4-FFF2-40B4-BE49-F238E27FC236}">
                  <a16:creationId xmlns:a16="http://schemas.microsoft.com/office/drawing/2014/main" id="{107927F6-91DB-7339-0244-37B832402694}"/>
                </a:ext>
              </a:extLst>
            </p:cNvPr>
            <p:cNvSpPr/>
            <p:nvPr/>
          </p:nvSpPr>
          <p:spPr>
            <a:xfrm>
              <a:off x="3516683" y="3201034"/>
              <a:ext cx="158918" cy="3465"/>
            </a:xfrm>
            <a:custGeom>
              <a:avLst/>
              <a:gdLst/>
              <a:ahLst/>
              <a:cxnLst/>
              <a:rect l="l" t="t" r="r" b="b"/>
              <a:pathLst>
                <a:path w="6787" h="148" extrusionOk="0">
                  <a:moveTo>
                    <a:pt x="1033" y="0"/>
                  </a:moveTo>
                  <a:lnTo>
                    <a:pt x="1" y="74"/>
                  </a:lnTo>
                  <a:lnTo>
                    <a:pt x="1033" y="148"/>
                  </a:lnTo>
                  <a:lnTo>
                    <a:pt x="5828" y="148"/>
                  </a:lnTo>
                  <a:lnTo>
                    <a:pt x="6787" y="74"/>
                  </a:lnTo>
                  <a:lnTo>
                    <a:pt x="582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5678;p46">
              <a:extLst>
                <a:ext uri="{FF2B5EF4-FFF2-40B4-BE49-F238E27FC236}">
                  <a16:creationId xmlns:a16="http://schemas.microsoft.com/office/drawing/2014/main" id="{CCEDD8FD-2765-9272-1F10-66B904912242}"/>
                </a:ext>
              </a:extLst>
            </p:cNvPr>
            <p:cNvSpPr/>
            <p:nvPr/>
          </p:nvSpPr>
          <p:spPr>
            <a:xfrm>
              <a:off x="3516683" y="3201034"/>
              <a:ext cx="158918" cy="3465"/>
            </a:xfrm>
            <a:custGeom>
              <a:avLst/>
              <a:gdLst/>
              <a:ahLst/>
              <a:cxnLst/>
              <a:rect l="l" t="t" r="r" b="b"/>
              <a:pathLst>
                <a:path w="6787" h="148" fill="none" extrusionOk="0">
                  <a:moveTo>
                    <a:pt x="6787" y="74"/>
                  </a:moveTo>
                  <a:lnTo>
                    <a:pt x="6787" y="74"/>
                  </a:lnTo>
                  <a:lnTo>
                    <a:pt x="5828" y="148"/>
                  </a:lnTo>
                  <a:lnTo>
                    <a:pt x="3394" y="148"/>
                  </a:lnTo>
                  <a:lnTo>
                    <a:pt x="3394" y="148"/>
                  </a:lnTo>
                  <a:lnTo>
                    <a:pt x="1033" y="148"/>
                  </a:lnTo>
                  <a:lnTo>
                    <a:pt x="1" y="74"/>
                  </a:lnTo>
                  <a:lnTo>
                    <a:pt x="1" y="74"/>
                  </a:lnTo>
                  <a:lnTo>
                    <a:pt x="1033" y="0"/>
                  </a:lnTo>
                  <a:lnTo>
                    <a:pt x="3394" y="0"/>
                  </a:lnTo>
                  <a:lnTo>
                    <a:pt x="3394" y="0"/>
                  </a:lnTo>
                  <a:lnTo>
                    <a:pt x="5828" y="0"/>
                  </a:lnTo>
                  <a:lnTo>
                    <a:pt x="6787" y="7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5679;p46">
              <a:extLst>
                <a:ext uri="{FF2B5EF4-FFF2-40B4-BE49-F238E27FC236}">
                  <a16:creationId xmlns:a16="http://schemas.microsoft.com/office/drawing/2014/main" id="{09F22BC2-B128-866C-4A94-6235A82280CC}"/>
                </a:ext>
              </a:extLst>
            </p:cNvPr>
            <p:cNvSpPr/>
            <p:nvPr/>
          </p:nvSpPr>
          <p:spPr>
            <a:xfrm>
              <a:off x="3604774" y="3114675"/>
              <a:ext cx="10396" cy="3489"/>
            </a:xfrm>
            <a:custGeom>
              <a:avLst/>
              <a:gdLst/>
              <a:ahLst/>
              <a:cxnLst/>
              <a:rect l="l" t="t" r="r" b="b"/>
              <a:pathLst>
                <a:path w="444" h="149" extrusionOk="0">
                  <a:moveTo>
                    <a:pt x="1" y="1"/>
                  </a:moveTo>
                  <a:lnTo>
                    <a:pt x="1" y="74"/>
                  </a:lnTo>
                  <a:lnTo>
                    <a:pt x="443" y="148"/>
                  </a:lnTo>
                  <a:lnTo>
                    <a:pt x="1" y="1"/>
                  </a:lnTo>
                  <a:close/>
                </a:path>
              </a:pathLst>
            </a:custGeom>
            <a:solidFill>
              <a:srgbClr val="B3B3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5680;p46">
              <a:extLst>
                <a:ext uri="{FF2B5EF4-FFF2-40B4-BE49-F238E27FC236}">
                  <a16:creationId xmlns:a16="http://schemas.microsoft.com/office/drawing/2014/main" id="{6F7E9D80-F969-F923-BBFB-119874886E5F}"/>
                </a:ext>
              </a:extLst>
            </p:cNvPr>
            <p:cNvSpPr/>
            <p:nvPr/>
          </p:nvSpPr>
          <p:spPr>
            <a:xfrm>
              <a:off x="3616857" y="3118141"/>
              <a:ext cx="23" cy="23"/>
            </a:xfrm>
            <a:custGeom>
              <a:avLst/>
              <a:gdLst/>
              <a:ahLst/>
              <a:cxnLst/>
              <a:rect l="l" t="t" r="r" b="b"/>
              <a:pathLst>
                <a:path w="1" h="1" fill="none" extrusionOk="0">
                  <a:moveTo>
                    <a:pt x="1" y="0"/>
                  </a:moveTo>
                  <a:lnTo>
                    <a:pt x="1" y="0"/>
                  </a:lnTo>
                  <a:lnTo>
                    <a:pt x="1" y="0"/>
                  </a:lnTo>
                  <a:lnTo>
                    <a:pt x="1" y="0"/>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5681;p46">
              <a:extLst>
                <a:ext uri="{FF2B5EF4-FFF2-40B4-BE49-F238E27FC236}">
                  <a16:creationId xmlns:a16="http://schemas.microsoft.com/office/drawing/2014/main" id="{7D89ABBE-C960-12FE-55CE-55C6DE5C2514}"/>
                </a:ext>
              </a:extLst>
            </p:cNvPr>
            <p:cNvSpPr/>
            <p:nvPr/>
          </p:nvSpPr>
          <p:spPr>
            <a:xfrm>
              <a:off x="3604774" y="3114675"/>
              <a:ext cx="10396" cy="3489"/>
            </a:xfrm>
            <a:custGeom>
              <a:avLst/>
              <a:gdLst/>
              <a:ahLst/>
              <a:cxnLst/>
              <a:rect l="l" t="t" r="r" b="b"/>
              <a:pathLst>
                <a:path w="444" h="149" fill="none" extrusionOk="0">
                  <a:moveTo>
                    <a:pt x="1" y="1"/>
                  </a:moveTo>
                  <a:lnTo>
                    <a:pt x="1" y="74"/>
                  </a:lnTo>
                  <a:lnTo>
                    <a:pt x="1" y="74"/>
                  </a:lnTo>
                  <a:lnTo>
                    <a:pt x="443" y="148"/>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5682;p46">
              <a:extLst>
                <a:ext uri="{FF2B5EF4-FFF2-40B4-BE49-F238E27FC236}">
                  <a16:creationId xmlns:a16="http://schemas.microsoft.com/office/drawing/2014/main" id="{F1ABAFB7-28F4-79AB-DFD9-7C048CFE66E1}"/>
                </a:ext>
              </a:extLst>
            </p:cNvPr>
            <p:cNvSpPr/>
            <p:nvPr/>
          </p:nvSpPr>
          <p:spPr>
            <a:xfrm>
              <a:off x="3604774" y="3116408"/>
              <a:ext cx="12106" cy="84645"/>
            </a:xfrm>
            <a:custGeom>
              <a:avLst/>
              <a:gdLst/>
              <a:ahLst/>
              <a:cxnLst/>
              <a:rect l="l" t="t" r="r" b="b"/>
              <a:pathLst>
                <a:path w="517" h="3615" extrusionOk="0">
                  <a:moveTo>
                    <a:pt x="1" y="0"/>
                  </a:moveTo>
                  <a:lnTo>
                    <a:pt x="1" y="148"/>
                  </a:lnTo>
                  <a:lnTo>
                    <a:pt x="74" y="1033"/>
                  </a:lnTo>
                  <a:lnTo>
                    <a:pt x="74" y="1844"/>
                  </a:lnTo>
                  <a:lnTo>
                    <a:pt x="74" y="2729"/>
                  </a:lnTo>
                  <a:lnTo>
                    <a:pt x="1" y="3541"/>
                  </a:lnTo>
                  <a:lnTo>
                    <a:pt x="1" y="3614"/>
                  </a:lnTo>
                  <a:lnTo>
                    <a:pt x="74" y="3614"/>
                  </a:lnTo>
                  <a:lnTo>
                    <a:pt x="517" y="74"/>
                  </a:lnTo>
                  <a:lnTo>
                    <a:pt x="443" y="74"/>
                  </a:lnTo>
                  <a:lnTo>
                    <a:pt x="1" y="0"/>
                  </a:lnTo>
                  <a:close/>
                </a:path>
              </a:pathLst>
            </a:custGeom>
            <a:solidFill>
              <a:srgbClr val="C24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5683;p46">
              <a:extLst>
                <a:ext uri="{FF2B5EF4-FFF2-40B4-BE49-F238E27FC236}">
                  <a16:creationId xmlns:a16="http://schemas.microsoft.com/office/drawing/2014/main" id="{12F78DBE-8167-D506-4158-128872C7B6DC}"/>
                </a:ext>
              </a:extLst>
            </p:cNvPr>
            <p:cNvSpPr/>
            <p:nvPr/>
          </p:nvSpPr>
          <p:spPr>
            <a:xfrm>
              <a:off x="3604774" y="3116408"/>
              <a:ext cx="12106" cy="84645"/>
            </a:xfrm>
            <a:custGeom>
              <a:avLst/>
              <a:gdLst/>
              <a:ahLst/>
              <a:cxnLst/>
              <a:rect l="l" t="t" r="r" b="b"/>
              <a:pathLst>
                <a:path w="517" h="3615" fill="none" extrusionOk="0">
                  <a:moveTo>
                    <a:pt x="1" y="0"/>
                  </a:moveTo>
                  <a:lnTo>
                    <a:pt x="1" y="148"/>
                  </a:lnTo>
                  <a:lnTo>
                    <a:pt x="1" y="148"/>
                  </a:lnTo>
                  <a:lnTo>
                    <a:pt x="74" y="1033"/>
                  </a:lnTo>
                  <a:lnTo>
                    <a:pt x="74" y="1844"/>
                  </a:lnTo>
                  <a:lnTo>
                    <a:pt x="74" y="1844"/>
                  </a:lnTo>
                  <a:lnTo>
                    <a:pt x="74" y="2729"/>
                  </a:lnTo>
                  <a:lnTo>
                    <a:pt x="1" y="3541"/>
                  </a:lnTo>
                  <a:lnTo>
                    <a:pt x="1" y="3614"/>
                  </a:lnTo>
                  <a:lnTo>
                    <a:pt x="1" y="3614"/>
                  </a:lnTo>
                  <a:lnTo>
                    <a:pt x="74" y="3614"/>
                  </a:lnTo>
                  <a:lnTo>
                    <a:pt x="517" y="74"/>
                  </a:lnTo>
                  <a:lnTo>
                    <a:pt x="517" y="74"/>
                  </a:lnTo>
                  <a:lnTo>
                    <a:pt x="517" y="74"/>
                  </a:lnTo>
                  <a:lnTo>
                    <a:pt x="443" y="74"/>
                  </a:lnTo>
                  <a:lnTo>
                    <a:pt x="443" y="74"/>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5684;p46">
              <a:extLst>
                <a:ext uri="{FF2B5EF4-FFF2-40B4-BE49-F238E27FC236}">
                  <a16:creationId xmlns:a16="http://schemas.microsoft.com/office/drawing/2014/main" id="{18D13B63-F80B-9B4F-08EF-EFB6CC73B748}"/>
                </a:ext>
              </a:extLst>
            </p:cNvPr>
            <p:cNvSpPr/>
            <p:nvPr/>
          </p:nvSpPr>
          <p:spPr>
            <a:xfrm>
              <a:off x="3604774" y="3119850"/>
              <a:ext cx="1756" cy="79471"/>
            </a:xfrm>
            <a:custGeom>
              <a:avLst/>
              <a:gdLst/>
              <a:ahLst/>
              <a:cxnLst/>
              <a:rect l="l" t="t" r="r" b="b"/>
              <a:pathLst>
                <a:path w="75" h="3394" extrusionOk="0">
                  <a:moveTo>
                    <a:pt x="1" y="1"/>
                  </a:moveTo>
                  <a:lnTo>
                    <a:pt x="1" y="3394"/>
                  </a:lnTo>
                  <a:lnTo>
                    <a:pt x="74" y="2582"/>
                  </a:lnTo>
                  <a:lnTo>
                    <a:pt x="74" y="1697"/>
                  </a:lnTo>
                  <a:lnTo>
                    <a:pt x="74" y="886"/>
                  </a:lnTo>
                  <a:lnTo>
                    <a:pt x="1" y="1"/>
                  </a:lnTo>
                  <a:close/>
                </a:path>
              </a:pathLst>
            </a:custGeom>
            <a:solidFill>
              <a:srgbClr val="1E28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5685;p46">
              <a:extLst>
                <a:ext uri="{FF2B5EF4-FFF2-40B4-BE49-F238E27FC236}">
                  <a16:creationId xmlns:a16="http://schemas.microsoft.com/office/drawing/2014/main" id="{183BCBB0-7CBB-F5DF-C528-B7E7B6DFA586}"/>
                </a:ext>
              </a:extLst>
            </p:cNvPr>
            <p:cNvSpPr/>
            <p:nvPr/>
          </p:nvSpPr>
          <p:spPr>
            <a:xfrm>
              <a:off x="3604774" y="3119850"/>
              <a:ext cx="1756" cy="79471"/>
            </a:xfrm>
            <a:custGeom>
              <a:avLst/>
              <a:gdLst/>
              <a:ahLst/>
              <a:cxnLst/>
              <a:rect l="l" t="t" r="r" b="b"/>
              <a:pathLst>
                <a:path w="75" h="3394" fill="none" extrusionOk="0">
                  <a:moveTo>
                    <a:pt x="1" y="1"/>
                  </a:moveTo>
                  <a:lnTo>
                    <a:pt x="1" y="3394"/>
                  </a:lnTo>
                  <a:lnTo>
                    <a:pt x="1" y="3394"/>
                  </a:lnTo>
                  <a:lnTo>
                    <a:pt x="74" y="2582"/>
                  </a:lnTo>
                  <a:lnTo>
                    <a:pt x="74" y="1697"/>
                  </a:lnTo>
                  <a:lnTo>
                    <a:pt x="74" y="1697"/>
                  </a:lnTo>
                  <a:lnTo>
                    <a:pt x="74" y="886"/>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5686;p46">
              <a:extLst>
                <a:ext uri="{FF2B5EF4-FFF2-40B4-BE49-F238E27FC236}">
                  <a16:creationId xmlns:a16="http://schemas.microsoft.com/office/drawing/2014/main" id="{BAEDBEC9-3E98-15FC-987E-159C70CB23B5}"/>
                </a:ext>
              </a:extLst>
            </p:cNvPr>
            <p:cNvSpPr/>
            <p:nvPr/>
          </p:nvSpPr>
          <p:spPr>
            <a:xfrm>
              <a:off x="3604774" y="3201034"/>
              <a:ext cx="1756" cy="1756"/>
            </a:xfrm>
            <a:custGeom>
              <a:avLst/>
              <a:gdLst/>
              <a:ahLst/>
              <a:cxnLst/>
              <a:rect l="l" t="t" r="r" b="b"/>
              <a:pathLst>
                <a:path w="75" h="75" extrusionOk="0">
                  <a:moveTo>
                    <a:pt x="1" y="0"/>
                  </a:moveTo>
                  <a:lnTo>
                    <a:pt x="1" y="74"/>
                  </a:lnTo>
                  <a:lnTo>
                    <a:pt x="74" y="0"/>
                  </a:lnTo>
                  <a:close/>
                </a:path>
              </a:pathLst>
            </a:custGeom>
            <a:solidFill>
              <a:srgbClr val="1E28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5687;p46">
              <a:extLst>
                <a:ext uri="{FF2B5EF4-FFF2-40B4-BE49-F238E27FC236}">
                  <a16:creationId xmlns:a16="http://schemas.microsoft.com/office/drawing/2014/main" id="{A48954FC-C207-3273-9598-2D79FC81E679}"/>
                </a:ext>
              </a:extLst>
            </p:cNvPr>
            <p:cNvSpPr/>
            <p:nvPr/>
          </p:nvSpPr>
          <p:spPr>
            <a:xfrm>
              <a:off x="3604774" y="3201034"/>
              <a:ext cx="1756" cy="1756"/>
            </a:xfrm>
            <a:custGeom>
              <a:avLst/>
              <a:gdLst/>
              <a:ahLst/>
              <a:cxnLst/>
              <a:rect l="l" t="t" r="r" b="b"/>
              <a:pathLst>
                <a:path w="75" h="75" fill="none" extrusionOk="0">
                  <a:moveTo>
                    <a:pt x="1" y="0"/>
                  </a:moveTo>
                  <a:lnTo>
                    <a:pt x="1" y="74"/>
                  </a:lnTo>
                  <a:lnTo>
                    <a:pt x="74" y="0"/>
                  </a:lnTo>
                  <a:lnTo>
                    <a:pt x="74" y="0"/>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5688;p46">
              <a:extLst>
                <a:ext uri="{FF2B5EF4-FFF2-40B4-BE49-F238E27FC236}">
                  <a16:creationId xmlns:a16="http://schemas.microsoft.com/office/drawing/2014/main" id="{F30A29E8-F862-E1D2-7E6B-135017E7DEFC}"/>
                </a:ext>
              </a:extLst>
            </p:cNvPr>
            <p:cNvSpPr/>
            <p:nvPr/>
          </p:nvSpPr>
          <p:spPr>
            <a:xfrm>
              <a:off x="3523590" y="3130224"/>
              <a:ext cx="46666" cy="60458"/>
            </a:xfrm>
            <a:custGeom>
              <a:avLst/>
              <a:gdLst/>
              <a:ahLst/>
              <a:cxnLst/>
              <a:rect l="l" t="t" r="r" b="b"/>
              <a:pathLst>
                <a:path w="1993" h="2582" extrusionOk="0">
                  <a:moveTo>
                    <a:pt x="1771" y="0"/>
                  </a:moveTo>
                  <a:lnTo>
                    <a:pt x="1550" y="148"/>
                  </a:lnTo>
                  <a:lnTo>
                    <a:pt x="960" y="443"/>
                  </a:lnTo>
                  <a:lnTo>
                    <a:pt x="591" y="959"/>
                  </a:lnTo>
                  <a:lnTo>
                    <a:pt x="222" y="1476"/>
                  </a:lnTo>
                  <a:lnTo>
                    <a:pt x="75" y="2066"/>
                  </a:lnTo>
                  <a:lnTo>
                    <a:pt x="1" y="2287"/>
                  </a:lnTo>
                  <a:lnTo>
                    <a:pt x="1" y="2582"/>
                  </a:lnTo>
                  <a:lnTo>
                    <a:pt x="148" y="2066"/>
                  </a:lnTo>
                  <a:lnTo>
                    <a:pt x="370" y="1549"/>
                  </a:lnTo>
                  <a:lnTo>
                    <a:pt x="665" y="1033"/>
                  </a:lnTo>
                  <a:lnTo>
                    <a:pt x="1107" y="590"/>
                  </a:lnTo>
                  <a:lnTo>
                    <a:pt x="1550" y="222"/>
                  </a:lnTo>
                  <a:lnTo>
                    <a:pt x="1992" y="0"/>
                  </a:lnTo>
                  <a:close/>
                </a:path>
              </a:pathLst>
            </a:custGeom>
            <a:solidFill>
              <a:srgbClr val="FAB9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5689;p46">
              <a:extLst>
                <a:ext uri="{FF2B5EF4-FFF2-40B4-BE49-F238E27FC236}">
                  <a16:creationId xmlns:a16="http://schemas.microsoft.com/office/drawing/2014/main" id="{3F747ADD-72CF-D7AB-038C-4C40E8C01C72}"/>
                </a:ext>
              </a:extLst>
            </p:cNvPr>
            <p:cNvSpPr/>
            <p:nvPr/>
          </p:nvSpPr>
          <p:spPr>
            <a:xfrm>
              <a:off x="3523590" y="3130224"/>
              <a:ext cx="46666" cy="60458"/>
            </a:xfrm>
            <a:custGeom>
              <a:avLst/>
              <a:gdLst/>
              <a:ahLst/>
              <a:cxnLst/>
              <a:rect l="l" t="t" r="r" b="b"/>
              <a:pathLst>
                <a:path w="1993" h="2582" fill="none" extrusionOk="0">
                  <a:moveTo>
                    <a:pt x="1992" y="0"/>
                  </a:moveTo>
                  <a:lnTo>
                    <a:pt x="1992" y="0"/>
                  </a:lnTo>
                  <a:lnTo>
                    <a:pt x="1771" y="0"/>
                  </a:lnTo>
                  <a:lnTo>
                    <a:pt x="1550" y="148"/>
                  </a:lnTo>
                  <a:lnTo>
                    <a:pt x="1550" y="148"/>
                  </a:lnTo>
                  <a:lnTo>
                    <a:pt x="960" y="443"/>
                  </a:lnTo>
                  <a:lnTo>
                    <a:pt x="591" y="959"/>
                  </a:lnTo>
                  <a:lnTo>
                    <a:pt x="222" y="1476"/>
                  </a:lnTo>
                  <a:lnTo>
                    <a:pt x="75" y="2066"/>
                  </a:lnTo>
                  <a:lnTo>
                    <a:pt x="75" y="2066"/>
                  </a:lnTo>
                  <a:lnTo>
                    <a:pt x="1" y="2287"/>
                  </a:lnTo>
                  <a:lnTo>
                    <a:pt x="1" y="2582"/>
                  </a:lnTo>
                  <a:lnTo>
                    <a:pt x="1" y="2582"/>
                  </a:lnTo>
                  <a:lnTo>
                    <a:pt x="148" y="2066"/>
                  </a:lnTo>
                  <a:lnTo>
                    <a:pt x="148" y="2066"/>
                  </a:lnTo>
                  <a:lnTo>
                    <a:pt x="370" y="1549"/>
                  </a:lnTo>
                  <a:lnTo>
                    <a:pt x="665" y="1033"/>
                  </a:lnTo>
                  <a:lnTo>
                    <a:pt x="665" y="1033"/>
                  </a:lnTo>
                  <a:lnTo>
                    <a:pt x="1107" y="590"/>
                  </a:lnTo>
                  <a:lnTo>
                    <a:pt x="1550" y="222"/>
                  </a:lnTo>
                  <a:lnTo>
                    <a:pt x="1550" y="222"/>
                  </a:lnTo>
                  <a:lnTo>
                    <a:pt x="199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5690;p46">
              <a:extLst>
                <a:ext uri="{FF2B5EF4-FFF2-40B4-BE49-F238E27FC236}">
                  <a16:creationId xmlns:a16="http://schemas.microsoft.com/office/drawing/2014/main" id="{5B44A1AB-F260-5584-4760-F0E45319E31A}"/>
                </a:ext>
              </a:extLst>
            </p:cNvPr>
            <p:cNvSpPr/>
            <p:nvPr/>
          </p:nvSpPr>
          <p:spPr>
            <a:xfrm>
              <a:off x="3561595" y="3287392"/>
              <a:ext cx="20746" cy="12106"/>
            </a:xfrm>
            <a:custGeom>
              <a:avLst/>
              <a:gdLst/>
              <a:ahLst/>
              <a:cxnLst/>
              <a:rect l="l" t="t" r="r" b="b"/>
              <a:pathLst>
                <a:path w="886" h="517" extrusionOk="0">
                  <a:moveTo>
                    <a:pt x="886" y="0"/>
                  </a:moveTo>
                  <a:lnTo>
                    <a:pt x="738" y="74"/>
                  </a:lnTo>
                  <a:lnTo>
                    <a:pt x="369" y="222"/>
                  </a:lnTo>
                  <a:lnTo>
                    <a:pt x="74" y="443"/>
                  </a:lnTo>
                  <a:lnTo>
                    <a:pt x="1" y="517"/>
                  </a:lnTo>
                  <a:lnTo>
                    <a:pt x="148" y="517"/>
                  </a:lnTo>
                  <a:lnTo>
                    <a:pt x="517" y="369"/>
                  </a:lnTo>
                  <a:lnTo>
                    <a:pt x="812" y="148"/>
                  </a:lnTo>
                  <a:lnTo>
                    <a:pt x="886"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5691;p46">
              <a:extLst>
                <a:ext uri="{FF2B5EF4-FFF2-40B4-BE49-F238E27FC236}">
                  <a16:creationId xmlns:a16="http://schemas.microsoft.com/office/drawing/2014/main" id="{99AA00DE-C13D-F884-CC7A-5FE65C17306B}"/>
                </a:ext>
              </a:extLst>
            </p:cNvPr>
            <p:cNvSpPr/>
            <p:nvPr/>
          </p:nvSpPr>
          <p:spPr>
            <a:xfrm>
              <a:off x="3497692" y="3560284"/>
              <a:ext cx="107100" cy="98460"/>
            </a:xfrm>
            <a:custGeom>
              <a:avLst/>
              <a:gdLst/>
              <a:ahLst/>
              <a:cxnLst/>
              <a:rect l="l" t="t" r="r" b="b"/>
              <a:pathLst>
                <a:path w="4574" h="4205" extrusionOk="0">
                  <a:moveTo>
                    <a:pt x="2951" y="0"/>
                  </a:moveTo>
                  <a:lnTo>
                    <a:pt x="2803" y="74"/>
                  </a:lnTo>
                  <a:lnTo>
                    <a:pt x="2803" y="295"/>
                  </a:lnTo>
                  <a:lnTo>
                    <a:pt x="2877" y="590"/>
                  </a:lnTo>
                  <a:lnTo>
                    <a:pt x="3025" y="959"/>
                  </a:lnTo>
                  <a:lnTo>
                    <a:pt x="3320" y="1328"/>
                  </a:lnTo>
                  <a:lnTo>
                    <a:pt x="3393" y="1549"/>
                  </a:lnTo>
                  <a:lnTo>
                    <a:pt x="3393" y="1623"/>
                  </a:lnTo>
                  <a:lnTo>
                    <a:pt x="3246" y="1697"/>
                  </a:lnTo>
                  <a:lnTo>
                    <a:pt x="2656" y="1697"/>
                  </a:lnTo>
                  <a:lnTo>
                    <a:pt x="2287" y="1623"/>
                  </a:lnTo>
                  <a:lnTo>
                    <a:pt x="1328" y="1476"/>
                  </a:lnTo>
                  <a:lnTo>
                    <a:pt x="886" y="1402"/>
                  </a:lnTo>
                  <a:lnTo>
                    <a:pt x="591" y="1476"/>
                  </a:lnTo>
                  <a:lnTo>
                    <a:pt x="517" y="1549"/>
                  </a:lnTo>
                  <a:lnTo>
                    <a:pt x="591" y="1697"/>
                  </a:lnTo>
                  <a:lnTo>
                    <a:pt x="738" y="1771"/>
                  </a:lnTo>
                  <a:lnTo>
                    <a:pt x="959" y="1844"/>
                  </a:lnTo>
                  <a:lnTo>
                    <a:pt x="1844" y="2066"/>
                  </a:lnTo>
                  <a:lnTo>
                    <a:pt x="2287" y="2213"/>
                  </a:lnTo>
                  <a:lnTo>
                    <a:pt x="2361" y="2361"/>
                  </a:lnTo>
                  <a:lnTo>
                    <a:pt x="2435" y="2434"/>
                  </a:lnTo>
                  <a:lnTo>
                    <a:pt x="2066" y="2434"/>
                  </a:lnTo>
                  <a:lnTo>
                    <a:pt x="1402" y="2361"/>
                  </a:lnTo>
                  <a:lnTo>
                    <a:pt x="443" y="2213"/>
                  </a:lnTo>
                  <a:lnTo>
                    <a:pt x="222" y="2139"/>
                  </a:lnTo>
                  <a:lnTo>
                    <a:pt x="74" y="2213"/>
                  </a:lnTo>
                  <a:lnTo>
                    <a:pt x="0" y="2287"/>
                  </a:lnTo>
                  <a:lnTo>
                    <a:pt x="0" y="2361"/>
                  </a:lnTo>
                  <a:lnTo>
                    <a:pt x="74" y="2434"/>
                  </a:lnTo>
                  <a:lnTo>
                    <a:pt x="222" y="2582"/>
                  </a:lnTo>
                  <a:lnTo>
                    <a:pt x="959" y="2803"/>
                  </a:lnTo>
                  <a:lnTo>
                    <a:pt x="1697" y="2951"/>
                  </a:lnTo>
                  <a:lnTo>
                    <a:pt x="2139" y="2951"/>
                  </a:lnTo>
                  <a:lnTo>
                    <a:pt x="2213" y="3025"/>
                  </a:lnTo>
                  <a:lnTo>
                    <a:pt x="2213" y="3098"/>
                  </a:lnTo>
                  <a:lnTo>
                    <a:pt x="2213" y="3172"/>
                  </a:lnTo>
                  <a:lnTo>
                    <a:pt x="2066" y="3172"/>
                  </a:lnTo>
                  <a:lnTo>
                    <a:pt x="1107" y="3025"/>
                  </a:lnTo>
                  <a:lnTo>
                    <a:pt x="148" y="3025"/>
                  </a:lnTo>
                  <a:lnTo>
                    <a:pt x="74" y="3172"/>
                  </a:lnTo>
                  <a:lnTo>
                    <a:pt x="148" y="3246"/>
                  </a:lnTo>
                  <a:lnTo>
                    <a:pt x="296" y="3320"/>
                  </a:lnTo>
                  <a:lnTo>
                    <a:pt x="959" y="3467"/>
                  </a:lnTo>
                  <a:lnTo>
                    <a:pt x="1623" y="3541"/>
                  </a:lnTo>
                  <a:lnTo>
                    <a:pt x="1918" y="3615"/>
                  </a:lnTo>
                  <a:lnTo>
                    <a:pt x="2066" y="3688"/>
                  </a:lnTo>
                  <a:lnTo>
                    <a:pt x="2139" y="3762"/>
                  </a:lnTo>
                  <a:lnTo>
                    <a:pt x="1992" y="3836"/>
                  </a:lnTo>
                  <a:lnTo>
                    <a:pt x="738" y="3836"/>
                  </a:lnTo>
                  <a:lnTo>
                    <a:pt x="664" y="3910"/>
                  </a:lnTo>
                  <a:lnTo>
                    <a:pt x="664" y="3983"/>
                  </a:lnTo>
                  <a:lnTo>
                    <a:pt x="738" y="4057"/>
                  </a:lnTo>
                  <a:lnTo>
                    <a:pt x="1033" y="4131"/>
                  </a:lnTo>
                  <a:lnTo>
                    <a:pt x="1623" y="4205"/>
                  </a:lnTo>
                  <a:lnTo>
                    <a:pt x="2656" y="4205"/>
                  </a:lnTo>
                  <a:lnTo>
                    <a:pt x="3762" y="4131"/>
                  </a:lnTo>
                  <a:lnTo>
                    <a:pt x="4574" y="1623"/>
                  </a:lnTo>
                  <a:lnTo>
                    <a:pt x="3910" y="1181"/>
                  </a:lnTo>
                  <a:lnTo>
                    <a:pt x="3688" y="959"/>
                  </a:lnTo>
                  <a:lnTo>
                    <a:pt x="3541" y="738"/>
                  </a:lnTo>
                  <a:lnTo>
                    <a:pt x="3320" y="443"/>
                  </a:lnTo>
                  <a:lnTo>
                    <a:pt x="3172" y="148"/>
                  </a:lnTo>
                  <a:lnTo>
                    <a:pt x="3098" y="0"/>
                  </a:lnTo>
                  <a:close/>
                </a:path>
              </a:pathLst>
            </a:custGeom>
            <a:solidFill>
              <a:srgbClr val="FFBE9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5692;p46">
              <a:extLst>
                <a:ext uri="{FF2B5EF4-FFF2-40B4-BE49-F238E27FC236}">
                  <a16:creationId xmlns:a16="http://schemas.microsoft.com/office/drawing/2014/main" id="{90E98B5F-A09E-5EDE-1606-09FCE6535C63}"/>
                </a:ext>
              </a:extLst>
            </p:cNvPr>
            <p:cNvSpPr/>
            <p:nvPr/>
          </p:nvSpPr>
          <p:spPr>
            <a:xfrm>
              <a:off x="3497692" y="3560284"/>
              <a:ext cx="107100" cy="98460"/>
            </a:xfrm>
            <a:custGeom>
              <a:avLst/>
              <a:gdLst/>
              <a:ahLst/>
              <a:cxnLst/>
              <a:rect l="l" t="t" r="r" b="b"/>
              <a:pathLst>
                <a:path w="4574" h="4205" fill="none" extrusionOk="0">
                  <a:moveTo>
                    <a:pt x="3762" y="4131"/>
                  </a:moveTo>
                  <a:lnTo>
                    <a:pt x="3762" y="4131"/>
                  </a:lnTo>
                  <a:lnTo>
                    <a:pt x="2656" y="4205"/>
                  </a:lnTo>
                  <a:lnTo>
                    <a:pt x="1623" y="4205"/>
                  </a:lnTo>
                  <a:lnTo>
                    <a:pt x="1623" y="4205"/>
                  </a:lnTo>
                  <a:lnTo>
                    <a:pt x="1033" y="4131"/>
                  </a:lnTo>
                  <a:lnTo>
                    <a:pt x="738" y="4057"/>
                  </a:lnTo>
                  <a:lnTo>
                    <a:pt x="664" y="3983"/>
                  </a:lnTo>
                  <a:lnTo>
                    <a:pt x="664" y="3910"/>
                  </a:lnTo>
                  <a:lnTo>
                    <a:pt x="664" y="3910"/>
                  </a:lnTo>
                  <a:lnTo>
                    <a:pt x="738" y="3836"/>
                  </a:lnTo>
                  <a:lnTo>
                    <a:pt x="959" y="3836"/>
                  </a:lnTo>
                  <a:lnTo>
                    <a:pt x="1549" y="3836"/>
                  </a:lnTo>
                  <a:lnTo>
                    <a:pt x="1992" y="3836"/>
                  </a:lnTo>
                  <a:lnTo>
                    <a:pt x="2139" y="3762"/>
                  </a:lnTo>
                  <a:lnTo>
                    <a:pt x="2066" y="3688"/>
                  </a:lnTo>
                  <a:lnTo>
                    <a:pt x="2066" y="3688"/>
                  </a:lnTo>
                  <a:lnTo>
                    <a:pt x="1918" y="3615"/>
                  </a:lnTo>
                  <a:lnTo>
                    <a:pt x="1623" y="3541"/>
                  </a:lnTo>
                  <a:lnTo>
                    <a:pt x="959" y="3467"/>
                  </a:lnTo>
                  <a:lnTo>
                    <a:pt x="296" y="3320"/>
                  </a:lnTo>
                  <a:lnTo>
                    <a:pt x="148" y="3246"/>
                  </a:lnTo>
                  <a:lnTo>
                    <a:pt x="74" y="3172"/>
                  </a:lnTo>
                  <a:lnTo>
                    <a:pt x="74" y="3172"/>
                  </a:lnTo>
                  <a:lnTo>
                    <a:pt x="148" y="3025"/>
                  </a:lnTo>
                  <a:lnTo>
                    <a:pt x="443" y="3025"/>
                  </a:lnTo>
                  <a:lnTo>
                    <a:pt x="1107" y="3025"/>
                  </a:lnTo>
                  <a:lnTo>
                    <a:pt x="2066" y="3172"/>
                  </a:lnTo>
                  <a:lnTo>
                    <a:pt x="2066" y="3172"/>
                  </a:lnTo>
                  <a:lnTo>
                    <a:pt x="2213" y="3172"/>
                  </a:lnTo>
                  <a:lnTo>
                    <a:pt x="2213" y="3098"/>
                  </a:lnTo>
                  <a:lnTo>
                    <a:pt x="2213" y="3025"/>
                  </a:lnTo>
                  <a:lnTo>
                    <a:pt x="2139" y="2951"/>
                  </a:lnTo>
                  <a:lnTo>
                    <a:pt x="2139" y="2951"/>
                  </a:lnTo>
                  <a:lnTo>
                    <a:pt x="1697" y="2951"/>
                  </a:lnTo>
                  <a:lnTo>
                    <a:pt x="959" y="2803"/>
                  </a:lnTo>
                  <a:lnTo>
                    <a:pt x="222" y="2582"/>
                  </a:lnTo>
                  <a:lnTo>
                    <a:pt x="74" y="2434"/>
                  </a:lnTo>
                  <a:lnTo>
                    <a:pt x="0" y="2361"/>
                  </a:lnTo>
                  <a:lnTo>
                    <a:pt x="0" y="2287"/>
                  </a:lnTo>
                  <a:lnTo>
                    <a:pt x="0" y="2287"/>
                  </a:lnTo>
                  <a:lnTo>
                    <a:pt x="74" y="2213"/>
                  </a:lnTo>
                  <a:lnTo>
                    <a:pt x="222" y="2139"/>
                  </a:lnTo>
                  <a:lnTo>
                    <a:pt x="443" y="2213"/>
                  </a:lnTo>
                  <a:lnTo>
                    <a:pt x="443" y="2213"/>
                  </a:lnTo>
                  <a:lnTo>
                    <a:pt x="1402" y="2361"/>
                  </a:lnTo>
                  <a:lnTo>
                    <a:pt x="2066" y="2434"/>
                  </a:lnTo>
                  <a:lnTo>
                    <a:pt x="2361" y="2434"/>
                  </a:lnTo>
                  <a:lnTo>
                    <a:pt x="2435" y="2434"/>
                  </a:lnTo>
                  <a:lnTo>
                    <a:pt x="2435" y="2434"/>
                  </a:lnTo>
                  <a:lnTo>
                    <a:pt x="2361" y="2361"/>
                  </a:lnTo>
                  <a:lnTo>
                    <a:pt x="2287" y="2213"/>
                  </a:lnTo>
                  <a:lnTo>
                    <a:pt x="1844" y="2066"/>
                  </a:lnTo>
                  <a:lnTo>
                    <a:pt x="959" y="1844"/>
                  </a:lnTo>
                  <a:lnTo>
                    <a:pt x="959" y="1844"/>
                  </a:lnTo>
                  <a:lnTo>
                    <a:pt x="738" y="1771"/>
                  </a:lnTo>
                  <a:lnTo>
                    <a:pt x="591" y="1697"/>
                  </a:lnTo>
                  <a:lnTo>
                    <a:pt x="517" y="1549"/>
                  </a:lnTo>
                  <a:lnTo>
                    <a:pt x="591" y="1476"/>
                  </a:lnTo>
                  <a:lnTo>
                    <a:pt x="591" y="1476"/>
                  </a:lnTo>
                  <a:lnTo>
                    <a:pt x="886" y="1402"/>
                  </a:lnTo>
                  <a:lnTo>
                    <a:pt x="1328" y="1476"/>
                  </a:lnTo>
                  <a:lnTo>
                    <a:pt x="2287" y="1623"/>
                  </a:lnTo>
                  <a:lnTo>
                    <a:pt x="2287" y="1623"/>
                  </a:lnTo>
                  <a:lnTo>
                    <a:pt x="2656" y="1697"/>
                  </a:lnTo>
                  <a:lnTo>
                    <a:pt x="3098" y="1697"/>
                  </a:lnTo>
                  <a:lnTo>
                    <a:pt x="3246" y="1697"/>
                  </a:lnTo>
                  <a:lnTo>
                    <a:pt x="3393" y="1623"/>
                  </a:lnTo>
                  <a:lnTo>
                    <a:pt x="3393" y="1549"/>
                  </a:lnTo>
                  <a:lnTo>
                    <a:pt x="3320" y="1328"/>
                  </a:lnTo>
                  <a:lnTo>
                    <a:pt x="3320" y="1328"/>
                  </a:lnTo>
                  <a:lnTo>
                    <a:pt x="3025" y="959"/>
                  </a:lnTo>
                  <a:lnTo>
                    <a:pt x="2877" y="590"/>
                  </a:lnTo>
                  <a:lnTo>
                    <a:pt x="2803" y="295"/>
                  </a:lnTo>
                  <a:lnTo>
                    <a:pt x="2803" y="74"/>
                  </a:lnTo>
                  <a:lnTo>
                    <a:pt x="2803" y="74"/>
                  </a:lnTo>
                  <a:lnTo>
                    <a:pt x="2951" y="0"/>
                  </a:lnTo>
                  <a:lnTo>
                    <a:pt x="3098" y="0"/>
                  </a:lnTo>
                  <a:lnTo>
                    <a:pt x="3098" y="0"/>
                  </a:lnTo>
                  <a:lnTo>
                    <a:pt x="3172" y="148"/>
                  </a:lnTo>
                  <a:lnTo>
                    <a:pt x="3172" y="148"/>
                  </a:lnTo>
                  <a:lnTo>
                    <a:pt x="3320" y="443"/>
                  </a:lnTo>
                  <a:lnTo>
                    <a:pt x="3541" y="738"/>
                  </a:lnTo>
                  <a:lnTo>
                    <a:pt x="3541" y="738"/>
                  </a:lnTo>
                  <a:lnTo>
                    <a:pt x="3688" y="959"/>
                  </a:lnTo>
                  <a:lnTo>
                    <a:pt x="3910" y="1181"/>
                  </a:lnTo>
                  <a:lnTo>
                    <a:pt x="3910" y="1181"/>
                  </a:lnTo>
                  <a:lnTo>
                    <a:pt x="4574" y="162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5693;p46">
              <a:extLst>
                <a:ext uri="{FF2B5EF4-FFF2-40B4-BE49-F238E27FC236}">
                  <a16:creationId xmlns:a16="http://schemas.microsoft.com/office/drawing/2014/main" id="{E8982A99-C0A5-A48A-9FA1-3D40D384D31C}"/>
                </a:ext>
              </a:extLst>
            </p:cNvPr>
            <p:cNvSpPr/>
            <p:nvPr/>
          </p:nvSpPr>
          <p:spPr>
            <a:xfrm>
              <a:off x="6062504" y="3898810"/>
              <a:ext cx="385153" cy="395526"/>
            </a:xfrm>
            <a:custGeom>
              <a:avLst/>
              <a:gdLst/>
              <a:ahLst/>
              <a:cxnLst/>
              <a:rect l="l" t="t" r="r" b="b"/>
              <a:pathLst>
                <a:path w="16449" h="16892" extrusionOk="0">
                  <a:moveTo>
                    <a:pt x="6860" y="0"/>
                  </a:moveTo>
                  <a:lnTo>
                    <a:pt x="0" y="6122"/>
                  </a:lnTo>
                  <a:lnTo>
                    <a:pt x="9515" y="16891"/>
                  </a:lnTo>
                  <a:lnTo>
                    <a:pt x="16449" y="10695"/>
                  </a:lnTo>
                  <a:lnTo>
                    <a:pt x="6860"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5694;p46">
              <a:extLst>
                <a:ext uri="{FF2B5EF4-FFF2-40B4-BE49-F238E27FC236}">
                  <a16:creationId xmlns:a16="http://schemas.microsoft.com/office/drawing/2014/main" id="{0292F55E-07E7-F2E4-02D7-81C72848E637}"/>
                </a:ext>
              </a:extLst>
            </p:cNvPr>
            <p:cNvSpPr/>
            <p:nvPr/>
          </p:nvSpPr>
          <p:spPr>
            <a:xfrm>
              <a:off x="6413113" y="4119881"/>
              <a:ext cx="63923" cy="65656"/>
            </a:xfrm>
            <a:custGeom>
              <a:avLst/>
              <a:gdLst/>
              <a:ahLst/>
              <a:cxnLst/>
              <a:rect l="l" t="t" r="r" b="b"/>
              <a:pathLst>
                <a:path w="2730" h="2804" extrusionOk="0">
                  <a:moveTo>
                    <a:pt x="1402" y="0"/>
                  </a:moveTo>
                  <a:lnTo>
                    <a:pt x="1181" y="74"/>
                  </a:lnTo>
                  <a:lnTo>
                    <a:pt x="886" y="74"/>
                  </a:lnTo>
                  <a:lnTo>
                    <a:pt x="664" y="222"/>
                  </a:lnTo>
                  <a:lnTo>
                    <a:pt x="443" y="369"/>
                  </a:lnTo>
                  <a:lnTo>
                    <a:pt x="222" y="590"/>
                  </a:lnTo>
                  <a:lnTo>
                    <a:pt x="74" y="812"/>
                  </a:lnTo>
                  <a:lnTo>
                    <a:pt x="0" y="1033"/>
                  </a:lnTo>
                  <a:lnTo>
                    <a:pt x="0" y="1328"/>
                  </a:lnTo>
                  <a:lnTo>
                    <a:pt x="0" y="1623"/>
                  </a:lnTo>
                  <a:lnTo>
                    <a:pt x="74" y="1844"/>
                  </a:lnTo>
                  <a:lnTo>
                    <a:pt x="148" y="2066"/>
                  </a:lnTo>
                  <a:lnTo>
                    <a:pt x="296" y="2361"/>
                  </a:lnTo>
                  <a:lnTo>
                    <a:pt x="517" y="2508"/>
                  </a:lnTo>
                  <a:lnTo>
                    <a:pt x="738" y="2656"/>
                  </a:lnTo>
                  <a:lnTo>
                    <a:pt x="1033" y="2729"/>
                  </a:lnTo>
                  <a:lnTo>
                    <a:pt x="1254" y="2803"/>
                  </a:lnTo>
                  <a:lnTo>
                    <a:pt x="1549" y="2803"/>
                  </a:lnTo>
                  <a:lnTo>
                    <a:pt x="1771" y="2729"/>
                  </a:lnTo>
                  <a:lnTo>
                    <a:pt x="2066" y="2582"/>
                  </a:lnTo>
                  <a:lnTo>
                    <a:pt x="2287" y="2434"/>
                  </a:lnTo>
                  <a:lnTo>
                    <a:pt x="2435" y="2213"/>
                  </a:lnTo>
                  <a:lnTo>
                    <a:pt x="2582" y="1992"/>
                  </a:lnTo>
                  <a:lnTo>
                    <a:pt x="2656" y="1771"/>
                  </a:lnTo>
                  <a:lnTo>
                    <a:pt x="2730" y="1476"/>
                  </a:lnTo>
                  <a:lnTo>
                    <a:pt x="2730" y="1254"/>
                  </a:lnTo>
                  <a:lnTo>
                    <a:pt x="2656" y="959"/>
                  </a:lnTo>
                  <a:lnTo>
                    <a:pt x="2508" y="738"/>
                  </a:lnTo>
                  <a:lnTo>
                    <a:pt x="2361" y="517"/>
                  </a:lnTo>
                  <a:lnTo>
                    <a:pt x="2140" y="295"/>
                  </a:lnTo>
                  <a:lnTo>
                    <a:pt x="1918" y="148"/>
                  </a:lnTo>
                  <a:lnTo>
                    <a:pt x="1697" y="74"/>
                  </a:lnTo>
                  <a:lnTo>
                    <a:pt x="1402"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5695;p46">
              <a:extLst>
                <a:ext uri="{FF2B5EF4-FFF2-40B4-BE49-F238E27FC236}">
                  <a16:creationId xmlns:a16="http://schemas.microsoft.com/office/drawing/2014/main" id="{0F598D6A-763F-8930-5867-7E174C80FE6C}"/>
                </a:ext>
              </a:extLst>
            </p:cNvPr>
            <p:cNvSpPr/>
            <p:nvPr/>
          </p:nvSpPr>
          <p:spPr>
            <a:xfrm>
              <a:off x="6430394" y="4138872"/>
              <a:ext cx="32828" cy="22478"/>
            </a:xfrm>
            <a:custGeom>
              <a:avLst/>
              <a:gdLst/>
              <a:ahLst/>
              <a:cxnLst/>
              <a:rect l="l" t="t" r="r" b="b"/>
              <a:pathLst>
                <a:path w="1402" h="960" extrusionOk="0">
                  <a:moveTo>
                    <a:pt x="74" y="1"/>
                  </a:moveTo>
                  <a:lnTo>
                    <a:pt x="0" y="886"/>
                  </a:lnTo>
                  <a:lnTo>
                    <a:pt x="1402" y="960"/>
                  </a:lnTo>
                  <a:lnTo>
                    <a:pt x="1402" y="665"/>
                  </a:lnTo>
                  <a:lnTo>
                    <a:pt x="295" y="665"/>
                  </a:lnTo>
                  <a:lnTo>
                    <a:pt x="3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5696;p46">
              <a:extLst>
                <a:ext uri="{FF2B5EF4-FFF2-40B4-BE49-F238E27FC236}">
                  <a16:creationId xmlns:a16="http://schemas.microsoft.com/office/drawing/2014/main" id="{647A90E5-FC43-7158-372E-7CA2300CF01D}"/>
                </a:ext>
              </a:extLst>
            </p:cNvPr>
            <p:cNvSpPr/>
            <p:nvPr/>
          </p:nvSpPr>
          <p:spPr>
            <a:xfrm>
              <a:off x="6216207" y="4076702"/>
              <a:ext cx="162383" cy="143370"/>
            </a:xfrm>
            <a:custGeom>
              <a:avLst/>
              <a:gdLst/>
              <a:ahLst/>
              <a:cxnLst/>
              <a:rect l="l" t="t" r="r" b="b"/>
              <a:pathLst>
                <a:path w="6935" h="6123" extrusionOk="0">
                  <a:moveTo>
                    <a:pt x="6934" y="0"/>
                  </a:moveTo>
                  <a:lnTo>
                    <a:pt x="5902" y="812"/>
                  </a:lnTo>
                  <a:lnTo>
                    <a:pt x="3468" y="3025"/>
                  </a:lnTo>
                  <a:lnTo>
                    <a:pt x="1034" y="5164"/>
                  </a:lnTo>
                  <a:lnTo>
                    <a:pt x="1" y="6122"/>
                  </a:lnTo>
                  <a:lnTo>
                    <a:pt x="1" y="6122"/>
                  </a:lnTo>
                  <a:lnTo>
                    <a:pt x="1107" y="5311"/>
                  </a:lnTo>
                  <a:lnTo>
                    <a:pt x="3541" y="3098"/>
                  </a:lnTo>
                  <a:lnTo>
                    <a:pt x="5975" y="959"/>
                  </a:lnTo>
                  <a:lnTo>
                    <a:pt x="693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5697;p46">
              <a:extLst>
                <a:ext uri="{FF2B5EF4-FFF2-40B4-BE49-F238E27FC236}">
                  <a16:creationId xmlns:a16="http://schemas.microsoft.com/office/drawing/2014/main" id="{ABCB0CFE-7199-4D9F-C714-294157176549}"/>
                </a:ext>
              </a:extLst>
            </p:cNvPr>
            <p:cNvSpPr/>
            <p:nvPr/>
          </p:nvSpPr>
          <p:spPr>
            <a:xfrm>
              <a:off x="6131582" y="3976528"/>
              <a:ext cx="227992" cy="257354"/>
            </a:xfrm>
            <a:custGeom>
              <a:avLst/>
              <a:gdLst/>
              <a:ahLst/>
              <a:cxnLst/>
              <a:rect l="l" t="t" r="r" b="b"/>
              <a:pathLst>
                <a:path w="9737" h="10991" extrusionOk="0">
                  <a:moveTo>
                    <a:pt x="1" y="0"/>
                  </a:moveTo>
                  <a:lnTo>
                    <a:pt x="1402" y="1697"/>
                  </a:lnTo>
                  <a:lnTo>
                    <a:pt x="4795" y="5532"/>
                  </a:lnTo>
                  <a:lnTo>
                    <a:pt x="8262" y="9442"/>
                  </a:lnTo>
                  <a:lnTo>
                    <a:pt x="9737" y="10991"/>
                  </a:lnTo>
                  <a:lnTo>
                    <a:pt x="8336" y="9368"/>
                  </a:lnTo>
                  <a:lnTo>
                    <a:pt x="4943" y="5459"/>
                  </a:lnTo>
                  <a:lnTo>
                    <a:pt x="1476" y="1623"/>
                  </a:lnTo>
                  <a:lnTo>
                    <a:pt x="1"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5698;p46">
              <a:extLst>
                <a:ext uri="{FF2B5EF4-FFF2-40B4-BE49-F238E27FC236}">
                  <a16:creationId xmlns:a16="http://schemas.microsoft.com/office/drawing/2014/main" id="{28EFB65F-B96F-5E93-2C1B-91DE57C19061}"/>
                </a:ext>
              </a:extLst>
            </p:cNvPr>
            <p:cNvSpPr/>
            <p:nvPr/>
          </p:nvSpPr>
          <p:spPr>
            <a:xfrm>
              <a:off x="6133314" y="3978261"/>
              <a:ext cx="160650" cy="143370"/>
            </a:xfrm>
            <a:custGeom>
              <a:avLst/>
              <a:gdLst/>
              <a:ahLst/>
              <a:cxnLst/>
              <a:rect l="l" t="t" r="r" b="b"/>
              <a:pathLst>
                <a:path w="6861" h="6123" extrusionOk="0">
                  <a:moveTo>
                    <a:pt x="6860" y="0"/>
                  </a:moveTo>
                  <a:lnTo>
                    <a:pt x="5828" y="811"/>
                  </a:lnTo>
                  <a:lnTo>
                    <a:pt x="3393" y="2951"/>
                  </a:lnTo>
                  <a:lnTo>
                    <a:pt x="959" y="5163"/>
                  </a:lnTo>
                  <a:lnTo>
                    <a:pt x="1" y="6122"/>
                  </a:lnTo>
                  <a:lnTo>
                    <a:pt x="1033" y="5237"/>
                  </a:lnTo>
                  <a:lnTo>
                    <a:pt x="3467" y="3098"/>
                  </a:lnTo>
                  <a:lnTo>
                    <a:pt x="5901" y="885"/>
                  </a:lnTo>
                  <a:lnTo>
                    <a:pt x="6860"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5699;p46">
              <a:extLst>
                <a:ext uri="{FF2B5EF4-FFF2-40B4-BE49-F238E27FC236}">
                  <a16:creationId xmlns:a16="http://schemas.microsoft.com/office/drawing/2014/main" id="{F28ECE85-2C21-56B6-5BCC-D026CE1E9176}"/>
                </a:ext>
              </a:extLst>
            </p:cNvPr>
            <p:cNvSpPr/>
            <p:nvPr/>
          </p:nvSpPr>
          <p:spPr>
            <a:xfrm>
              <a:off x="6250769" y="4112974"/>
              <a:ext cx="162360" cy="143370"/>
            </a:xfrm>
            <a:custGeom>
              <a:avLst/>
              <a:gdLst/>
              <a:ahLst/>
              <a:cxnLst/>
              <a:rect l="l" t="t" r="r" b="b"/>
              <a:pathLst>
                <a:path w="6934" h="6123" extrusionOk="0">
                  <a:moveTo>
                    <a:pt x="6933" y="0"/>
                  </a:moveTo>
                  <a:lnTo>
                    <a:pt x="5901" y="885"/>
                  </a:lnTo>
                  <a:lnTo>
                    <a:pt x="3393" y="3024"/>
                  </a:lnTo>
                  <a:lnTo>
                    <a:pt x="959" y="5237"/>
                  </a:lnTo>
                  <a:lnTo>
                    <a:pt x="0" y="6122"/>
                  </a:lnTo>
                  <a:lnTo>
                    <a:pt x="0" y="6122"/>
                  </a:lnTo>
                  <a:lnTo>
                    <a:pt x="1033" y="5311"/>
                  </a:lnTo>
                  <a:lnTo>
                    <a:pt x="3541" y="3098"/>
                  </a:lnTo>
                  <a:lnTo>
                    <a:pt x="5975" y="959"/>
                  </a:lnTo>
                  <a:lnTo>
                    <a:pt x="6933"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5700;p46">
              <a:extLst>
                <a:ext uri="{FF2B5EF4-FFF2-40B4-BE49-F238E27FC236}">
                  <a16:creationId xmlns:a16="http://schemas.microsoft.com/office/drawing/2014/main" id="{D79390E2-6644-882A-1498-29B6BDF62BA8}"/>
                </a:ext>
              </a:extLst>
            </p:cNvPr>
            <p:cNvSpPr/>
            <p:nvPr/>
          </p:nvSpPr>
          <p:spPr>
            <a:xfrm>
              <a:off x="6179959" y="3981703"/>
              <a:ext cx="36270" cy="76029"/>
            </a:xfrm>
            <a:custGeom>
              <a:avLst/>
              <a:gdLst/>
              <a:ahLst/>
              <a:cxnLst/>
              <a:rect l="l" t="t" r="r" b="b"/>
              <a:pathLst>
                <a:path w="1549" h="3247" extrusionOk="0">
                  <a:moveTo>
                    <a:pt x="590" y="1"/>
                  </a:moveTo>
                  <a:lnTo>
                    <a:pt x="369" y="74"/>
                  </a:lnTo>
                  <a:lnTo>
                    <a:pt x="221" y="148"/>
                  </a:lnTo>
                  <a:lnTo>
                    <a:pt x="74" y="369"/>
                  </a:lnTo>
                  <a:lnTo>
                    <a:pt x="0" y="738"/>
                  </a:lnTo>
                  <a:lnTo>
                    <a:pt x="0" y="1033"/>
                  </a:lnTo>
                  <a:lnTo>
                    <a:pt x="74" y="1623"/>
                  </a:lnTo>
                  <a:lnTo>
                    <a:pt x="295" y="2213"/>
                  </a:lnTo>
                  <a:lnTo>
                    <a:pt x="664" y="2877"/>
                  </a:lnTo>
                  <a:lnTo>
                    <a:pt x="885" y="3099"/>
                  </a:lnTo>
                  <a:lnTo>
                    <a:pt x="369" y="2140"/>
                  </a:lnTo>
                  <a:lnTo>
                    <a:pt x="221" y="1623"/>
                  </a:lnTo>
                  <a:lnTo>
                    <a:pt x="148" y="1033"/>
                  </a:lnTo>
                  <a:lnTo>
                    <a:pt x="148" y="738"/>
                  </a:lnTo>
                  <a:lnTo>
                    <a:pt x="221" y="443"/>
                  </a:lnTo>
                  <a:lnTo>
                    <a:pt x="295" y="296"/>
                  </a:lnTo>
                  <a:lnTo>
                    <a:pt x="443" y="222"/>
                  </a:lnTo>
                  <a:lnTo>
                    <a:pt x="590" y="148"/>
                  </a:lnTo>
                  <a:lnTo>
                    <a:pt x="738" y="148"/>
                  </a:lnTo>
                  <a:lnTo>
                    <a:pt x="1033" y="296"/>
                  </a:lnTo>
                  <a:lnTo>
                    <a:pt x="1254" y="517"/>
                  </a:lnTo>
                  <a:lnTo>
                    <a:pt x="1328" y="886"/>
                  </a:lnTo>
                  <a:lnTo>
                    <a:pt x="1401" y="1181"/>
                  </a:lnTo>
                  <a:lnTo>
                    <a:pt x="1401" y="1771"/>
                  </a:lnTo>
                  <a:lnTo>
                    <a:pt x="1328" y="2287"/>
                  </a:lnTo>
                  <a:lnTo>
                    <a:pt x="1106" y="2804"/>
                  </a:lnTo>
                  <a:lnTo>
                    <a:pt x="885" y="3246"/>
                  </a:lnTo>
                  <a:lnTo>
                    <a:pt x="885" y="3246"/>
                  </a:lnTo>
                  <a:lnTo>
                    <a:pt x="1033" y="3025"/>
                  </a:lnTo>
                  <a:lnTo>
                    <a:pt x="1254" y="2730"/>
                  </a:lnTo>
                  <a:lnTo>
                    <a:pt x="1401" y="2361"/>
                  </a:lnTo>
                  <a:lnTo>
                    <a:pt x="1549" y="1771"/>
                  </a:lnTo>
                  <a:lnTo>
                    <a:pt x="1549" y="1181"/>
                  </a:lnTo>
                  <a:lnTo>
                    <a:pt x="1475" y="812"/>
                  </a:lnTo>
                  <a:lnTo>
                    <a:pt x="1401" y="443"/>
                  </a:lnTo>
                  <a:lnTo>
                    <a:pt x="1254" y="296"/>
                  </a:lnTo>
                  <a:lnTo>
                    <a:pt x="1106" y="148"/>
                  </a:lnTo>
                  <a:lnTo>
                    <a:pt x="959" y="74"/>
                  </a:lnTo>
                  <a:lnTo>
                    <a:pt x="738"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5701;p46">
              <a:extLst>
                <a:ext uri="{FF2B5EF4-FFF2-40B4-BE49-F238E27FC236}">
                  <a16:creationId xmlns:a16="http://schemas.microsoft.com/office/drawing/2014/main" id="{F782D87D-0594-5374-20F5-D0C980BE63E2}"/>
                </a:ext>
              </a:extLst>
            </p:cNvPr>
            <p:cNvSpPr/>
            <p:nvPr/>
          </p:nvSpPr>
          <p:spPr>
            <a:xfrm>
              <a:off x="6198950" y="4045606"/>
              <a:ext cx="70830" cy="27653"/>
            </a:xfrm>
            <a:custGeom>
              <a:avLst/>
              <a:gdLst/>
              <a:ahLst/>
              <a:cxnLst/>
              <a:rect l="l" t="t" r="r" b="b"/>
              <a:pathLst>
                <a:path w="3025" h="1181" extrusionOk="0">
                  <a:moveTo>
                    <a:pt x="1328" y="1"/>
                  </a:moveTo>
                  <a:lnTo>
                    <a:pt x="812" y="148"/>
                  </a:lnTo>
                  <a:lnTo>
                    <a:pt x="148" y="443"/>
                  </a:lnTo>
                  <a:lnTo>
                    <a:pt x="0" y="591"/>
                  </a:lnTo>
                  <a:lnTo>
                    <a:pt x="886" y="222"/>
                  </a:lnTo>
                  <a:lnTo>
                    <a:pt x="1402" y="148"/>
                  </a:lnTo>
                  <a:lnTo>
                    <a:pt x="1844" y="75"/>
                  </a:lnTo>
                  <a:lnTo>
                    <a:pt x="2434" y="148"/>
                  </a:lnTo>
                  <a:lnTo>
                    <a:pt x="2729" y="296"/>
                  </a:lnTo>
                  <a:lnTo>
                    <a:pt x="2803" y="370"/>
                  </a:lnTo>
                  <a:lnTo>
                    <a:pt x="2877" y="517"/>
                  </a:lnTo>
                  <a:lnTo>
                    <a:pt x="2803" y="591"/>
                  </a:lnTo>
                  <a:lnTo>
                    <a:pt x="2729" y="738"/>
                  </a:lnTo>
                  <a:lnTo>
                    <a:pt x="2508" y="886"/>
                  </a:lnTo>
                  <a:lnTo>
                    <a:pt x="1918" y="1033"/>
                  </a:lnTo>
                  <a:lnTo>
                    <a:pt x="1402" y="1033"/>
                  </a:lnTo>
                  <a:lnTo>
                    <a:pt x="886" y="960"/>
                  </a:lnTo>
                  <a:lnTo>
                    <a:pt x="443" y="812"/>
                  </a:lnTo>
                  <a:lnTo>
                    <a:pt x="74" y="591"/>
                  </a:lnTo>
                  <a:lnTo>
                    <a:pt x="74" y="591"/>
                  </a:lnTo>
                  <a:lnTo>
                    <a:pt x="222" y="738"/>
                  </a:lnTo>
                  <a:lnTo>
                    <a:pt x="517" y="960"/>
                  </a:lnTo>
                  <a:lnTo>
                    <a:pt x="886" y="1107"/>
                  </a:lnTo>
                  <a:lnTo>
                    <a:pt x="1402" y="1181"/>
                  </a:lnTo>
                  <a:lnTo>
                    <a:pt x="1918" y="1181"/>
                  </a:lnTo>
                  <a:lnTo>
                    <a:pt x="2508" y="1033"/>
                  </a:lnTo>
                  <a:lnTo>
                    <a:pt x="2803" y="812"/>
                  </a:lnTo>
                  <a:lnTo>
                    <a:pt x="2951" y="665"/>
                  </a:lnTo>
                  <a:lnTo>
                    <a:pt x="3025" y="517"/>
                  </a:lnTo>
                  <a:lnTo>
                    <a:pt x="2951" y="296"/>
                  </a:lnTo>
                  <a:lnTo>
                    <a:pt x="2803" y="148"/>
                  </a:lnTo>
                  <a:lnTo>
                    <a:pt x="2508"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5702;p46">
              <a:extLst>
                <a:ext uri="{FF2B5EF4-FFF2-40B4-BE49-F238E27FC236}">
                  <a16:creationId xmlns:a16="http://schemas.microsoft.com/office/drawing/2014/main" id="{9D791164-4292-0185-94CF-2D87FBD301CC}"/>
                </a:ext>
              </a:extLst>
            </p:cNvPr>
            <p:cNvSpPr/>
            <p:nvPr/>
          </p:nvSpPr>
          <p:spPr>
            <a:xfrm>
              <a:off x="5932966" y="4011067"/>
              <a:ext cx="1063884" cy="721931"/>
            </a:xfrm>
            <a:custGeom>
              <a:avLst/>
              <a:gdLst/>
              <a:ahLst/>
              <a:cxnLst/>
              <a:rect l="l" t="t" r="r" b="b"/>
              <a:pathLst>
                <a:path w="45436" h="30832" extrusionOk="0">
                  <a:moveTo>
                    <a:pt x="4647" y="1"/>
                  </a:moveTo>
                  <a:lnTo>
                    <a:pt x="1" y="6196"/>
                  </a:lnTo>
                  <a:lnTo>
                    <a:pt x="21464" y="30832"/>
                  </a:lnTo>
                  <a:lnTo>
                    <a:pt x="45436" y="30832"/>
                  </a:lnTo>
                  <a:lnTo>
                    <a:pt x="45436" y="20579"/>
                  </a:lnTo>
                  <a:lnTo>
                    <a:pt x="22718" y="20579"/>
                  </a:lnTo>
                  <a:lnTo>
                    <a:pt x="464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5703;p46">
              <a:extLst>
                <a:ext uri="{FF2B5EF4-FFF2-40B4-BE49-F238E27FC236}">
                  <a16:creationId xmlns:a16="http://schemas.microsoft.com/office/drawing/2014/main" id="{7E8DF7E5-EDC2-0C80-1271-4219A727D973}"/>
                </a:ext>
              </a:extLst>
            </p:cNvPr>
            <p:cNvSpPr/>
            <p:nvPr/>
          </p:nvSpPr>
          <p:spPr>
            <a:xfrm>
              <a:off x="5570274" y="3638002"/>
              <a:ext cx="162360" cy="350616"/>
            </a:xfrm>
            <a:custGeom>
              <a:avLst/>
              <a:gdLst/>
              <a:ahLst/>
              <a:cxnLst/>
              <a:rect l="l" t="t" r="r" b="b"/>
              <a:pathLst>
                <a:path w="6934" h="14974" extrusionOk="0">
                  <a:moveTo>
                    <a:pt x="0" y="1"/>
                  </a:moveTo>
                  <a:lnTo>
                    <a:pt x="664" y="222"/>
                  </a:lnTo>
                  <a:lnTo>
                    <a:pt x="1549" y="591"/>
                  </a:lnTo>
                  <a:lnTo>
                    <a:pt x="2360" y="1107"/>
                  </a:lnTo>
                  <a:lnTo>
                    <a:pt x="2951" y="1550"/>
                  </a:lnTo>
                  <a:lnTo>
                    <a:pt x="3467" y="1992"/>
                  </a:lnTo>
                  <a:lnTo>
                    <a:pt x="3983" y="2508"/>
                  </a:lnTo>
                  <a:lnTo>
                    <a:pt x="4426" y="3098"/>
                  </a:lnTo>
                  <a:lnTo>
                    <a:pt x="4868" y="3836"/>
                  </a:lnTo>
                  <a:lnTo>
                    <a:pt x="5311" y="4574"/>
                  </a:lnTo>
                  <a:lnTo>
                    <a:pt x="5680" y="5385"/>
                  </a:lnTo>
                  <a:lnTo>
                    <a:pt x="5975" y="6196"/>
                  </a:lnTo>
                  <a:lnTo>
                    <a:pt x="6270" y="7008"/>
                  </a:lnTo>
                  <a:lnTo>
                    <a:pt x="6417" y="7893"/>
                  </a:lnTo>
                  <a:lnTo>
                    <a:pt x="6638" y="8778"/>
                  </a:lnTo>
                  <a:lnTo>
                    <a:pt x="6712" y="9589"/>
                  </a:lnTo>
                  <a:lnTo>
                    <a:pt x="6860" y="11138"/>
                  </a:lnTo>
                  <a:lnTo>
                    <a:pt x="6860" y="12466"/>
                  </a:lnTo>
                  <a:lnTo>
                    <a:pt x="6860" y="14384"/>
                  </a:lnTo>
                  <a:lnTo>
                    <a:pt x="6860" y="14974"/>
                  </a:lnTo>
                  <a:lnTo>
                    <a:pt x="6933" y="14384"/>
                  </a:lnTo>
                  <a:lnTo>
                    <a:pt x="6933" y="12466"/>
                  </a:lnTo>
                  <a:lnTo>
                    <a:pt x="6933" y="11064"/>
                  </a:lnTo>
                  <a:lnTo>
                    <a:pt x="6860" y="9589"/>
                  </a:lnTo>
                  <a:lnTo>
                    <a:pt x="6712" y="8704"/>
                  </a:lnTo>
                  <a:lnTo>
                    <a:pt x="6565" y="7819"/>
                  </a:lnTo>
                  <a:lnTo>
                    <a:pt x="6343" y="7008"/>
                  </a:lnTo>
                  <a:lnTo>
                    <a:pt x="6122" y="6123"/>
                  </a:lnTo>
                  <a:lnTo>
                    <a:pt x="5827" y="5311"/>
                  </a:lnTo>
                  <a:lnTo>
                    <a:pt x="5385" y="4500"/>
                  </a:lnTo>
                  <a:lnTo>
                    <a:pt x="4942" y="3762"/>
                  </a:lnTo>
                  <a:lnTo>
                    <a:pt x="4499" y="3025"/>
                  </a:lnTo>
                  <a:lnTo>
                    <a:pt x="3983" y="2435"/>
                  </a:lnTo>
                  <a:lnTo>
                    <a:pt x="3541" y="1918"/>
                  </a:lnTo>
                  <a:lnTo>
                    <a:pt x="2951" y="1476"/>
                  </a:lnTo>
                  <a:lnTo>
                    <a:pt x="2434" y="1033"/>
                  </a:lnTo>
                  <a:lnTo>
                    <a:pt x="1549" y="517"/>
                  </a:lnTo>
                  <a:lnTo>
                    <a:pt x="664" y="148"/>
                  </a:lnTo>
                  <a:lnTo>
                    <a:pt x="14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5704;p46">
              <a:extLst>
                <a:ext uri="{FF2B5EF4-FFF2-40B4-BE49-F238E27FC236}">
                  <a16:creationId xmlns:a16="http://schemas.microsoft.com/office/drawing/2014/main" id="{CD5B4DF1-065C-D408-4CC5-BB3C31901E6E}"/>
                </a:ext>
              </a:extLst>
            </p:cNvPr>
            <p:cNvSpPr/>
            <p:nvPr/>
          </p:nvSpPr>
          <p:spPr>
            <a:xfrm>
              <a:off x="5592730" y="3587915"/>
              <a:ext cx="164092" cy="386886"/>
            </a:xfrm>
            <a:custGeom>
              <a:avLst/>
              <a:gdLst/>
              <a:ahLst/>
              <a:cxnLst/>
              <a:rect l="l" t="t" r="r" b="b"/>
              <a:pathLst>
                <a:path w="7008" h="16523" extrusionOk="0">
                  <a:moveTo>
                    <a:pt x="0" y="1"/>
                  </a:moveTo>
                  <a:lnTo>
                    <a:pt x="664" y="369"/>
                  </a:lnTo>
                  <a:lnTo>
                    <a:pt x="1623" y="886"/>
                  </a:lnTo>
                  <a:lnTo>
                    <a:pt x="2434" y="1550"/>
                  </a:lnTo>
                  <a:lnTo>
                    <a:pt x="3024" y="2066"/>
                  </a:lnTo>
                  <a:lnTo>
                    <a:pt x="3540" y="2656"/>
                  </a:lnTo>
                  <a:lnTo>
                    <a:pt x="4057" y="3246"/>
                  </a:lnTo>
                  <a:lnTo>
                    <a:pt x="4499" y="3910"/>
                  </a:lnTo>
                  <a:lnTo>
                    <a:pt x="4942" y="4721"/>
                  </a:lnTo>
                  <a:lnTo>
                    <a:pt x="5384" y="5606"/>
                  </a:lnTo>
                  <a:lnTo>
                    <a:pt x="5753" y="6491"/>
                  </a:lnTo>
                  <a:lnTo>
                    <a:pt x="6048" y="7450"/>
                  </a:lnTo>
                  <a:lnTo>
                    <a:pt x="6270" y="8335"/>
                  </a:lnTo>
                  <a:lnTo>
                    <a:pt x="6491" y="9294"/>
                  </a:lnTo>
                  <a:lnTo>
                    <a:pt x="6638" y="10253"/>
                  </a:lnTo>
                  <a:lnTo>
                    <a:pt x="6786" y="11212"/>
                  </a:lnTo>
                  <a:lnTo>
                    <a:pt x="6860" y="12908"/>
                  </a:lnTo>
                  <a:lnTo>
                    <a:pt x="6933" y="14384"/>
                  </a:lnTo>
                  <a:lnTo>
                    <a:pt x="6933" y="16449"/>
                  </a:lnTo>
                  <a:lnTo>
                    <a:pt x="6933" y="16523"/>
                  </a:lnTo>
                  <a:lnTo>
                    <a:pt x="7007" y="14384"/>
                  </a:lnTo>
                  <a:lnTo>
                    <a:pt x="7007" y="12908"/>
                  </a:lnTo>
                  <a:lnTo>
                    <a:pt x="6860" y="11212"/>
                  </a:lnTo>
                  <a:lnTo>
                    <a:pt x="6786" y="10253"/>
                  </a:lnTo>
                  <a:lnTo>
                    <a:pt x="6638" y="9294"/>
                  </a:lnTo>
                  <a:lnTo>
                    <a:pt x="6417" y="8335"/>
                  </a:lnTo>
                  <a:lnTo>
                    <a:pt x="6196" y="7376"/>
                  </a:lnTo>
                  <a:lnTo>
                    <a:pt x="5901" y="6491"/>
                  </a:lnTo>
                  <a:lnTo>
                    <a:pt x="5532" y="5533"/>
                  </a:lnTo>
                  <a:lnTo>
                    <a:pt x="5089" y="4721"/>
                  </a:lnTo>
                  <a:lnTo>
                    <a:pt x="4573" y="3836"/>
                  </a:lnTo>
                  <a:lnTo>
                    <a:pt x="4131" y="3172"/>
                  </a:lnTo>
                  <a:lnTo>
                    <a:pt x="3614" y="2582"/>
                  </a:lnTo>
                  <a:lnTo>
                    <a:pt x="3098" y="1992"/>
                  </a:lnTo>
                  <a:lnTo>
                    <a:pt x="2508" y="1476"/>
                  </a:lnTo>
                  <a:lnTo>
                    <a:pt x="1623" y="812"/>
                  </a:lnTo>
                  <a:lnTo>
                    <a:pt x="738" y="296"/>
                  </a:lnTo>
                  <a:lnTo>
                    <a:pt x="148" y="74"/>
                  </a:lnTo>
                  <a:lnTo>
                    <a:pt x="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5705;p46">
              <a:extLst>
                <a:ext uri="{FF2B5EF4-FFF2-40B4-BE49-F238E27FC236}">
                  <a16:creationId xmlns:a16="http://schemas.microsoft.com/office/drawing/2014/main" id="{6B47EB81-136C-24AC-138E-3870CB73AFA1}"/>
                </a:ext>
              </a:extLst>
            </p:cNvPr>
            <p:cNvSpPr/>
            <p:nvPr/>
          </p:nvSpPr>
          <p:spPr>
            <a:xfrm>
              <a:off x="5021026" y="3245946"/>
              <a:ext cx="38026" cy="328161"/>
            </a:xfrm>
            <a:custGeom>
              <a:avLst/>
              <a:gdLst/>
              <a:ahLst/>
              <a:cxnLst/>
              <a:rect l="l" t="t" r="r" b="b"/>
              <a:pathLst>
                <a:path w="1624" h="14015" extrusionOk="0">
                  <a:moveTo>
                    <a:pt x="1" y="0"/>
                  </a:moveTo>
                  <a:lnTo>
                    <a:pt x="370" y="14014"/>
                  </a:lnTo>
                  <a:lnTo>
                    <a:pt x="1550" y="14014"/>
                  </a:lnTo>
                  <a:lnTo>
                    <a:pt x="1624" y="7081"/>
                  </a:lnTo>
                  <a:lnTo>
                    <a:pt x="1624" y="2287"/>
                  </a:lnTo>
                  <a:lnTo>
                    <a:pt x="1550" y="74"/>
                  </a:lnTo>
                  <a:lnTo>
                    <a:pt x="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5706;p46">
              <a:extLst>
                <a:ext uri="{FF2B5EF4-FFF2-40B4-BE49-F238E27FC236}">
                  <a16:creationId xmlns:a16="http://schemas.microsoft.com/office/drawing/2014/main" id="{72AA3B25-43D4-D593-47D1-E3D08FA72658}"/>
                </a:ext>
              </a:extLst>
            </p:cNvPr>
            <p:cNvSpPr/>
            <p:nvPr/>
          </p:nvSpPr>
          <p:spPr>
            <a:xfrm>
              <a:off x="4993395" y="3530920"/>
              <a:ext cx="98460" cy="127822"/>
            </a:xfrm>
            <a:custGeom>
              <a:avLst/>
              <a:gdLst/>
              <a:ahLst/>
              <a:cxnLst/>
              <a:rect l="l" t="t" r="r" b="b"/>
              <a:pathLst>
                <a:path w="4205" h="5459" extrusionOk="0">
                  <a:moveTo>
                    <a:pt x="1476" y="1"/>
                  </a:moveTo>
                  <a:lnTo>
                    <a:pt x="1402" y="1918"/>
                  </a:lnTo>
                  <a:lnTo>
                    <a:pt x="74" y="2951"/>
                  </a:lnTo>
                  <a:lnTo>
                    <a:pt x="1" y="4131"/>
                  </a:lnTo>
                  <a:lnTo>
                    <a:pt x="1033" y="5459"/>
                  </a:lnTo>
                  <a:lnTo>
                    <a:pt x="960" y="3467"/>
                  </a:lnTo>
                  <a:lnTo>
                    <a:pt x="1992" y="2877"/>
                  </a:lnTo>
                  <a:lnTo>
                    <a:pt x="3246" y="3541"/>
                  </a:lnTo>
                  <a:lnTo>
                    <a:pt x="3246" y="5385"/>
                  </a:lnTo>
                  <a:lnTo>
                    <a:pt x="4205" y="4057"/>
                  </a:lnTo>
                  <a:lnTo>
                    <a:pt x="4205" y="2730"/>
                  </a:lnTo>
                  <a:lnTo>
                    <a:pt x="2730" y="1992"/>
                  </a:lnTo>
                  <a:lnTo>
                    <a:pt x="2730" y="74"/>
                  </a:lnTo>
                  <a:lnTo>
                    <a:pt x="147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5707;p46">
              <a:extLst>
                <a:ext uri="{FF2B5EF4-FFF2-40B4-BE49-F238E27FC236}">
                  <a16:creationId xmlns:a16="http://schemas.microsoft.com/office/drawing/2014/main" id="{5C8E6BE8-6012-78F2-422E-02ADFDC51B51}"/>
                </a:ext>
              </a:extLst>
            </p:cNvPr>
            <p:cNvSpPr/>
            <p:nvPr/>
          </p:nvSpPr>
          <p:spPr>
            <a:xfrm>
              <a:off x="5179928" y="3173403"/>
              <a:ext cx="407608" cy="459426"/>
            </a:xfrm>
            <a:custGeom>
              <a:avLst/>
              <a:gdLst/>
              <a:ahLst/>
              <a:cxnLst/>
              <a:rect l="l" t="t" r="r" b="b"/>
              <a:pathLst>
                <a:path w="17408" h="19621" extrusionOk="0">
                  <a:moveTo>
                    <a:pt x="2951" y="0"/>
                  </a:moveTo>
                  <a:lnTo>
                    <a:pt x="2287" y="148"/>
                  </a:lnTo>
                  <a:lnTo>
                    <a:pt x="1697" y="369"/>
                  </a:lnTo>
                  <a:lnTo>
                    <a:pt x="1181" y="738"/>
                  </a:lnTo>
                  <a:lnTo>
                    <a:pt x="738" y="1180"/>
                  </a:lnTo>
                  <a:lnTo>
                    <a:pt x="369" y="1697"/>
                  </a:lnTo>
                  <a:lnTo>
                    <a:pt x="148" y="2287"/>
                  </a:lnTo>
                  <a:lnTo>
                    <a:pt x="1" y="2951"/>
                  </a:lnTo>
                  <a:lnTo>
                    <a:pt x="1" y="3541"/>
                  </a:lnTo>
                  <a:lnTo>
                    <a:pt x="148" y="4131"/>
                  </a:lnTo>
                  <a:lnTo>
                    <a:pt x="369" y="4721"/>
                  </a:lnTo>
                  <a:lnTo>
                    <a:pt x="738" y="5311"/>
                  </a:lnTo>
                  <a:lnTo>
                    <a:pt x="11655" y="18514"/>
                  </a:lnTo>
                  <a:lnTo>
                    <a:pt x="12171" y="18956"/>
                  </a:lnTo>
                  <a:lnTo>
                    <a:pt x="12687" y="19325"/>
                  </a:lnTo>
                  <a:lnTo>
                    <a:pt x="13277" y="19547"/>
                  </a:lnTo>
                  <a:lnTo>
                    <a:pt x="13867" y="19620"/>
                  </a:lnTo>
                  <a:lnTo>
                    <a:pt x="14457" y="19620"/>
                  </a:lnTo>
                  <a:lnTo>
                    <a:pt x="15121" y="19547"/>
                  </a:lnTo>
                  <a:lnTo>
                    <a:pt x="15711" y="19252"/>
                  </a:lnTo>
                  <a:lnTo>
                    <a:pt x="16228" y="18956"/>
                  </a:lnTo>
                  <a:lnTo>
                    <a:pt x="16228" y="18883"/>
                  </a:lnTo>
                  <a:lnTo>
                    <a:pt x="16744" y="18440"/>
                  </a:lnTo>
                  <a:lnTo>
                    <a:pt x="17039" y="17924"/>
                  </a:lnTo>
                  <a:lnTo>
                    <a:pt x="17260" y="17334"/>
                  </a:lnTo>
                  <a:lnTo>
                    <a:pt x="17408" y="16744"/>
                  </a:lnTo>
                  <a:lnTo>
                    <a:pt x="17408" y="16080"/>
                  </a:lnTo>
                  <a:lnTo>
                    <a:pt x="17260" y="15490"/>
                  </a:lnTo>
                  <a:lnTo>
                    <a:pt x="17039" y="14900"/>
                  </a:lnTo>
                  <a:lnTo>
                    <a:pt x="16670" y="14310"/>
                  </a:lnTo>
                  <a:lnTo>
                    <a:pt x="5754" y="1180"/>
                  </a:lnTo>
                  <a:lnTo>
                    <a:pt x="5311" y="664"/>
                  </a:lnTo>
                  <a:lnTo>
                    <a:pt x="4721" y="369"/>
                  </a:lnTo>
                  <a:lnTo>
                    <a:pt x="4205" y="148"/>
                  </a:lnTo>
                  <a:lnTo>
                    <a:pt x="3541"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5708;p46">
              <a:extLst>
                <a:ext uri="{FF2B5EF4-FFF2-40B4-BE49-F238E27FC236}">
                  <a16:creationId xmlns:a16="http://schemas.microsoft.com/office/drawing/2014/main" id="{33272B18-BACA-F625-27A7-C4C3BAFAC302}"/>
                </a:ext>
              </a:extLst>
            </p:cNvPr>
            <p:cNvSpPr/>
            <p:nvPr/>
          </p:nvSpPr>
          <p:spPr>
            <a:xfrm>
              <a:off x="4995128" y="3201034"/>
              <a:ext cx="324719" cy="95018"/>
            </a:xfrm>
            <a:custGeom>
              <a:avLst/>
              <a:gdLst/>
              <a:ahLst/>
              <a:cxnLst/>
              <a:rect l="l" t="t" r="r" b="b"/>
              <a:pathLst>
                <a:path w="13868" h="4058" extrusionOk="0">
                  <a:moveTo>
                    <a:pt x="1623" y="0"/>
                  </a:moveTo>
                  <a:lnTo>
                    <a:pt x="1254" y="148"/>
                  </a:lnTo>
                  <a:lnTo>
                    <a:pt x="959" y="369"/>
                  </a:lnTo>
                  <a:lnTo>
                    <a:pt x="591" y="591"/>
                  </a:lnTo>
                  <a:lnTo>
                    <a:pt x="369" y="886"/>
                  </a:lnTo>
                  <a:lnTo>
                    <a:pt x="222" y="1254"/>
                  </a:lnTo>
                  <a:lnTo>
                    <a:pt x="74" y="1623"/>
                  </a:lnTo>
                  <a:lnTo>
                    <a:pt x="0" y="1992"/>
                  </a:lnTo>
                  <a:lnTo>
                    <a:pt x="74" y="2435"/>
                  </a:lnTo>
                  <a:lnTo>
                    <a:pt x="222" y="2803"/>
                  </a:lnTo>
                  <a:lnTo>
                    <a:pt x="369" y="3172"/>
                  </a:lnTo>
                  <a:lnTo>
                    <a:pt x="591" y="3467"/>
                  </a:lnTo>
                  <a:lnTo>
                    <a:pt x="959" y="3688"/>
                  </a:lnTo>
                  <a:lnTo>
                    <a:pt x="1254" y="3910"/>
                  </a:lnTo>
                  <a:lnTo>
                    <a:pt x="1623" y="4057"/>
                  </a:lnTo>
                  <a:lnTo>
                    <a:pt x="12244" y="4057"/>
                  </a:lnTo>
                  <a:lnTo>
                    <a:pt x="12613" y="3910"/>
                  </a:lnTo>
                  <a:lnTo>
                    <a:pt x="12908" y="3688"/>
                  </a:lnTo>
                  <a:lnTo>
                    <a:pt x="13277" y="3467"/>
                  </a:lnTo>
                  <a:lnTo>
                    <a:pt x="13498" y="3172"/>
                  </a:lnTo>
                  <a:lnTo>
                    <a:pt x="13646" y="2803"/>
                  </a:lnTo>
                  <a:lnTo>
                    <a:pt x="13793" y="2435"/>
                  </a:lnTo>
                  <a:lnTo>
                    <a:pt x="13867" y="1992"/>
                  </a:lnTo>
                  <a:lnTo>
                    <a:pt x="13793" y="1623"/>
                  </a:lnTo>
                  <a:lnTo>
                    <a:pt x="13646" y="1254"/>
                  </a:lnTo>
                  <a:lnTo>
                    <a:pt x="13498" y="886"/>
                  </a:lnTo>
                  <a:lnTo>
                    <a:pt x="13277" y="591"/>
                  </a:lnTo>
                  <a:lnTo>
                    <a:pt x="12908" y="369"/>
                  </a:lnTo>
                  <a:lnTo>
                    <a:pt x="12613" y="148"/>
                  </a:lnTo>
                  <a:lnTo>
                    <a:pt x="1224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5709;p46">
              <a:extLst>
                <a:ext uri="{FF2B5EF4-FFF2-40B4-BE49-F238E27FC236}">
                  <a16:creationId xmlns:a16="http://schemas.microsoft.com/office/drawing/2014/main" id="{9EC90DF3-D620-443E-9A4C-E49FD05E764B}"/>
                </a:ext>
              </a:extLst>
            </p:cNvPr>
            <p:cNvSpPr/>
            <p:nvPr/>
          </p:nvSpPr>
          <p:spPr>
            <a:xfrm>
              <a:off x="5390649" y="3470459"/>
              <a:ext cx="214177" cy="673603"/>
            </a:xfrm>
            <a:custGeom>
              <a:avLst/>
              <a:gdLst/>
              <a:ahLst/>
              <a:cxnLst/>
              <a:rect l="l" t="t" r="r" b="b"/>
              <a:pathLst>
                <a:path w="9147" h="28768" extrusionOk="0">
                  <a:moveTo>
                    <a:pt x="4057" y="1"/>
                  </a:moveTo>
                  <a:lnTo>
                    <a:pt x="3614" y="75"/>
                  </a:lnTo>
                  <a:lnTo>
                    <a:pt x="3172" y="222"/>
                  </a:lnTo>
                  <a:lnTo>
                    <a:pt x="2803" y="370"/>
                  </a:lnTo>
                  <a:lnTo>
                    <a:pt x="1992" y="812"/>
                  </a:lnTo>
                  <a:lnTo>
                    <a:pt x="1328" y="1329"/>
                  </a:lnTo>
                  <a:lnTo>
                    <a:pt x="738" y="1992"/>
                  </a:lnTo>
                  <a:lnTo>
                    <a:pt x="369" y="2804"/>
                  </a:lnTo>
                  <a:lnTo>
                    <a:pt x="222" y="3246"/>
                  </a:lnTo>
                  <a:lnTo>
                    <a:pt x="74" y="3689"/>
                  </a:lnTo>
                  <a:lnTo>
                    <a:pt x="0" y="4131"/>
                  </a:lnTo>
                  <a:lnTo>
                    <a:pt x="0" y="4574"/>
                  </a:lnTo>
                  <a:lnTo>
                    <a:pt x="0" y="24194"/>
                  </a:lnTo>
                  <a:lnTo>
                    <a:pt x="0" y="24637"/>
                  </a:lnTo>
                  <a:lnTo>
                    <a:pt x="74" y="25079"/>
                  </a:lnTo>
                  <a:lnTo>
                    <a:pt x="222" y="25522"/>
                  </a:lnTo>
                  <a:lnTo>
                    <a:pt x="369" y="25964"/>
                  </a:lnTo>
                  <a:lnTo>
                    <a:pt x="738" y="26702"/>
                  </a:lnTo>
                  <a:lnTo>
                    <a:pt x="1328" y="27366"/>
                  </a:lnTo>
                  <a:lnTo>
                    <a:pt x="1992" y="27956"/>
                  </a:lnTo>
                  <a:lnTo>
                    <a:pt x="2803" y="28398"/>
                  </a:lnTo>
                  <a:lnTo>
                    <a:pt x="3172" y="28546"/>
                  </a:lnTo>
                  <a:lnTo>
                    <a:pt x="3614" y="28620"/>
                  </a:lnTo>
                  <a:lnTo>
                    <a:pt x="4057" y="28693"/>
                  </a:lnTo>
                  <a:lnTo>
                    <a:pt x="4573" y="28767"/>
                  </a:lnTo>
                  <a:lnTo>
                    <a:pt x="5016" y="28693"/>
                  </a:lnTo>
                  <a:lnTo>
                    <a:pt x="5458" y="28620"/>
                  </a:lnTo>
                  <a:lnTo>
                    <a:pt x="5901" y="28546"/>
                  </a:lnTo>
                  <a:lnTo>
                    <a:pt x="6343" y="28398"/>
                  </a:lnTo>
                  <a:lnTo>
                    <a:pt x="7081" y="27956"/>
                  </a:lnTo>
                  <a:lnTo>
                    <a:pt x="7819" y="27366"/>
                  </a:lnTo>
                  <a:lnTo>
                    <a:pt x="8335" y="26702"/>
                  </a:lnTo>
                  <a:lnTo>
                    <a:pt x="8778" y="25964"/>
                  </a:lnTo>
                  <a:lnTo>
                    <a:pt x="8925" y="25522"/>
                  </a:lnTo>
                  <a:lnTo>
                    <a:pt x="8999" y="25079"/>
                  </a:lnTo>
                  <a:lnTo>
                    <a:pt x="9073" y="24637"/>
                  </a:lnTo>
                  <a:lnTo>
                    <a:pt x="9146" y="24194"/>
                  </a:lnTo>
                  <a:lnTo>
                    <a:pt x="9146" y="4574"/>
                  </a:lnTo>
                  <a:lnTo>
                    <a:pt x="9073" y="4131"/>
                  </a:lnTo>
                  <a:lnTo>
                    <a:pt x="8999" y="3689"/>
                  </a:lnTo>
                  <a:lnTo>
                    <a:pt x="8925" y="3246"/>
                  </a:lnTo>
                  <a:lnTo>
                    <a:pt x="8778" y="2804"/>
                  </a:lnTo>
                  <a:lnTo>
                    <a:pt x="8335" y="1992"/>
                  </a:lnTo>
                  <a:lnTo>
                    <a:pt x="7819" y="1329"/>
                  </a:lnTo>
                  <a:lnTo>
                    <a:pt x="7081" y="812"/>
                  </a:lnTo>
                  <a:lnTo>
                    <a:pt x="6343" y="370"/>
                  </a:lnTo>
                  <a:lnTo>
                    <a:pt x="5901" y="222"/>
                  </a:lnTo>
                  <a:lnTo>
                    <a:pt x="5458" y="75"/>
                  </a:lnTo>
                  <a:lnTo>
                    <a:pt x="5016"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5710;p46">
              <a:extLst>
                <a:ext uri="{FF2B5EF4-FFF2-40B4-BE49-F238E27FC236}">
                  <a16:creationId xmlns:a16="http://schemas.microsoft.com/office/drawing/2014/main" id="{2FEB1E29-033C-27FE-D34C-92F8B7D25D1D}"/>
                </a:ext>
              </a:extLst>
            </p:cNvPr>
            <p:cNvSpPr/>
            <p:nvPr/>
          </p:nvSpPr>
          <p:spPr>
            <a:xfrm>
              <a:off x="5442446" y="3988611"/>
              <a:ext cx="105391" cy="105368"/>
            </a:xfrm>
            <a:custGeom>
              <a:avLst/>
              <a:gdLst/>
              <a:ahLst/>
              <a:cxnLst/>
              <a:rect l="l" t="t" r="r" b="b"/>
              <a:pathLst>
                <a:path w="4501" h="4500" extrusionOk="0">
                  <a:moveTo>
                    <a:pt x="2140" y="1"/>
                  </a:moveTo>
                  <a:lnTo>
                    <a:pt x="1697" y="74"/>
                  </a:lnTo>
                  <a:lnTo>
                    <a:pt x="1255" y="222"/>
                  </a:lnTo>
                  <a:lnTo>
                    <a:pt x="886" y="443"/>
                  </a:lnTo>
                  <a:lnTo>
                    <a:pt x="591" y="738"/>
                  </a:lnTo>
                  <a:lnTo>
                    <a:pt x="296" y="1107"/>
                  </a:lnTo>
                  <a:lnTo>
                    <a:pt x="149" y="1550"/>
                  </a:lnTo>
                  <a:lnTo>
                    <a:pt x="1" y="1918"/>
                  </a:lnTo>
                  <a:lnTo>
                    <a:pt x="1" y="2361"/>
                  </a:lnTo>
                  <a:lnTo>
                    <a:pt x="75" y="2804"/>
                  </a:lnTo>
                  <a:lnTo>
                    <a:pt x="222" y="3172"/>
                  </a:lnTo>
                  <a:lnTo>
                    <a:pt x="444" y="3615"/>
                  </a:lnTo>
                  <a:lnTo>
                    <a:pt x="739" y="3910"/>
                  </a:lnTo>
                  <a:lnTo>
                    <a:pt x="1107" y="4205"/>
                  </a:lnTo>
                  <a:lnTo>
                    <a:pt x="1550" y="4352"/>
                  </a:lnTo>
                  <a:lnTo>
                    <a:pt x="1919" y="4500"/>
                  </a:lnTo>
                  <a:lnTo>
                    <a:pt x="2361" y="4500"/>
                  </a:lnTo>
                  <a:lnTo>
                    <a:pt x="2804" y="4426"/>
                  </a:lnTo>
                  <a:lnTo>
                    <a:pt x="3246" y="4279"/>
                  </a:lnTo>
                  <a:lnTo>
                    <a:pt x="3615" y="4057"/>
                  </a:lnTo>
                  <a:lnTo>
                    <a:pt x="3910" y="3762"/>
                  </a:lnTo>
                  <a:lnTo>
                    <a:pt x="4205" y="3394"/>
                  </a:lnTo>
                  <a:lnTo>
                    <a:pt x="4353" y="2951"/>
                  </a:lnTo>
                  <a:lnTo>
                    <a:pt x="4500" y="2509"/>
                  </a:lnTo>
                  <a:lnTo>
                    <a:pt x="4500" y="2140"/>
                  </a:lnTo>
                  <a:lnTo>
                    <a:pt x="4427" y="1697"/>
                  </a:lnTo>
                  <a:lnTo>
                    <a:pt x="4279" y="1255"/>
                  </a:lnTo>
                  <a:lnTo>
                    <a:pt x="4058" y="886"/>
                  </a:lnTo>
                  <a:lnTo>
                    <a:pt x="3763" y="591"/>
                  </a:lnTo>
                  <a:lnTo>
                    <a:pt x="3394" y="296"/>
                  </a:lnTo>
                  <a:lnTo>
                    <a:pt x="2951" y="74"/>
                  </a:lnTo>
                  <a:lnTo>
                    <a:pt x="258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5711;p46">
              <a:extLst>
                <a:ext uri="{FF2B5EF4-FFF2-40B4-BE49-F238E27FC236}">
                  <a16:creationId xmlns:a16="http://schemas.microsoft.com/office/drawing/2014/main" id="{DF0F40DE-B095-5F04-9FD4-72BA5D9FAD65}"/>
                </a:ext>
              </a:extLst>
            </p:cNvPr>
            <p:cNvSpPr/>
            <p:nvPr/>
          </p:nvSpPr>
          <p:spPr>
            <a:xfrm>
              <a:off x="5444179" y="3510197"/>
              <a:ext cx="105391" cy="105368"/>
            </a:xfrm>
            <a:custGeom>
              <a:avLst/>
              <a:gdLst/>
              <a:ahLst/>
              <a:cxnLst/>
              <a:rect l="l" t="t" r="r" b="b"/>
              <a:pathLst>
                <a:path w="4501" h="4500" extrusionOk="0">
                  <a:moveTo>
                    <a:pt x="2287" y="0"/>
                  </a:moveTo>
                  <a:lnTo>
                    <a:pt x="1845" y="74"/>
                  </a:lnTo>
                  <a:lnTo>
                    <a:pt x="1402" y="148"/>
                  </a:lnTo>
                  <a:lnTo>
                    <a:pt x="1033" y="369"/>
                  </a:lnTo>
                  <a:lnTo>
                    <a:pt x="665" y="664"/>
                  </a:lnTo>
                  <a:lnTo>
                    <a:pt x="370" y="1033"/>
                  </a:lnTo>
                  <a:lnTo>
                    <a:pt x="222" y="1402"/>
                  </a:lnTo>
                  <a:lnTo>
                    <a:pt x="75" y="1844"/>
                  </a:lnTo>
                  <a:lnTo>
                    <a:pt x="1" y="2287"/>
                  </a:lnTo>
                  <a:lnTo>
                    <a:pt x="75" y="2656"/>
                  </a:lnTo>
                  <a:lnTo>
                    <a:pt x="222" y="3098"/>
                  </a:lnTo>
                  <a:lnTo>
                    <a:pt x="370" y="3467"/>
                  </a:lnTo>
                  <a:lnTo>
                    <a:pt x="665" y="3836"/>
                  </a:lnTo>
                  <a:lnTo>
                    <a:pt x="1033" y="4131"/>
                  </a:lnTo>
                  <a:lnTo>
                    <a:pt x="1402" y="4352"/>
                  </a:lnTo>
                  <a:lnTo>
                    <a:pt x="1845" y="4500"/>
                  </a:lnTo>
                  <a:lnTo>
                    <a:pt x="2730" y="4500"/>
                  </a:lnTo>
                  <a:lnTo>
                    <a:pt x="3099" y="4352"/>
                  </a:lnTo>
                  <a:lnTo>
                    <a:pt x="3541" y="4131"/>
                  </a:lnTo>
                  <a:lnTo>
                    <a:pt x="3836" y="3836"/>
                  </a:lnTo>
                  <a:lnTo>
                    <a:pt x="4131" y="3467"/>
                  </a:lnTo>
                  <a:lnTo>
                    <a:pt x="4353" y="3098"/>
                  </a:lnTo>
                  <a:lnTo>
                    <a:pt x="4500" y="2656"/>
                  </a:lnTo>
                  <a:lnTo>
                    <a:pt x="4500" y="2287"/>
                  </a:lnTo>
                  <a:lnTo>
                    <a:pt x="4500" y="1844"/>
                  </a:lnTo>
                  <a:lnTo>
                    <a:pt x="4353" y="1402"/>
                  </a:lnTo>
                  <a:lnTo>
                    <a:pt x="4131" y="1033"/>
                  </a:lnTo>
                  <a:lnTo>
                    <a:pt x="3836" y="664"/>
                  </a:lnTo>
                  <a:lnTo>
                    <a:pt x="3541" y="369"/>
                  </a:lnTo>
                  <a:lnTo>
                    <a:pt x="3099" y="148"/>
                  </a:lnTo>
                  <a:lnTo>
                    <a:pt x="2730" y="74"/>
                  </a:lnTo>
                  <a:lnTo>
                    <a:pt x="228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5712;p46">
              <a:extLst>
                <a:ext uri="{FF2B5EF4-FFF2-40B4-BE49-F238E27FC236}">
                  <a16:creationId xmlns:a16="http://schemas.microsoft.com/office/drawing/2014/main" id="{30432463-BFE5-DC5F-828E-D51965416E19}"/>
                </a:ext>
              </a:extLst>
            </p:cNvPr>
            <p:cNvSpPr/>
            <p:nvPr/>
          </p:nvSpPr>
          <p:spPr>
            <a:xfrm>
              <a:off x="5231748" y="3216582"/>
              <a:ext cx="63923" cy="63923"/>
            </a:xfrm>
            <a:custGeom>
              <a:avLst/>
              <a:gdLst/>
              <a:ahLst/>
              <a:cxnLst/>
              <a:rect l="l" t="t" r="r" b="b"/>
              <a:pathLst>
                <a:path w="2730" h="2730" extrusionOk="0">
                  <a:moveTo>
                    <a:pt x="1107" y="0"/>
                  </a:moveTo>
                  <a:lnTo>
                    <a:pt x="886" y="74"/>
                  </a:lnTo>
                  <a:lnTo>
                    <a:pt x="590" y="222"/>
                  </a:lnTo>
                  <a:lnTo>
                    <a:pt x="443" y="369"/>
                  </a:lnTo>
                  <a:lnTo>
                    <a:pt x="222" y="590"/>
                  </a:lnTo>
                  <a:lnTo>
                    <a:pt x="148" y="812"/>
                  </a:lnTo>
                  <a:lnTo>
                    <a:pt x="74" y="1107"/>
                  </a:lnTo>
                  <a:lnTo>
                    <a:pt x="0" y="1328"/>
                  </a:lnTo>
                  <a:lnTo>
                    <a:pt x="74" y="1623"/>
                  </a:lnTo>
                  <a:lnTo>
                    <a:pt x="148" y="1918"/>
                  </a:lnTo>
                  <a:lnTo>
                    <a:pt x="222" y="2139"/>
                  </a:lnTo>
                  <a:lnTo>
                    <a:pt x="443" y="2361"/>
                  </a:lnTo>
                  <a:lnTo>
                    <a:pt x="590" y="2508"/>
                  </a:lnTo>
                  <a:lnTo>
                    <a:pt x="886" y="2656"/>
                  </a:lnTo>
                  <a:lnTo>
                    <a:pt x="1107" y="2729"/>
                  </a:lnTo>
                  <a:lnTo>
                    <a:pt x="1697" y="2729"/>
                  </a:lnTo>
                  <a:lnTo>
                    <a:pt x="1918" y="2656"/>
                  </a:lnTo>
                  <a:lnTo>
                    <a:pt x="2139" y="2508"/>
                  </a:lnTo>
                  <a:lnTo>
                    <a:pt x="2361" y="2361"/>
                  </a:lnTo>
                  <a:lnTo>
                    <a:pt x="2508" y="2139"/>
                  </a:lnTo>
                  <a:lnTo>
                    <a:pt x="2656" y="1918"/>
                  </a:lnTo>
                  <a:lnTo>
                    <a:pt x="2729" y="1623"/>
                  </a:lnTo>
                  <a:lnTo>
                    <a:pt x="2729" y="1328"/>
                  </a:lnTo>
                  <a:lnTo>
                    <a:pt x="2729" y="1107"/>
                  </a:lnTo>
                  <a:lnTo>
                    <a:pt x="2656" y="812"/>
                  </a:lnTo>
                  <a:lnTo>
                    <a:pt x="2508" y="590"/>
                  </a:lnTo>
                  <a:lnTo>
                    <a:pt x="2361" y="369"/>
                  </a:lnTo>
                  <a:lnTo>
                    <a:pt x="2139" y="222"/>
                  </a:lnTo>
                  <a:lnTo>
                    <a:pt x="1918" y="74"/>
                  </a:lnTo>
                  <a:lnTo>
                    <a:pt x="169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5713;p46">
              <a:extLst>
                <a:ext uri="{FF2B5EF4-FFF2-40B4-BE49-F238E27FC236}">
                  <a16:creationId xmlns:a16="http://schemas.microsoft.com/office/drawing/2014/main" id="{BFD963C2-BB81-EE5D-2C10-EB40DAA0D72C}"/>
                </a:ext>
              </a:extLst>
            </p:cNvPr>
            <p:cNvSpPr/>
            <p:nvPr/>
          </p:nvSpPr>
          <p:spPr>
            <a:xfrm>
              <a:off x="5015851" y="3226932"/>
              <a:ext cx="44933" cy="43201"/>
            </a:xfrm>
            <a:custGeom>
              <a:avLst/>
              <a:gdLst/>
              <a:ahLst/>
              <a:cxnLst/>
              <a:rect l="l" t="t" r="r" b="b"/>
              <a:pathLst>
                <a:path w="1919" h="1845" extrusionOk="0">
                  <a:moveTo>
                    <a:pt x="959" y="1"/>
                  </a:moveTo>
                  <a:lnTo>
                    <a:pt x="591" y="75"/>
                  </a:lnTo>
                  <a:lnTo>
                    <a:pt x="296" y="296"/>
                  </a:lnTo>
                  <a:lnTo>
                    <a:pt x="74" y="591"/>
                  </a:lnTo>
                  <a:lnTo>
                    <a:pt x="1" y="886"/>
                  </a:lnTo>
                  <a:lnTo>
                    <a:pt x="74" y="1255"/>
                  </a:lnTo>
                  <a:lnTo>
                    <a:pt x="296" y="1550"/>
                  </a:lnTo>
                  <a:lnTo>
                    <a:pt x="591" y="1771"/>
                  </a:lnTo>
                  <a:lnTo>
                    <a:pt x="959" y="1845"/>
                  </a:lnTo>
                  <a:lnTo>
                    <a:pt x="1328" y="1771"/>
                  </a:lnTo>
                  <a:lnTo>
                    <a:pt x="1623" y="1550"/>
                  </a:lnTo>
                  <a:lnTo>
                    <a:pt x="1845" y="1255"/>
                  </a:lnTo>
                  <a:lnTo>
                    <a:pt x="1918" y="886"/>
                  </a:lnTo>
                  <a:lnTo>
                    <a:pt x="1845" y="591"/>
                  </a:lnTo>
                  <a:lnTo>
                    <a:pt x="1623" y="296"/>
                  </a:lnTo>
                  <a:lnTo>
                    <a:pt x="1328" y="75"/>
                  </a:lnTo>
                  <a:lnTo>
                    <a:pt x="95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5714;p46">
              <a:extLst>
                <a:ext uri="{FF2B5EF4-FFF2-40B4-BE49-F238E27FC236}">
                  <a16:creationId xmlns:a16="http://schemas.microsoft.com/office/drawing/2014/main" id="{77898438-048B-A0B2-64DC-97E668C3E92B}"/>
                </a:ext>
              </a:extLst>
            </p:cNvPr>
            <p:cNvSpPr/>
            <p:nvPr/>
          </p:nvSpPr>
          <p:spPr>
            <a:xfrm>
              <a:off x="5390649" y="3468750"/>
              <a:ext cx="198629" cy="117450"/>
            </a:xfrm>
            <a:custGeom>
              <a:avLst/>
              <a:gdLst/>
              <a:ahLst/>
              <a:cxnLst/>
              <a:rect l="l" t="t" r="r" b="b"/>
              <a:pathLst>
                <a:path w="8483" h="5016" extrusionOk="0">
                  <a:moveTo>
                    <a:pt x="4204" y="0"/>
                  </a:moveTo>
                  <a:lnTo>
                    <a:pt x="3688" y="74"/>
                  </a:lnTo>
                  <a:lnTo>
                    <a:pt x="3098" y="221"/>
                  </a:lnTo>
                  <a:lnTo>
                    <a:pt x="2582" y="516"/>
                  </a:lnTo>
                  <a:lnTo>
                    <a:pt x="2065" y="812"/>
                  </a:lnTo>
                  <a:lnTo>
                    <a:pt x="1549" y="1180"/>
                  </a:lnTo>
                  <a:lnTo>
                    <a:pt x="1180" y="1623"/>
                  </a:lnTo>
                  <a:lnTo>
                    <a:pt x="885" y="1992"/>
                  </a:lnTo>
                  <a:lnTo>
                    <a:pt x="590" y="2360"/>
                  </a:lnTo>
                  <a:lnTo>
                    <a:pt x="369" y="2803"/>
                  </a:lnTo>
                  <a:lnTo>
                    <a:pt x="222" y="3246"/>
                  </a:lnTo>
                  <a:lnTo>
                    <a:pt x="74" y="3909"/>
                  </a:lnTo>
                  <a:lnTo>
                    <a:pt x="0" y="4573"/>
                  </a:lnTo>
                  <a:lnTo>
                    <a:pt x="0" y="4868"/>
                  </a:lnTo>
                  <a:lnTo>
                    <a:pt x="0" y="5016"/>
                  </a:lnTo>
                  <a:lnTo>
                    <a:pt x="74" y="4131"/>
                  </a:lnTo>
                  <a:lnTo>
                    <a:pt x="295" y="3319"/>
                  </a:lnTo>
                  <a:lnTo>
                    <a:pt x="517" y="2877"/>
                  </a:lnTo>
                  <a:lnTo>
                    <a:pt x="738" y="2434"/>
                  </a:lnTo>
                  <a:lnTo>
                    <a:pt x="959" y="2065"/>
                  </a:lnTo>
                  <a:lnTo>
                    <a:pt x="1254" y="1697"/>
                  </a:lnTo>
                  <a:lnTo>
                    <a:pt x="1697" y="1328"/>
                  </a:lnTo>
                  <a:lnTo>
                    <a:pt x="2139" y="959"/>
                  </a:lnTo>
                  <a:lnTo>
                    <a:pt x="2656" y="664"/>
                  </a:lnTo>
                  <a:lnTo>
                    <a:pt x="3172" y="443"/>
                  </a:lnTo>
                  <a:lnTo>
                    <a:pt x="3688" y="295"/>
                  </a:lnTo>
                  <a:lnTo>
                    <a:pt x="4278" y="148"/>
                  </a:lnTo>
                  <a:lnTo>
                    <a:pt x="4795" y="148"/>
                  </a:lnTo>
                  <a:lnTo>
                    <a:pt x="5385" y="221"/>
                  </a:lnTo>
                  <a:lnTo>
                    <a:pt x="5901" y="369"/>
                  </a:lnTo>
                  <a:lnTo>
                    <a:pt x="6343" y="516"/>
                  </a:lnTo>
                  <a:lnTo>
                    <a:pt x="6712" y="664"/>
                  </a:lnTo>
                  <a:lnTo>
                    <a:pt x="7155" y="885"/>
                  </a:lnTo>
                  <a:lnTo>
                    <a:pt x="7892" y="1402"/>
                  </a:lnTo>
                  <a:lnTo>
                    <a:pt x="8483" y="2065"/>
                  </a:lnTo>
                  <a:lnTo>
                    <a:pt x="8409" y="1918"/>
                  </a:lnTo>
                  <a:lnTo>
                    <a:pt x="8187" y="1623"/>
                  </a:lnTo>
                  <a:lnTo>
                    <a:pt x="7745" y="1180"/>
                  </a:lnTo>
                  <a:lnTo>
                    <a:pt x="7229" y="812"/>
                  </a:lnTo>
                  <a:lnTo>
                    <a:pt x="6786" y="516"/>
                  </a:lnTo>
                  <a:lnTo>
                    <a:pt x="6343" y="369"/>
                  </a:lnTo>
                  <a:lnTo>
                    <a:pt x="5901" y="221"/>
                  </a:lnTo>
                  <a:lnTo>
                    <a:pt x="5458" y="74"/>
                  </a:lnTo>
                  <a:lnTo>
                    <a:pt x="486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5715;p46">
              <a:extLst>
                <a:ext uri="{FF2B5EF4-FFF2-40B4-BE49-F238E27FC236}">
                  <a16:creationId xmlns:a16="http://schemas.microsoft.com/office/drawing/2014/main" id="{0C619EA5-FAF3-67F9-3C1C-F8C6068D0E64}"/>
                </a:ext>
              </a:extLst>
            </p:cNvPr>
            <p:cNvSpPr/>
            <p:nvPr/>
          </p:nvSpPr>
          <p:spPr>
            <a:xfrm>
              <a:off x="5183394" y="3194126"/>
              <a:ext cx="22478" cy="114008"/>
            </a:xfrm>
            <a:custGeom>
              <a:avLst/>
              <a:gdLst/>
              <a:ahLst/>
              <a:cxnLst/>
              <a:rect l="l" t="t" r="r" b="b"/>
              <a:pathLst>
                <a:path w="960" h="4869" extrusionOk="0">
                  <a:moveTo>
                    <a:pt x="738" y="0"/>
                  </a:moveTo>
                  <a:lnTo>
                    <a:pt x="590" y="148"/>
                  </a:lnTo>
                  <a:lnTo>
                    <a:pt x="369" y="664"/>
                  </a:lnTo>
                  <a:lnTo>
                    <a:pt x="221" y="1033"/>
                  </a:lnTo>
                  <a:lnTo>
                    <a:pt x="74" y="1476"/>
                  </a:lnTo>
                  <a:lnTo>
                    <a:pt x="0" y="1918"/>
                  </a:lnTo>
                  <a:lnTo>
                    <a:pt x="0" y="2435"/>
                  </a:lnTo>
                  <a:lnTo>
                    <a:pt x="74" y="2951"/>
                  </a:lnTo>
                  <a:lnTo>
                    <a:pt x="148" y="3467"/>
                  </a:lnTo>
                  <a:lnTo>
                    <a:pt x="295" y="3910"/>
                  </a:lnTo>
                  <a:lnTo>
                    <a:pt x="516" y="4278"/>
                  </a:lnTo>
                  <a:lnTo>
                    <a:pt x="812" y="4721"/>
                  </a:lnTo>
                  <a:lnTo>
                    <a:pt x="959" y="4869"/>
                  </a:lnTo>
                  <a:lnTo>
                    <a:pt x="590" y="4205"/>
                  </a:lnTo>
                  <a:lnTo>
                    <a:pt x="443" y="3762"/>
                  </a:lnTo>
                  <a:lnTo>
                    <a:pt x="295" y="3320"/>
                  </a:lnTo>
                  <a:lnTo>
                    <a:pt x="221" y="2877"/>
                  </a:lnTo>
                  <a:lnTo>
                    <a:pt x="148" y="2435"/>
                  </a:lnTo>
                  <a:lnTo>
                    <a:pt x="148" y="1992"/>
                  </a:lnTo>
                  <a:lnTo>
                    <a:pt x="221" y="1549"/>
                  </a:lnTo>
                  <a:lnTo>
                    <a:pt x="295" y="1107"/>
                  </a:lnTo>
                  <a:lnTo>
                    <a:pt x="443" y="664"/>
                  </a:lnTo>
                  <a:lnTo>
                    <a:pt x="73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5716;p46">
              <a:extLst>
                <a:ext uri="{FF2B5EF4-FFF2-40B4-BE49-F238E27FC236}">
                  <a16:creationId xmlns:a16="http://schemas.microsoft.com/office/drawing/2014/main" id="{3122BEAF-38FB-8B9A-AC28-337245EE0F36}"/>
                </a:ext>
              </a:extLst>
            </p:cNvPr>
            <p:cNvSpPr/>
            <p:nvPr/>
          </p:nvSpPr>
          <p:spPr>
            <a:xfrm>
              <a:off x="2433758" y="3556818"/>
              <a:ext cx="186547" cy="407632"/>
            </a:xfrm>
            <a:custGeom>
              <a:avLst/>
              <a:gdLst/>
              <a:ahLst/>
              <a:cxnLst/>
              <a:rect l="l" t="t" r="r" b="b"/>
              <a:pathLst>
                <a:path w="7967" h="17409" extrusionOk="0">
                  <a:moveTo>
                    <a:pt x="7967" y="1"/>
                  </a:moveTo>
                  <a:lnTo>
                    <a:pt x="7746" y="75"/>
                  </a:lnTo>
                  <a:lnTo>
                    <a:pt x="7156" y="222"/>
                  </a:lnTo>
                  <a:lnTo>
                    <a:pt x="6123" y="665"/>
                  </a:lnTo>
                  <a:lnTo>
                    <a:pt x="5164" y="1181"/>
                  </a:lnTo>
                  <a:lnTo>
                    <a:pt x="4500" y="1697"/>
                  </a:lnTo>
                  <a:lnTo>
                    <a:pt x="3910" y="2287"/>
                  </a:lnTo>
                  <a:lnTo>
                    <a:pt x="3320" y="2878"/>
                  </a:lnTo>
                  <a:lnTo>
                    <a:pt x="2804" y="3468"/>
                  </a:lnTo>
                  <a:lnTo>
                    <a:pt x="2214" y="4353"/>
                  </a:lnTo>
                  <a:lnTo>
                    <a:pt x="1697" y="5238"/>
                  </a:lnTo>
                  <a:lnTo>
                    <a:pt x="1255" y="6123"/>
                  </a:lnTo>
                  <a:lnTo>
                    <a:pt x="960" y="7082"/>
                  </a:lnTo>
                  <a:lnTo>
                    <a:pt x="665" y="8041"/>
                  </a:lnTo>
                  <a:lnTo>
                    <a:pt x="444" y="9073"/>
                  </a:lnTo>
                  <a:lnTo>
                    <a:pt x="222" y="10032"/>
                  </a:lnTo>
                  <a:lnTo>
                    <a:pt x="148" y="11065"/>
                  </a:lnTo>
                  <a:lnTo>
                    <a:pt x="1" y="12687"/>
                  </a:lnTo>
                  <a:lnTo>
                    <a:pt x="1" y="14310"/>
                  </a:lnTo>
                  <a:lnTo>
                    <a:pt x="1" y="16597"/>
                  </a:lnTo>
                  <a:lnTo>
                    <a:pt x="1" y="17187"/>
                  </a:lnTo>
                  <a:lnTo>
                    <a:pt x="75" y="17408"/>
                  </a:lnTo>
                  <a:lnTo>
                    <a:pt x="75" y="17187"/>
                  </a:lnTo>
                  <a:lnTo>
                    <a:pt x="75" y="16597"/>
                  </a:lnTo>
                  <a:lnTo>
                    <a:pt x="75" y="14310"/>
                  </a:lnTo>
                  <a:lnTo>
                    <a:pt x="75" y="12835"/>
                  </a:lnTo>
                  <a:lnTo>
                    <a:pt x="222" y="11065"/>
                  </a:lnTo>
                  <a:lnTo>
                    <a:pt x="370" y="10032"/>
                  </a:lnTo>
                  <a:lnTo>
                    <a:pt x="517" y="9073"/>
                  </a:lnTo>
                  <a:lnTo>
                    <a:pt x="739" y="8114"/>
                  </a:lnTo>
                  <a:lnTo>
                    <a:pt x="1034" y="7082"/>
                  </a:lnTo>
                  <a:lnTo>
                    <a:pt x="1402" y="6197"/>
                  </a:lnTo>
                  <a:lnTo>
                    <a:pt x="1845" y="5312"/>
                  </a:lnTo>
                  <a:lnTo>
                    <a:pt x="2288" y="4426"/>
                  </a:lnTo>
                  <a:lnTo>
                    <a:pt x="2878" y="3541"/>
                  </a:lnTo>
                  <a:lnTo>
                    <a:pt x="3394" y="2951"/>
                  </a:lnTo>
                  <a:lnTo>
                    <a:pt x="3984" y="2361"/>
                  </a:lnTo>
                  <a:lnTo>
                    <a:pt x="4574" y="1771"/>
                  </a:lnTo>
                  <a:lnTo>
                    <a:pt x="5238" y="1255"/>
                  </a:lnTo>
                  <a:lnTo>
                    <a:pt x="6123" y="738"/>
                  </a:lnTo>
                  <a:lnTo>
                    <a:pt x="7156" y="296"/>
                  </a:lnTo>
                  <a:lnTo>
                    <a:pt x="796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5717;p46">
              <a:extLst>
                <a:ext uri="{FF2B5EF4-FFF2-40B4-BE49-F238E27FC236}">
                  <a16:creationId xmlns:a16="http://schemas.microsoft.com/office/drawing/2014/main" id="{71D01B8E-381D-EF7A-3A85-45E16E3226B9}"/>
                </a:ext>
              </a:extLst>
            </p:cNvPr>
            <p:cNvSpPr/>
            <p:nvPr/>
          </p:nvSpPr>
          <p:spPr>
            <a:xfrm>
              <a:off x="2406127" y="3503289"/>
              <a:ext cx="183105" cy="461158"/>
            </a:xfrm>
            <a:custGeom>
              <a:avLst/>
              <a:gdLst/>
              <a:ahLst/>
              <a:cxnLst/>
              <a:rect l="l" t="t" r="r" b="b"/>
              <a:pathLst>
                <a:path w="7820" h="19695" extrusionOk="0">
                  <a:moveTo>
                    <a:pt x="7819" y="0"/>
                  </a:moveTo>
                  <a:lnTo>
                    <a:pt x="7229" y="222"/>
                  </a:lnTo>
                  <a:lnTo>
                    <a:pt x="6123" y="885"/>
                  </a:lnTo>
                  <a:lnTo>
                    <a:pt x="5164" y="1549"/>
                  </a:lnTo>
                  <a:lnTo>
                    <a:pt x="4500" y="2213"/>
                  </a:lnTo>
                  <a:lnTo>
                    <a:pt x="3836" y="2877"/>
                  </a:lnTo>
                  <a:lnTo>
                    <a:pt x="3320" y="3541"/>
                  </a:lnTo>
                  <a:lnTo>
                    <a:pt x="2804" y="4278"/>
                  </a:lnTo>
                  <a:lnTo>
                    <a:pt x="2214" y="5237"/>
                  </a:lnTo>
                  <a:lnTo>
                    <a:pt x="1697" y="6270"/>
                  </a:lnTo>
                  <a:lnTo>
                    <a:pt x="1255" y="7303"/>
                  </a:lnTo>
                  <a:lnTo>
                    <a:pt x="960" y="8335"/>
                  </a:lnTo>
                  <a:lnTo>
                    <a:pt x="665" y="9442"/>
                  </a:lnTo>
                  <a:lnTo>
                    <a:pt x="443" y="10474"/>
                  </a:lnTo>
                  <a:lnTo>
                    <a:pt x="222" y="11581"/>
                  </a:lnTo>
                  <a:lnTo>
                    <a:pt x="148" y="12687"/>
                  </a:lnTo>
                  <a:lnTo>
                    <a:pt x="1" y="14605"/>
                  </a:lnTo>
                  <a:lnTo>
                    <a:pt x="1" y="16301"/>
                  </a:lnTo>
                  <a:lnTo>
                    <a:pt x="1" y="18735"/>
                  </a:lnTo>
                  <a:lnTo>
                    <a:pt x="1" y="19399"/>
                  </a:lnTo>
                  <a:lnTo>
                    <a:pt x="75" y="19694"/>
                  </a:lnTo>
                  <a:lnTo>
                    <a:pt x="75" y="19399"/>
                  </a:lnTo>
                  <a:lnTo>
                    <a:pt x="75" y="18735"/>
                  </a:lnTo>
                  <a:lnTo>
                    <a:pt x="75" y="16301"/>
                  </a:lnTo>
                  <a:lnTo>
                    <a:pt x="148" y="14678"/>
                  </a:lnTo>
                  <a:lnTo>
                    <a:pt x="296" y="12687"/>
                  </a:lnTo>
                  <a:lnTo>
                    <a:pt x="370" y="11654"/>
                  </a:lnTo>
                  <a:lnTo>
                    <a:pt x="591" y="10548"/>
                  </a:lnTo>
                  <a:lnTo>
                    <a:pt x="812" y="9442"/>
                  </a:lnTo>
                  <a:lnTo>
                    <a:pt x="1107" y="8409"/>
                  </a:lnTo>
                  <a:lnTo>
                    <a:pt x="1402" y="7376"/>
                  </a:lnTo>
                  <a:lnTo>
                    <a:pt x="1845" y="6344"/>
                  </a:lnTo>
                  <a:lnTo>
                    <a:pt x="2361" y="5311"/>
                  </a:lnTo>
                  <a:lnTo>
                    <a:pt x="2877" y="4352"/>
                  </a:lnTo>
                  <a:lnTo>
                    <a:pt x="3394" y="3615"/>
                  </a:lnTo>
                  <a:lnTo>
                    <a:pt x="3984" y="2951"/>
                  </a:lnTo>
                  <a:lnTo>
                    <a:pt x="4574" y="2287"/>
                  </a:lnTo>
                  <a:lnTo>
                    <a:pt x="5238" y="1697"/>
                  </a:lnTo>
                  <a:lnTo>
                    <a:pt x="6197" y="959"/>
                  </a:lnTo>
                  <a:lnTo>
                    <a:pt x="7229" y="295"/>
                  </a:lnTo>
                  <a:lnTo>
                    <a:pt x="7819"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5718;p46">
              <a:extLst>
                <a:ext uri="{FF2B5EF4-FFF2-40B4-BE49-F238E27FC236}">
                  <a16:creationId xmlns:a16="http://schemas.microsoft.com/office/drawing/2014/main" id="{B4DD389A-E107-8DF0-A7BB-5608C16CD61C}"/>
                </a:ext>
              </a:extLst>
            </p:cNvPr>
            <p:cNvSpPr/>
            <p:nvPr/>
          </p:nvSpPr>
          <p:spPr>
            <a:xfrm>
              <a:off x="3202345" y="3104302"/>
              <a:ext cx="41468" cy="243563"/>
            </a:xfrm>
            <a:custGeom>
              <a:avLst/>
              <a:gdLst/>
              <a:ahLst/>
              <a:cxnLst/>
              <a:rect l="l" t="t" r="r" b="b"/>
              <a:pathLst>
                <a:path w="1771" h="10402" extrusionOk="0">
                  <a:moveTo>
                    <a:pt x="1771" y="1"/>
                  </a:moveTo>
                  <a:lnTo>
                    <a:pt x="1" y="75"/>
                  </a:lnTo>
                  <a:lnTo>
                    <a:pt x="1" y="1771"/>
                  </a:lnTo>
                  <a:lnTo>
                    <a:pt x="222" y="5312"/>
                  </a:lnTo>
                  <a:lnTo>
                    <a:pt x="443" y="10401"/>
                  </a:lnTo>
                  <a:lnTo>
                    <a:pt x="1771" y="10401"/>
                  </a:lnTo>
                  <a:lnTo>
                    <a:pt x="177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5719;p46">
              <a:extLst>
                <a:ext uri="{FF2B5EF4-FFF2-40B4-BE49-F238E27FC236}">
                  <a16:creationId xmlns:a16="http://schemas.microsoft.com/office/drawing/2014/main" id="{20486152-7BBF-DCCE-3083-55593CDE3B27}"/>
                </a:ext>
              </a:extLst>
            </p:cNvPr>
            <p:cNvSpPr/>
            <p:nvPr/>
          </p:nvSpPr>
          <p:spPr>
            <a:xfrm>
              <a:off x="3110811" y="3220024"/>
              <a:ext cx="234899" cy="302264"/>
            </a:xfrm>
            <a:custGeom>
              <a:avLst/>
              <a:gdLst/>
              <a:ahLst/>
              <a:cxnLst/>
              <a:rect l="l" t="t" r="r" b="b"/>
              <a:pathLst>
                <a:path w="10032" h="12909" extrusionOk="0">
                  <a:moveTo>
                    <a:pt x="6270" y="1"/>
                  </a:moveTo>
                  <a:lnTo>
                    <a:pt x="3246" y="222"/>
                  </a:lnTo>
                  <a:lnTo>
                    <a:pt x="3393" y="4869"/>
                  </a:lnTo>
                  <a:lnTo>
                    <a:pt x="0" y="6787"/>
                  </a:lnTo>
                  <a:lnTo>
                    <a:pt x="74" y="9811"/>
                  </a:lnTo>
                  <a:lnTo>
                    <a:pt x="2435" y="12909"/>
                  </a:lnTo>
                  <a:lnTo>
                    <a:pt x="2435" y="8483"/>
                  </a:lnTo>
                  <a:lnTo>
                    <a:pt x="5164" y="6934"/>
                  </a:lnTo>
                  <a:lnTo>
                    <a:pt x="7671" y="8188"/>
                  </a:lnTo>
                  <a:lnTo>
                    <a:pt x="7598" y="12835"/>
                  </a:lnTo>
                  <a:lnTo>
                    <a:pt x="10032" y="9737"/>
                  </a:lnTo>
                  <a:lnTo>
                    <a:pt x="9810" y="6934"/>
                  </a:lnTo>
                  <a:lnTo>
                    <a:pt x="6565" y="4648"/>
                  </a:lnTo>
                  <a:lnTo>
                    <a:pt x="627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5720;p46">
              <a:extLst>
                <a:ext uri="{FF2B5EF4-FFF2-40B4-BE49-F238E27FC236}">
                  <a16:creationId xmlns:a16="http://schemas.microsoft.com/office/drawing/2014/main" id="{0C7504C9-01F6-1B56-9DE3-B79BDE6798EF}"/>
                </a:ext>
              </a:extLst>
            </p:cNvPr>
            <p:cNvSpPr/>
            <p:nvPr/>
          </p:nvSpPr>
          <p:spPr>
            <a:xfrm>
              <a:off x="2599568" y="3026584"/>
              <a:ext cx="466333" cy="526791"/>
            </a:xfrm>
            <a:custGeom>
              <a:avLst/>
              <a:gdLst/>
              <a:ahLst/>
              <a:cxnLst/>
              <a:rect l="l" t="t" r="r" b="b"/>
              <a:pathLst>
                <a:path w="19916" h="22498" extrusionOk="0">
                  <a:moveTo>
                    <a:pt x="15859" y="1"/>
                  </a:moveTo>
                  <a:lnTo>
                    <a:pt x="15121" y="148"/>
                  </a:lnTo>
                  <a:lnTo>
                    <a:pt x="14458" y="370"/>
                  </a:lnTo>
                  <a:lnTo>
                    <a:pt x="13868" y="812"/>
                  </a:lnTo>
                  <a:lnTo>
                    <a:pt x="13351" y="1328"/>
                  </a:lnTo>
                  <a:lnTo>
                    <a:pt x="812" y="16375"/>
                  </a:lnTo>
                  <a:lnTo>
                    <a:pt x="370" y="17039"/>
                  </a:lnTo>
                  <a:lnTo>
                    <a:pt x="75" y="17703"/>
                  </a:lnTo>
                  <a:lnTo>
                    <a:pt x="1" y="18441"/>
                  </a:lnTo>
                  <a:lnTo>
                    <a:pt x="1" y="19104"/>
                  </a:lnTo>
                  <a:lnTo>
                    <a:pt x="75" y="19842"/>
                  </a:lnTo>
                  <a:lnTo>
                    <a:pt x="370" y="20506"/>
                  </a:lnTo>
                  <a:lnTo>
                    <a:pt x="738" y="21096"/>
                  </a:lnTo>
                  <a:lnTo>
                    <a:pt x="1255" y="21612"/>
                  </a:lnTo>
                  <a:lnTo>
                    <a:pt x="1919" y="22055"/>
                  </a:lnTo>
                  <a:lnTo>
                    <a:pt x="2582" y="22350"/>
                  </a:lnTo>
                  <a:lnTo>
                    <a:pt x="3320" y="22497"/>
                  </a:lnTo>
                  <a:lnTo>
                    <a:pt x="3984" y="22497"/>
                  </a:lnTo>
                  <a:lnTo>
                    <a:pt x="4721" y="22350"/>
                  </a:lnTo>
                  <a:lnTo>
                    <a:pt x="5385" y="22055"/>
                  </a:lnTo>
                  <a:lnTo>
                    <a:pt x="5975" y="21686"/>
                  </a:lnTo>
                  <a:lnTo>
                    <a:pt x="6565" y="21170"/>
                  </a:lnTo>
                  <a:lnTo>
                    <a:pt x="19031" y="6049"/>
                  </a:lnTo>
                  <a:lnTo>
                    <a:pt x="19473" y="5459"/>
                  </a:lnTo>
                  <a:lnTo>
                    <a:pt x="19768" y="4721"/>
                  </a:lnTo>
                  <a:lnTo>
                    <a:pt x="19916" y="4058"/>
                  </a:lnTo>
                  <a:lnTo>
                    <a:pt x="19916" y="3320"/>
                  </a:lnTo>
                  <a:lnTo>
                    <a:pt x="19768" y="2656"/>
                  </a:lnTo>
                  <a:lnTo>
                    <a:pt x="19473" y="1992"/>
                  </a:lnTo>
                  <a:lnTo>
                    <a:pt x="19104" y="1328"/>
                  </a:lnTo>
                  <a:lnTo>
                    <a:pt x="18588" y="812"/>
                  </a:lnTo>
                  <a:lnTo>
                    <a:pt x="17924" y="370"/>
                  </a:lnTo>
                  <a:lnTo>
                    <a:pt x="17260" y="148"/>
                  </a:lnTo>
                  <a:lnTo>
                    <a:pt x="16597"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5721;p46">
              <a:extLst>
                <a:ext uri="{FF2B5EF4-FFF2-40B4-BE49-F238E27FC236}">
                  <a16:creationId xmlns:a16="http://schemas.microsoft.com/office/drawing/2014/main" id="{0B959A28-7AC3-683D-C631-F4E19978A34C}"/>
                </a:ext>
              </a:extLst>
            </p:cNvPr>
            <p:cNvSpPr/>
            <p:nvPr/>
          </p:nvSpPr>
          <p:spPr>
            <a:xfrm>
              <a:off x="2906998" y="3057680"/>
              <a:ext cx="369629" cy="108833"/>
            </a:xfrm>
            <a:custGeom>
              <a:avLst/>
              <a:gdLst/>
              <a:ahLst/>
              <a:cxnLst/>
              <a:rect l="l" t="t" r="r" b="b"/>
              <a:pathLst>
                <a:path w="15786" h="4648" extrusionOk="0">
                  <a:moveTo>
                    <a:pt x="1845" y="0"/>
                  </a:moveTo>
                  <a:lnTo>
                    <a:pt x="1402" y="148"/>
                  </a:lnTo>
                  <a:lnTo>
                    <a:pt x="1034" y="369"/>
                  </a:lnTo>
                  <a:lnTo>
                    <a:pt x="665" y="664"/>
                  </a:lnTo>
                  <a:lnTo>
                    <a:pt x="370" y="1033"/>
                  </a:lnTo>
                  <a:lnTo>
                    <a:pt x="148" y="1402"/>
                  </a:lnTo>
                  <a:lnTo>
                    <a:pt x="75" y="1844"/>
                  </a:lnTo>
                  <a:lnTo>
                    <a:pt x="1" y="2287"/>
                  </a:lnTo>
                  <a:lnTo>
                    <a:pt x="75" y="2803"/>
                  </a:lnTo>
                  <a:lnTo>
                    <a:pt x="148" y="3246"/>
                  </a:lnTo>
                  <a:lnTo>
                    <a:pt x="370" y="3615"/>
                  </a:lnTo>
                  <a:lnTo>
                    <a:pt x="665" y="3983"/>
                  </a:lnTo>
                  <a:lnTo>
                    <a:pt x="1034" y="4279"/>
                  </a:lnTo>
                  <a:lnTo>
                    <a:pt x="1402" y="4500"/>
                  </a:lnTo>
                  <a:lnTo>
                    <a:pt x="1845" y="4574"/>
                  </a:lnTo>
                  <a:lnTo>
                    <a:pt x="2361" y="4647"/>
                  </a:lnTo>
                  <a:lnTo>
                    <a:pt x="13499" y="4647"/>
                  </a:lnTo>
                  <a:lnTo>
                    <a:pt x="13941" y="4574"/>
                  </a:lnTo>
                  <a:lnTo>
                    <a:pt x="14384" y="4500"/>
                  </a:lnTo>
                  <a:lnTo>
                    <a:pt x="14753" y="4279"/>
                  </a:lnTo>
                  <a:lnTo>
                    <a:pt x="15121" y="3983"/>
                  </a:lnTo>
                  <a:lnTo>
                    <a:pt x="15417" y="3615"/>
                  </a:lnTo>
                  <a:lnTo>
                    <a:pt x="15638" y="3246"/>
                  </a:lnTo>
                  <a:lnTo>
                    <a:pt x="15785" y="2803"/>
                  </a:lnTo>
                  <a:lnTo>
                    <a:pt x="15785" y="2287"/>
                  </a:lnTo>
                  <a:lnTo>
                    <a:pt x="15785" y="1844"/>
                  </a:lnTo>
                  <a:lnTo>
                    <a:pt x="15638" y="1402"/>
                  </a:lnTo>
                  <a:lnTo>
                    <a:pt x="15417" y="1033"/>
                  </a:lnTo>
                  <a:lnTo>
                    <a:pt x="15121" y="664"/>
                  </a:lnTo>
                  <a:lnTo>
                    <a:pt x="14753" y="369"/>
                  </a:lnTo>
                  <a:lnTo>
                    <a:pt x="14384" y="148"/>
                  </a:lnTo>
                  <a:lnTo>
                    <a:pt x="13941"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5722;p46">
              <a:extLst>
                <a:ext uri="{FF2B5EF4-FFF2-40B4-BE49-F238E27FC236}">
                  <a16:creationId xmlns:a16="http://schemas.microsoft.com/office/drawing/2014/main" id="{3CEE05E0-A7D3-F446-F840-9B9ADB769D6F}"/>
                </a:ext>
              </a:extLst>
            </p:cNvPr>
            <p:cNvSpPr/>
            <p:nvPr/>
          </p:nvSpPr>
          <p:spPr>
            <a:xfrm>
              <a:off x="2580577" y="3366843"/>
              <a:ext cx="243539" cy="770283"/>
            </a:xfrm>
            <a:custGeom>
              <a:avLst/>
              <a:gdLst/>
              <a:ahLst/>
              <a:cxnLst/>
              <a:rect l="l" t="t" r="r" b="b"/>
              <a:pathLst>
                <a:path w="10401" h="32897" extrusionOk="0">
                  <a:moveTo>
                    <a:pt x="4647" y="0"/>
                  </a:moveTo>
                  <a:lnTo>
                    <a:pt x="4131" y="74"/>
                  </a:lnTo>
                  <a:lnTo>
                    <a:pt x="3615" y="222"/>
                  </a:lnTo>
                  <a:lnTo>
                    <a:pt x="3172" y="369"/>
                  </a:lnTo>
                  <a:lnTo>
                    <a:pt x="2730" y="590"/>
                  </a:lnTo>
                  <a:lnTo>
                    <a:pt x="2287" y="885"/>
                  </a:lnTo>
                  <a:lnTo>
                    <a:pt x="1844" y="1181"/>
                  </a:lnTo>
                  <a:lnTo>
                    <a:pt x="1476" y="1476"/>
                  </a:lnTo>
                  <a:lnTo>
                    <a:pt x="1181" y="1844"/>
                  </a:lnTo>
                  <a:lnTo>
                    <a:pt x="886" y="2287"/>
                  </a:lnTo>
                  <a:lnTo>
                    <a:pt x="591" y="2729"/>
                  </a:lnTo>
                  <a:lnTo>
                    <a:pt x="369" y="3172"/>
                  </a:lnTo>
                  <a:lnTo>
                    <a:pt x="222" y="3615"/>
                  </a:lnTo>
                  <a:lnTo>
                    <a:pt x="74" y="4131"/>
                  </a:lnTo>
                  <a:lnTo>
                    <a:pt x="0" y="4647"/>
                  </a:lnTo>
                  <a:lnTo>
                    <a:pt x="0" y="5237"/>
                  </a:lnTo>
                  <a:lnTo>
                    <a:pt x="0" y="27660"/>
                  </a:lnTo>
                  <a:lnTo>
                    <a:pt x="0" y="28176"/>
                  </a:lnTo>
                  <a:lnTo>
                    <a:pt x="74" y="28693"/>
                  </a:lnTo>
                  <a:lnTo>
                    <a:pt x="222" y="29209"/>
                  </a:lnTo>
                  <a:lnTo>
                    <a:pt x="369" y="29652"/>
                  </a:lnTo>
                  <a:lnTo>
                    <a:pt x="591" y="30168"/>
                  </a:lnTo>
                  <a:lnTo>
                    <a:pt x="886" y="30537"/>
                  </a:lnTo>
                  <a:lnTo>
                    <a:pt x="1181" y="30979"/>
                  </a:lnTo>
                  <a:lnTo>
                    <a:pt x="1476" y="31348"/>
                  </a:lnTo>
                  <a:lnTo>
                    <a:pt x="1844" y="31643"/>
                  </a:lnTo>
                  <a:lnTo>
                    <a:pt x="2287" y="32012"/>
                  </a:lnTo>
                  <a:lnTo>
                    <a:pt x="2730" y="32233"/>
                  </a:lnTo>
                  <a:lnTo>
                    <a:pt x="3172" y="32454"/>
                  </a:lnTo>
                  <a:lnTo>
                    <a:pt x="3615" y="32602"/>
                  </a:lnTo>
                  <a:lnTo>
                    <a:pt x="4131" y="32749"/>
                  </a:lnTo>
                  <a:lnTo>
                    <a:pt x="4647" y="32823"/>
                  </a:lnTo>
                  <a:lnTo>
                    <a:pt x="5164" y="32897"/>
                  </a:lnTo>
                  <a:lnTo>
                    <a:pt x="5754" y="32823"/>
                  </a:lnTo>
                  <a:lnTo>
                    <a:pt x="6270" y="32749"/>
                  </a:lnTo>
                  <a:lnTo>
                    <a:pt x="6713" y="32602"/>
                  </a:lnTo>
                  <a:lnTo>
                    <a:pt x="7229" y="32454"/>
                  </a:lnTo>
                  <a:lnTo>
                    <a:pt x="7671" y="32233"/>
                  </a:lnTo>
                  <a:lnTo>
                    <a:pt x="8114" y="32012"/>
                  </a:lnTo>
                  <a:lnTo>
                    <a:pt x="8483" y="31643"/>
                  </a:lnTo>
                  <a:lnTo>
                    <a:pt x="8852" y="31348"/>
                  </a:lnTo>
                  <a:lnTo>
                    <a:pt x="9220" y="30979"/>
                  </a:lnTo>
                  <a:lnTo>
                    <a:pt x="9515" y="30537"/>
                  </a:lnTo>
                  <a:lnTo>
                    <a:pt x="9810" y="30168"/>
                  </a:lnTo>
                  <a:lnTo>
                    <a:pt x="10032" y="29652"/>
                  </a:lnTo>
                  <a:lnTo>
                    <a:pt x="10179" y="29209"/>
                  </a:lnTo>
                  <a:lnTo>
                    <a:pt x="10327" y="28693"/>
                  </a:lnTo>
                  <a:lnTo>
                    <a:pt x="10400" y="28176"/>
                  </a:lnTo>
                  <a:lnTo>
                    <a:pt x="10400" y="27660"/>
                  </a:lnTo>
                  <a:lnTo>
                    <a:pt x="10400" y="5237"/>
                  </a:lnTo>
                  <a:lnTo>
                    <a:pt x="10400" y="4647"/>
                  </a:lnTo>
                  <a:lnTo>
                    <a:pt x="10327" y="4131"/>
                  </a:lnTo>
                  <a:lnTo>
                    <a:pt x="10179" y="3615"/>
                  </a:lnTo>
                  <a:lnTo>
                    <a:pt x="10032" y="3172"/>
                  </a:lnTo>
                  <a:lnTo>
                    <a:pt x="9810" y="2729"/>
                  </a:lnTo>
                  <a:lnTo>
                    <a:pt x="9515" y="2287"/>
                  </a:lnTo>
                  <a:lnTo>
                    <a:pt x="9220" y="1844"/>
                  </a:lnTo>
                  <a:lnTo>
                    <a:pt x="8852" y="1476"/>
                  </a:lnTo>
                  <a:lnTo>
                    <a:pt x="8483" y="1181"/>
                  </a:lnTo>
                  <a:lnTo>
                    <a:pt x="8114" y="885"/>
                  </a:lnTo>
                  <a:lnTo>
                    <a:pt x="7671" y="590"/>
                  </a:lnTo>
                  <a:lnTo>
                    <a:pt x="7229" y="369"/>
                  </a:lnTo>
                  <a:lnTo>
                    <a:pt x="6713" y="222"/>
                  </a:lnTo>
                  <a:lnTo>
                    <a:pt x="6270" y="74"/>
                  </a:lnTo>
                  <a:lnTo>
                    <a:pt x="575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5723;p46">
              <a:extLst>
                <a:ext uri="{FF2B5EF4-FFF2-40B4-BE49-F238E27FC236}">
                  <a16:creationId xmlns:a16="http://schemas.microsoft.com/office/drawing/2014/main" id="{162067BC-0B77-A3C3-28F3-1B4E96D28ED0}"/>
                </a:ext>
              </a:extLst>
            </p:cNvPr>
            <p:cNvSpPr/>
            <p:nvPr/>
          </p:nvSpPr>
          <p:spPr>
            <a:xfrm>
              <a:off x="2644480" y="3959247"/>
              <a:ext cx="120915" cy="120915"/>
            </a:xfrm>
            <a:custGeom>
              <a:avLst/>
              <a:gdLst/>
              <a:ahLst/>
              <a:cxnLst/>
              <a:rect l="l" t="t" r="r" b="b"/>
              <a:pathLst>
                <a:path w="5164" h="5164" extrusionOk="0">
                  <a:moveTo>
                    <a:pt x="2582" y="1"/>
                  </a:moveTo>
                  <a:lnTo>
                    <a:pt x="2066" y="75"/>
                  </a:lnTo>
                  <a:lnTo>
                    <a:pt x="1623" y="222"/>
                  </a:lnTo>
                  <a:lnTo>
                    <a:pt x="1181" y="443"/>
                  </a:lnTo>
                  <a:lnTo>
                    <a:pt x="738" y="738"/>
                  </a:lnTo>
                  <a:lnTo>
                    <a:pt x="443" y="1181"/>
                  </a:lnTo>
                  <a:lnTo>
                    <a:pt x="148" y="1623"/>
                  </a:lnTo>
                  <a:lnTo>
                    <a:pt x="74" y="2066"/>
                  </a:lnTo>
                  <a:lnTo>
                    <a:pt x="1" y="2582"/>
                  </a:lnTo>
                  <a:lnTo>
                    <a:pt x="74" y="3099"/>
                  </a:lnTo>
                  <a:lnTo>
                    <a:pt x="148" y="3541"/>
                  </a:lnTo>
                  <a:lnTo>
                    <a:pt x="443" y="3984"/>
                  </a:lnTo>
                  <a:lnTo>
                    <a:pt x="738" y="4426"/>
                  </a:lnTo>
                  <a:lnTo>
                    <a:pt x="1181" y="4721"/>
                  </a:lnTo>
                  <a:lnTo>
                    <a:pt x="1623" y="4943"/>
                  </a:lnTo>
                  <a:lnTo>
                    <a:pt x="2066" y="5090"/>
                  </a:lnTo>
                  <a:lnTo>
                    <a:pt x="2582" y="5164"/>
                  </a:lnTo>
                  <a:lnTo>
                    <a:pt x="3025" y="5090"/>
                  </a:lnTo>
                  <a:lnTo>
                    <a:pt x="3541" y="4943"/>
                  </a:lnTo>
                  <a:lnTo>
                    <a:pt x="3984" y="4721"/>
                  </a:lnTo>
                  <a:lnTo>
                    <a:pt x="4426" y="4426"/>
                  </a:lnTo>
                  <a:lnTo>
                    <a:pt x="4721" y="3984"/>
                  </a:lnTo>
                  <a:lnTo>
                    <a:pt x="4942" y="3541"/>
                  </a:lnTo>
                  <a:lnTo>
                    <a:pt x="5090" y="3099"/>
                  </a:lnTo>
                  <a:lnTo>
                    <a:pt x="5164" y="2582"/>
                  </a:lnTo>
                  <a:lnTo>
                    <a:pt x="5090" y="2066"/>
                  </a:lnTo>
                  <a:lnTo>
                    <a:pt x="4942" y="1623"/>
                  </a:lnTo>
                  <a:lnTo>
                    <a:pt x="4721" y="1181"/>
                  </a:lnTo>
                  <a:lnTo>
                    <a:pt x="4426" y="738"/>
                  </a:lnTo>
                  <a:lnTo>
                    <a:pt x="3984" y="443"/>
                  </a:lnTo>
                  <a:lnTo>
                    <a:pt x="3541" y="222"/>
                  </a:lnTo>
                  <a:lnTo>
                    <a:pt x="3025" y="75"/>
                  </a:lnTo>
                  <a:lnTo>
                    <a:pt x="258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5724;p46">
              <a:extLst>
                <a:ext uri="{FF2B5EF4-FFF2-40B4-BE49-F238E27FC236}">
                  <a16:creationId xmlns:a16="http://schemas.microsoft.com/office/drawing/2014/main" id="{422F2ADE-BB31-F96F-2DEF-52149451A1F0}"/>
                </a:ext>
              </a:extLst>
            </p:cNvPr>
            <p:cNvSpPr/>
            <p:nvPr/>
          </p:nvSpPr>
          <p:spPr>
            <a:xfrm>
              <a:off x="2642747" y="3411755"/>
              <a:ext cx="119206" cy="120915"/>
            </a:xfrm>
            <a:custGeom>
              <a:avLst/>
              <a:gdLst/>
              <a:ahLst/>
              <a:cxnLst/>
              <a:rect l="l" t="t" r="r" b="b"/>
              <a:pathLst>
                <a:path w="5091" h="5164" extrusionOk="0">
                  <a:moveTo>
                    <a:pt x="2435" y="0"/>
                  </a:moveTo>
                  <a:lnTo>
                    <a:pt x="1919" y="74"/>
                  </a:lnTo>
                  <a:lnTo>
                    <a:pt x="1476" y="221"/>
                  </a:lnTo>
                  <a:lnTo>
                    <a:pt x="1033" y="516"/>
                  </a:lnTo>
                  <a:lnTo>
                    <a:pt x="665" y="811"/>
                  </a:lnTo>
                  <a:lnTo>
                    <a:pt x="370" y="1180"/>
                  </a:lnTo>
                  <a:lnTo>
                    <a:pt x="148" y="1623"/>
                  </a:lnTo>
                  <a:lnTo>
                    <a:pt x="1" y="2139"/>
                  </a:lnTo>
                  <a:lnTo>
                    <a:pt x="1" y="2655"/>
                  </a:lnTo>
                  <a:lnTo>
                    <a:pt x="1" y="3172"/>
                  </a:lnTo>
                  <a:lnTo>
                    <a:pt x="222" y="3688"/>
                  </a:lnTo>
                  <a:lnTo>
                    <a:pt x="443" y="4057"/>
                  </a:lnTo>
                  <a:lnTo>
                    <a:pt x="812" y="4426"/>
                  </a:lnTo>
                  <a:lnTo>
                    <a:pt x="1181" y="4794"/>
                  </a:lnTo>
                  <a:lnTo>
                    <a:pt x="1624" y="5016"/>
                  </a:lnTo>
                  <a:lnTo>
                    <a:pt x="2140" y="5090"/>
                  </a:lnTo>
                  <a:lnTo>
                    <a:pt x="2656" y="5163"/>
                  </a:lnTo>
                  <a:lnTo>
                    <a:pt x="3172" y="5090"/>
                  </a:lnTo>
                  <a:lnTo>
                    <a:pt x="3615" y="4942"/>
                  </a:lnTo>
                  <a:lnTo>
                    <a:pt x="4058" y="4647"/>
                  </a:lnTo>
                  <a:lnTo>
                    <a:pt x="4426" y="4352"/>
                  </a:lnTo>
                  <a:lnTo>
                    <a:pt x="4721" y="3983"/>
                  </a:lnTo>
                  <a:lnTo>
                    <a:pt x="4943" y="3467"/>
                  </a:lnTo>
                  <a:lnTo>
                    <a:pt x="5090" y="3024"/>
                  </a:lnTo>
                  <a:lnTo>
                    <a:pt x="5090" y="2434"/>
                  </a:lnTo>
                  <a:lnTo>
                    <a:pt x="5016" y="1992"/>
                  </a:lnTo>
                  <a:lnTo>
                    <a:pt x="4869" y="1475"/>
                  </a:lnTo>
                  <a:lnTo>
                    <a:pt x="4648" y="1107"/>
                  </a:lnTo>
                  <a:lnTo>
                    <a:pt x="4279" y="664"/>
                  </a:lnTo>
                  <a:lnTo>
                    <a:pt x="3910" y="369"/>
                  </a:lnTo>
                  <a:lnTo>
                    <a:pt x="3467" y="148"/>
                  </a:lnTo>
                  <a:lnTo>
                    <a:pt x="295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5725;p46">
              <a:extLst>
                <a:ext uri="{FF2B5EF4-FFF2-40B4-BE49-F238E27FC236}">
                  <a16:creationId xmlns:a16="http://schemas.microsoft.com/office/drawing/2014/main" id="{94813D09-03CF-F4C2-8704-C4148E8D5DC3}"/>
                </a:ext>
              </a:extLst>
            </p:cNvPr>
            <p:cNvSpPr/>
            <p:nvPr/>
          </p:nvSpPr>
          <p:spPr>
            <a:xfrm>
              <a:off x="2932919" y="3074962"/>
              <a:ext cx="72563" cy="74272"/>
            </a:xfrm>
            <a:custGeom>
              <a:avLst/>
              <a:gdLst/>
              <a:ahLst/>
              <a:cxnLst/>
              <a:rect l="l" t="t" r="r" b="b"/>
              <a:pathLst>
                <a:path w="3099" h="3172" extrusionOk="0">
                  <a:moveTo>
                    <a:pt x="1549" y="0"/>
                  </a:moveTo>
                  <a:lnTo>
                    <a:pt x="1254" y="74"/>
                  </a:lnTo>
                  <a:lnTo>
                    <a:pt x="959" y="148"/>
                  </a:lnTo>
                  <a:lnTo>
                    <a:pt x="664" y="295"/>
                  </a:lnTo>
                  <a:lnTo>
                    <a:pt x="443" y="443"/>
                  </a:lnTo>
                  <a:lnTo>
                    <a:pt x="222" y="738"/>
                  </a:lnTo>
                  <a:lnTo>
                    <a:pt x="74" y="959"/>
                  </a:lnTo>
                  <a:lnTo>
                    <a:pt x="0" y="1254"/>
                  </a:lnTo>
                  <a:lnTo>
                    <a:pt x="0" y="1549"/>
                  </a:lnTo>
                  <a:lnTo>
                    <a:pt x="0" y="1918"/>
                  </a:lnTo>
                  <a:lnTo>
                    <a:pt x="74" y="2213"/>
                  </a:lnTo>
                  <a:lnTo>
                    <a:pt x="222" y="2434"/>
                  </a:lnTo>
                  <a:lnTo>
                    <a:pt x="443" y="2655"/>
                  </a:lnTo>
                  <a:lnTo>
                    <a:pt x="664" y="2877"/>
                  </a:lnTo>
                  <a:lnTo>
                    <a:pt x="959" y="3024"/>
                  </a:lnTo>
                  <a:lnTo>
                    <a:pt x="1254" y="3098"/>
                  </a:lnTo>
                  <a:lnTo>
                    <a:pt x="1549" y="3172"/>
                  </a:lnTo>
                  <a:lnTo>
                    <a:pt x="1844" y="3098"/>
                  </a:lnTo>
                  <a:lnTo>
                    <a:pt x="2139" y="3024"/>
                  </a:lnTo>
                  <a:lnTo>
                    <a:pt x="2434" y="2877"/>
                  </a:lnTo>
                  <a:lnTo>
                    <a:pt x="2656" y="2655"/>
                  </a:lnTo>
                  <a:lnTo>
                    <a:pt x="2877" y="2434"/>
                  </a:lnTo>
                  <a:lnTo>
                    <a:pt x="2951" y="2213"/>
                  </a:lnTo>
                  <a:lnTo>
                    <a:pt x="3098" y="1918"/>
                  </a:lnTo>
                  <a:lnTo>
                    <a:pt x="3098" y="1549"/>
                  </a:lnTo>
                  <a:lnTo>
                    <a:pt x="3098" y="1254"/>
                  </a:lnTo>
                  <a:lnTo>
                    <a:pt x="2951" y="959"/>
                  </a:lnTo>
                  <a:lnTo>
                    <a:pt x="2877" y="738"/>
                  </a:lnTo>
                  <a:lnTo>
                    <a:pt x="2656" y="443"/>
                  </a:lnTo>
                  <a:lnTo>
                    <a:pt x="2434" y="295"/>
                  </a:lnTo>
                  <a:lnTo>
                    <a:pt x="2139" y="148"/>
                  </a:lnTo>
                  <a:lnTo>
                    <a:pt x="1844" y="74"/>
                  </a:lnTo>
                  <a:lnTo>
                    <a:pt x="1549"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7" name="Google Shape;5726;p46">
              <a:extLst>
                <a:ext uri="{FF2B5EF4-FFF2-40B4-BE49-F238E27FC236}">
                  <a16:creationId xmlns:a16="http://schemas.microsoft.com/office/drawing/2014/main" id="{35DD3956-B497-7EA6-9270-8253FEC8B1D8}"/>
                </a:ext>
              </a:extLst>
            </p:cNvPr>
            <p:cNvSpPr/>
            <p:nvPr/>
          </p:nvSpPr>
          <p:spPr>
            <a:xfrm>
              <a:off x="3202345" y="3087044"/>
              <a:ext cx="50108" cy="50108"/>
            </a:xfrm>
            <a:custGeom>
              <a:avLst/>
              <a:gdLst/>
              <a:ahLst/>
              <a:cxnLst/>
              <a:rect l="l" t="t" r="r" b="b"/>
              <a:pathLst>
                <a:path w="2140" h="2140" extrusionOk="0">
                  <a:moveTo>
                    <a:pt x="1107" y="0"/>
                  </a:moveTo>
                  <a:lnTo>
                    <a:pt x="665" y="74"/>
                  </a:lnTo>
                  <a:lnTo>
                    <a:pt x="369" y="295"/>
                  </a:lnTo>
                  <a:lnTo>
                    <a:pt x="148" y="664"/>
                  </a:lnTo>
                  <a:lnTo>
                    <a:pt x="1" y="1033"/>
                  </a:lnTo>
                  <a:lnTo>
                    <a:pt x="148" y="1476"/>
                  </a:lnTo>
                  <a:lnTo>
                    <a:pt x="369" y="1844"/>
                  </a:lnTo>
                  <a:lnTo>
                    <a:pt x="665" y="2066"/>
                  </a:lnTo>
                  <a:lnTo>
                    <a:pt x="1107" y="2139"/>
                  </a:lnTo>
                  <a:lnTo>
                    <a:pt x="1476" y="2066"/>
                  </a:lnTo>
                  <a:lnTo>
                    <a:pt x="1845" y="1844"/>
                  </a:lnTo>
                  <a:lnTo>
                    <a:pt x="2066" y="1476"/>
                  </a:lnTo>
                  <a:lnTo>
                    <a:pt x="2140" y="1033"/>
                  </a:lnTo>
                  <a:lnTo>
                    <a:pt x="2066" y="664"/>
                  </a:lnTo>
                  <a:lnTo>
                    <a:pt x="1845" y="295"/>
                  </a:lnTo>
                  <a:lnTo>
                    <a:pt x="1476" y="74"/>
                  </a:lnTo>
                  <a:lnTo>
                    <a:pt x="110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8" name="Google Shape;5727;p46">
              <a:extLst>
                <a:ext uri="{FF2B5EF4-FFF2-40B4-BE49-F238E27FC236}">
                  <a16:creationId xmlns:a16="http://schemas.microsoft.com/office/drawing/2014/main" id="{BEC61E8C-A95F-2211-28F4-6D74D8959A6A}"/>
                </a:ext>
              </a:extLst>
            </p:cNvPr>
            <p:cNvSpPr/>
            <p:nvPr/>
          </p:nvSpPr>
          <p:spPr>
            <a:xfrm>
              <a:off x="2597858" y="3365110"/>
              <a:ext cx="226259" cy="133021"/>
            </a:xfrm>
            <a:custGeom>
              <a:avLst/>
              <a:gdLst/>
              <a:ahLst/>
              <a:cxnLst/>
              <a:rect l="l" t="t" r="r" b="b"/>
              <a:pathLst>
                <a:path w="9663" h="5681" extrusionOk="0">
                  <a:moveTo>
                    <a:pt x="4131" y="1"/>
                  </a:moveTo>
                  <a:lnTo>
                    <a:pt x="3467" y="74"/>
                  </a:lnTo>
                  <a:lnTo>
                    <a:pt x="2950" y="148"/>
                  </a:lnTo>
                  <a:lnTo>
                    <a:pt x="2434" y="369"/>
                  </a:lnTo>
                  <a:lnTo>
                    <a:pt x="1918" y="591"/>
                  </a:lnTo>
                  <a:lnTo>
                    <a:pt x="1401" y="886"/>
                  </a:lnTo>
                  <a:lnTo>
                    <a:pt x="811" y="1328"/>
                  </a:lnTo>
                  <a:lnTo>
                    <a:pt x="295" y="1845"/>
                  </a:lnTo>
                  <a:lnTo>
                    <a:pt x="74" y="2140"/>
                  </a:lnTo>
                  <a:lnTo>
                    <a:pt x="0" y="2287"/>
                  </a:lnTo>
                  <a:lnTo>
                    <a:pt x="664" y="1550"/>
                  </a:lnTo>
                  <a:lnTo>
                    <a:pt x="1475" y="959"/>
                  </a:lnTo>
                  <a:lnTo>
                    <a:pt x="1918" y="664"/>
                  </a:lnTo>
                  <a:lnTo>
                    <a:pt x="2434" y="517"/>
                  </a:lnTo>
                  <a:lnTo>
                    <a:pt x="2950" y="296"/>
                  </a:lnTo>
                  <a:lnTo>
                    <a:pt x="3467" y="222"/>
                  </a:lnTo>
                  <a:lnTo>
                    <a:pt x="4131" y="148"/>
                  </a:lnTo>
                  <a:lnTo>
                    <a:pt x="4794" y="148"/>
                  </a:lnTo>
                  <a:lnTo>
                    <a:pt x="5458" y="222"/>
                  </a:lnTo>
                  <a:lnTo>
                    <a:pt x="6122" y="443"/>
                  </a:lnTo>
                  <a:lnTo>
                    <a:pt x="6712" y="664"/>
                  </a:lnTo>
                  <a:lnTo>
                    <a:pt x="7228" y="1033"/>
                  </a:lnTo>
                  <a:lnTo>
                    <a:pt x="7745" y="1402"/>
                  </a:lnTo>
                  <a:lnTo>
                    <a:pt x="8261" y="1918"/>
                  </a:lnTo>
                  <a:lnTo>
                    <a:pt x="8556" y="2287"/>
                  </a:lnTo>
                  <a:lnTo>
                    <a:pt x="8851" y="2730"/>
                  </a:lnTo>
                  <a:lnTo>
                    <a:pt x="9146" y="3246"/>
                  </a:lnTo>
                  <a:lnTo>
                    <a:pt x="9294" y="3762"/>
                  </a:lnTo>
                  <a:lnTo>
                    <a:pt x="9589" y="4721"/>
                  </a:lnTo>
                  <a:lnTo>
                    <a:pt x="9662" y="5680"/>
                  </a:lnTo>
                  <a:lnTo>
                    <a:pt x="9662" y="5533"/>
                  </a:lnTo>
                  <a:lnTo>
                    <a:pt x="9662" y="5164"/>
                  </a:lnTo>
                  <a:lnTo>
                    <a:pt x="9589" y="4426"/>
                  </a:lnTo>
                  <a:lnTo>
                    <a:pt x="9441" y="3689"/>
                  </a:lnTo>
                  <a:lnTo>
                    <a:pt x="9220" y="3172"/>
                  </a:lnTo>
                  <a:lnTo>
                    <a:pt x="8999" y="2656"/>
                  </a:lnTo>
                  <a:lnTo>
                    <a:pt x="8704" y="2213"/>
                  </a:lnTo>
                  <a:lnTo>
                    <a:pt x="8335" y="1771"/>
                  </a:lnTo>
                  <a:lnTo>
                    <a:pt x="7892" y="1255"/>
                  </a:lnTo>
                  <a:lnTo>
                    <a:pt x="7376" y="886"/>
                  </a:lnTo>
                  <a:lnTo>
                    <a:pt x="6786" y="517"/>
                  </a:lnTo>
                  <a:lnTo>
                    <a:pt x="6122" y="222"/>
                  </a:lnTo>
                  <a:lnTo>
                    <a:pt x="5532" y="74"/>
                  </a:lnTo>
                  <a:lnTo>
                    <a:pt x="486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5728;p46">
              <a:extLst>
                <a:ext uri="{FF2B5EF4-FFF2-40B4-BE49-F238E27FC236}">
                  <a16:creationId xmlns:a16="http://schemas.microsoft.com/office/drawing/2014/main" id="{53D43F1B-284C-10A8-6F50-FEC43D07D6B0}"/>
                </a:ext>
              </a:extLst>
            </p:cNvPr>
            <p:cNvSpPr/>
            <p:nvPr/>
          </p:nvSpPr>
          <p:spPr>
            <a:xfrm>
              <a:off x="3034826" y="3049040"/>
              <a:ext cx="25920" cy="131288"/>
            </a:xfrm>
            <a:custGeom>
              <a:avLst/>
              <a:gdLst/>
              <a:ahLst/>
              <a:cxnLst/>
              <a:rect l="l" t="t" r="r" b="b"/>
              <a:pathLst>
                <a:path w="1107" h="5607" extrusionOk="0">
                  <a:moveTo>
                    <a:pt x="295" y="1"/>
                  </a:moveTo>
                  <a:lnTo>
                    <a:pt x="369" y="222"/>
                  </a:lnTo>
                  <a:lnTo>
                    <a:pt x="664" y="812"/>
                  </a:lnTo>
                  <a:lnTo>
                    <a:pt x="885" y="1697"/>
                  </a:lnTo>
                  <a:lnTo>
                    <a:pt x="959" y="2213"/>
                  </a:lnTo>
                  <a:lnTo>
                    <a:pt x="959" y="2804"/>
                  </a:lnTo>
                  <a:lnTo>
                    <a:pt x="885" y="3394"/>
                  </a:lnTo>
                  <a:lnTo>
                    <a:pt x="811" y="3984"/>
                  </a:lnTo>
                  <a:lnTo>
                    <a:pt x="443" y="4869"/>
                  </a:lnTo>
                  <a:lnTo>
                    <a:pt x="0" y="5606"/>
                  </a:lnTo>
                  <a:lnTo>
                    <a:pt x="0" y="5606"/>
                  </a:lnTo>
                  <a:lnTo>
                    <a:pt x="221" y="5385"/>
                  </a:lnTo>
                  <a:lnTo>
                    <a:pt x="590" y="4869"/>
                  </a:lnTo>
                  <a:lnTo>
                    <a:pt x="738" y="4426"/>
                  </a:lnTo>
                  <a:lnTo>
                    <a:pt x="959" y="3984"/>
                  </a:lnTo>
                  <a:lnTo>
                    <a:pt x="1033" y="3394"/>
                  </a:lnTo>
                  <a:lnTo>
                    <a:pt x="1106" y="2804"/>
                  </a:lnTo>
                  <a:lnTo>
                    <a:pt x="1106" y="2213"/>
                  </a:lnTo>
                  <a:lnTo>
                    <a:pt x="1033" y="1623"/>
                  </a:lnTo>
                  <a:lnTo>
                    <a:pt x="885" y="1181"/>
                  </a:lnTo>
                  <a:lnTo>
                    <a:pt x="738" y="738"/>
                  </a:lnTo>
                  <a:lnTo>
                    <a:pt x="443" y="148"/>
                  </a:lnTo>
                  <a:lnTo>
                    <a:pt x="29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5729;p46">
              <a:extLst>
                <a:ext uri="{FF2B5EF4-FFF2-40B4-BE49-F238E27FC236}">
                  <a16:creationId xmlns:a16="http://schemas.microsoft.com/office/drawing/2014/main" id="{8C91F75F-0833-4730-F1F7-E6C262C869FB}"/>
                </a:ext>
              </a:extLst>
            </p:cNvPr>
            <p:cNvSpPr/>
            <p:nvPr/>
          </p:nvSpPr>
          <p:spPr>
            <a:xfrm>
              <a:off x="2147075" y="3940257"/>
              <a:ext cx="3894547" cy="215910"/>
            </a:xfrm>
            <a:custGeom>
              <a:avLst/>
              <a:gdLst/>
              <a:ahLst/>
              <a:cxnLst/>
              <a:rect l="l" t="t" r="r" b="b"/>
              <a:pathLst>
                <a:path w="166327" h="9221" extrusionOk="0">
                  <a:moveTo>
                    <a:pt x="4131" y="0"/>
                  </a:moveTo>
                  <a:lnTo>
                    <a:pt x="3688" y="74"/>
                  </a:lnTo>
                  <a:lnTo>
                    <a:pt x="3245" y="148"/>
                  </a:lnTo>
                  <a:lnTo>
                    <a:pt x="2803" y="369"/>
                  </a:lnTo>
                  <a:lnTo>
                    <a:pt x="2065" y="738"/>
                  </a:lnTo>
                  <a:lnTo>
                    <a:pt x="1328" y="1328"/>
                  </a:lnTo>
                  <a:lnTo>
                    <a:pt x="811" y="1992"/>
                  </a:lnTo>
                  <a:lnTo>
                    <a:pt x="369" y="2803"/>
                  </a:lnTo>
                  <a:lnTo>
                    <a:pt x="221" y="3246"/>
                  </a:lnTo>
                  <a:lnTo>
                    <a:pt x="74" y="3688"/>
                  </a:lnTo>
                  <a:lnTo>
                    <a:pt x="0" y="4131"/>
                  </a:lnTo>
                  <a:lnTo>
                    <a:pt x="0" y="4574"/>
                  </a:lnTo>
                  <a:lnTo>
                    <a:pt x="0" y="4647"/>
                  </a:lnTo>
                  <a:lnTo>
                    <a:pt x="0" y="5090"/>
                  </a:lnTo>
                  <a:lnTo>
                    <a:pt x="74" y="5532"/>
                  </a:lnTo>
                  <a:lnTo>
                    <a:pt x="221" y="5975"/>
                  </a:lnTo>
                  <a:lnTo>
                    <a:pt x="369" y="6417"/>
                  </a:lnTo>
                  <a:lnTo>
                    <a:pt x="811" y="7229"/>
                  </a:lnTo>
                  <a:lnTo>
                    <a:pt x="1328" y="7893"/>
                  </a:lnTo>
                  <a:lnTo>
                    <a:pt x="2065" y="8483"/>
                  </a:lnTo>
                  <a:lnTo>
                    <a:pt x="2803" y="8925"/>
                  </a:lnTo>
                  <a:lnTo>
                    <a:pt x="3245" y="9073"/>
                  </a:lnTo>
                  <a:lnTo>
                    <a:pt x="3688" y="9147"/>
                  </a:lnTo>
                  <a:lnTo>
                    <a:pt x="4131" y="9220"/>
                  </a:lnTo>
                  <a:lnTo>
                    <a:pt x="162196" y="9220"/>
                  </a:lnTo>
                  <a:lnTo>
                    <a:pt x="162638" y="9147"/>
                  </a:lnTo>
                  <a:lnTo>
                    <a:pt x="163081" y="9073"/>
                  </a:lnTo>
                  <a:lnTo>
                    <a:pt x="163523" y="8925"/>
                  </a:lnTo>
                  <a:lnTo>
                    <a:pt x="164335" y="8483"/>
                  </a:lnTo>
                  <a:lnTo>
                    <a:pt x="164999" y="7893"/>
                  </a:lnTo>
                  <a:lnTo>
                    <a:pt x="165589" y="7229"/>
                  </a:lnTo>
                  <a:lnTo>
                    <a:pt x="165958" y="6417"/>
                  </a:lnTo>
                  <a:lnTo>
                    <a:pt x="166179" y="5975"/>
                  </a:lnTo>
                  <a:lnTo>
                    <a:pt x="166253" y="5532"/>
                  </a:lnTo>
                  <a:lnTo>
                    <a:pt x="166326" y="5090"/>
                  </a:lnTo>
                  <a:lnTo>
                    <a:pt x="166326" y="4647"/>
                  </a:lnTo>
                  <a:lnTo>
                    <a:pt x="166326" y="4574"/>
                  </a:lnTo>
                  <a:lnTo>
                    <a:pt x="166326" y="4131"/>
                  </a:lnTo>
                  <a:lnTo>
                    <a:pt x="166253" y="3688"/>
                  </a:lnTo>
                  <a:lnTo>
                    <a:pt x="166179" y="3246"/>
                  </a:lnTo>
                  <a:lnTo>
                    <a:pt x="165958" y="2803"/>
                  </a:lnTo>
                  <a:lnTo>
                    <a:pt x="165589" y="1992"/>
                  </a:lnTo>
                  <a:lnTo>
                    <a:pt x="164999" y="1328"/>
                  </a:lnTo>
                  <a:lnTo>
                    <a:pt x="164335" y="738"/>
                  </a:lnTo>
                  <a:lnTo>
                    <a:pt x="163523" y="369"/>
                  </a:lnTo>
                  <a:lnTo>
                    <a:pt x="163081" y="148"/>
                  </a:lnTo>
                  <a:lnTo>
                    <a:pt x="162638" y="74"/>
                  </a:lnTo>
                  <a:lnTo>
                    <a:pt x="162196"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1" name="Google Shape;5730;p46">
              <a:extLst>
                <a:ext uri="{FF2B5EF4-FFF2-40B4-BE49-F238E27FC236}">
                  <a16:creationId xmlns:a16="http://schemas.microsoft.com/office/drawing/2014/main" id="{071E791F-DA87-02FF-74B6-FDE8F823A11D}"/>
                </a:ext>
              </a:extLst>
            </p:cNvPr>
            <p:cNvSpPr/>
            <p:nvPr/>
          </p:nvSpPr>
          <p:spPr>
            <a:xfrm>
              <a:off x="5426921" y="4000717"/>
              <a:ext cx="107100" cy="108810"/>
            </a:xfrm>
            <a:custGeom>
              <a:avLst/>
              <a:gdLst/>
              <a:ahLst/>
              <a:cxnLst/>
              <a:rect l="l" t="t" r="r" b="b"/>
              <a:pathLst>
                <a:path w="4574" h="4647" extrusionOk="0">
                  <a:moveTo>
                    <a:pt x="1918" y="0"/>
                  </a:moveTo>
                  <a:lnTo>
                    <a:pt x="1475" y="148"/>
                  </a:lnTo>
                  <a:lnTo>
                    <a:pt x="1107" y="369"/>
                  </a:lnTo>
                  <a:lnTo>
                    <a:pt x="738" y="590"/>
                  </a:lnTo>
                  <a:lnTo>
                    <a:pt x="443" y="959"/>
                  </a:lnTo>
                  <a:lnTo>
                    <a:pt x="221" y="1328"/>
                  </a:lnTo>
                  <a:lnTo>
                    <a:pt x="74" y="1770"/>
                  </a:lnTo>
                  <a:lnTo>
                    <a:pt x="0" y="2213"/>
                  </a:lnTo>
                  <a:lnTo>
                    <a:pt x="0" y="2729"/>
                  </a:lnTo>
                  <a:lnTo>
                    <a:pt x="148" y="3098"/>
                  </a:lnTo>
                  <a:lnTo>
                    <a:pt x="369" y="3540"/>
                  </a:lnTo>
                  <a:lnTo>
                    <a:pt x="590" y="3909"/>
                  </a:lnTo>
                  <a:lnTo>
                    <a:pt x="959" y="4204"/>
                  </a:lnTo>
                  <a:lnTo>
                    <a:pt x="1328" y="4426"/>
                  </a:lnTo>
                  <a:lnTo>
                    <a:pt x="1770" y="4573"/>
                  </a:lnTo>
                  <a:lnTo>
                    <a:pt x="2213" y="4647"/>
                  </a:lnTo>
                  <a:lnTo>
                    <a:pt x="2655" y="4573"/>
                  </a:lnTo>
                  <a:lnTo>
                    <a:pt x="3098" y="4499"/>
                  </a:lnTo>
                  <a:lnTo>
                    <a:pt x="3541" y="4278"/>
                  </a:lnTo>
                  <a:lnTo>
                    <a:pt x="3836" y="3983"/>
                  </a:lnTo>
                  <a:lnTo>
                    <a:pt x="4131" y="3688"/>
                  </a:lnTo>
                  <a:lnTo>
                    <a:pt x="4426" y="3319"/>
                  </a:lnTo>
                  <a:lnTo>
                    <a:pt x="4573" y="2877"/>
                  </a:lnTo>
                  <a:lnTo>
                    <a:pt x="4573" y="2360"/>
                  </a:lnTo>
                  <a:lnTo>
                    <a:pt x="4573" y="1918"/>
                  </a:lnTo>
                  <a:lnTo>
                    <a:pt x="4426" y="1475"/>
                  </a:lnTo>
                  <a:lnTo>
                    <a:pt x="4278" y="1106"/>
                  </a:lnTo>
                  <a:lnTo>
                    <a:pt x="3983" y="738"/>
                  </a:lnTo>
                  <a:lnTo>
                    <a:pt x="3688" y="443"/>
                  </a:lnTo>
                  <a:lnTo>
                    <a:pt x="3246" y="221"/>
                  </a:lnTo>
                  <a:lnTo>
                    <a:pt x="2803" y="74"/>
                  </a:lnTo>
                  <a:lnTo>
                    <a:pt x="236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2" name="Google Shape;5731;p46">
              <a:extLst>
                <a:ext uri="{FF2B5EF4-FFF2-40B4-BE49-F238E27FC236}">
                  <a16:creationId xmlns:a16="http://schemas.microsoft.com/office/drawing/2014/main" id="{3430D089-D4B7-5D88-DB2F-0DC407F770B7}"/>
                </a:ext>
              </a:extLst>
            </p:cNvPr>
            <p:cNvSpPr/>
            <p:nvPr/>
          </p:nvSpPr>
          <p:spPr>
            <a:xfrm>
              <a:off x="5893253" y="3988611"/>
              <a:ext cx="108810" cy="108833"/>
            </a:xfrm>
            <a:custGeom>
              <a:avLst/>
              <a:gdLst/>
              <a:ahLst/>
              <a:cxnLst/>
              <a:rect l="l" t="t" r="r" b="b"/>
              <a:pathLst>
                <a:path w="4647" h="4648" extrusionOk="0">
                  <a:moveTo>
                    <a:pt x="1992" y="1"/>
                  </a:moveTo>
                  <a:lnTo>
                    <a:pt x="1549" y="74"/>
                  </a:lnTo>
                  <a:lnTo>
                    <a:pt x="1180" y="296"/>
                  </a:lnTo>
                  <a:lnTo>
                    <a:pt x="811" y="517"/>
                  </a:lnTo>
                  <a:lnTo>
                    <a:pt x="516" y="886"/>
                  </a:lnTo>
                  <a:lnTo>
                    <a:pt x="221" y="1255"/>
                  </a:lnTo>
                  <a:lnTo>
                    <a:pt x="74" y="1697"/>
                  </a:lnTo>
                  <a:lnTo>
                    <a:pt x="0" y="2140"/>
                  </a:lnTo>
                  <a:lnTo>
                    <a:pt x="0" y="2582"/>
                  </a:lnTo>
                  <a:lnTo>
                    <a:pt x="148" y="3025"/>
                  </a:lnTo>
                  <a:lnTo>
                    <a:pt x="295" y="3467"/>
                  </a:lnTo>
                  <a:lnTo>
                    <a:pt x="590" y="3836"/>
                  </a:lnTo>
                  <a:lnTo>
                    <a:pt x="885" y="4131"/>
                  </a:lnTo>
                  <a:lnTo>
                    <a:pt x="1254" y="4352"/>
                  </a:lnTo>
                  <a:lnTo>
                    <a:pt x="1697" y="4574"/>
                  </a:lnTo>
                  <a:lnTo>
                    <a:pt x="2213" y="4648"/>
                  </a:lnTo>
                  <a:lnTo>
                    <a:pt x="2655" y="4574"/>
                  </a:lnTo>
                  <a:lnTo>
                    <a:pt x="3098" y="4500"/>
                  </a:lnTo>
                  <a:lnTo>
                    <a:pt x="3467" y="4279"/>
                  </a:lnTo>
                  <a:lnTo>
                    <a:pt x="3836" y="4057"/>
                  </a:lnTo>
                  <a:lnTo>
                    <a:pt x="4131" y="3689"/>
                  </a:lnTo>
                  <a:lnTo>
                    <a:pt x="4426" y="3320"/>
                  </a:lnTo>
                  <a:lnTo>
                    <a:pt x="4573" y="2877"/>
                  </a:lnTo>
                  <a:lnTo>
                    <a:pt x="4647" y="2435"/>
                  </a:lnTo>
                  <a:lnTo>
                    <a:pt x="4647" y="1992"/>
                  </a:lnTo>
                  <a:lnTo>
                    <a:pt x="4499" y="1550"/>
                  </a:lnTo>
                  <a:lnTo>
                    <a:pt x="4352" y="1107"/>
                  </a:lnTo>
                  <a:lnTo>
                    <a:pt x="4057" y="812"/>
                  </a:lnTo>
                  <a:lnTo>
                    <a:pt x="3762" y="443"/>
                  </a:lnTo>
                  <a:lnTo>
                    <a:pt x="3393" y="222"/>
                  </a:lnTo>
                  <a:lnTo>
                    <a:pt x="2950" y="74"/>
                  </a:lnTo>
                  <a:lnTo>
                    <a:pt x="243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5732;p46">
              <a:extLst>
                <a:ext uri="{FF2B5EF4-FFF2-40B4-BE49-F238E27FC236}">
                  <a16:creationId xmlns:a16="http://schemas.microsoft.com/office/drawing/2014/main" id="{AB78033A-9083-E3FE-314C-0F7634D7F944}"/>
                </a:ext>
              </a:extLst>
            </p:cNvPr>
            <p:cNvSpPr/>
            <p:nvPr/>
          </p:nvSpPr>
          <p:spPr>
            <a:xfrm>
              <a:off x="4934668" y="4000717"/>
              <a:ext cx="108833" cy="108810"/>
            </a:xfrm>
            <a:custGeom>
              <a:avLst/>
              <a:gdLst/>
              <a:ahLst/>
              <a:cxnLst/>
              <a:rect l="l" t="t" r="r" b="b"/>
              <a:pathLst>
                <a:path w="4648" h="4647" extrusionOk="0">
                  <a:moveTo>
                    <a:pt x="2287" y="0"/>
                  </a:moveTo>
                  <a:lnTo>
                    <a:pt x="1845" y="74"/>
                  </a:lnTo>
                  <a:lnTo>
                    <a:pt x="1476" y="148"/>
                  </a:lnTo>
                  <a:lnTo>
                    <a:pt x="1034" y="369"/>
                  </a:lnTo>
                  <a:lnTo>
                    <a:pt x="665" y="664"/>
                  </a:lnTo>
                  <a:lnTo>
                    <a:pt x="370" y="1033"/>
                  </a:lnTo>
                  <a:lnTo>
                    <a:pt x="148" y="1401"/>
                  </a:lnTo>
                  <a:lnTo>
                    <a:pt x="75" y="1844"/>
                  </a:lnTo>
                  <a:lnTo>
                    <a:pt x="1" y="2287"/>
                  </a:lnTo>
                  <a:lnTo>
                    <a:pt x="75" y="2729"/>
                  </a:lnTo>
                  <a:lnTo>
                    <a:pt x="148" y="3172"/>
                  </a:lnTo>
                  <a:lnTo>
                    <a:pt x="370" y="3540"/>
                  </a:lnTo>
                  <a:lnTo>
                    <a:pt x="665" y="3909"/>
                  </a:lnTo>
                  <a:lnTo>
                    <a:pt x="1034" y="4204"/>
                  </a:lnTo>
                  <a:lnTo>
                    <a:pt x="1476" y="4426"/>
                  </a:lnTo>
                  <a:lnTo>
                    <a:pt x="1845" y="4573"/>
                  </a:lnTo>
                  <a:lnTo>
                    <a:pt x="2287" y="4647"/>
                  </a:lnTo>
                  <a:lnTo>
                    <a:pt x="2730" y="4573"/>
                  </a:lnTo>
                  <a:lnTo>
                    <a:pt x="3173" y="4426"/>
                  </a:lnTo>
                  <a:lnTo>
                    <a:pt x="3615" y="4204"/>
                  </a:lnTo>
                  <a:lnTo>
                    <a:pt x="3910" y="3909"/>
                  </a:lnTo>
                  <a:lnTo>
                    <a:pt x="4205" y="3540"/>
                  </a:lnTo>
                  <a:lnTo>
                    <a:pt x="4426" y="3172"/>
                  </a:lnTo>
                  <a:lnTo>
                    <a:pt x="4574" y="2729"/>
                  </a:lnTo>
                  <a:lnTo>
                    <a:pt x="4648" y="2287"/>
                  </a:lnTo>
                  <a:lnTo>
                    <a:pt x="4574" y="1844"/>
                  </a:lnTo>
                  <a:lnTo>
                    <a:pt x="4426" y="1401"/>
                  </a:lnTo>
                  <a:lnTo>
                    <a:pt x="4205" y="1033"/>
                  </a:lnTo>
                  <a:lnTo>
                    <a:pt x="3910" y="664"/>
                  </a:lnTo>
                  <a:lnTo>
                    <a:pt x="3615" y="369"/>
                  </a:lnTo>
                  <a:lnTo>
                    <a:pt x="3173" y="148"/>
                  </a:lnTo>
                  <a:lnTo>
                    <a:pt x="2730" y="74"/>
                  </a:lnTo>
                  <a:lnTo>
                    <a:pt x="228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5733;p46">
              <a:extLst>
                <a:ext uri="{FF2B5EF4-FFF2-40B4-BE49-F238E27FC236}">
                  <a16:creationId xmlns:a16="http://schemas.microsoft.com/office/drawing/2014/main" id="{E23865B4-2EE4-2D4E-2FAD-8B03A89A1C76}"/>
                </a:ext>
              </a:extLst>
            </p:cNvPr>
            <p:cNvSpPr/>
            <p:nvPr/>
          </p:nvSpPr>
          <p:spPr>
            <a:xfrm>
              <a:off x="4442438" y="4000717"/>
              <a:ext cx="108833" cy="107100"/>
            </a:xfrm>
            <a:custGeom>
              <a:avLst/>
              <a:gdLst/>
              <a:ahLst/>
              <a:cxnLst/>
              <a:rect l="l" t="t" r="r" b="b"/>
              <a:pathLst>
                <a:path w="4648" h="4574" extrusionOk="0">
                  <a:moveTo>
                    <a:pt x="1918" y="0"/>
                  </a:moveTo>
                  <a:lnTo>
                    <a:pt x="1476" y="148"/>
                  </a:lnTo>
                  <a:lnTo>
                    <a:pt x="1033" y="369"/>
                  </a:lnTo>
                  <a:lnTo>
                    <a:pt x="664" y="664"/>
                  </a:lnTo>
                  <a:lnTo>
                    <a:pt x="369" y="1033"/>
                  </a:lnTo>
                  <a:lnTo>
                    <a:pt x="222" y="1401"/>
                  </a:lnTo>
                  <a:lnTo>
                    <a:pt x="74" y="1844"/>
                  </a:lnTo>
                  <a:lnTo>
                    <a:pt x="1" y="2287"/>
                  </a:lnTo>
                  <a:lnTo>
                    <a:pt x="74" y="2729"/>
                  </a:lnTo>
                  <a:lnTo>
                    <a:pt x="222" y="3172"/>
                  </a:lnTo>
                  <a:lnTo>
                    <a:pt x="443" y="3614"/>
                  </a:lnTo>
                  <a:lnTo>
                    <a:pt x="738" y="3909"/>
                  </a:lnTo>
                  <a:lnTo>
                    <a:pt x="1033" y="4204"/>
                  </a:lnTo>
                  <a:lnTo>
                    <a:pt x="1402" y="4426"/>
                  </a:lnTo>
                  <a:lnTo>
                    <a:pt x="1845" y="4573"/>
                  </a:lnTo>
                  <a:lnTo>
                    <a:pt x="2730" y="4573"/>
                  </a:lnTo>
                  <a:lnTo>
                    <a:pt x="3172" y="4426"/>
                  </a:lnTo>
                  <a:lnTo>
                    <a:pt x="3615" y="4204"/>
                  </a:lnTo>
                  <a:lnTo>
                    <a:pt x="3984" y="3909"/>
                  </a:lnTo>
                  <a:lnTo>
                    <a:pt x="4279" y="3540"/>
                  </a:lnTo>
                  <a:lnTo>
                    <a:pt x="4426" y="3172"/>
                  </a:lnTo>
                  <a:lnTo>
                    <a:pt x="4574" y="2729"/>
                  </a:lnTo>
                  <a:lnTo>
                    <a:pt x="4647" y="2287"/>
                  </a:lnTo>
                  <a:lnTo>
                    <a:pt x="4574" y="1844"/>
                  </a:lnTo>
                  <a:lnTo>
                    <a:pt x="4426" y="1401"/>
                  </a:lnTo>
                  <a:lnTo>
                    <a:pt x="4205" y="1033"/>
                  </a:lnTo>
                  <a:lnTo>
                    <a:pt x="3984" y="664"/>
                  </a:lnTo>
                  <a:lnTo>
                    <a:pt x="3615" y="369"/>
                  </a:lnTo>
                  <a:lnTo>
                    <a:pt x="3246" y="148"/>
                  </a:lnTo>
                  <a:lnTo>
                    <a:pt x="280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5" name="Google Shape;5734;p46">
              <a:extLst>
                <a:ext uri="{FF2B5EF4-FFF2-40B4-BE49-F238E27FC236}">
                  <a16:creationId xmlns:a16="http://schemas.microsoft.com/office/drawing/2014/main" id="{7BA5C553-B34A-F30A-1BE9-14623767090E}"/>
                </a:ext>
              </a:extLst>
            </p:cNvPr>
            <p:cNvSpPr/>
            <p:nvPr/>
          </p:nvSpPr>
          <p:spPr>
            <a:xfrm>
              <a:off x="3950208" y="4000717"/>
              <a:ext cx="108833" cy="108810"/>
            </a:xfrm>
            <a:custGeom>
              <a:avLst/>
              <a:gdLst/>
              <a:ahLst/>
              <a:cxnLst/>
              <a:rect l="l" t="t" r="r" b="b"/>
              <a:pathLst>
                <a:path w="4648" h="4647" extrusionOk="0">
                  <a:moveTo>
                    <a:pt x="1992" y="0"/>
                  </a:moveTo>
                  <a:lnTo>
                    <a:pt x="1549" y="148"/>
                  </a:lnTo>
                  <a:lnTo>
                    <a:pt x="1107" y="369"/>
                  </a:lnTo>
                  <a:lnTo>
                    <a:pt x="812" y="590"/>
                  </a:lnTo>
                  <a:lnTo>
                    <a:pt x="443" y="959"/>
                  </a:lnTo>
                  <a:lnTo>
                    <a:pt x="222" y="1328"/>
                  </a:lnTo>
                  <a:lnTo>
                    <a:pt x="74" y="1770"/>
                  </a:lnTo>
                  <a:lnTo>
                    <a:pt x="0" y="2213"/>
                  </a:lnTo>
                  <a:lnTo>
                    <a:pt x="74" y="2655"/>
                  </a:lnTo>
                  <a:lnTo>
                    <a:pt x="148" y="3098"/>
                  </a:lnTo>
                  <a:lnTo>
                    <a:pt x="369" y="3540"/>
                  </a:lnTo>
                  <a:lnTo>
                    <a:pt x="664" y="3835"/>
                  </a:lnTo>
                  <a:lnTo>
                    <a:pt x="959" y="4204"/>
                  </a:lnTo>
                  <a:lnTo>
                    <a:pt x="1402" y="4426"/>
                  </a:lnTo>
                  <a:lnTo>
                    <a:pt x="1844" y="4573"/>
                  </a:lnTo>
                  <a:lnTo>
                    <a:pt x="2287" y="4647"/>
                  </a:lnTo>
                  <a:lnTo>
                    <a:pt x="2729" y="4573"/>
                  </a:lnTo>
                  <a:lnTo>
                    <a:pt x="3172" y="4499"/>
                  </a:lnTo>
                  <a:lnTo>
                    <a:pt x="3541" y="4278"/>
                  </a:lnTo>
                  <a:lnTo>
                    <a:pt x="3910" y="3983"/>
                  </a:lnTo>
                  <a:lnTo>
                    <a:pt x="4205" y="3688"/>
                  </a:lnTo>
                  <a:lnTo>
                    <a:pt x="4426" y="3245"/>
                  </a:lnTo>
                  <a:lnTo>
                    <a:pt x="4573" y="2877"/>
                  </a:lnTo>
                  <a:lnTo>
                    <a:pt x="4647" y="2360"/>
                  </a:lnTo>
                  <a:lnTo>
                    <a:pt x="4647" y="1918"/>
                  </a:lnTo>
                  <a:lnTo>
                    <a:pt x="4500" y="1475"/>
                  </a:lnTo>
                  <a:lnTo>
                    <a:pt x="4278" y="1106"/>
                  </a:lnTo>
                  <a:lnTo>
                    <a:pt x="4057" y="738"/>
                  </a:lnTo>
                  <a:lnTo>
                    <a:pt x="3688" y="443"/>
                  </a:lnTo>
                  <a:lnTo>
                    <a:pt x="3319" y="221"/>
                  </a:lnTo>
                  <a:lnTo>
                    <a:pt x="2877" y="74"/>
                  </a:lnTo>
                  <a:lnTo>
                    <a:pt x="243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5735;p46">
              <a:extLst>
                <a:ext uri="{FF2B5EF4-FFF2-40B4-BE49-F238E27FC236}">
                  <a16:creationId xmlns:a16="http://schemas.microsoft.com/office/drawing/2014/main" id="{F69D9A17-E224-9BFE-DA67-05B8D6834719}"/>
                </a:ext>
              </a:extLst>
            </p:cNvPr>
            <p:cNvSpPr/>
            <p:nvPr/>
          </p:nvSpPr>
          <p:spPr>
            <a:xfrm>
              <a:off x="3459688" y="4000717"/>
              <a:ext cx="107100" cy="108810"/>
            </a:xfrm>
            <a:custGeom>
              <a:avLst/>
              <a:gdLst/>
              <a:ahLst/>
              <a:cxnLst/>
              <a:rect l="l" t="t" r="r" b="b"/>
              <a:pathLst>
                <a:path w="4574" h="4647" extrusionOk="0">
                  <a:moveTo>
                    <a:pt x="2214" y="0"/>
                  </a:moveTo>
                  <a:lnTo>
                    <a:pt x="1771" y="74"/>
                  </a:lnTo>
                  <a:lnTo>
                    <a:pt x="1402" y="148"/>
                  </a:lnTo>
                  <a:lnTo>
                    <a:pt x="960" y="369"/>
                  </a:lnTo>
                  <a:lnTo>
                    <a:pt x="591" y="738"/>
                  </a:lnTo>
                  <a:lnTo>
                    <a:pt x="296" y="1033"/>
                  </a:lnTo>
                  <a:lnTo>
                    <a:pt x="148" y="1475"/>
                  </a:lnTo>
                  <a:lnTo>
                    <a:pt x="1" y="1918"/>
                  </a:lnTo>
                  <a:lnTo>
                    <a:pt x="1" y="2360"/>
                  </a:lnTo>
                  <a:lnTo>
                    <a:pt x="1" y="2803"/>
                  </a:lnTo>
                  <a:lnTo>
                    <a:pt x="148" y="3245"/>
                  </a:lnTo>
                  <a:lnTo>
                    <a:pt x="370" y="3614"/>
                  </a:lnTo>
                  <a:lnTo>
                    <a:pt x="665" y="3983"/>
                  </a:lnTo>
                  <a:lnTo>
                    <a:pt x="1033" y="4278"/>
                  </a:lnTo>
                  <a:lnTo>
                    <a:pt x="1476" y="4426"/>
                  </a:lnTo>
                  <a:lnTo>
                    <a:pt x="1845" y="4573"/>
                  </a:lnTo>
                  <a:lnTo>
                    <a:pt x="2287" y="4647"/>
                  </a:lnTo>
                  <a:lnTo>
                    <a:pt x="2730" y="4573"/>
                  </a:lnTo>
                  <a:lnTo>
                    <a:pt x="3172" y="4426"/>
                  </a:lnTo>
                  <a:lnTo>
                    <a:pt x="3541" y="4204"/>
                  </a:lnTo>
                  <a:lnTo>
                    <a:pt x="3910" y="3909"/>
                  </a:lnTo>
                  <a:lnTo>
                    <a:pt x="4205" y="3540"/>
                  </a:lnTo>
                  <a:lnTo>
                    <a:pt x="4426" y="3172"/>
                  </a:lnTo>
                  <a:lnTo>
                    <a:pt x="4574" y="2729"/>
                  </a:lnTo>
                  <a:lnTo>
                    <a:pt x="4574" y="2287"/>
                  </a:lnTo>
                  <a:lnTo>
                    <a:pt x="4500" y="1844"/>
                  </a:lnTo>
                  <a:lnTo>
                    <a:pt x="4426" y="1401"/>
                  </a:lnTo>
                  <a:lnTo>
                    <a:pt x="4205" y="1033"/>
                  </a:lnTo>
                  <a:lnTo>
                    <a:pt x="3910" y="664"/>
                  </a:lnTo>
                  <a:lnTo>
                    <a:pt x="3541" y="369"/>
                  </a:lnTo>
                  <a:lnTo>
                    <a:pt x="3099" y="148"/>
                  </a:lnTo>
                  <a:lnTo>
                    <a:pt x="2656"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5736;p46">
              <a:extLst>
                <a:ext uri="{FF2B5EF4-FFF2-40B4-BE49-F238E27FC236}">
                  <a16:creationId xmlns:a16="http://schemas.microsoft.com/office/drawing/2014/main" id="{BA9828FB-4C55-E0F0-7720-95C990803EEA}"/>
                </a:ext>
              </a:extLst>
            </p:cNvPr>
            <p:cNvSpPr/>
            <p:nvPr/>
          </p:nvSpPr>
          <p:spPr>
            <a:xfrm>
              <a:off x="2957085" y="3995519"/>
              <a:ext cx="107100" cy="107100"/>
            </a:xfrm>
            <a:custGeom>
              <a:avLst/>
              <a:gdLst/>
              <a:ahLst/>
              <a:cxnLst/>
              <a:rect l="l" t="t" r="r" b="b"/>
              <a:pathLst>
                <a:path w="4574" h="4574" extrusionOk="0">
                  <a:moveTo>
                    <a:pt x="1845" y="1"/>
                  </a:moveTo>
                  <a:lnTo>
                    <a:pt x="1402" y="148"/>
                  </a:lnTo>
                  <a:lnTo>
                    <a:pt x="1034" y="370"/>
                  </a:lnTo>
                  <a:lnTo>
                    <a:pt x="665" y="665"/>
                  </a:lnTo>
                  <a:lnTo>
                    <a:pt x="370" y="1033"/>
                  </a:lnTo>
                  <a:lnTo>
                    <a:pt x="148" y="1402"/>
                  </a:lnTo>
                  <a:lnTo>
                    <a:pt x="75" y="1845"/>
                  </a:lnTo>
                  <a:lnTo>
                    <a:pt x="1" y="2287"/>
                  </a:lnTo>
                  <a:lnTo>
                    <a:pt x="75" y="2730"/>
                  </a:lnTo>
                  <a:lnTo>
                    <a:pt x="148" y="3172"/>
                  </a:lnTo>
                  <a:lnTo>
                    <a:pt x="370" y="3541"/>
                  </a:lnTo>
                  <a:lnTo>
                    <a:pt x="665" y="3910"/>
                  </a:lnTo>
                  <a:lnTo>
                    <a:pt x="1034" y="4205"/>
                  </a:lnTo>
                  <a:lnTo>
                    <a:pt x="1402" y="4426"/>
                  </a:lnTo>
                  <a:lnTo>
                    <a:pt x="1845" y="4500"/>
                  </a:lnTo>
                  <a:lnTo>
                    <a:pt x="2287" y="4574"/>
                  </a:lnTo>
                  <a:lnTo>
                    <a:pt x="2730" y="4500"/>
                  </a:lnTo>
                  <a:lnTo>
                    <a:pt x="3173" y="4426"/>
                  </a:lnTo>
                  <a:lnTo>
                    <a:pt x="3615" y="4205"/>
                  </a:lnTo>
                  <a:lnTo>
                    <a:pt x="3910" y="3910"/>
                  </a:lnTo>
                  <a:lnTo>
                    <a:pt x="4205" y="3541"/>
                  </a:lnTo>
                  <a:lnTo>
                    <a:pt x="4426" y="3172"/>
                  </a:lnTo>
                  <a:lnTo>
                    <a:pt x="4574" y="2730"/>
                  </a:lnTo>
                  <a:lnTo>
                    <a:pt x="4574" y="2287"/>
                  </a:lnTo>
                  <a:lnTo>
                    <a:pt x="4574" y="1845"/>
                  </a:lnTo>
                  <a:lnTo>
                    <a:pt x="4426" y="1402"/>
                  </a:lnTo>
                  <a:lnTo>
                    <a:pt x="4205" y="960"/>
                  </a:lnTo>
                  <a:lnTo>
                    <a:pt x="3910" y="665"/>
                  </a:lnTo>
                  <a:lnTo>
                    <a:pt x="3541" y="370"/>
                  </a:lnTo>
                  <a:lnTo>
                    <a:pt x="3173" y="148"/>
                  </a:lnTo>
                  <a:lnTo>
                    <a:pt x="273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5737;p46">
              <a:extLst>
                <a:ext uri="{FF2B5EF4-FFF2-40B4-BE49-F238E27FC236}">
                  <a16:creationId xmlns:a16="http://schemas.microsoft.com/office/drawing/2014/main" id="{816CE73E-D569-312E-5D4F-8A6AB23ACE7D}"/>
                </a:ext>
              </a:extLst>
            </p:cNvPr>
            <p:cNvSpPr/>
            <p:nvPr/>
          </p:nvSpPr>
          <p:spPr>
            <a:xfrm>
              <a:off x="2297336" y="4000717"/>
              <a:ext cx="107100" cy="107100"/>
            </a:xfrm>
            <a:custGeom>
              <a:avLst/>
              <a:gdLst/>
              <a:ahLst/>
              <a:cxnLst/>
              <a:rect l="l" t="t" r="r" b="b"/>
              <a:pathLst>
                <a:path w="4574" h="4574" extrusionOk="0">
                  <a:moveTo>
                    <a:pt x="1918" y="0"/>
                  </a:moveTo>
                  <a:lnTo>
                    <a:pt x="1475" y="148"/>
                  </a:lnTo>
                  <a:lnTo>
                    <a:pt x="1033" y="369"/>
                  </a:lnTo>
                  <a:lnTo>
                    <a:pt x="738" y="590"/>
                  </a:lnTo>
                  <a:lnTo>
                    <a:pt x="443" y="959"/>
                  </a:lnTo>
                  <a:lnTo>
                    <a:pt x="148" y="1328"/>
                  </a:lnTo>
                  <a:lnTo>
                    <a:pt x="0" y="1770"/>
                  </a:lnTo>
                  <a:lnTo>
                    <a:pt x="0" y="2213"/>
                  </a:lnTo>
                  <a:lnTo>
                    <a:pt x="0" y="2655"/>
                  </a:lnTo>
                  <a:lnTo>
                    <a:pt x="148" y="3098"/>
                  </a:lnTo>
                  <a:lnTo>
                    <a:pt x="295" y="3540"/>
                  </a:lnTo>
                  <a:lnTo>
                    <a:pt x="590" y="3835"/>
                  </a:lnTo>
                  <a:lnTo>
                    <a:pt x="885" y="4131"/>
                  </a:lnTo>
                  <a:lnTo>
                    <a:pt x="1328" y="4426"/>
                  </a:lnTo>
                  <a:lnTo>
                    <a:pt x="1770" y="4573"/>
                  </a:lnTo>
                  <a:lnTo>
                    <a:pt x="2655" y="4573"/>
                  </a:lnTo>
                  <a:lnTo>
                    <a:pt x="3098" y="4426"/>
                  </a:lnTo>
                  <a:lnTo>
                    <a:pt x="3467" y="4278"/>
                  </a:lnTo>
                  <a:lnTo>
                    <a:pt x="3835" y="3983"/>
                  </a:lnTo>
                  <a:lnTo>
                    <a:pt x="4131" y="3688"/>
                  </a:lnTo>
                  <a:lnTo>
                    <a:pt x="4352" y="3245"/>
                  </a:lnTo>
                  <a:lnTo>
                    <a:pt x="4499" y="2803"/>
                  </a:lnTo>
                  <a:lnTo>
                    <a:pt x="4573" y="2360"/>
                  </a:lnTo>
                  <a:lnTo>
                    <a:pt x="4573" y="1918"/>
                  </a:lnTo>
                  <a:lnTo>
                    <a:pt x="4426" y="1475"/>
                  </a:lnTo>
                  <a:lnTo>
                    <a:pt x="4204" y="1106"/>
                  </a:lnTo>
                  <a:lnTo>
                    <a:pt x="3983" y="738"/>
                  </a:lnTo>
                  <a:lnTo>
                    <a:pt x="3614" y="443"/>
                  </a:lnTo>
                  <a:lnTo>
                    <a:pt x="3245" y="221"/>
                  </a:lnTo>
                  <a:lnTo>
                    <a:pt x="2803" y="74"/>
                  </a:lnTo>
                  <a:lnTo>
                    <a:pt x="236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5738;p46">
              <a:extLst>
                <a:ext uri="{FF2B5EF4-FFF2-40B4-BE49-F238E27FC236}">
                  <a16:creationId xmlns:a16="http://schemas.microsoft.com/office/drawing/2014/main" id="{4BDD2B23-E6E3-D39F-E9B3-92E861D9EFC9}"/>
                </a:ext>
              </a:extLst>
            </p:cNvPr>
            <p:cNvSpPr/>
            <p:nvPr/>
          </p:nvSpPr>
          <p:spPr>
            <a:xfrm>
              <a:off x="2395777" y="4156153"/>
              <a:ext cx="625227" cy="585492"/>
            </a:xfrm>
            <a:custGeom>
              <a:avLst/>
              <a:gdLst/>
              <a:ahLst/>
              <a:cxnLst/>
              <a:rect l="l" t="t" r="r" b="b"/>
              <a:pathLst>
                <a:path w="26702" h="25005" extrusionOk="0">
                  <a:moveTo>
                    <a:pt x="369" y="0"/>
                  </a:moveTo>
                  <a:lnTo>
                    <a:pt x="0" y="25005"/>
                  </a:lnTo>
                  <a:lnTo>
                    <a:pt x="26332" y="25005"/>
                  </a:lnTo>
                  <a:lnTo>
                    <a:pt x="2670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5739;p46">
              <a:extLst>
                <a:ext uri="{FF2B5EF4-FFF2-40B4-BE49-F238E27FC236}">
                  <a16:creationId xmlns:a16="http://schemas.microsoft.com/office/drawing/2014/main" id="{89948911-E36E-1106-96CD-200B8E1D06D1}"/>
                </a:ext>
              </a:extLst>
            </p:cNvPr>
            <p:cNvSpPr/>
            <p:nvPr/>
          </p:nvSpPr>
          <p:spPr>
            <a:xfrm>
              <a:off x="5129841" y="4156153"/>
              <a:ext cx="621762" cy="583759"/>
            </a:xfrm>
            <a:custGeom>
              <a:avLst/>
              <a:gdLst/>
              <a:ahLst/>
              <a:cxnLst/>
              <a:rect l="l" t="t" r="r" b="b"/>
              <a:pathLst>
                <a:path w="26554" h="24931" extrusionOk="0">
                  <a:moveTo>
                    <a:pt x="222" y="0"/>
                  </a:moveTo>
                  <a:lnTo>
                    <a:pt x="1" y="24931"/>
                  </a:lnTo>
                  <a:lnTo>
                    <a:pt x="26333" y="24931"/>
                  </a:lnTo>
                  <a:lnTo>
                    <a:pt x="2655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5740;p46">
              <a:extLst>
                <a:ext uri="{FF2B5EF4-FFF2-40B4-BE49-F238E27FC236}">
                  <a16:creationId xmlns:a16="http://schemas.microsoft.com/office/drawing/2014/main" id="{91423A56-47F6-5035-6A21-502CE6692411}"/>
                </a:ext>
              </a:extLst>
            </p:cNvPr>
            <p:cNvSpPr/>
            <p:nvPr/>
          </p:nvSpPr>
          <p:spPr>
            <a:xfrm>
              <a:off x="2578844" y="3938524"/>
              <a:ext cx="252180" cy="3489"/>
            </a:xfrm>
            <a:custGeom>
              <a:avLst/>
              <a:gdLst/>
              <a:ahLst/>
              <a:cxnLst/>
              <a:rect l="l" t="t" r="r" b="b"/>
              <a:pathLst>
                <a:path w="10770" h="149" extrusionOk="0">
                  <a:moveTo>
                    <a:pt x="1550" y="1"/>
                  </a:moveTo>
                  <a:lnTo>
                    <a:pt x="1" y="74"/>
                  </a:lnTo>
                  <a:lnTo>
                    <a:pt x="1550" y="74"/>
                  </a:lnTo>
                  <a:lnTo>
                    <a:pt x="5385" y="148"/>
                  </a:lnTo>
                  <a:lnTo>
                    <a:pt x="9147" y="74"/>
                  </a:lnTo>
                  <a:lnTo>
                    <a:pt x="10770" y="74"/>
                  </a:lnTo>
                  <a:lnTo>
                    <a:pt x="914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5741;p46">
              <a:extLst>
                <a:ext uri="{FF2B5EF4-FFF2-40B4-BE49-F238E27FC236}">
                  <a16:creationId xmlns:a16="http://schemas.microsoft.com/office/drawing/2014/main" id="{C23EA715-BA8F-34EC-98AE-204EC11147C5}"/>
                </a:ext>
              </a:extLst>
            </p:cNvPr>
            <p:cNvSpPr/>
            <p:nvPr/>
          </p:nvSpPr>
          <p:spPr>
            <a:xfrm>
              <a:off x="2171240" y="3952339"/>
              <a:ext cx="3837555" cy="184815"/>
            </a:xfrm>
            <a:custGeom>
              <a:avLst/>
              <a:gdLst/>
              <a:ahLst/>
              <a:cxnLst/>
              <a:rect l="l" t="t" r="r" b="b"/>
              <a:pathLst>
                <a:path w="163893" h="7893" extrusionOk="0">
                  <a:moveTo>
                    <a:pt x="159762" y="75"/>
                  </a:moveTo>
                  <a:lnTo>
                    <a:pt x="160574" y="148"/>
                  </a:lnTo>
                  <a:lnTo>
                    <a:pt x="161043" y="215"/>
                  </a:lnTo>
                  <a:lnTo>
                    <a:pt x="161043" y="215"/>
                  </a:lnTo>
                  <a:lnTo>
                    <a:pt x="160574" y="75"/>
                  </a:lnTo>
                  <a:close/>
                  <a:moveTo>
                    <a:pt x="161043" y="215"/>
                  </a:moveTo>
                  <a:lnTo>
                    <a:pt x="161127" y="240"/>
                  </a:lnTo>
                  <a:lnTo>
                    <a:pt x="161127" y="240"/>
                  </a:lnTo>
                  <a:lnTo>
                    <a:pt x="161090" y="222"/>
                  </a:lnTo>
                  <a:lnTo>
                    <a:pt x="161043" y="215"/>
                  </a:lnTo>
                  <a:close/>
                  <a:moveTo>
                    <a:pt x="161127" y="240"/>
                  </a:moveTo>
                  <a:lnTo>
                    <a:pt x="161533" y="443"/>
                  </a:lnTo>
                  <a:lnTo>
                    <a:pt x="161975" y="665"/>
                  </a:lnTo>
                  <a:lnTo>
                    <a:pt x="162418" y="960"/>
                  </a:lnTo>
                  <a:lnTo>
                    <a:pt x="162787" y="1255"/>
                  </a:lnTo>
                  <a:lnTo>
                    <a:pt x="163155" y="1697"/>
                  </a:lnTo>
                  <a:lnTo>
                    <a:pt x="163377" y="2066"/>
                  </a:lnTo>
                  <a:lnTo>
                    <a:pt x="163598" y="2582"/>
                  </a:lnTo>
                  <a:lnTo>
                    <a:pt x="163745" y="3025"/>
                  </a:lnTo>
                  <a:lnTo>
                    <a:pt x="163893" y="3541"/>
                  </a:lnTo>
                  <a:lnTo>
                    <a:pt x="163819" y="3025"/>
                  </a:lnTo>
                  <a:lnTo>
                    <a:pt x="163672" y="2582"/>
                  </a:lnTo>
                  <a:lnTo>
                    <a:pt x="163377" y="1992"/>
                  </a:lnTo>
                  <a:lnTo>
                    <a:pt x="163008" y="1402"/>
                  </a:lnTo>
                  <a:lnTo>
                    <a:pt x="162491" y="960"/>
                  </a:lnTo>
                  <a:lnTo>
                    <a:pt x="161975" y="591"/>
                  </a:lnTo>
                  <a:lnTo>
                    <a:pt x="161311" y="296"/>
                  </a:lnTo>
                  <a:lnTo>
                    <a:pt x="161127" y="240"/>
                  </a:lnTo>
                  <a:close/>
                  <a:moveTo>
                    <a:pt x="163893" y="4058"/>
                  </a:moveTo>
                  <a:lnTo>
                    <a:pt x="163819" y="4574"/>
                  </a:lnTo>
                  <a:lnTo>
                    <a:pt x="163745" y="5090"/>
                  </a:lnTo>
                  <a:lnTo>
                    <a:pt x="163893" y="4574"/>
                  </a:lnTo>
                  <a:lnTo>
                    <a:pt x="163893" y="4058"/>
                  </a:lnTo>
                  <a:close/>
                  <a:moveTo>
                    <a:pt x="163745" y="5090"/>
                  </a:moveTo>
                  <a:lnTo>
                    <a:pt x="163524" y="5533"/>
                  </a:lnTo>
                  <a:lnTo>
                    <a:pt x="163303" y="6049"/>
                  </a:lnTo>
                  <a:lnTo>
                    <a:pt x="163598" y="5606"/>
                  </a:lnTo>
                  <a:lnTo>
                    <a:pt x="163745" y="5090"/>
                  </a:lnTo>
                  <a:close/>
                  <a:moveTo>
                    <a:pt x="163303" y="6049"/>
                  </a:moveTo>
                  <a:lnTo>
                    <a:pt x="163008" y="6418"/>
                  </a:lnTo>
                  <a:lnTo>
                    <a:pt x="162491" y="6934"/>
                  </a:lnTo>
                  <a:lnTo>
                    <a:pt x="161901" y="7377"/>
                  </a:lnTo>
                  <a:lnTo>
                    <a:pt x="161901" y="7377"/>
                  </a:lnTo>
                  <a:lnTo>
                    <a:pt x="162491" y="7008"/>
                  </a:lnTo>
                  <a:lnTo>
                    <a:pt x="163008" y="6492"/>
                  </a:lnTo>
                  <a:lnTo>
                    <a:pt x="163303" y="6049"/>
                  </a:lnTo>
                  <a:close/>
                  <a:moveTo>
                    <a:pt x="3984" y="1"/>
                  </a:moveTo>
                  <a:lnTo>
                    <a:pt x="3394" y="75"/>
                  </a:lnTo>
                  <a:lnTo>
                    <a:pt x="2877" y="148"/>
                  </a:lnTo>
                  <a:lnTo>
                    <a:pt x="2361" y="370"/>
                  </a:lnTo>
                  <a:lnTo>
                    <a:pt x="1845" y="591"/>
                  </a:lnTo>
                  <a:lnTo>
                    <a:pt x="1402" y="960"/>
                  </a:lnTo>
                  <a:lnTo>
                    <a:pt x="1033" y="1328"/>
                  </a:lnTo>
                  <a:lnTo>
                    <a:pt x="664" y="1771"/>
                  </a:lnTo>
                  <a:lnTo>
                    <a:pt x="443" y="2214"/>
                  </a:lnTo>
                  <a:lnTo>
                    <a:pt x="222" y="2730"/>
                  </a:lnTo>
                  <a:lnTo>
                    <a:pt x="74" y="3246"/>
                  </a:lnTo>
                  <a:lnTo>
                    <a:pt x="1" y="3836"/>
                  </a:lnTo>
                  <a:lnTo>
                    <a:pt x="1" y="4353"/>
                  </a:lnTo>
                  <a:lnTo>
                    <a:pt x="74" y="4869"/>
                  </a:lnTo>
                  <a:lnTo>
                    <a:pt x="296" y="5385"/>
                  </a:lnTo>
                  <a:lnTo>
                    <a:pt x="517" y="5901"/>
                  </a:lnTo>
                  <a:lnTo>
                    <a:pt x="812" y="6344"/>
                  </a:lnTo>
                  <a:lnTo>
                    <a:pt x="1181" y="6787"/>
                  </a:lnTo>
                  <a:lnTo>
                    <a:pt x="1623" y="7155"/>
                  </a:lnTo>
                  <a:lnTo>
                    <a:pt x="2066" y="7450"/>
                  </a:lnTo>
                  <a:lnTo>
                    <a:pt x="2582" y="7672"/>
                  </a:lnTo>
                  <a:lnTo>
                    <a:pt x="3099" y="7819"/>
                  </a:lnTo>
                  <a:lnTo>
                    <a:pt x="3615" y="7893"/>
                  </a:lnTo>
                  <a:lnTo>
                    <a:pt x="156591" y="7893"/>
                  </a:lnTo>
                  <a:lnTo>
                    <a:pt x="146781" y="7819"/>
                  </a:lnTo>
                  <a:lnTo>
                    <a:pt x="3615" y="7819"/>
                  </a:lnTo>
                  <a:lnTo>
                    <a:pt x="3099" y="7672"/>
                  </a:lnTo>
                  <a:lnTo>
                    <a:pt x="2582" y="7524"/>
                  </a:lnTo>
                  <a:lnTo>
                    <a:pt x="2140" y="7303"/>
                  </a:lnTo>
                  <a:lnTo>
                    <a:pt x="1697" y="7008"/>
                  </a:lnTo>
                  <a:lnTo>
                    <a:pt x="1255" y="6713"/>
                  </a:lnTo>
                  <a:lnTo>
                    <a:pt x="959" y="6270"/>
                  </a:lnTo>
                  <a:lnTo>
                    <a:pt x="664" y="5828"/>
                  </a:lnTo>
                  <a:lnTo>
                    <a:pt x="443" y="5385"/>
                  </a:lnTo>
                  <a:lnTo>
                    <a:pt x="296" y="4869"/>
                  </a:lnTo>
                  <a:lnTo>
                    <a:pt x="148" y="4353"/>
                  </a:lnTo>
                  <a:lnTo>
                    <a:pt x="148" y="3836"/>
                  </a:lnTo>
                  <a:lnTo>
                    <a:pt x="222" y="3320"/>
                  </a:lnTo>
                  <a:lnTo>
                    <a:pt x="369" y="2804"/>
                  </a:lnTo>
                  <a:lnTo>
                    <a:pt x="517" y="2287"/>
                  </a:lnTo>
                  <a:lnTo>
                    <a:pt x="812" y="1845"/>
                  </a:lnTo>
                  <a:lnTo>
                    <a:pt x="1107" y="1402"/>
                  </a:lnTo>
                  <a:lnTo>
                    <a:pt x="1550" y="1033"/>
                  </a:lnTo>
                  <a:lnTo>
                    <a:pt x="1992" y="738"/>
                  </a:lnTo>
                  <a:lnTo>
                    <a:pt x="2435" y="517"/>
                  </a:lnTo>
                  <a:lnTo>
                    <a:pt x="2951" y="296"/>
                  </a:lnTo>
                  <a:lnTo>
                    <a:pt x="3467" y="222"/>
                  </a:lnTo>
                  <a:lnTo>
                    <a:pt x="3984" y="148"/>
                  </a:lnTo>
                  <a:lnTo>
                    <a:pt x="122957" y="148"/>
                  </a:lnTo>
                  <a:lnTo>
                    <a:pt x="159025" y="75"/>
                  </a:lnTo>
                  <a:lnTo>
                    <a:pt x="122957" y="1"/>
                  </a:lnTo>
                  <a:close/>
                  <a:moveTo>
                    <a:pt x="161385" y="7598"/>
                  </a:moveTo>
                  <a:lnTo>
                    <a:pt x="160869" y="7745"/>
                  </a:lnTo>
                  <a:lnTo>
                    <a:pt x="160205" y="7819"/>
                  </a:lnTo>
                  <a:lnTo>
                    <a:pt x="159984" y="7893"/>
                  </a:lnTo>
                  <a:lnTo>
                    <a:pt x="160205" y="7893"/>
                  </a:lnTo>
                  <a:lnTo>
                    <a:pt x="160869" y="7819"/>
                  </a:lnTo>
                  <a:lnTo>
                    <a:pt x="161385" y="7598"/>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5742;p46">
              <a:extLst>
                <a:ext uri="{FF2B5EF4-FFF2-40B4-BE49-F238E27FC236}">
                  <a16:creationId xmlns:a16="http://schemas.microsoft.com/office/drawing/2014/main" id="{E52BD9D7-D828-B39C-3331-5972EB151D5F}"/>
                </a:ext>
              </a:extLst>
            </p:cNvPr>
            <p:cNvSpPr/>
            <p:nvPr/>
          </p:nvSpPr>
          <p:spPr>
            <a:xfrm>
              <a:off x="4879406" y="3710545"/>
              <a:ext cx="355791" cy="229725"/>
            </a:xfrm>
            <a:custGeom>
              <a:avLst/>
              <a:gdLst/>
              <a:ahLst/>
              <a:cxnLst/>
              <a:rect l="l" t="t" r="r" b="b"/>
              <a:pathLst>
                <a:path w="15195" h="9811" extrusionOk="0">
                  <a:moveTo>
                    <a:pt x="1" y="0"/>
                  </a:moveTo>
                  <a:lnTo>
                    <a:pt x="1" y="9810"/>
                  </a:lnTo>
                  <a:lnTo>
                    <a:pt x="15195" y="9810"/>
                  </a:lnTo>
                  <a:lnTo>
                    <a:pt x="15195"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5743;p46">
              <a:extLst>
                <a:ext uri="{FF2B5EF4-FFF2-40B4-BE49-F238E27FC236}">
                  <a16:creationId xmlns:a16="http://schemas.microsoft.com/office/drawing/2014/main" id="{73873C34-60D7-57EE-6211-2FA9E36A90DD}"/>
                </a:ext>
              </a:extLst>
            </p:cNvPr>
            <p:cNvSpPr/>
            <p:nvPr/>
          </p:nvSpPr>
          <p:spPr>
            <a:xfrm>
              <a:off x="5200651" y="3679448"/>
              <a:ext cx="69121" cy="69121"/>
            </a:xfrm>
            <a:custGeom>
              <a:avLst/>
              <a:gdLst/>
              <a:ahLst/>
              <a:cxnLst/>
              <a:rect l="l" t="t" r="r" b="b"/>
              <a:pathLst>
                <a:path w="2952" h="2952" extrusionOk="0">
                  <a:moveTo>
                    <a:pt x="1476" y="1"/>
                  </a:moveTo>
                  <a:lnTo>
                    <a:pt x="1181" y="75"/>
                  </a:lnTo>
                  <a:lnTo>
                    <a:pt x="886" y="148"/>
                  </a:lnTo>
                  <a:lnTo>
                    <a:pt x="665" y="296"/>
                  </a:lnTo>
                  <a:lnTo>
                    <a:pt x="443" y="443"/>
                  </a:lnTo>
                  <a:lnTo>
                    <a:pt x="296" y="665"/>
                  </a:lnTo>
                  <a:lnTo>
                    <a:pt x="148" y="886"/>
                  </a:lnTo>
                  <a:lnTo>
                    <a:pt x="75" y="1181"/>
                  </a:lnTo>
                  <a:lnTo>
                    <a:pt x="1" y="1476"/>
                  </a:lnTo>
                  <a:lnTo>
                    <a:pt x="1" y="1771"/>
                  </a:lnTo>
                  <a:lnTo>
                    <a:pt x="148" y="2066"/>
                  </a:lnTo>
                  <a:lnTo>
                    <a:pt x="222" y="2287"/>
                  </a:lnTo>
                  <a:lnTo>
                    <a:pt x="443" y="2509"/>
                  </a:lnTo>
                  <a:lnTo>
                    <a:pt x="665" y="2656"/>
                  </a:lnTo>
                  <a:lnTo>
                    <a:pt x="886" y="2804"/>
                  </a:lnTo>
                  <a:lnTo>
                    <a:pt x="1181" y="2877"/>
                  </a:lnTo>
                  <a:lnTo>
                    <a:pt x="1476" y="2951"/>
                  </a:lnTo>
                  <a:lnTo>
                    <a:pt x="1771" y="2951"/>
                  </a:lnTo>
                  <a:lnTo>
                    <a:pt x="1992" y="2804"/>
                  </a:lnTo>
                  <a:lnTo>
                    <a:pt x="2287" y="2730"/>
                  </a:lnTo>
                  <a:lnTo>
                    <a:pt x="2509" y="2509"/>
                  </a:lnTo>
                  <a:lnTo>
                    <a:pt x="2656" y="2287"/>
                  </a:lnTo>
                  <a:lnTo>
                    <a:pt x="2804" y="2066"/>
                  </a:lnTo>
                  <a:lnTo>
                    <a:pt x="2877" y="1771"/>
                  </a:lnTo>
                  <a:lnTo>
                    <a:pt x="2951" y="1476"/>
                  </a:lnTo>
                  <a:lnTo>
                    <a:pt x="2877" y="1181"/>
                  </a:lnTo>
                  <a:lnTo>
                    <a:pt x="2804" y="886"/>
                  </a:lnTo>
                  <a:lnTo>
                    <a:pt x="2656" y="665"/>
                  </a:lnTo>
                  <a:lnTo>
                    <a:pt x="2509" y="443"/>
                  </a:lnTo>
                  <a:lnTo>
                    <a:pt x="2287" y="296"/>
                  </a:lnTo>
                  <a:lnTo>
                    <a:pt x="2066" y="148"/>
                  </a:lnTo>
                  <a:lnTo>
                    <a:pt x="1771" y="75"/>
                  </a:lnTo>
                  <a:lnTo>
                    <a:pt x="1476"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5744;p46">
              <a:extLst>
                <a:ext uri="{FF2B5EF4-FFF2-40B4-BE49-F238E27FC236}">
                  <a16:creationId xmlns:a16="http://schemas.microsoft.com/office/drawing/2014/main" id="{4F9C1743-64E3-DE25-A9B5-9E1BE9DA530C}"/>
                </a:ext>
              </a:extLst>
            </p:cNvPr>
            <p:cNvSpPr/>
            <p:nvPr/>
          </p:nvSpPr>
          <p:spPr>
            <a:xfrm>
              <a:off x="5214467" y="3701904"/>
              <a:ext cx="41491" cy="29386"/>
            </a:xfrm>
            <a:custGeom>
              <a:avLst/>
              <a:gdLst/>
              <a:ahLst/>
              <a:cxnLst/>
              <a:rect l="l" t="t" r="r" b="b"/>
              <a:pathLst>
                <a:path w="1772" h="1255" extrusionOk="0">
                  <a:moveTo>
                    <a:pt x="1550" y="1"/>
                  </a:moveTo>
                  <a:lnTo>
                    <a:pt x="738" y="812"/>
                  </a:lnTo>
                  <a:lnTo>
                    <a:pt x="222" y="296"/>
                  </a:lnTo>
                  <a:lnTo>
                    <a:pt x="1" y="517"/>
                  </a:lnTo>
                  <a:lnTo>
                    <a:pt x="738" y="1255"/>
                  </a:lnTo>
                  <a:lnTo>
                    <a:pt x="1771" y="148"/>
                  </a:lnTo>
                  <a:lnTo>
                    <a:pt x="155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6" name="Google Shape;5745;p46">
              <a:extLst>
                <a:ext uri="{FF2B5EF4-FFF2-40B4-BE49-F238E27FC236}">
                  <a16:creationId xmlns:a16="http://schemas.microsoft.com/office/drawing/2014/main" id="{ED0902E4-6E03-E2D9-F1FE-1501A376D12C}"/>
                </a:ext>
              </a:extLst>
            </p:cNvPr>
            <p:cNvSpPr/>
            <p:nvPr/>
          </p:nvSpPr>
          <p:spPr>
            <a:xfrm>
              <a:off x="5126399" y="3712277"/>
              <a:ext cx="3465" cy="229725"/>
            </a:xfrm>
            <a:custGeom>
              <a:avLst/>
              <a:gdLst/>
              <a:ahLst/>
              <a:cxnLst/>
              <a:rect l="l" t="t" r="r" b="b"/>
              <a:pathLst>
                <a:path w="148" h="9811" extrusionOk="0">
                  <a:moveTo>
                    <a:pt x="74" y="0"/>
                  </a:moveTo>
                  <a:lnTo>
                    <a:pt x="0" y="1475"/>
                  </a:lnTo>
                  <a:lnTo>
                    <a:pt x="0" y="4942"/>
                  </a:lnTo>
                  <a:lnTo>
                    <a:pt x="0" y="8409"/>
                  </a:lnTo>
                  <a:lnTo>
                    <a:pt x="74" y="9810"/>
                  </a:lnTo>
                  <a:lnTo>
                    <a:pt x="148" y="8409"/>
                  </a:lnTo>
                  <a:lnTo>
                    <a:pt x="148" y="4942"/>
                  </a:lnTo>
                  <a:lnTo>
                    <a:pt x="148" y="1475"/>
                  </a:lnTo>
                  <a:lnTo>
                    <a:pt x="7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7" name="Google Shape;5746;p46">
              <a:extLst>
                <a:ext uri="{FF2B5EF4-FFF2-40B4-BE49-F238E27FC236}">
                  <a16:creationId xmlns:a16="http://schemas.microsoft.com/office/drawing/2014/main" id="{DA12E7F6-F9C4-98AC-BCE2-733FD1CDBD5F}"/>
                </a:ext>
              </a:extLst>
            </p:cNvPr>
            <p:cNvSpPr/>
            <p:nvPr/>
          </p:nvSpPr>
          <p:spPr>
            <a:xfrm>
              <a:off x="3924287" y="3733001"/>
              <a:ext cx="322987" cy="209002"/>
            </a:xfrm>
            <a:custGeom>
              <a:avLst/>
              <a:gdLst/>
              <a:ahLst/>
              <a:cxnLst/>
              <a:rect l="l" t="t" r="r" b="b"/>
              <a:pathLst>
                <a:path w="13794" h="8926" extrusionOk="0">
                  <a:moveTo>
                    <a:pt x="1" y="0"/>
                  </a:moveTo>
                  <a:lnTo>
                    <a:pt x="1" y="8925"/>
                  </a:lnTo>
                  <a:lnTo>
                    <a:pt x="13794" y="8925"/>
                  </a:lnTo>
                  <a:lnTo>
                    <a:pt x="13794"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5747;p46">
              <a:extLst>
                <a:ext uri="{FF2B5EF4-FFF2-40B4-BE49-F238E27FC236}">
                  <a16:creationId xmlns:a16="http://schemas.microsoft.com/office/drawing/2014/main" id="{60FD5B37-AB7B-D4C3-D247-8ADE1597B11F}"/>
                </a:ext>
              </a:extLst>
            </p:cNvPr>
            <p:cNvSpPr/>
            <p:nvPr/>
          </p:nvSpPr>
          <p:spPr>
            <a:xfrm>
              <a:off x="4121193" y="3733001"/>
              <a:ext cx="3465" cy="209002"/>
            </a:xfrm>
            <a:custGeom>
              <a:avLst/>
              <a:gdLst/>
              <a:ahLst/>
              <a:cxnLst/>
              <a:rect l="l" t="t" r="r" b="b"/>
              <a:pathLst>
                <a:path w="148" h="8926" extrusionOk="0">
                  <a:moveTo>
                    <a:pt x="74" y="0"/>
                  </a:moveTo>
                  <a:lnTo>
                    <a:pt x="74" y="1328"/>
                  </a:lnTo>
                  <a:lnTo>
                    <a:pt x="0" y="4426"/>
                  </a:lnTo>
                  <a:lnTo>
                    <a:pt x="74" y="7598"/>
                  </a:lnTo>
                  <a:lnTo>
                    <a:pt x="74" y="8925"/>
                  </a:lnTo>
                  <a:lnTo>
                    <a:pt x="148" y="7598"/>
                  </a:lnTo>
                  <a:lnTo>
                    <a:pt x="148" y="4426"/>
                  </a:lnTo>
                  <a:lnTo>
                    <a:pt x="148" y="1328"/>
                  </a:lnTo>
                  <a:lnTo>
                    <a:pt x="7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5748;p46">
              <a:extLst>
                <a:ext uri="{FF2B5EF4-FFF2-40B4-BE49-F238E27FC236}">
                  <a16:creationId xmlns:a16="http://schemas.microsoft.com/office/drawing/2014/main" id="{1F748AFC-E7CB-154A-4650-4B51F17F13FC}"/>
                </a:ext>
              </a:extLst>
            </p:cNvPr>
            <p:cNvSpPr/>
            <p:nvPr/>
          </p:nvSpPr>
          <p:spPr>
            <a:xfrm>
              <a:off x="2870726" y="3556818"/>
              <a:ext cx="229725" cy="383444"/>
            </a:xfrm>
            <a:custGeom>
              <a:avLst/>
              <a:gdLst/>
              <a:ahLst/>
              <a:cxnLst/>
              <a:rect l="l" t="t" r="r" b="b"/>
              <a:pathLst>
                <a:path w="9811" h="16376" extrusionOk="0">
                  <a:moveTo>
                    <a:pt x="1" y="1"/>
                  </a:moveTo>
                  <a:lnTo>
                    <a:pt x="1" y="16375"/>
                  </a:lnTo>
                  <a:lnTo>
                    <a:pt x="9811" y="16375"/>
                  </a:lnTo>
                  <a:lnTo>
                    <a:pt x="9811"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5749;p46">
              <a:extLst>
                <a:ext uri="{FF2B5EF4-FFF2-40B4-BE49-F238E27FC236}">
                  <a16:creationId xmlns:a16="http://schemas.microsoft.com/office/drawing/2014/main" id="{C7B1CC3A-73B3-1942-573A-CF13E6E56035}"/>
                </a:ext>
              </a:extLst>
            </p:cNvPr>
            <p:cNvSpPr/>
            <p:nvPr/>
          </p:nvSpPr>
          <p:spPr>
            <a:xfrm>
              <a:off x="3048642" y="3558551"/>
              <a:ext cx="3465" cy="379979"/>
            </a:xfrm>
            <a:custGeom>
              <a:avLst/>
              <a:gdLst/>
              <a:ahLst/>
              <a:cxnLst/>
              <a:rect l="l" t="t" r="r" b="b"/>
              <a:pathLst>
                <a:path w="148" h="16228" extrusionOk="0">
                  <a:moveTo>
                    <a:pt x="74" y="1"/>
                  </a:moveTo>
                  <a:lnTo>
                    <a:pt x="0" y="2435"/>
                  </a:lnTo>
                  <a:lnTo>
                    <a:pt x="0" y="8114"/>
                  </a:lnTo>
                  <a:lnTo>
                    <a:pt x="0" y="13867"/>
                  </a:lnTo>
                  <a:lnTo>
                    <a:pt x="74" y="16228"/>
                  </a:lnTo>
                  <a:lnTo>
                    <a:pt x="74" y="13867"/>
                  </a:lnTo>
                  <a:lnTo>
                    <a:pt x="148" y="8114"/>
                  </a:lnTo>
                  <a:lnTo>
                    <a:pt x="74" y="2435"/>
                  </a:lnTo>
                  <a:lnTo>
                    <a:pt x="7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5750;p46">
              <a:extLst>
                <a:ext uri="{FF2B5EF4-FFF2-40B4-BE49-F238E27FC236}">
                  <a16:creationId xmlns:a16="http://schemas.microsoft.com/office/drawing/2014/main" id="{93DBD63E-A9E5-D2B5-2990-C26AC53BD266}"/>
                </a:ext>
              </a:extLst>
            </p:cNvPr>
            <p:cNvSpPr/>
            <p:nvPr/>
          </p:nvSpPr>
          <p:spPr>
            <a:xfrm>
              <a:off x="6582365" y="4277050"/>
              <a:ext cx="336801" cy="217642"/>
            </a:xfrm>
            <a:custGeom>
              <a:avLst/>
              <a:gdLst/>
              <a:ahLst/>
              <a:cxnLst/>
              <a:rect l="l" t="t" r="r" b="b"/>
              <a:pathLst>
                <a:path w="14384" h="9295" extrusionOk="0">
                  <a:moveTo>
                    <a:pt x="14384" y="0"/>
                  </a:moveTo>
                  <a:lnTo>
                    <a:pt x="1" y="74"/>
                  </a:lnTo>
                  <a:lnTo>
                    <a:pt x="75" y="9294"/>
                  </a:lnTo>
                  <a:lnTo>
                    <a:pt x="14384" y="9220"/>
                  </a:lnTo>
                  <a:lnTo>
                    <a:pt x="14384"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5751;p46">
              <a:extLst>
                <a:ext uri="{FF2B5EF4-FFF2-40B4-BE49-F238E27FC236}">
                  <a16:creationId xmlns:a16="http://schemas.microsoft.com/office/drawing/2014/main" id="{EEBE8E69-A283-96AF-3790-B41243791A64}"/>
                </a:ext>
              </a:extLst>
            </p:cNvPr>
            <p:cNvSpPr/>
            <p:nvPr/>
          </p:nvSpPr>
          <p:spPr>
            <a:xfrm>
              <a:off x="6886353" y="4249419"/>
              <a:ext cx="65656" cy="63923"/>
            </a:xfrm>
            <a:custGeom>
              <a:avLst/>
              <a:gdLst/>
              <a:ahLst/>
              <a:cxnLst/>
              <a:rect l="l" t="t" r="r" b="b"/>
              <a:pathLst>
                <a:path w="2804" h="2730" extrusionOk="0">
                  <a:moveTo>
                    <a:pt x="1107" y="0"/>
                  </a:moveTo>
                  <a:lnTo>
                    <a:pt x="886" y="74"/>
                  </a:lnTo>
                  <a:lnTo>
                    <a:pt x="664" y="222"/>
                  </a:lnTo>
                  <a:lnTo>
                    <a:pt x="443" y="443"/>
                  </a:lnTo>
                  <a:lnTo>
                    <a:pt x="222" y="590"/>
                  </a:lnTo>
                  <a:lnTo>
                    <a:pt x="148" y="812"/>
                  </a:lnTo>
                  <a:lnTo>
                    <a:pt x="74" y="1107"/>
                  </a:lnTo>
                  <a:lnTo>
                    <a:pt x="0" y="1402"/>
                  </a:lnTo>
                  <a:lnTo>
                    <a:pt x="74" y="1623"/>
                  </a:lnTo>
                  <a:lnTo>
                    <a:pt x="148" y="1918"/>
                  </a:lnTo>
                  <a:lnTo>
                    <a:pt x="295" y="2139"/>
                  </a:lnTo>
                  <a:lnTo>
                    <a:pt x="443" y="2361"/>
                  </a:lnTo>
                  <a:lnTo>
                    <a:pt x="664" y="2508"/>
                  </a:lnTo>
                  <a:lnTo>
                    <a:pt x="886" y="2656"/>
                  </a:lnTo>
                  <a:lnTo>
                    <a:pt x="1107" y="2729"/>
                  </a:lnTo>
                  <a:lnTo>
                    <a:pt x="1697" y="2729"/>
                  </a:lnTo>
                  <a:lnTo>
                    <a:pt x="1918" y="2656"/>
                  </a:lnTo>
                  <a:lnTo>
                    <a:pt x="2139" y="2508"/>
                  </a:lnTo>
                  <a:lnTo>
                    <a:pt x="2361" y="2361"/>
                  </a:lnTo>
                  <a:lnTo>
                    <a:pt x="2582" y="2139"/>
                  </a:lnTo>
                  <a:lnTo>
                    <a:pt x="2656" y="1918"/>
                  </a:lnTo>
                  <a:lnTo>
                    <a:pt x="2730" y="1623"/>
                  </a:lnTo>
                  <a:lnTo>
                    <a:pt x="2803" y="1402"/>
                  </a:lnTo>
                  <a:lnTo>
                    <a:pt x="2730" y="1107"/>
                  </a:lnTo>
                  <a:lnTo>
                    <a:pt x="2656" y="812"/>
                  </a:lnTo>
                  <a:lnTo>
                    <a:pt x="2508" y="590"/>
                  </a:lnTo>
                  <a:lnTo>
                    <a:pt x="2361" y="369"/>
                  </a:lnTo>
                  <a:lnTo>
                    <a:pt x="2139" y="222"/>
                  </a:lnTo>
                  <a:lnTo>
                    <a:pt x="1918" y="74"/>
                  </a:lnTo>
                  <a:lnTo>
                    <a:pt x="1697"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5752;p46">
              <a:extLst>
                <a:ext uri="{FF2B5EF4-FFF2-40B4-BE49-F238E27FC236}">
                  <a16:creationId xmlns:a16="http://schemas.microsoft.com/office/drawing/2014/main" id="{4075E01E-F32A-762A-935E-136C7AD52372}"/>
                </a:ext>
              </a:extLst>
            </p:cNvPr>
            <p:cNvSpPr/>
            <p:nvPr/>
          </p:nvSpPr>
          <p:spPr>
            <a:xfrm>
              <a:off x="6900168" y="4268410"/>
              <a:ext cx="38026" cy="29386"/>
            </a:xfrm>
            <a:custGeom>
              <a:avLst/>
              <a:gdLst/>
              <a:ahLst/>
              <a:cxnLst/>
              <a:rect l="l" t="t" r="r" b="b"/>
              <a:pathLst>
                <a:path w="1624" h="1255" extrusionOk="0">
                  <a:moveTo>
                    <a:pt x="1402" y="1"/>
                  </a:moveTo>
                  <a:lnTo>
                    <a:pt x="664" y="812"/>
                  </a:lnTo>
                  <a:lnTo>
                    <a:pt x="222" y="369"/>
                  </a:lnTo>
                  <a:lnTo>
                    <a:pt x="1" y="591"/>
                  </a:lnTo>
                  <a:lnTo>
                    <a:pt x="664" y="1255"/>
                  </a:lnTo>
                  <a:lnTo>
                    <a:pt x="1623" y="222"/>
                  </a:lnTo>
                  <a:lnTo>
                    <a:pt x="140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5753;p46">
              <a:extLst>
                <a:ext uri="{FF2B5EF4-FFF2-40B4-BE49-F238E27FC236}">
                  <a16:creationId xmlns:a16="http://schemas.microsoft.com/office/drawing/2014/main" id="{7A917CAD-CE4C-F5BA-2FEB-CEC6AA304AB5}"/>
                </a:ext>
              </a:extLst>
            </p:cNvPr>
            <p:cNvSpPr/>
            <p:nvPr/>
          </p:nvSpPr>
          <p:spPr>
            <a:xfrm>
              <a:off x="6817275" y="4280516"/>
              <a:ext cx="3465" cy="215886"/>
            </a:xfrm>
            <a:custGeom>
              <a:avLst/>
              <a:gdLst/>
              <a:ahLst/>
              <a:cxnLst/>
              <a:rect l="l" t="t" r="r" b="b"/>
              <a:pathLst>
                <a:path w="148" h="9220" extrusionOk="0">
                  <a:moveTo>
                    <a:pt x="74" y="0"/>
                  </a:moveTo>
                  <a:lnTo>
                    <a:pt x="0" y="1328"/>
                  </a:lnTo>
                  <a:lnTo>
                    <a:pt x="0" y="4647"/>
                  </a:lnTo>
                  <a:lnTo>
                    <a:pt x="0" y="7892"/>
                  </a:lnTo>
                  <a:lnTo>
                    <a:pt x="74" y="9220"/>
                  </a:lnTo>
                  <a:lnTo>
                    <a:pt x="148" y="7892"/>
                  </a:lnTo>
                  <a:lnTo>
                    <a:pt x="148" y="4647"/>
                  </a:lnTo>
                  <a:lnTo>
                    <a:pt x="74" y="1328"/>
                  </a:lnTo>
                  <a:lnTo>
                    <a:pt x="7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5754;p46">
              <a:extLst>
                <a:ext uri="{FF2B5EF4-FFF2-40B4-BE49-F238E27FC236}">
                  <a16:creationId xmlns:a16="http://schemas.microsoft.com/office/drawing/2014/main" id="{1D673832-D6D8-382B-4F6E-24B91B0B518B}"/>
                </a:ext>
              </a:extLst>
            </p:cNvPr>
            <p:cNvSpPr/>
            <p:nvPr/>
          </p:nvSpPr>
          <p:spPr>
            <a:xfrm>
              <a:off x="6580655" y="4397948"/>
              <a:ext cx="341976" cy="3489"/>
            </a:xfrm>
            <a:custGeom>
              <a:avLst/>
              <a:gdLst/>
              <a:ahLst/>
              <a:cxnLst/>
              <a:rect l="l" t="t" r="r" b="b"/>
              <a:pathLst>
                <a:path w="14605" h="149" extrusionOk="0">
                  <a:moveTo>
                    <a:pt x="2139" y="1"/>
                  </a:moveTo>
                  <a:lnTo>
                    <a:pt x="0" y="74"/>
                  </a:lnTo>
                  <a:lnTo>
                    <a:pt x="2139" y="74"/>
                  </a:lnTo>
                  <a:lnTo>
                    <a:pt x="7302" y="148"/>
                  </a:lnTo>
                  <a:lnTo>
                    <a:pt x="12465" y="74"/>
                  </a:lnTo>
                  <a:lnTo>
                    <a:pt x="14604" y="74"/>
                  </a:lnTo>
                  <a:lnTo>
                    <a:pt x="12465"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5755;p46">
              <a:extLst>
                <a:ext uri="{FF2B5EF4-FFF2-40B4-BE49-F238E27FC236}">
                  <a16:creationId xmlns:a16="http://schemas.microsoft.com/office/drawing/2014/main" id="{9FBCC2BA-74B3-BA4B-2D88-E144C550959F}"/>
                </a:ext>
              </a:extLst>
            </p:cNvPr>
            <p:cNvSpPr/>
            <p:nvPr/>
          </p:nvSpPr>
          <p:spPr>
            <a:xfrm>
              <a:off x="6686004" y="4278783"/>
              <a:ext cx="3465" cy="215910"/>
            </a:xfrm>
            <a:custGeom>
              <a:avLst/>
              <a:gdLst/>
              <a:ahLst/>
              <a:cxnLst/>
              <a:rect l="l" t="t" r="r" b="b"/>
              <a:pathLst>
                <a:path w="148" h="9221" extrusionOk="0">
                  <a:moveTo>
                    <a:pt x="74" y="0"/>
                  </a:moveTo>
                  <a:lnTo>
                    <a:pt x="74" y="1328"/>
                  </a:lnTo>
                  <a:lnTo>
                    <a:pt x="0" y="4573"/>
                  </a:lnTo>
                  <a:lnTo>
                    <a:pt x="74" y="7819"/>
                  </a:lnTo>
                  <a:lnTo>
                    <a:pt x="74" y="9220"/>
                  </a:lnTo>
                  <a:lnTo>
                    <a:pt x="148" y="7819"/>
                  </a:lnTo>
                  <a:lnTo>
                    <a:pt x="148" y="4573"/>
                  </a:lnTo>
                  <a:lnTo>
                    <a:pt x="148" y="1328"/>
                  </a:lnTo>
                  <a:lnTo>
                    <a:pt x="74"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5756;p46">
              <a:extLst>
                <a:ext uri="{FF2B5EF4-FFF2-40B4-BE49-F238E27FC236}">
                  <a16:creationId xmlns:a16="http://schemas.microsoft.com/office/drawing/2014/main" id="{8A4DA537-DA71-140D-6274-90E39A6898F2}"/>
                </a:ext>
              </a:extLst>
            </p:cNvPr>
            <p:cNvSpPr/>
            <p:nvPr/>
          </p:nvSpPr>
          <p:spPr>
            <a:xfrm>
              <a:off x="6867362" y="4278783"/>
              <a:ext cx="3465" cy="217619"/>
            </a:xfrm>
            <a:custGeom>
              <a:avLst/>
              <a:gdLst/>
              <a:ahLst/>
              <a:cxnLst/>
              <a:rect l="l" t="t" r="r" b="b"/>
              <a:pathLst>
                <a:path w="148" h="9294" extrusionOk="0">
                  <a:moveTo>
                    <a:pt x="74" y="0"/>
                  </a:moveTo>
                  <a:lnTo>
                    <a:pt x="0" y="1328"/>
                  </a:lnTo>
                  <a:lnTo>
                    <a:pt x="0" y="4647"/>
                  </a:lnTo>
                  <a:lnTo>
                    <a:pt x="0" y="7892"/>
                  </a:lnTo>
                  <a:lnTo>
                    <a:pt x="74" y="9294"/>
                  </a:lnTo>
                  <a:lnTo>
                    <a:pt x="74" y="7892"/>
                  </a:lnTo>
                  <a:lnTo>
                    <a:pt x="148" y="4647"/>
                  </a:lnTo>
                  <a:lnTo>
                    <a:pt x="74" y="1328"/>
                  </a:lnTo>
                  <a:lnTo>
                    <a:pt x="74"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5757;p46">
              <a:extLst>
                <a:ext uri="{FF2B5EF4-FFF2-40B4-BE49-F238E27FC236}">
                  <a16:creationId xmlns:a16="http://schemas.microsoft.com/office/drawing/2014/main" id="{9E8745AB-F002-1B9A-9692-5410557D3A1E}"/>
                </a:ext>
              </a:extLst>
            </p:cNvPr>
            <p:cNvSpPr/>
            <p:nvPr/>
          </p:nvSpPr>
          <p:spPr>
            <a:xfrm>
              <a:off x="6622102" y="4349593"/>
              <a:ext cx="63923" cy="51841"/>
            </a:xfrm>
            <a:custGeom>
              <a:avLst/>
              <a:gdLst/>
              <a:ahLst/>
              <a:cxnLst/>
              <a:rect l="l" t="t" r="r" b="b"/>
              <a:pathLst>
                <a:path w="2730" h="2214" extrusionOk="0">
                  <a:moveTo>
                    <a:pt x="590" y="0"/>
                  </a:moveTo>
                  <a:lnTo>
                    <a:pt x="369" y="74"/>
                  </a:lnTo>
                  <a:lnTo>
                    <a:pt x="222" y="148"/>
                  </a:lnTo>
                  <a:lnTo>
                    <a:pt x="74" y="295"/>
                  </a:lnTo>
                  <a:lnTo>
                    <a:pt x="0" y="517"/>
                  </a:lnTo>
                  <a:lnTo>
                    <a:pt x="0" y="664"/>
                  </a:lnTo>
                  <a:lnTo>
                    <a:pt x="74" y="885"/>
                  </a:lnTo>
                  <a:lnTo>
                    <a:pt x="222" y="1181"/>
                  </a:lnTo>
                  <a:lnTo>
                    <a:pt x="517" y="1402"/>
                  </a:lnTo>
                  <a:lnTo>
                    <a:pt x="1033" y="1697"/>
                  </a:lnTo>
                  <a:lnTo>
                    <a:pt x="1549" y="1992"/>
                  </a:lnTo>
                  <a:lnTo>
                    <a:pt x="1918" y="2066"/>
                  </a:lnTo>
                  <a:lnTo>
                    <a:pt x="2287" y="2139"/>
                  </a:lnTo>
                  <a:lnTo>
                    <a:pt x="2582" y="2139"/>
                  </a:lnTo>
                  <a:lnTo>
                    <a:pt x="1549" y="1918"/>
                  </a:lnTo>
                  <a:lnTo>
                    <a:pt x="1033" y="1623"/>
                  </a:lnTo>
                  <a:lnTo>
                    <a:pt x="590" y="1328"/>
                  </a:lnTo>
                  <a:lnTo>
                    <a:pt x="369" y="1107"/>
                  </a:lnTo>
                  <a:lnTo>
                    <a:pt x="148" y="885"/>
                  </a:lnTo>
                  <a:lnTo>
                    <a:pt x="148" y="664"/>
                  </a:lnTo>
                  <a:lnTo>
                    <a:pt x="148" y="517"/>
                  </a:lnTo>
                  <a:lnTo>
                    <a:pt x="222" y="369"/>
                  </a:lnTo>
                  <a:lnTo>
                    <a:pt x="295" y="295"/>
                  </a:lnTo>
                  <a:lnTo>
                    <a:pt x="590" y="148"/>
                  </a:lnTo>
                  <a:lnTo>
                    <a:pt x="959" y="148"/>
                  </a:lnTo>
                  <a:lnTo>
                    <a:pt x="1254" y="295"/>
                  </a:lnTo>
                  <a:lnTo>
                    <a:pt x="1549" y="443"/>
                  </a:lnTo>
                  <a:lnTo>
                    <a:pt x="1918" y="812"/>
                  </a:lnTo>
                  <a:lnTo>
                    <a:pt x="2287" y="1254"/>
                  </a:lnTo>
                  <a:lnTo>
                    <a:pt x="2508" y="1771"/>
                  </a:lnTo>
                  <a:lnTo>
                    <a:pt x="2729" y="2213"/>
                  </a:lnTo>
                  <a:lnTo>
                    <a:pt x="2729" y="1918"/>
                  </a:lnTo>
                  <a:lnTo>
                    <a:pt x="2582" y="1549"/>
                  </a:lnTo>
                  <a:lnTo>
                    <a:pt x="2434" y="1254"/>
                  </a:lnTo>
                  <a:lnTo>
                    <a:pt x="2066" y="738"/>
                  </a:lnTo>
                  <a:lnTo>
                    <a:pt x="1623" y="369"/>
                  </a:lnTo>
                  <a:lnTo>
                    <a:pt x="1328" y="148"/>
                  </a:lnTo>
                  <a:lnTo>
                    <a:pt x="959"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5758;p46">
              <a:extLst>
                <a:ext uri="{FF2B5EF4-FFF2-40B4-BE49-F238E27FC236}">
                  <a16:creationId xmlns:a16="http://schemas.microsoft.com/office/drawing/2014/main" id="{198D9C27-61C3-32EB-8B69-A2D6D799AA00}"/>
                </a:ext>
              </a:extLst>
            </p:cNvPr>
            <p:cNvSpPr/>
            <p:nvPr/>
          </p:nvSpPr>
          <p:spPr>
            <a:xfrm>
              <a:off x="6686004" y="4347861"/>
              <a:ext cx="48375" cy="57016"/>
            </a:xfrm>
            <a:custGeom>
              <a:avLst/>
              <a:gdLst/>
              <a:ahLst/>
              <a:cxnLst/>
              <a:rect l="l" t="t" r="r" b="b"/>
              <a:pathLst>
                <a:path w="2066" h="2435" extrusionOk="0">
                  <a:moveTo>
                    <a:pt x="1844" y="148"/>
                  </a:moveTo>
                  <a:lnTo>
                    <a:pt x="1918" y="296"/>
                  </a:lnTo>
                  <a:lnTo>
                    <a:pt x="1918" y="443"/>
                  </a:lnTo>
                  <a:lnTo>
                    <a:pt x="1918" y="738"/>
                  </a:lnTo>
                  <a:lnTo>
                    <a:pt x="1623" y="1255"/>
                  </a:lnTo>
                  <a:lnTo>
                    <a:pt x="1328" y="1623"/>
                  </a:lnTo>
                  <a:lnTo>
                    <a:pt x="886" y="1992"/>
                  </a:lnTo>
                  <a:lnTo>
                    <a:pt x="517" y="2213"/>
                  </a:lnTo>
                  <a:lnTo>
                    <a:pt x="35" y="2351"/>
                  </a:lnTo>
                  <a:lnTo>
                    <a:pt x="35" y="2351"/>
                  </a:lnTo>
                  <a:lnTo>
                    <a:pt x="369" y="1550"/>
                  </a:lnTo>
                  <a:lnTo>
                    <a:pt x="590" y="1033"/>
                  </a:lnTo>
                  <a:lnTo>
                    <a:pt x="886" y="664"/>
                  </a:lnTo>
                  <a:lnTo>
                    <a:pt x="1328" y="222"/>
                  </a:lnTo>
                  <a:lnTo>
                    <a:pt x="1623" y="148"/>
                  </a:lnTo>
                  <a:close/>
                  <a:moveTo>
                    <a:pt x="1549" y="1"/>
                  </a:moveTo>
                  <a:lnTo>
                    <a:pt x="1254" y="148"/>
                  </a:lnTo>
                  <a:lnTo>
                    <a:pt x="886" y="443"/>
                  </a:lnTo>
                  <a:lnTo>
                    <a:pt x="664" y="738"/>
                  </a:lnTo>
                  <a:lnTo>
                    <a:pt x="369" y="1107"/>
                  </a:lnTo>
                  <a:lnTo>
                    <a:pt x="222" y="1476"/>
                  </a:lnTo>
                  <a:lnTo>
                    <a:pt x="0" y="2140"/>
                  </a:lnTo>
                  <a:lnTo>
                    <a:pt x="0" y="2435"/>
                  </a:lnTo>
                  <a:lnTo>
                    <a:pt x="35" y="2352"/>
                  </a:lnTo>
                  <a:lnTo>
                    <a:pt x="35" y="2352"/>
                  </a:lnTo>
                  <a:lnTo>
                    <a:pt x="295" y="2287"/>
                  </a:lnTo>
                  <a:lnTo>
                    <a:pt x="664" y="2213"/>
                  </a:lnTo>
                  <a:lnTo>
                    <a:pt x="959" y="2066"/>
                  </a:lnTo>
                  <a:lnTo>
                    <a:pt x="1402" y="1771"/>
                  </a:lnTo>
                  <a:lnTo>
                    <a:pt x="1697" y="1328"/>
                  </a:lnTo>
                  <a:lnTo>
                    <a:pt x="1844" y="1033"/>
                  </a:lnTo>
                  <a:lnTo>
                    <a:pt x="1992" y="738"/>
                  </a:lnTo>
                  <a:lnTo>
                    <a:pt x="2066" y="443"/>
                  </a:lnTo>
                  <a:lnTo>
                    <a:pt x="2066" y="222"/>
                  </a:lnTo>
                  <a:lnTo>
                    <a:pt x="1918" y="74"/>
                  </a:lnTo>
                  <a:lnTo>
                    <a:pt x="1771"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0" name="Google Shape;3934;p40">
            <a:extLst>
              <a:ext uri="{FF2B5EF4-FFF2-40B4-BE49-F238E27FC236}">
                <a16:creationId xmlns:a16="http://schemas.microsoft.com/office/drawing/2014/main" id="{02FE9D09-FE4B-C16B-CD3A-48FD44646E85}"/>
              </a:ext>
            </a:extLst>
          </p:cNvPr>
          <p:cNvGrpSpPr/>
          <p:nvPr/>
        </p:nvGrpSpPr>
        <p:grpSpPr>
          <a:xfrm>
            <a:off x="8214102" y="3429000"/>
            <a:ext cx="2905918" cy="2453796"/>
            <a:chOff x="4536944" y="1257708"/>
            <a:chExt cx="4149842" cy="3474339"/>
          </a:xfrm>
        </p:grpSpPr>
        <p:sp>
          <p:nvSpPr>
            <p:cNvPr id="1011" name="Google Shape;3935;p40">
              <a:extLst>
                <a:ext uri="{FF2B5EF4-FFF2-40B4-BE49-F238E27FC236}">
                  <a16:creationId xmlns:a16="http://schemas.microsoft.com/office/drawing/2014/main" id="{3E4072DF-1774-3A4B-6FAF-C0DC0C1CF1B0}"/>
                </a:ext>
              </a:extLst>
            </p:cNvPr>
            <p:cNvSpPr/>
            <p:nvPr/>
          </p:nvSpPr>
          <p:spPr>
            <a:xfrm>
              <a:off x="4536944" y="2368866"/>
              <a:ext cx="4094846" cy="2363181"/>
            </a:xfrm>
            <a:custGeom>
              <a:avLst/>
              <a:gdLst/>
              <a:ahLst/>
              <a:cxnLst/>
              <a:rect l="l" t="t" r="r" b="b"/>
              <a:pathLst>
                <a:path w="246975" h="142532" extrusionOk="0">
                  <a:moveTo>
                    <a:pt x="123553" y="1"/>
                  </a:moveTo>
                  <a:lnTo>
                    <a:pt x="117582" y="134"/>
                  </a:lnTo>
                  <a:lnTo>
                    <a:pt x="111742" y="399"/>
                  </a:lnTo>
                  <a:lnTo>
                    <a:pt x="105770" y="797"/>
                  </a:lnTo>
                  <a:lnTo>
                    <a:pt x="99931" y="1328"/>
                  </a:lnTo>
                  <a:lnTo>
                    <a:pt x="94092" y="2124"/>
                  </a:lnTo>
                  <a:lnTo>
                    <a:pt x="88385" y="2920"/>
                  </a:lnTo>
                  <a:lnTo>
                    <a:pt x="82679" y="3982"/>
                  </a:lnTo>
                  <a:lnTo>
                    <a:pt x="77105" y="5309"/>
                  </a:lnTo>
                  <a:lnTo>
                    <a:pt x="71531" y="6636"/>
                  </a:lnTo>
                  <a:lnTo>
                    <a:pt x="66090" y="8229"/>
                  </a:lnTo>
                  <a:lnTo>
                    <a:pt x="60781" y="9954"/>
                  </a:lnTo>
                  <a:lnTo>
                    <a:pt x="55606" y="11812"/>
                  </a:lnTo>
                  <a:lnTo>
                    <a:pt x="50563" y="13803"/>
                  </a:lnTo>
                  <a:lnTo>
                    <a:pt x="45652" y="16059"/>
                  </a:lnTo>
                  <a:lnTo>
                    <a:pt x="40875" y="18315"/>
                  </a:lnTo>
                  <a:lnTo>
                    <a:pt x="36230" y="20836"/>
                  </a:lnTo>
                  <a:lnTo>
                    <a:pt x="31851" y="23623"/>
                  </a:lnTo>
                  <a:lnTo>
                    <a:pt x="27736" y="26278"/>
                  </a:lnTo>
                  <a:lnTo>
                    <a:pt x="23888" y="29197"/>
                  </a:lnTo>
                  <a:lnTo>
                    <a:pt x="20437" y="32117"/>
                  </a:lnTo>
                  <a:lnTo>
                    <a:pt x="17120" y="35036"/>
                  </a:lnTo>
                  <a:lnTo>
                    <a:pt x="14200" y="38089"/>
                  </a:lnTo>
                  <a:lnTo>
                    <a:pt x="11546" y="41274"/>
                  </a:lnTo>
                  <a:lnTo>
                    <a:pt x="9157" y="44459"/>
                  </a:lnTo>
                  <a:lnTo>
                    <a:pt x="7034" y="47777"/>
                  </a:lnTo>
                  <a:lnTo>
                    <a:pt x="5176" y="50962"/>
                  </a:lnTo>
                  <a:lnTo>
                    <a:pt x="3583" y="54279"/>
                  </a:lnTo>
                  <a:lnTo>
                    <a:pt x="2256" y="57730"/>
                  </a:lnTo>
                  <a:lnTo>
                    <a:pt x="1327" y="61048"/>
                  </a:lnTo>
                  <a:lnTo>
                    <a:pt x="664" y="64498"/>
                  </a:lnTo>
                  <a:lnTo>
                    <a:pt x="265" y="67949"/>
                  </a:lnTo>
                  <a:lnTo>
                    <a:pt x="0" y="71266"/>
                  </a:lnTo>
                  <a:lnTo>
                    <a:pt x="265" y="74717"/>
                  </a:lnTo>
                  <a:lnTo>
                    <a:pt x="664" y="78167"/>
                  </a:lnTo>
                  <a:lnTo>
                    <a:pt x="1327" y="81485"/>
                  </a:lnTo>
                  <a:lnTo>
                    <a:pt x="2256" y="84936"/>
                  </a:lnTo>
                  <a:lnTo>
                    <a:pt x="3583" y="88253"/>
                  </a:lnTo>
                  <a:lnTo>
                    <a:pt x="5176" y="91571"/>
                  </a:lnTo>
                  <a:lnTo>
                    <a:pt x="7034" y="94889"/>
                  </a:lnTo>
                  <a:lnTo>
                    <a:pt x="9157" y="98074"/>
                  </a:lnTo>
                  <a:lnTo>
                    <a:pt x="11546" y="101259"/>
                  </a:lnTo>
                  <a:lnTo>
                    <a:pt x="14200" y="104444"/>
                  </a:lnTo>
                  <a:lnTo>
                    <a:pt x="17120" y="107496"/>
                  </a:lnTo>
                  <a:lnTo>
                    <a:pt x="20437" y="110549"/>
                  </a:lnTo>
                  <a:lnTo>
                    <a:pt x="23888" y="113468"/>
                  </a:lnTo>
                  <a:lnTo>
                    <a:pt x="27736" y="116255"/>
                  </a:lnTo>
                  <a:lnTo>
                    <a:pt x="31851" y="119042"/>
                  </a:lnTo>
                  <a:lnTo>
                    <a:pt x="36230" y="121696"/>
                  </a:lnTo>
                  <a:lnTo>
                    <a:pt x="40875" y="124218"/>
                  </a:lnTo>
                  <a:lnTo>
                    <a:pt x="45652" y="126607"/>
                  </a:lnTo>
                  <a:lnTo>
                    <a:pt x="50563" y="128863"/>
                  </a:lnTo>
                  <a:lnTo>
                    <a:pt x="55606" y="130853"/>
                  </a:lnTo>
                  <a:lnTo>
                    <a:pt x="60781" y="132711"/>
                  </a:lnTo>
                  <a:lnTo>
                    <a:pt x="66090" y="134437"/>
                  </a:lnTo>
                  <a:lnTo>
                    <a:pt x="71531" y="136029"/>
                  </a:lnTo>
                  <a:lnTo>
                    <a:pt x="77105" y="137356"/>
                  </a:lnTo>
                  <a:lnTo>
                    <a:pt x="82679" y="138551"/>
                  </a:lnTo>
                  <a:lnTo>
                    <a:pt x="88385" y="139612"/>
                  </a:lnTo>
                  <a:lnTo>
                    <a:pt x="94092" y="140541"/>
                  </a:lnTo>
                  <a:lnTo>
                    <a:pt x="99931" y="141338"/>
                  </a:lnTo>
                  <a:lnTo>
                    <a:pt x="105770" y="141868"/>
                  </a:lnTo>
                  <a:lnTo>
                    <a:pt x="111742" y="142267"/>
                  </a:lnTo>
                  <a:lnTo>
                    <a:pt x="117582" y="142532"/>
                  </a:lnTo>
                  <a:lnTo>
                    <a:pt x="129393" y="142532"/>
                  </a:lnTo>
                  <a:lnTo>
                    <a:pt x="135365" y="142267"/>
                  </a:lnTo>
                  <a:lnTo>
                    <a:pt x="141204" y="141868"/>
                  </a:lnTo>
                  <a:lnTo>
                    <a:pt x="147043" y="141338"/>
                  </a:lnTo>
                  <a:lnTo>
                    <a:pt x="152883" y="140541"/>
                  </a:lnTo>
                  <a:lnTo>
                    <a:pt x="158722" y="139612"/>
                  </a:lnTo>
                  <a:lnTo>
                    <a:pt x="164296" y="138551"/>
                  </a:lnTo>
                  <a:lnTo>
                    <a:pt x="170002" y="137356"/>
                  </a:lnTo>
                  <a:lnTo>
                    <a:pt x="175443" y="136029"/>
                  </a:lnTo>
                  <a:lnTo>
                    <a:pt x="180884" y="134437"/>
                  </a:lnTo>
                  <a:lnTo>
                    <a:pt x="186193" y="132711"/>
                  </a:lnTo>
                  <a:lnTo>
                    <a:pt x="191501" y="130853"/>
                  </a:lnTo>
                  <a:lnTo>
                    <a:pt x="196544" y="128863"/>
                  </a:lnTo>
                  <a:lnTo>
                    <a:pt x="201455" y="126607"/>
                  </a:lnTo>
                  <a:lnTo>
                    <a:pt x="206232" y="124218"/>
                  </a:lnTo>
                  <a:lnTo>
                    <a:pt x="210877" y="121696"/>
                  </a:lnTo>
                  <a:lnTo>
                    <a:pt x="215256" y="119042"/>
                  </a:lnTo>
                  <a:lnTo>
                    <a:pt x="219238" y="116255"/>
                  </a:lnTo>
                  <a:lnTo>
                    <a:pt x="223086" y="113468"/>
                  </a:lnTo>
                  <a:lnTo>
                    <a:pt x="226670" y="110549"/>
                  </a:lnTo>
                  <a:lnTo>
                    <a:pt x="229855" y="107496"/>
                  </a:lnTo>
                  <a:lnTo>
                    <a:pt x="232907" y="104444"/>
                  </a:lnTo>
                  <a:lnTo>
                    <a:pt x="235561" y="101259"/>
                  </a:lnTo>
                  <a:lnTo>
                    <a:pt x="237950" y="98074"/>
                  </a:lnTo>
                  <a:lnTo>
                    <a:pt x="240073" y="94889"/>
                  </a:lnTo>
                  <a:lnTo>
                    <a:pt x="241931" y="91571"/>
                  </a:lnTo>
                  <a:lnTo>
                    <a:pt x="243391" y="88253"/>
                  </a:lnTo>
                  <a:lnTo>
                    <a:pt x="244718" y="84936"/>
                  </a:lnTo>
                  <a:lnTo>
                    <a:pt x="245647" y="81485"/>
                  </a:lnTo>
                  <a:lnTo>
                    <a:pt x="246443" y="78167"/>
                  </a:lnTo>
                  <a:lnTo>
                    <a:pt x="246842" y="74717"/>
                  </a:lnTo>
                  <a:lnTo>
                    <a:pt x="246974" y="71266"/>
                  </a:lnTo>
                  <a:lnTo>
                    <a:pt x="246842" y="67949"/>
                  </a:lnTo>
                  <a:lnTo>
                    <a:pt x="246443" y="64498"/>
                  </a:lnTo>
                  <a:lnTo>
                    <a:pt x="245647" y="61048"/>
                  </a:lnTo>
                  <a:lnTo>
                    <a:pt x="244718" y="57730"/>
                  </a:lnTo>
                  <a:lnTo>
                    <a:pt x="243391" y="54279"/>
                  </a:lnTo>
                  <a:lnTo>
                    <a:pt x="241931" y="50962"/>
                  </a:lnTo>
                  <a:lnTo>
                    <a:pt x="240073" y="47777"/>
                  </a:lnTo>
                  <a:lnTo>
                    <a:pt x="237950" y="44459"/>
                  </a:lnTo>
                  <a:lnTo>
                    <a:pt x="235561" y="41274"/>
                  </a:lnTo>
                  <a:lnTo>
                    <a:pt x="232907" y="38089"/>
                  </a:lnTo>
                  <a:lnTo>
                    <a:pt x="229855" y="35036"/>
                  </a:lnTo>
                  <a:lnTo>
                    <a:pt x="226670" y="32117"/>
                  </a:lnTo>
                  <a:lnTo>
                    <a:pt x="223086" y="29197"/>
                  </a:lnTo>
                  <a:lnTo>
                    <a:pt x="219238" y="26278"/>
                  </a:lnTo>
                  <a:lnTo>
                    <a:pt x="215256" y="23623"/>
                  </a:lnTo>
                  <a:lnTo>
                    <a:pt x="210877" y="20836"/>
                  </a:lnTo>
                  <a:lnTo>
                    <a:pt x="206232" y="18315"/>
                  </a:lnTo>
                  <a:lnTo>
                    <a:pt x="201455" y="16059"/>
                  </a:lnTo>
                  <a:lnTo>
                    <a:pt x="196544" y="13803"/>
                  </a:lnTo>
                  <a:lnTo>
                    <a:pt x="191501" y="11812"/>
                  </a:lnTo>
                  <a:lnTo>
                    <a:pt x="186193" y="9954"/>
                  </a:lnTo>
                  <a:lnTo>
                    <a:pt x="180884" y="8229"/>
                  </a:lnTo>
                  <a:lnTo>
                    <a:pt x="175443" y="6636"/>
                  </a:lnTo>
                  <a:lnTo>
                    <a:pt x="170002" y="5309"/>
                  </a:lnTo>
                  <a:lnTo>
                    <a:pt x="164296" y="3982"/>
                  </a:lnTo>
                  <a:lnTo>
                    <a:pt x="158722" y="2920"/>
                  </a:lnTo>
                  <a:lnTo>
                    <a:pt x="152883" y="2124"/>
                  </a:lnTo>
                  <a:lnTo>
                    <a:pt x="147043" y="1328"/>
                  </a:lnTo>
                  <a:lnTo>
                    <a:pt x="141204" y="797"/>
                  </a:lnTo>
                  <a:lnTo>
                    <a:pt x="135365" y="399"/>
                  </a:lnTo>
                  <a:lnTo>
                    <a:pt x="129393" y="134"/>
                  </a:lnTo>
                  <a:lnTo>
                    <a:pt x="123553" y="1"/>
                  </a:lnTo>
                  <a:close/>
                </a:path>
              </a:pathLst>
            </a:custGeom>
            <a:solidFill>
              <a:srgbClr val="F0F0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3936;p40">
              <a:extLst>
                <a:ext uri="{FF2B5EF4-FFF2-40B4-BE49-F238E27FC236}">
                  <a16:creationId xmlns:a16="http://schemas.microsoft.com/office/drawing/2014/main" id="{AE4FEA16-8601-5C49-DC0E-6E9C597FEE05}"/>
                </a:ext>
              </a:extLst>
            </p:cNvPr>
            <p:cNvSpPr/>
            <p:nvPr/>
          </p:nvSpPr>
          <p:spPr>
            <a:xfrm>
              <a:off x="4536944" y="2368866"/>
              <a:ext cx="4094846" cy="2363181"/>
            </a:xfrm>
            <a:custGeom>
              <a:avLst/>
              <a:gdLst/>
              <a:ahLst/>
              <a:cxnLst/>
              <a:rect l="l" t="t" r="r" b="b"/>
              <a:pathLst>
                <a:path w="246975" h="142532" fill="none" extrusionOk="0">
                  <a:moveTo>
                    <a:pt x="210877" y="20836"/>
                  </a:moveTo>
                  <a:lnTo>
                    <a:pt x="210877" y="20836"/>
                  </a:lnTo>
                  <a:lnTo>
                    <a:pt x="215256" y="23623"/>
                  </a:lnTo>
                  <a:lnTo>
                    <a:pt x="219238" y="26278"/>
                  </a:lnTo>
                  <a:lnTo>
                    <a:pt x="223086" y="29197"/>
                  </a:lnTo>
                  <a:lnTo>
                    <a:pt x="226670" y="32117"/>
                  </a:lnTo>
                  <a:lnTo>
                    <a:pt x="229855" y="35036"/>
                  </a:lnTo>
                  <a:lnTo>
                    <a:pt x="232907" y="38089"/>
                  </a:lnTo>
                  <a:lnTo>
                    <a:pt x="235561" y="41274"/>
                  </a:lnTo>
                  <a:lnTo>
                    <a:pt x="237950" y="44459"/>
                  </a:lnTo>
                  <a:lnTo>
                    <a:pt x="240073" y="47777"/>
                  </a:lnTo>
                  <a:lnTo>
                    <a:pt x="241931" y="50962"/>
                  </a:lnTo>
                  <a:lnTo>
                    <a:pt x="243391" y="54279"/>
                  </a:lnTo>
                  <a:lnTo>
                    <a:pt x="244718" y="57730"/>
                  </a:lnTo>
                  <a:lnTo>
                    <a:pt x="245647" y="61048"/>
                  </a:lnTo>
                  <a:lnTo>
                    <a:pt x="246443" y="64498"/>
                  </a:lnTo>
                  <a:lnTo>
                    <a:pt x="246842" y="67949"/>
                  </a:lnTo>
                  <a:lnTo>
                    <a:pt x="246974" y="71266"/>
                  </a:lnTo>
                  <a:lnTo>
                    <a:pt x="246842" y="74717"/>
                  </a:lnTo>
                  <a:lnTo>
                    <a:pt x="246443" y="78167"/>
                  </a:lnTo>
                  <a:lnTo>
                    <a:pt x="245647" y="81485"/>
                  </a:lnTo>
                  <a:lnTo>
                    <a:pt x="244718" y="84936"/>
                  </a:lnTo>
                  <a:lnTo>
                    <a:pt x="243391" y="88253"/>
                  </a:lnTo>
                  <a:lnTo>
                    <a:pt x="241931" y="91571"/>
                  </a:lnTo>
                  <a:lnTo>
                    <a:pt x="240073" y="94889"/>
                  </a:lnTo>
                  <a:lnTo>
                    <a:pt x="237950" y="98074"/>
                  </a:lnTo>
                  <a:lnTo>
                    <a:pt x="235561" y="101259"/>
                  </a:lnTo>
                  <a:lnTo>
                    <a:pt x="232907" y="104444"/>
                  </a:lnTo>
                  <a:lnTo>
                    <a:pt x="229855" y="107496"/>
                  </a:lnTo>
                  <a:lnTo>
                    <a:pt x="226670" y="110549"/>
                  </a:lnTo>
                  <a:lnTo>
                    <a:pt x="223086" y="113468"/>
                  </a:lnTo>
                  <a:lnTo>
                    <a:pt x="219238" y="116255"/>
                  </a:lnTo>
                  <a:lnTo>
                    <a:pt x="215256" y="119042"/>
                  </a:lnTo>
                  <a:lnTo>
                    <a:pt x="210877" y="121696"/>
                  </a:lnTo>
                  <a:lnTo>
                    <a:pt x="210877" y="121696"/>
                  </a:lnTo>
                  <a:lnTo>
                    <a:pt x="206232" y="124218"/>
                  </a:lnTo>
                  <a:lnTo>
                    <a:pt x="201455" y="126607"/>
                  </a:lnTo>
                  <a:lnTo>
                    <a:pt x="196544" y="128863"/>
                  </a:lnTo>
                  <a:lnTo>
                    <a:pt x="191501" y="130853"/>
                  </a:lnTo>
                  <a:lnTo>
                    <a:pt x="186193" y="132711"/>
                  </a:lnTo>
                  <a:lnTo>
                    <a:pt x="180884" y="134437"/>
                  </a:lnTo>
                  <a:lnTo>
                    <a:pt x="175443" y="136029"/>
                  </a:lnTo>
                  <a:lnTo>
                    <a:pt x="170002" y="137356"/>
                  </a:lnTo>
                  <a:lnTo>
                    <a:pt x="164296" y="138551"/>
                  </a:lnTo>
                  <a:lnTo>
                    <a:pt x="158722" y="139612"/>
                  </a:lnTo>
                  <a:lnTo>
                    <a:pt x="152883" y="140541"/>
                  </a:lnTo>
                  <a:lnTo>
                    <a:pt x="147043" y="141338"/>
                  </a:lnTo>
                  <a:lnTo>
                    <a:pt x="141204" y="141868"/>
                  </a:lnTo>
                  <a:lnTo>
                    <a:pt x="135365" y="142267"/>
                  </a:lnTo>
                  <a:lnTo>
                    <a:pt x="129393" y="142532"/>
                  </a:lnTo>
                  <a:lnTo>
                    <a:pt x="123553" y="142532"/>
                  </a:lnTo>
                  <a:lnTo>
                    <a:pt x="117582" y="142532"/>
                  </a:lnTo>
                  <a:lnTo>
                    <a:pt x="111742" y="142267"/>
                  </a:lnTo>
                  <a:lnTo>
                    <a:pt x="105770" y="141868"/>
                  </a:lnTo>
                  <a:lnTo>
                    <a:pt x="99931" y="141338"/>
                  </a:lnTo>
                  <a:lnTo>
                    <a:pt x="94092" y="140541"/>
                  </a:lnTo>
                  <a:lnTo>
                    <a:pt x="88385" y="139612"/>
                  </a:lnTo>
                  <a:lnTo>
                    <a:pt x="82679" y="138551"/>
                  </a:lnTo>
                  <a:lnTo>
                    <a:pt x="77105" y="137356"/>
                  </a:lnTo>
                  <a:lnTo>
                    <a:pt x="71531" y="136029"/>
                  </a:lnTo>
                  <a:lnTo>
                    <a:pt x="66090" y="134437"/>
                  </a:lnTo>
                  <a:lnTo>
                    <a:pt x="60781" y="132711"/>
                  </a:lnTo>
                  <a:lnTo>
                    <a:pt x="55606" y="130853"/>
                  </a:lnTo>
                  <a:lnTo>
                    <a:pt x="50563" y="128863"/>
                  </a:lnTo>
                  <a:lnTo>
                    <a:pt x="45652" y="126607"/>
                  </a:lnTo>
                  <a:lnTo>
                    <a:pt x="40875" y="124218"/>
                  </a:lnTo>
                  <a:lnTo>
                    <a:pt x="36230" y="121696"/>
                  </a:lnTo>
                  <a:lnTo>
                    <a:pt x="36230" y="121696"/>
                  </a:lnTo>
                  <a:lnTo>
                    <a:pt x="31851" y="119042"/>
                  </a:lnTo>
                  <a:lnTo>
                    <a:pt x="27736" y="116255"/>
                  </a:lnTo>
                  <a:lnTo>
                    <a:pt x="23888" y="113468"/>
                  </a:lnTo>
                  <a:lnTo>
                    <a:pt x="20437" y="110549"/>
                  </a:lnTo>
                  <a:lnTo>
                    <a:pt x="17120" y="107496"/>
                  </a:lnTo>
                  <a:lnTo>
                    <a:pt x="14200" y="104444"/>
                  </a:lnTo>
                  <a:lnTo>
                    <a:pt x="11546" y="101259"/>
                  </a:lnTo>
                  <a:lnTo>
                    <a:pt x="9157" y="98074"/>
                  </a:lnTo>
                  <a:lnTo>
                    <a:pt x="7034" y="94889"/>
                  </a:lnTo>
                  <a:lnTo>
                    <a:pt x="5176" y="91571"/>
                  </a:lnTo>
                  <a:lnTo>
                    <a:pt x="3583" y="88253"/>
                  </a:lnTo>
                  <a:lnTo>
                    <a:pt x="2256" y="84936"/>
                  </a:lnTo>
                  <a:lnTo>
                    <a:pt x="1327" y="81485"/>
                  </a:lnTo>
                  <a:lnTo>
                    <a:pt x="664" y="78167"/>
                  </a:lnTo>
                  <a:lnTo>
                    <a:pt x="265" y="74717"/>
                  </a:lnTo>
                  <a:lnTo>
                    <a:pt x="0" y="71266"/>
                  </a:lnTo>
                  <a:lnTo>
                    <a:pt x="265" y="67949"/>
                  </a:lnTo>
                  <a:lnTo>
                    <a:pt x="664" y="64498"/>
                  </a:lnTo>
                  <a:lnTo>
                    <a:pt x="1327" y="61048"/>
                  </a:lnTo>
                  <a:lnTo>
                    <a:pt x="2256" y="57730"/>
                  </a:lnTo>
                  <a:lnTo>
                    <a:pt x="3583" y="54279"/>
                  </a:lnTo>
                  <a:lnTo>
                    <a:pt x="5176" y="50962"/>
                  </a:lnTo>
                  <a:lnTo>
                    <a:pt x="7034" y="47777"/>
                  </a:lnTo>
                  <a:lnTo>
                    <a:pt x="9157" y="44459"/>
                  </a:lnTo>
                  <a:lnTo>
                    <a:pt x="11546" y="41274"/>
                  </a:lnTo>
                  <a:lnTo>
                    <a:pt x="14200" y="38089"/>
                  </a:lnTo>
                  <a:lnTo>
                    <a:pt x="17120" y="35036"/>
                  </a:lnTo>
                  <a:lnTo>
                    <a:pt x="20437" y="32117"/>
                  </a:lnTo>
                  <a:lnTo>
                    <a:pt x="23888" y="29197"/>
                  </a:lnTo>
                  <a:lnTo>
                    <a:pt x="27736" y="26278"/>
                  </a:lnTo>
                  <a:lnTo>
                    <a:pt x="31851" y="23623"/>
                  </a:lnTo>
                  <a:lnTo>
                    <a:pt x="36230" y="20836"/>
                  </a:lnTo>
                  <a:lnTo>
                    <a:pt x="36230" y="20836"/>
                  </a:lnTo>
                  <a:lnTo>
                    <a:pt x="40875" y="18315"/>
                  </a:lnTo>
                  <a:lnTo>
                    <a:pt x="45652" y="16059"/>
                  </a:lnTo>
                  <a:lnTo>
                    <a:pt x="50563" y="13803"/>
                  </a:lnTo>
                  <a:lnTo>
                    <a:pt x="55606" y="11812"/>
                  </a:lnTo>
                  <a:lnTo>
                    <a:pt x="60781" y="9954"/>
                  </a:lnTo>
                  <a:lnTo>
                    <a:pt x="66090" y="8229"/>
                  </a:lnTo>
                  <a:lnTo>
                    <a:pt x="71531" y="6636"/>
                  </a:lnTo>
                  <a:lnTo>
                    <a:pt x="77105" y="5309"/>
                  </a:lnTo>
                  <a:lnTo>
                    <a:pt x="82679" y="3982"/>
                  </a:lnTo>
                  <a:lnTo>
                    <a:pt x="88385" y="2920"/>
                  </a:lnTo>
                  <a:lnTo>
                    <a:pt x="94092" y="2124"/>
                  </a:lnTo>
                  <a:lnTo>
                    <a:pt x="99931" y="1328"/>
                  </a:lnTo>
                  <a:lnTo>
                    <a:pt x="105770" y="797"/>
                  </a:lnTo>
                  <a:lnTo>
                    <a:pt x="111742" y="399"/>
                  </a:lnTo>
                  <a:lnTo>
                    <a:pt x="117582" y="134"/>
                  </a:lnTo>
                  <a:lnTo>
                    <a:pt x="123553" y="1"/>
                  </a:lnTo>
                  <a:lnTo>
                    <a:pt x="129393" y="134"/>
                  </a:lnTo>
                  <a:lnTo>
                    <a:pt x="135365" y="399"/>
                  </a:lnTo>
                  <a:lnTo>
                    <a:pt x="141204" y="797"/>
                  </a:lnTo>
                  <a:lnTo>
                    <a:pt x="147043" y="1328"/>
                  </a:lnTo>
                  <a:lnTo>
                    <a:pt x="152883" y="2124"/>
                  </a:lnTo>
                  <a:lnTo>
                    <a:pt x="158722" y="2920"/>
                  </a:lnTo>
                  <a:lnTo>
                    <a:pt x="164296" y="3982"/>
                  </a:lnTo>
                  <a:lnTo>
                    <a:pt x="170002" y="5309"/>
                  </a:lnTo>
                  <a:lnTo>
                    <a:pt x="175443" y="6636"/>
                  </a:lnTo>
                  <a:lnTo>
                    <a:pt x="180884" y="8229"/>
                  </a:lnTo>
                  <a:lnTo>
                    <a:pt x="186193" y="9954"/>
                  </a:lnTo>
                  <a:lnTo>
                    <a:pt x="191501" y="11812"/>
                  </a:lnTo>
                  <a:lnTo>
                    <a:pt x="196544" y="13803"/>
                  </a:lnTo>
                  <a:lnTo>
                    <a:pt x="201455" y="16059"/>
                  </a:lnTo>
                  <a:lnTo>
                    <a:pt x="206232" y="18315"/>
                  </a:lnTo>
                  <a:lnTo>
                    <a:pt x="210877" y="2083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3937;p40">
              <a:extLst>
                <a:ext uri="{FF2B5EF4-FFF2-40B4-BE49-F238E27FC236}">
                  <a16:creationId xmlns:a16="http://schemas.microsoft.com/office/drawing/2014/main" id="{CC8EADA4-07EA-E668-40C8-0760D9BFA21B}"/>
                </a:ext>
              </a:extLst>
            </p:cNvPr>
            <p:cNvSpPr/>
            <p:nvPr/>
          </p:nvSpPr>
          <p:spPr>
            <a:xfrm>
              <a:off x="6154191" y="2921163"/>
              <a:ext cx="2242163" cy="1296009"/>
            </a:xfrm>
            <a:custGeom>
              <a:avLst/>
              <a:gdLst/>
              <a:ahLst/>
              <a:cxnLst/>
              <a:rect l="l" t="t" r="r" b="b"/>
              <a:pathLst>
                <a:path w="135233" h="78167" extrusionOk="0">
                  <a:moveTo>
                    <a:pt x="35169" y="0"/>
                  </a:moveTo>
                  <a:lnTo>
                    <a:pt x="33841" y="133"/>
                  </a:lnTo>
                  <a:lnTo>
                    <a:pt x="33311" y="398"/>
                  </a:lnTo>
                  <a:lnTo>
                    <a:pt x="32780" y="531"/>
                  </a:lnTo>
                  <a:lnTo>
                    <a:pt x="929" y="19111"/>
                  </a:lnTo>
                  <a:lnTo>
                    <a:pt x="531" y="19376"/>
                  </a:lnTo>
                  <a:lnTo>
                    <a:pt x="133" y="19641"/>
                  </a:lnTo>
                  <a:lnTo>
                    <a:pt x="0" y="20039"/>
                  </a:lnTo>
                  <a:lnTo>
                    <a:pt x="0" y="20438"/>
                  </a:lnTo>
                  <a:lnTo>
                    <a:pt x="0" y="20836"/>
                  </a:lnTo>
                  <a:lnTo>
                    <a:pt x="133" y="21101"/>
                  </a:lnTo>
                  <a:lnTo>
                    <a:pt x="531" y="21499"/>
                  </a:lnTo>
                  <a:lnTo>
                    <a:pt x="929" y="21765"/>
                  </a:lnTo>
                  <a:lnTo>
                    <a:pt x="97675" y="77636"/>
                  </a:lnTo>
                  <a:lnTo>
                    <a:pt x="98206" y="77901"/>
                  </a:lnTo>
                  <a:lnTo>
                    <a:pt x="98737" y="78034"/>
                  </a:lnTo>
                  <a:lnTo>
                    <a:pt x="99931" y="78167"/>
                  </a:lnTo>
                  <a:lnTo>
                    <a:pt x="101126" y="78034"/>
                  </a:lnTo>
                  <a:lnTo>
                    <a:pt x="101789" y="77901"/>
                  </a:lnTo>
                  <a:lnTo>
                    <a:pt x="102187" y="77636"/>
                  </a:lnTo>
                  <a:lnTo>
                    <a:pt x="134303" y="59056"/>
                  </a:lnTo>
                  <a:lnTo>
                    <a:pt x="134701" y="58791"/>
                  </a:lnTo>
                  <a:lnTo>
                    <a:pt x="134967" y="58526"/>
                  </a:lnTo>
                  <a:lnTo>
                    <a:pt x="135232" y="58127"/>
                  </a:lnTo>
                  <a:lnTo>
                    <a:pt x="135232" y="57729"/>
                  </a:lnTo>
                  <a:lnTo>
                    <a:pt x="135232" y="57464"/>
                  </a:lnTo>
                  <a:lnTo>
                    <a:pt x="134967" y="57066"/>
                  </a:lnTo>
                  <a:lnTo>
                    <a:pt x="134701" y="56668"/>
                  </a:lnTo>
                  <a:lnTo>
                    <a:pt x="134303" y="56402"/>
                  </a:lnTo>
                  <a:lnTo>
                    <a:pt x="37425" y="531"/>
                  </a:lnTo>
                  <a:lnTo>
                    <a:pt x="36894" y="398"/>
                  </a:lnTo>
                  <a:lnTo>
                    <a:pt x="36363" y="133"/>
                  </a:lnTo>
                  <a:lnTo>
                    <a:pt x="35169"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4" name="Google Shape;3938;p40">
              <a:extLst>
                <a:ext uri="{FF2B5EF4-FFF2-40B4-BE49-F238E27FC236}">
                  <a16:creationId xmlns:a16="http://schemas.microsoft.com/office/drawing/2014/main" id="{56449F49-4C84-996A-AD4B-D411099A7748}"/>
                </a:ext>
              </a:extLst>
            </p:cNvPr>
            <p:cNvSpPr/>
            <p:nvPr/>
          </p:nvSpPr>
          <p:spPr>
            <a:xfrm>
              <a:off x="6154191" y="2921163"/>
              <a:ext cx="2242163" cy="1296009"/>
            </a:xfrm>
            <a:custGeom>
              <a:avLst/>
              <a:gdLst/>
              <a:ahLst/>
              <a:cxnLst/>
              <a:rect l="l" t="t" r="r" b="b"/>
              <a:pathLst>
                <a:path w="135233" h="78167" fill="none" extrusionOk="0">
                  <a:moveTo>
                    <a:pt x="929" y="21765"/>
                  </a:moveTo>
                  <a:lnTo>
                    <a:pt x="97675" y="77636"/>
                  </a:lnTo>
                  <a:lnTo>
                    <a:pt x="97675" y="77636"/>
                  </a:lnTo>
                  <a:lnTo>
                    <a:pt x="98206" y="77901"/>
                  </a:lnTo>
                  <a:lnTo>
                    <a:pt x="98737" y="78034"/>
                  </a:lnTo>
                  <a:lnTo>
                    <a:pt x="99931" y="78167"/>
                  </a:lnTo>
                  <a:lnTo>
                    <a:pt x="101126" y="78034"/>
                  </a:lnTo>
                  <a:lnTo>
                    <a:pt x="101789" y="77901"/>
                  </a:lnTo>
                  <a:lnTo>
                    <a:pt x="102187" y="77636"/>
                  </a:lnTo>
                  <a:lnTo>
                    <a:pt x="134303" y="59056"/>
                  </a:lnTo>
                  <a:lnTo>
                    <a:pt x="134303" y="59056"/>
                  </a:lnTo>
                  <a:lnTo>
                    <a:pt x="134701" y="58791"/>
                  </a:lnTo>
                  <a:lnTo>
                    <a:pt x="134967" y="58526"/>
                  </a:lnTo>
                  <a:lnTo>
                    <a:pt x="135232" y="58127"/>
                  </a:lnTo>
                  <a:lnTo>
                    <a:pt x="135232" y="57729"/>
                  </a:lnTo>
                  <a:lnTo>
                    <a:pt x="135232" y="57464"/>
                  </a:lnTo>
                  <a:lnTo>
                    <a:pt x="134967" y="57066"/>
                  </a:lnTo>
                  <a:lnTo>
                    <a:pt x="134701" y="56668"/>
                  </a:lnTo>
                  <a:lnTo>
                    <a:pt x="134303" y="56402"/>
                  </a:lnTo>
                  <a:lnTo>
                    <a:pt x="37425" y="531"/>
                  </a:lnTo>
                  <a:lnTo>
                    <a:pt x="37425" y="531"/>
                  </a:lnTo>
                  <a:lnTo>
                    <a:pt x="36894" y="398"/>
                  </a:lnTo>
                  <a:lnTo>
                    <a:pt x="36363" y="133"/>
                  </a:lnTo>
                  <a:lnTo>
                    <a:pt x="35169" y="0"/>
                  </a:lnTo>
                  <a:lnTo>
                    <a:pt x="33841" y="133"/>
                  </a:lnTo>
                  <a:lnTo>
                    <a:pt x="33311" y="398"/>
                  </a:lnTo>
                  <a:lnTo>
                    <a:pt x="32780" y="531"/>
                  </a:lnTo>
                  <a:lnTo>
                    <a:pt x="929" y="19111"/>
                  </a:lnTo>
                  <a:lnTo>
                    <a:pt x="929" y="19111"/>
                  </a:lnTo>
                  <a:lnTo>
                    <a:pt x="531" y="19376"/>
                  </a:lnTo>
                  <a:lnTo>
                    <a:pt x="133" y="19641"/>
                  </a:lnTo>
                  <a:lnTo>
                    <a:pt x="0" y="20039"/>
                  </a:lnTo>
                  <a:lnTo>
                    <a:pt x="0" y="20438"/>
                  </a:lnTo>
                  <a:lnTo>
                    <a:pt x="0" y="20836"/>
                  </a:lnTo>
                  <a:lnTo>
                    <a:pt x="133" y="21101"/>
                  </a:lnTo>
                  <a:lnTo>
                    <a:pt x="531" y="21499"/>
                  </a:lnTo>
                  <a:lnTo>
                    <a:pt x="929" y="2176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3939;p40">
              <a:extLst>
                <a:ext uri="{FF2B5EF4-FFF2-40B4-BE49-F238E27FC236}">
                  <a16:creationId xmlns:a16="http://schemas.microsoft.com/office/drawing/2014/main" id="{AF1BD954-B640-649F-A06E-63A54161D3A9}"/>
                </a:ext>
              </a:extLst>
            </p:cNvPr>
            <p:cNvSpPr/>
            <p:nvPr/>
          </p:nvSpPr>
          <p:spPr>
            <a:xfrm>
              <a:off x="4651346" y="2610918"/>
              <a:ext cx="1885710" cy="1089173"/>
            </a:xfrm>
            <a:custGeom>
              <a:avLst/>
              <a:gdLst/>
              <a:ahLst/>
              <a:cxnLst/>
              <a:rect l="l" t="t" r="r" b="b"/>
              <a:pathLst>
                <a:path w="113734" h="65692" extrusionOk="0">
                  <a:moveTo>
                    <a:pt x="76309" y="0"/>
                  </a:moveTo>
                  <a:lnTo>
                    <a:pt x="75115" y="265"/>
                  </a:lnTo>
                  <a:lnTo>
                    <a:pt x="74584" y="398"/>
                  </a:lnTo>
                  <a:lnTo>
                    <a:pt x="74053" y="664"/>
                  </a:lnTo>
                  <a:lnTo>
                    <a:pt x="930" y="42733"/>
                  </a:lnTo>
                  <a:lnTo>
                    <a:pt x="532" y="43131"/>
                  </a:lnTo>
                  <a:lnTo>
                    <a:pt x="266" y="43396"/>
                  </a:lnTo>
                  <a:lnTo>
                    <a:pt x="134" y="43795"/>
                  </a:lnTo>
                  <a:lnTo>
                    <a:pt x="1" y="44060"/>
                  </a:lnTo>
                  <a:lnTo>
                    <a:pt x="134" y="44458"/>
                  </a:lnTo>
                  <a:lnTo>
                    <a:pt x="266" y="44856"/>
                  </a:lnTo>
                  <a:lnTo>
                    <a:pt x="532" y="45122"/>
                  </a:lnTo>
                  <a:lnTo>
                    <a:pt x="930" y="45387"/>
                  </a:lnTo>
                  <a:lnTo>
                    <a:pt x="35169" y="65161"/>
                  </a:lnTo>
                  <a:lnTo>
                    <a:pt x="35700" y="65426"/>
                  </a:lnTo>
                  <a:lnTo>
                    <a:pt x="36231" y="65559"/>
                  </a:lnTo>
                  <a:lnTo>
                    <a:pt x="37558" y="65692"/>
                  </a:lnTo>
                  <a:lnTo>
                    <a:pt x="38752" y="65559"/>
                  </a:lnTo>
                  <a:lnTo>
                    <a:pt x="39283" y="65426"/>
                  </a:lnTo>
                  <a:lnTo>
                    <a:pt x="39814" y="65161"/>
                  </a:lnTo>
                  <a:lnTo>
                    <a:pt x="112805" y="22959"/>
                  </a:lnTo>
                  <a:lnTo>
                    <a:pt x="113203" y="22694"/>
                  </a:lnTo>
                  <a:lnTo>
                    <a:pt x="113601" y="22428"/>
                  </a:lnTo>
                  <a:lnTo>
                    <a:pt x="113734" y="22030"/>
                  </a:lnTo>
                  <a:lnTo>
                    <a:pt x="113734" y="21632"/>
                  </a:lnTo>
                  <a:lnTo>
                    <a:pt x="113734" y="21366"/>
                  </a:lnTo>
                  <a:lnTo>
                    <a:pt x="113601" y="20968"/>
                  </a:lnTo>
                  <a:lnTo>
                    <a:pt x="113203" y="20703"/>
                  </a:lnTo>
                  <a:lnTo>
                    <a:pt x="112805" y="20305"/>
                  </a:lnTo>
                  <a:lnTo>
                    <a:pt x="78566" y="664"/>
                  </a:lnTo>
                  <a:lnTo>
                    <a:pt x="78035" y="398"/>
                  </a:lnTo>
                  <a:lnTo>
                    <a:pt x="77504" y="265"/>
                  </a:lnTo>
                  <a:lnTo>
                    <a:pt x="76309"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3940;p40">
              <a:extLst>
                <a:ext uri="{FF2B5EF4-FFF2-40B4-BE49-F238E27FC236}">
                  <a16:creationId xmlns:a16="http://schemas.microsoft.com/office/drawing/2014/main" id="{0D19DD72-1052-BA5D-A111-2240C5F64486}"/>
                </a:ext>
              </a:extLst>
            </p:cNvPr>
            <p:cNvSpPr/>
            <p:nvPr/>
          </p:nvSpPr>
          <p:spPr>
            <a:xfrm>
              <a:off x="4651346" y="2610918"/>
              <a:ext cx="1885710" cy="1089173"/>
            </a:xfrm>
            <a:custGeom>
              <a:avLst/>
              <a:gdLst/>
              <a:ahLst/>
              <a:cxnLst/>
              <a:rect l="l" t="t" r="r" b="b"/>
              <a:pathLst>
                <a:path w="113734" h="65692" fill="none" extrusionOk="0">
                  <a:moveTo>
                    <a:pt x="930" y="45387"/>
                  </a:moveTo>
                  <a:lnTo>
                    <a:pt x="35169" y="65161"/>
                  </a:lnTo>
                  <a:lnTo>
                    <a:pt x="35169" y="65161"/>
                  </a:lnTo>
                  <a:lnTo>
                    <a:pt x="35700" y="65426"/>
                  </a:lnTo>
                  <a:lnTo>
                    <a:pt x="36231" y="65559"/>
                  </a:lnTo>
                  <a:lnTo>
                    <a:pt x="37558" y="65692"/>
                  </a:lnTo>
                  <a:lnTo>
                    <a:pt x="38752" y="65559"/>
                  </a:lnTo>
                  <a:lnTo>
                    <a:pt x="39283" y="65426"/>
                  </a:lnTo>
                  <a:lnTo>
                    <a:pt x="39814" y="65161"/>
                  </a:lnTo>
                  <a:lnTo>
                    <a:pt x="112805" y="22959"/>
                  </a:lnTo>
                  <a:lnTo>
                    <a:pt x="112805" y="22959"/>
                  </a:lnTo>
                  <a:lnTo>
                    <a:pt x="113203" y="22694"/>
                  </a:lnTo>
                  <a:lnTo>
                    <a:pt x="113601" y="22428"/>
                  </a:lnTo>
                  <a:lnTo>
                    <a:pt x="113734" y="22030"/>
                  </a:lnTo>
                  <a:lnTo>
                    <a:pt x="113734" y="21632"/>
                  </a:lnTo>
                  <a:lnTo>
                    <a:pt x="113734" y="21366"/>
                  </a:lnTo>
                  <a:lnTo>
                    <a:pt x="113601" y="20968"/>
                  </a:lnTo>
                  <a:lnTo>
                    <a:pt x="113203" y="20703"/>
                  </a:lnTo>
                  <a:lnTo>
                    <a:pt x="112805" y="20305"/>
                  </a:lnTo>
                  <a:lnTo>
                    <a:pt x="78566" y="664"/>
                  </a:lnTo>
                  <a:lnTo>
                    <a:pt x="78566" y="664"/>
                  </a:lnTo>
                  <a:lnTo>
                    <a:pt x="78035" y="398"/>
                  </a:lnTo>
                  <a:lnTo>
                    <a:pt x="77504" y="265"/>
                  </a:lnTo>
                  <a:lnTo>
                    <a:pt x="76309" y="0"/>
                  </a:lnTo>
                  <a:lnTo>
                    <a:pt x="75115" y="265"/>
                  </a:lnTo>
                  <a:lnTo>
                    <a:pt x="74584" y="398"/>
                  </a:lnTo>
                  <a:lnTo>
                    <a:pt x="74053" y="664"/>
                  </a:lnTo>
                  <a:lnTo>
                    <a:pt x="930" y="42733"/>
                  </a:lnTo>
                  <a:lnTo>
                    <a:pt x="930" y="42733"/>
                  </a:lnTo>
                  <a:lnTo>
                    <a:pt x="532" y="43131"/>
                  </a:lnTo>
                  <a:lnTo>
                    <a:pt x="266" y="43396"/>
                  </a:lnTo>
                  <a:lnTo>
                    <a:pt x="134" y="43795"/>
                  </a:lnTo>
                  <a:lnTo>
                    <a:pt x="1" y="44060"/>
                  </a:lnTo>
                  <a:lnTo>
                    <a:pt x="134" y="44458"/>
                  </a:lnTo>
                  <a:lnTo>
                    <a:pt x="266" y="44856"/>
                  </a:lnTo>
                  <a:lnTo>
                    <a:pt x="532" y="45122"/>
                  </a:lnTo>
                  <a:lnTo>
                    <a:pt x="930" y="4538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3941;p40">
              <a:extLst>
                <a:ext uri="{FF2B5EF4-FFF2-40B4-BE49-F238E27FC236}">
                  <a16:creationId xmlns:a16="http://schemas.microsoft.com/office/drawing/2014/main" id="{EB1DA675-4EBE-4807-0215-8C292CEEFF78}"/>
                </a:ext>
              </a:extLst>
            </p:cNvPr>
            <p:cNvSpPr/>
            <p:nvPr/>
          </p:nvSpPr>
          <p:spPr>
            <a:xfrm>
              <a:off x="6231205" y="3825502"/>
              <a:ext cx="904356" cy="541304"/>
            </a:xfrm>
            <a:custGeom>
              <a:avLst/>
              <a:gdLst/>
              <a:ahLst/>
              <a:cxnLst/>
              <a:rect l="l" t="t" r="r" b="b"/>
              <a:pathLst>
                <a:path w="54545" h="32648" extrusionOk="0">
                  <a:moveTo>
                    <a:pt x="27206" y="11413"/>
                  </a:moveTo>
                  <a:lnTo>
                    <a:pt x="29196" y="11546"/>
                  </a:lnTo>
                  <a:lnTo>
                    <a:pt x="31187" y="11811"/>
                  </a:lnTo>
                  <a:lnTo>
                    <a:pt x="32912" y="12342"/>
                  </a:lnTo>
                  <a:lnTo>
                    <a:pt x="34372" y="13139"/>
                  </a:lnTo>
                  <a:lnTo>
                    <a:pt x="35434" y="13802"/>
                  </a:lnTo>
                  <a:lnTo>
                    <a:pt x="36230" y="14598"/>
                  </a:lnTo>
                  <a:lnTo>
                    <a:pt x="36761" y="15527"/>
                  </a:lnTo>
                  <a:lnTo>
                    <a:pt x="36894" y="15926"/>
                  </a:lnTo>
                  <a:lnTo>
                    <a:pt x="36894" y="16324"/>
                  </a:lnTo>
                  <a:lnTo>
                    <a:pt x="36894" y="16722"/>
                  </a:lnTo>
                  <a:lnTo>
                    <a:pt x="36761" y="17120"/>
                  </a:lnTo>
                  <a:lnTo>
                    <a:pt x="36230" y="18049"/>
                  </a:lnTo>
                  <a:lnTo>
                    <a:pt x="35434" y="18845"/>
                  </a:lnTo>
                  <a:lnTo>
                    <a:pt x="34372" y="19509"/>
                  </a:lnTo>
                  <a:lnTo>
                    <a:pt x="32912" y="20305"/>
                  </a:lnTo>
                  <a:lnTo>
                    <a:pt x="31187" y="20836"/>
                  </a:lnTo>
                  <a:lnTo>
                    <a:pt x="29196" y="21101"/>
                  </a:lnTo>
                  <a:lnTo>
                    <a:pt x="27206" y="21234"/>
                  </a:lnTo>
                  <a:lnTo>
                    <a:pt x="25215" y="21101"/>
                  </a:lnTo>
                  <a:lnTo>
                    <a:pt x="23357" y="20836"/>
                  </a:lnTo>
                  <a:lnTo>
                    <a:pt x="21632" y="20305"/>
                  </a:lnTo>
                  <a:lnTo>
                    <a:pt x="20172" y="19509"/>
                  </a:lnTo>
                  <a:lnTo>
                    <a:pt x="19110" y="18845"/>
                  </a:lnTo>
                  <a:lnTo>
                    <a:pt x="18314" y="18049"/>
                  </a:lnTo>
                  <a:lnTo>
                    <a:pt x="17783" y="17120"/>
                  </a:lnTo>
                  <a:lnTo>
                    <a:pt x="17651" y="16722"/>
                  </a:lnTo>
                  <a:lnTo>
                    <a:pt x="17651" y="16324"/>
                  </a:lnTo>
                  <a:lnTo>
                    <a:pt x="17651" y="15926"/>
                  </a:lnTo>
                  <a:lnTo>
                    <a:pt x="17783" y="15527"/>
                  </a:lnTo>
                  <a:lnTo>
                    <a:pt x="18314" y="14598"/>
                  </a:lnTo>
                  <a:lnTo>
                    <a:pt x="19110" y="13802"/>
                  </a:lnTo>
                  <a:lnTo>
                    <a:pt x="20172" y="13139"/>
                  </a:lnTo>
                  <a:lnTo>
                    <a:pt x="21632" y="12342"/>
                  </a:lnTo>
                  <a:lnTo>
                    <a:pt x="23357" y="11811"/>
                  </a:lnTo>
                  <a:lnTo>
                    <a:pt x="25215" y="11546"/>
                  </a:lnTo>
                  <a:lnTo>
                    <a:pt x="27206" y="11413"/>
                  </a:lnTo>
                  <a:close/>
                  <a:moveTo>
                    <a:pt x="23888" y="0"/>
                  </a:moveTo>
                  <a:lnTo>
                    <a:pt x="23092" y="133"/>
                  </a:lnTo>
                  <a:lnTo>
                    <a:pt x="22428" y="531"/>
                  </a:lnTo>
                  <a:lnTo>
                    <a:pt x="21897" y="1062"/>
                  </a:lnTo>
                  <a:lnTo>
                    <a:pt x="21632" y="1725"/>
                  </a:lnTo>
                  <a:lnTo>
                    <a:pt x="21234" y="4380"/>
                  </a:lnTo>
                  <a:lnTo>
                    <a:pt x="19376" y="4778"/>
                  </a:lnTo>
                  <a:lnTo>
                    <a:pt x="17783" y="5309"/>
                  </a:lnTo>
                  <a:lnTo>
                    <a:pt x="17783" y="5176"/>
                  </a:lnTo>
                  <a:lnTo>
                    <a:pt x="13006" y="3053"/>
                  </a:lnTo>
                  <a:lnTo>
                    <a:pt x="12608" y="2920"/>
                  </a:lnTo>
                  <a:lnTo>
                    <a:pt x="11944" y="2787"/>
                  </a:lnTo>
                  <a:lnTo>
                    <a:pt x="11280" y="2920"/>
                  </a:lnTo>
                  <a:lnTo>
                    <a:pt x="10617" y="3185"/>
                  </a:lnTo>
                  <a:lnTo>
                    <a:pt x="5972" y="5840"/>
                  </a:lnTo>
                  <a:lnTo>
                    <a:pt x="5574" y="6105"/>
                  </a:lnTo>
                  <a:lnTo>
                    <a:pt x="5309" y="6503"/>
                  </a:lnTo>
                  <a:lnTo>
                    <a:pt x="5176" y="6901"/>
                  </a:lnTo>
                  <a:lnTo>
                    <a:pt x="5043" y="7432"/>
                  </a:lnTo>
                  <a:lnTo>
                    <a:pt x="5043" y="7830"/>
                  </a:lnTo>
                  <a:lnTo>
                    <a:pt x="5176" y="8228"/>
                  </a:lnTo>
                  <a:lnTo>
                    <a:pt x="5441" y="8626"/>
                  </a:lnTo>
                  <a:lnTo>
                    <a:pt x="5839" y="9025"/>
                  </a:lnTo>
                  <a:lnTo>
                    <a:pt x="8626" y="11015"/>
                  </a:lnTo>
                  <a:lnTo>
                    <a:pt x="7963" y="12077"/>
                  </a:lnTo>
                  <a:lnTo>
                    <a:pt x="1991" y="12475"/>
                  </a:lnTo>
                  <a:lnTo>
                    <a:pt x="1593" y="12475"/>
                  </a:lnTo>
                  <a:lnTo>
                    <a:pt x="1194" y="12740"/>
                  </a:lnTo>
                  <a:lnTo>
                    <a:pt x="664" y="13139"/>
                  </a:lnTo>
                  <a:lnTo>
                    <a:pt x="133" y="13802"/>
                  </a:lnTo>
                  <a:lnTo>
                    <a:pt x="133" y="14200"/>
                  </a:lnTo>
                  <a:lnTo>
                    <a:pt x="0" y="14598"/>
                  </a:lnTo>
                  <a:lnTo>
                    <a:pt x="0" y="18049"/>
                  </a:lnTo>
                  <a:lnTo>
                    <a:pt x="133" y="18447"/>
                  </a:lnTo>
                  <a:lnTo>
                    <a:pt x="133" y="18845"/>
                  </a:lnTo>
                  <a:lnTo>
                    <a:pt x="664" y="19509"/>
                  </a:lnTo>
                  <a:lnTo>
                    <a:pt x="1194" y="19907"/>
                  </a:lnTo>
                  <a:lnTo>
                    <a:pt x="1593" y="20040"/>
                  </a:lnTo>
                  <a:lnTo>
                    <a:pt x="1991" y="20172"/>
                  </a:lnTo>
                  <a:lnTo>
                    <a:pt x="7963" y="20570"/>
                  </a:lnTo>
                  <a:lnTo>
                    <a:pt x="8626" y="21632"/>
                  </a:lnTo>
                  <a:lnTo>
                    <a:pt x="5839" y="23623"/>
                  </a:lnTo>
                  <a:lnTo>
                    <a:pt x="5441" y="24021"/>
                  </a:lnTo>
                  <a:lnTo>
                    <a:pt x="5176" y="24286"/>
                  </a:lnTo>
                  <a:lnTo>
                    <a:pt x="5043" y="24817"/>
                  </a:lnTo>
                  <a:lnTo>
                    <a:pt x="5043" y="25215"/>
                  </a:lnTo>
                  <a:lnTo>
                    <a:pt x="5176" y="25746"/>
                  </a:lnTo>
                  <a:lnTo>
                    <a:pt x="5309" y="26144"/>
                  </a:lnTo>
                  <a:lnTo>
                    <a:pt x="5574" y="26542"/>
                  </a:lnTo>
                  <a:lnTo>
                    <a:pt x="5972" y="26808"/>
                  </a:lnTo>
                  <a:lnTo>
                    <a:pt x="10617" y="29462"/>
                  </a:lnTo>
                  <a:lnTo>
                    <a:pt x="11280" y="29727"/>
                  </a:lnTo>
                  <a:lnTo>
                    <a:pt x="11944" y="29860"/>
                  </a:lnTo>
                  <a:lnTo>
                    <a:pt x="12608" y="29727"/>
                  </a:lnTo>
                  <a:lnTo>
                    <a:pt x="13006" y="29595"/>
                  </a:lnTo>
                  <a:lnTo>
                    <a:pt x="17783" y="27471"/>
                  </a:lnTo>
                  <a:lnTo>
                    <a:pt x="19509" y="27869"/>
                  </a:lnTo>
                  <a:lnTo>
                    <a:pt x="21234" y="28268"/>
                  </a:lnTo>
                  <a:lnTo>
                    <a:pt x="21632" y="30922"/>
                  </a:lnTo>
                  <a:lnTo>
                    <a:pt x="21897" y="31585"/>
                  </a:lnTo>
                  <a:lnTo>
                    <a:pt x="22428" y="32116"/>
                  </a:lnTo>
                  <a:lnTo>
                    <a:pt x="23092" y="32514"/>
                  </a:lnTo>
                  <a:lnTo>
                    <a:pt x="23888" y="32647"/>
                  </a:lnTo>
                  <a:lnTo>
                    <a:pt x="30656" y="32647"/>
                  </a:lnTo>
                  <a:lnTo>
                    <a:pt x="31452" y="32514"/>
                  </a:lnTo>
                  <a:lnTo>
                    <a:pt x="32116" y="32116"/>
                  </a:lnTo>
                  <a:lnTo>
                    <a:pt x="32514" y="31585"/>
                  </a:lnTo>
                  <a:lnTo>
                    <a:pt x="32912" y="30922"/>
                  </a:lnTo>
                  <a:lnTo>
                    <a:pt x="33310" y="28268"/>
                  </a:lnTo>
                  <a:lnTo>
                    <a:pt x="35036" y="27869"/>
                  </a:lnTo>
                  <a:lnTo>
                    <a:pt x="36761" y="27339"/>
                  </a:lnTo>
                  <a:lnTo>
                    <a:pt x="36761" y="27471"/>
                  </a:lnTo>
                  <a:lnTo>
                    <a:pt x="41406" y="29595"/>
                  </a:lnTo>
                  <a:lnTo>
                    <a:pt x="41937" y="29727"/>
                  </a:lnTo>
                  <a:lnTo>
                    <a:pt x="42600" y="29860"/>
                  </a:lnTo>
                  <a:lnTo>
                    <a:pt x="43264" y="29727"/>
                  </a:lnTo>
                  <a:lnTo>
                    <a:pt x="43927" y="29462"/>
                  </a:lnTo>
                  <a:lnTo>
                    <a:pt x="48572" y="26808"/>
                  </a:lnTo>
                  <a:lnTo>
                    <a:pt x="48970" y="26542"/>
                  </a:lnTo>
                  <a:lnTo>
                    <a:pt x="49236" y="26144"/>
                  </a:lnTo>
                  <a:lnTo>
                    <a:pt x="49368" y="25746"/>
                  </a:lnTo>
                  <a:lnTo>
                    <a:pt x="49501" y="25215"/>
                  </a:lnTo>
                  <a:lnTo>
                    <a:pt x="49501" y="24817"/>
                  </a:lnTo>
                  <a:lnTo>
                    <a:pt x="49368" y="24286"/>
                  </a:lnTo>
                  <a:lnTo>
                    <a:pt x="49103" y="24021"/>
                  </a:lnTo>
                  <a:lnTo>
                    <a:pt x="48705" y="23623"/>
                  </a:lnTo>
                  <a:lnTo>
                    <a:pt x="45918" y="21632"/>
                  </a:lnTo>
                  <a:lnTo>
                    <a:pt x="46581" y="20570"/>
                  </a:lnTo>
                  <a:lnTo>
                    <a:pt x="52553" y="20172"/>
                  </a:lnTo>
                  <a:lnTo>
                    <a:pt x="53350" y="19907"/>
                  </a:lnTo>
                  <a:lnTo>
                    <a:pt x="53881" y="19509"/>
                  </a:lnTo>
                  <a:lnTo>
                    <a:pt x="54279" y="18845"/>
                  </a:lnTo>
                  <a:lnTo>
                    <a:pt x="54411" y="18447"/>
                  </a:lnTo>
                  <a:lnTo>
                    <a:pt x="54544" y="18049"/>
                  </a:lnTo>
                  <a:lnTo>
                    <a:pt x="54544" y="14598"/>
                  </a:lnTo>
                  <a:lnTo>
                    <a:pt x="54411" y="14200"/>
                  </a:lnTo>
                  <a:lnTo>
                    <a:pt x="54279" y="13802"/>
                  </a:lnTo>
                  <a:lnTo>
                    <a:pt x="53881" y="13139"/>
                  </a:lnTo>
                  <a:lnTo>
                    <a:pt x="53217" y="12740"/>
                  </a:lnTo>
                  <a:lnTo>
                    <a:pt x="52952" y="12475"/>
                  </a:lnTo>
                  <a:lnTo>
                    <a:pt x="52553" y="12475"/>
                  </a:lnTo>
                  <a:lnTo>
                    <a:pt x="46581" y="12077"/>
                  </a:lnTo>
                  <a:lnTo>
                    <a:pt x="45918" y="11015"/>
                  </a:lnTo>
                  <a:lnTo>
                    <a:pt x="48705" y="9025"/>
                  </a:lnTo>
                  <a:lnTo>
                    <a:pt x="49103" y="8626"/>
                  </a:lnTo>
                  <a:lnTo>
                    <a:pt x="49368" y="8228"/>
                  </a:lnTo>
                  <a:lnTo>
                    <a:pt x="49501" y="7830"/>
                  </a:lnTo>
                  <a:lnTo>
                    <a:pt x="49501" y="7432"/>
                  </a:lnTo>
                  <a:lnTo>
                    <a:pt x="49368" y="6901"/>
                  </a:lnTo>
                  <a:lnTo>
                    <a:pt x="49236" y="6503"/>
                  </a:lnTo>
                  <a:lnTo>
                    <a:pt x="48970" y="6105"/>
                  </a:lnTo>
                  <a:lnTo>
                    <a:pt x="48572" y="5840"/>
                  </a:lnTo>
                  <a:lnTo>
                    <a:pt x="43927" y="3185"/>
                  </a:lnTo>
                  <a:lnTo>
                    <a:pt x="43264" y="2920"/>
                  </a:lnTo>
                  <a:lnTo>
                    <a:pt x="42600" y="2787"/>
                  </a:lnTo>
                  <a:lnTo>
                    <a:pt x="41937" y="2920"/>
                  </a:lnTo>
                  <a:lnTo>
                    <a:pt x="41406" y="3053"/>
                  </a:lnTo>
                  <a:lnTo>
                    <a:pt x="36761" y="5176"/>
                  </a:lnTo>
                  <a:lnTo>
                    <a:pt x="35036" y="4778"/>
                  </a:lnTo>
                  <a:lnTo>
                    <a:pt x="33310" y="4380"/>
                  </a:lnTo>
                  <a:lnTo>
                    <a:pt x="32912" y="1725"/>
                  </a:lnTo>
                  <a:lnTo>
                    <a:pt x="32514" y="1062"/>
                  </a:lnTo>
                  <a:lnTo>
                    <a:pt x="32116" y="531"/>
                  </a:lnTo>
                  <a:lnTo>
                    <a:pt x="31452" y="133"/>
                  </a:lnTo>
                  <a:lnTo>
                    <a:pt x="30656"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3942;p40">
              <a:extLst>
                <a:ext uri="{FF2B5EF4-FFF2-40B4-BE49-F238E27FC236}">
                  <a16:creationId xmlns:a16="http://schemas.microsoft.com/office/drawing/2014/main" id="{B0E63CDF-D1ED-C909-2643-06F7724E26A6}"/>
                </a:ext>
              </a:extLst>
            </p:cNvPr>
            <p:cNvSpPr/>
            <p:nvPr/>
          </p:nvSpPr>
          <p:spPr>
            <a:xfrm>
              <a:off x="6231205" y="3825502"/>
              <a:ext cx="904356" cy="541304"/>
            </a:xfrm>
            <a:custGeom>
              <a:avLst/>
              <a:gdLst/>
              <a:ahLst/>
              <a:cxnLst/>
              <a:rect l="l" t="t" r="r" b="b"/>
              <a:pathLst>
                <a:path w="54545" h="32648" fill="none" extrusionOk="0">
                  <a:moveTo>
                    <a:pt x="23888" y="32647"/>
                  </a:moveTo>
                  <a:lnTo>
                    <a:pt x="23888" y="32647"/>
                  </a:lnTo>
                  <a:lnTo>
                    <a:pt x="23092" y="32514"/>
                  </a:lnTo>
                  <a:lnTo>
                    <a:pt x="22428" y="32116"/>
                  </a:lnTo>
                  <a:lnTo>
                    <a:pt x="21897" y="31585"/>
                  </a:lnTo>
                  <a:lnTo>
                    <a:pt x="21632" y="30922"/>
                  </a:lnTo>
                  <a:lnTo>
                    <a:pt x="21234" y="28268"/>
                  </a:lnTo>
                  <a:lnTo>
                    <a:pt x="21234" y="28268"/>
                  </a:lnTo>
                  <a:lnTo>
                    <a:pt x="19509" y="27869"/>
                  </a:lnTo>
                  <a:lnTo>
                    <a:pt x="17783" y="27471"/>
                  </a:lnTo>
                  <a:lnTo>
                    <a:pt x="17783" y="27471"/>
                  </a:lnTo>
                  <a:lnTo>
                    <a:pt x="13006" y="29595"/>
                  </a:lnTo>
                  <a:lnTo>
                    <a:pt x="13006" y="29595"/>
                  </a:lnTo>
                  <a:lnTo>
                    <a:pt x="12608" y="29727"/>
                  </a:lnTo>
                  <a:lnTo>
                    <a:pt x="11944" y="29860"/>
                  </a:lnTo>
                  <a:lnTo>
                    <a:pt x="11944" y="29860"/>
                  </a:lnTo>
                  <a:lnTo>
                    <a:pt x="11280" y="29727"/>
                  </a:lnTo>
                  <a:lnTo>
                    <a:pt x="10617" y="29462"/>
                  </a:lnTo>
                  <a:lnTo>
                    <a:pt x="5972" y="26808"/>
                  </a:lnTo>
                  <a:lnTo>
                    <a:pt x="5972" y="26808"/>
                  </a:lnTo>
                  <a:lnTo>
                    <a:pt x="5574" y="26542"/>
                  </a:lnTo>
                  <a:lnTo>
                    <a:pt x="5309" y="26144"/>
                  </a:lnTo>
                  <a:lnTo>
                    <a:pt x="5176" y="25746"/>
                  </a:lnTo>
                  <a:lnTo>
                    <a:pt x="5043" y="25215"/>
                  </a:lnTo>
                  <a:lnTo>
                    <a:pt x="5043" y="25215"/>
                  </a:lnTo>
                  <a:lnTo>
                    <a:pt x="5043" y="24817"/>
                  </a:lnTo>
                  <a:lnTo>
                    <a:pt x="5176" y="24286"/>
                  </a:lnTo>
                  <a:lnTo>
                    <a:pt x="5441" y="24021"/>
                  </a:lnTo>
                  <a:lnTo>
                    <a:pt x="5839" y="23623"/>
                  </a:lnTo>
                  <a:lnTo>
                    <a:pt x="8626" y="21632"/>
                  </a:lnTo>
                  <a:lnTo>
                    <a:pt x="8626" y="21632"/>
                  </a:lnTo>
                  <a:lnTo>
                    <a:pt x="7963" y="20570"/>
                  </a:lnTo>
                  <a:lnTo>
                    <a:pt x="1991" y="20172"/>
                  </a:lnTo>
                  <a:lnTo>
                    <a:pt x="1991" y="20172"/>
                  </a:lnTo>
                  <a:lnTo>
                    <a:pt x="1593" y="20040"/>
                  </a:lnTo>
                  <a:lnTo>
                    <a:pt x="1194" y="19907"/>
                  </a:lnTo>
                  <a:lnTo>
                    <a:pt x="664" y="19509"/>
                  </a:lnTo>
                  <a:lnTo>
                    <a:pt x="133" y="18845"/>
                  </a:lnTo>
                  <a:lnTo>
                    <a:pt x="133" y="18447"/>
                  </a:lnTo>
                  <a:lnTo>
                    <a:pt x="0" y="18049"/>
                  </a:lnTo>
                  <a:lnTo>
                    <a:pt x="0" y="14598"/>
                  </a:lnTo>
                  <a:lnTo>
                    <a:pt x="0" y="14598"/>
                  </a:lnTo>
                  <a:lnTo>
                    <a:pt x="133" y="14200"/>
                  </a:lnTo>
                  <a:lnTo>
                    <a:pt x="133" y="13802"/>
                  </a:lnTo>
                  <a:lnTo>
                    <a:pt x="664" y="13139"/>
                  </a:lnTo>
                  <a:lnTo>
                    <a:pt x="1194" y="12740"/>
                  </a:lnTo>
                  <a:lnTo>
                    <a:pt x="1593" y="12475"/>
                  </a:lnTo>
                  <a:lnTo>
                    <a:pt x="1991" y="12475"/>
                  </a:lnTo>
                  <a:lnTo>
                    <a:pt x="7963" y="12077"/>
                  </a:lnTo>
                  <a:lnTo>
                    <a:pt x="7963" y="12077"/>
                  </a:lnTo>
                  <a:lnTo>
                    <a:pt x="8626" y="11015"/>
                  </a:lnTo>
                  <a:lnTo>
                    <a:pt x="5839" y="9025"/>
                  </a:lnTo>
                  <a:lnTo>
                    <a:pt x="5839" y="9025"/>
                  </a:lnTo>
                  <a:lnTo>
                    <a:pt x="5441" y="8626"/>
                  </a:lnTo>
                  <a:lnTo>
                    <a:pt x="5176" y="8228"/>
                  </a:lnTo>
                  <a:lnTo>
                    <a:pt x="5043" y="7830"/>
                  </a:lnTo>
                  <a:lnTo>
                    <a:pt x="5043" y="7432"/>
                  </a:lnTo>
                  <a:lnTo>
                    <a:pt x="5043" y="7432"/>
                  </a:lnTo>
                  <a:lnTo>
                    <a:pt x="5176" y="6901"/>
                  </a:lnTo>
                  <a:lnTo>
                    <a:pt x="5309" y="6503"/>
                  </a:lnTo>
                  <a:lnTo>
                    <a:pt x="5574" y="6105"/>
                  </a:lnTo>
                  <a:lnTo>
                    <a:pt x="5972" y="5840"/>
                  </a:lnTo>
                  <a:lnTo>
                    <a:pt x="10617" y="3185"/>
                  </a:lnTo>
                  <a:lnTo>
                    <a:pt x="10617" y="3185"/>
                  </a:lnTo>
                  <a:lnTo>
                    <a:pt x="11280" y="2920"/>
                  </a:lnTo>
                  <a:lnTo>
                    <a:pt x="11944" y="2787"/>
                  </a:lnTo>
                  <a:lnTo>
                    <a:pt x="11944" y="2787"/>
                  </a:lnTo>
                  <a:lnTo>
                    <a:pt x="12608" y="2920"/>
                  </a:lnTo>
                  <a:lnTo>
                    <a:pt x="13006" y="3053"/>
                  </a:lnTo>
                  <a:lnTo>
                    <a:pt x="17783" y="5176"/>
                  </a:lnTo>
                  <a:lnTo>
                    <a:pt x="17783" y="5176"/>
                  </a:lnTo>
                  <a:lnTo>
                    <a:pt x="17783" y="5309"/>
                  </a:lnTo>
                  <a:lnTo>
                    <a:pt x="17783" y="5309"/>
                  </a:lnTo>
                  <a:lnTo>
                    <a:pt x="19376" y="4778"/>
                  </a:lnTo>
                  <a:lnTo>
                    <a:pt x="21234" y="4380"/>
                  </a:lnTo>
                  <a:lnTo>
                    <a:pt x="21632" y="1725"/>
                  </a:lnTo>
                  <a:lnTo>
                    <a:pt x="21632" y="1725"/>
                  </a:lnTo>
                  <a:lnTo>
                    <a:pt x="21897" y="1062"/>
                  </a:lnTo>
                  <a:lnTo>
                    <a:pt x="22428" y="531"/>
                  </a:lnTo>
                  <a:lnTo>
                    <a:pt x="23092" y="133"/>
                  </a:lnTo>
                  <a:lnTo>
                    <a:pt x="23888" y="0"/>
                  </a:lnTo>
                  <a:lnTo>
                    <a:pt x="30656" y="0"/>
                  </a:lnTo>
                  <a:lnTo>
                    <a:pt x="30656" y="0"/>
                  </a:lnTo>
                  <a:lnTo>
                    <a:pt x="31452" y="133"/>
                  </a:lnTo>
                  <a:lnTo>
                    <a:pt x="32116" y="531"/>
                  </a:lnTo>
                  <a:lnTo>
                    <a:pt x="32514" y="1062"/>
                  </a:lnTo>
                  <a:lnTo>
                    <a:pt x="32912" y="1725"/>
                  </a:lnTo>
                  <a:lnTo>
                    <a:pt x="33310" y="4380"/>
                  </a:lnTo>
                  <a:lnTo>
                    <a:pt x="33310" y="4380"/>
                  </a:lnTo>
                  <a:lnTo>
                    <a:pt x="35036" y="4778"/>
                  </a:lnTo>
                  <a:lnTo>
                    <a:pt x="36761" y="5176"/>
                  </a:lnTo>
                  <a:lnTo>
                    <a:pt x="36761" y="5176"/>
                  </a:lnTo>
                  <a:lnTo>
                    <a:pt x="41406" y="3053"/>
                  </a:lnTo>
                  <a:lnTo>
                    <a:pt x="41406" y="3053"/>
                  </a:lnTo>
                  <a:lnTo>
                    <a:pt x="41937" y="2920"/>
                  </a:lnTo>
                  <a:lnTo>
                    <a:pt x="42600" y="2787"/>
                  </a:lnTo>
                  <a:lnTo>
                    <a:pt x="42600" y="2787"/>
                  </a:lnTo>
                  <a:lnTo>
                    <a:pt x="43264" y="2920"/>
                  </a:lnTo>
                  <a:lnTo>
                    <a:pt x="43927" y="3185"/>
                  </a:lnTo>
                  <a:lnTo>
                    <a:pt x="48572" y="5840"/>
                  </a:lnTo>
                  <a:lnTo>
                    <a:pt x="48572" y="5840"/>
                  </a:lnTo>
                  <a:lnTo>
                    <a:pt x="48970" y="6105"/>
                  </a:lnTo>
                  <a:lnTo>
                    <a:pt x="49236" y="6503"/>
                  </a:lnTo>
                  <a:lnTo>
                    <a:pt x="49368" y="6901"/>
                  </a:lnTo>
                  <a:lnTo>
                    <a:pt x="49501" y="7432"/>
                  </a:lnTo>
                  <a:lnTo>
                    <a:pt x="49501" y="7432"/>
                  </a:lnTo>
                  <a:lnTo>
                    <a:pt x="49501" y="7830"/>
                  </a:lnTo>
                  <a:lnTo>
                    <a:pt x="49368" y="8228"/>
                  </a:lnTo>
                  <a:lnTo>
                    <a:pt x="49103" y="8626"/>
                  </a:lnTo>
                  <a:lnTo>
                    <a:pt x="48705" y="9025"/>
                  </a:lnTo>
                  <a:lnTo>
                    <a:pt x="45918" y="11015"/>
                  </a:lnTo>
                  <a:lnTo>
                    <a:pt x="45918" y="11015"/>
                  </a:lnTo>
                  <a:lnTo>
                    <a:pt x="46581" y="12077"/>
                  </a:lnTo>
                  <a:lnTo>
                    <a:pt x="52553" y="12475"/>
                  </a:lnTo>
                  <a:lnTo>
                    <a:pt x="52553" y="12475"/>
                  </a:lnTo>
                  <a:lnTo>
                    <a:pt x="52952" y="12475"/>
                  </a:lnTo>
                  <a:lnTo>
                    <a:pt x="53217" y="12740"/>
                  </a:lnTo>
                  <a:lnTo>
                    <a:pt x="53881" y="13139"/>
                  </a:lnTo>
                  <a:lnTo>
                    <a:pt x="54279" y="13802"/>
                  </a:lnTo>
                  <a:lnTo>
                    <a:pt x="54411" y="14200"/>
                  </a:lnTo>
                  <a:lnTo>
                    <a:pt x="54544" y="14598"/>
                  </a:lnTo>
                  <a:lnTo>
                    <a:pt x="54544" y="18049"/>
                  </a:lnTo>
                  <a:lnTo>
                    <a:pt x="54544" y="18049"/>
                  </a:lnTo>
                  <a:lnTo>
                    <a:pt x="54411" y="18447"/>
                  </a:lnTo>
                  <a:lnTo>
                    <a:pt x="54279" y="18845"/>
                  </a:lnTo>
                  <a:lnTo>
                    <a:pt x="53881" y="19509"/>
                  </a:lnTo>
                  <a:lnTo>
                    <a:pt x="53350" y="19907"/>
                  </a:lnTo>
                  <a:lnTo>
                    <a:pt x="52553" y="20172"/>
                  </a:lnTo>
                  <a:lnTo>
                    <a:pt x="46581" y="20570"/>
                  </a:lnTo>
                  <a:lnTo>
                    <a:pt x="46581" y="20570"/>
                  </a:lnTo>
                  <a:lnTo>
                    <a:pt x="45918" y="21632"/>
                  </a:lnTo>
                  <a:lnTo>
                    <a:pt x="48705" y="23623"/>
                  </a:lnTo>
                  <a:lnTo>
                    <a:pt x="48705" y="23623"/>
                  </a:lnTo>
                  <a:lnTo>
                    <a:pt x="49103" y="24021"/>
                  </a:lnTo>
                  <a:lnTo>
                    <a:pt x="49368" y="24286"/>
                  </a:lnTo>
                  <a:lnTo>
                    <a:pt x="49501" y="24817"/>
                  </a:lnTo>
                  <a:lnTo>
                    <a:pt x="49501" y="25215"/>
                  </a:lnTo>
                  <a:lnTo>
                    <a:pt x="49501" y="25215"/>
                  </a:lnTo>
                  <a:lnTo>
                    <a:pt x="49368" y="25746"/>
                  </a:lnTo>
                  <a:lnTo>
                    <a:pt x="49236" y="26144"/>
                  </a:lnTo>
                  <a:lnTo>
                    <a:pt x="48970" y="26542"/>
                  </a:lnTo>
                  <a:lnTo>
                    <a:pt x="48572" y="26808"/>
                  </a:lnTo>
                  <a:lnTo>
                    <a:pt x="43927" y="29462"/>
                  </a:lnTo>
                  <a:lnTo>
                    <a:pt x="43927" y="29462"/>
                  </a:lnTo>
                  <a:lnTo>
                    <a:pt x="43264" y="29727"/>
                  </a:lnTo>
                  <a:lnTo>
                    <a:pt x="42600" y="29860"/>
                  </a:lnTo>
                  <a:lnTo>
                    <a:pt x="42600" y="29860"/>
                  </a:lnTo>
                  <a:lnTo>
                    <a:pt x="41937" y="29727"/>
                  </a:lnTo>
                  <a:lnTo>
                    <a:pt x="41406" y="29595"/>
                  </a:lnTo>
                  <a:lnTo>
                    <a:pt x="36761" y="27471"/>
                  </a:lnTo>
                  <a:lnTo>
                    <a:pt x="36761" y="27471"/>
                  </a:lnTo>
                  <a:lnTo>
                    <a:pt x="36761" y="27339"/>
                  </a:lnTo>
                  <a:lnTo>
                    <a:pt x="36761" y="27339"/>
                  </a:lnTo>
                  <a:lnTo>
                    <a:pt x="35036" y="27869"/>
                  </a:lnTo>
                  <a:lnTo>
                    <a:pt x="33310" y="28268"/>
                  </a:lnTo>
                  <a:lnTo>
                    <a:pt x="32912" y="30922"/>
                  </a:lnTo>
                  <a:lnTo>
                    <a:pt x="32912" y="30922"/>
                  </a:lnTo>
                  <a:lnTo>
                    <a:pt x="32514" y="31585"/>
                  </a:lnTo>
                  <a:lnTo>
                    <a:pt x="32116" y="32116"/>
                  </a:lnTo>
                  <a:lnTo>
                    <a:pt x="31452" y="32514"/>
                  </a:lnTo>
                  <a:lnTo>
                    <a:pt x="30656" y="32647"/>
                  </a:lnTo>
                  <a:lnTo>
                    <a:pt x="23888" y="3264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3943;p40">
              <a:extLst>
                <a:ext uri="{FF2B5EF4-FFF2-40B4-BE49-F238E27FC236}">
                  <a16:creationId xmlns:a16="http://schemas.microsoft.com/office/drawing/2014/main" id="{B55F295C-5F8C-B81B-C3D2-1E5A917619FA}"/>
                </a:ext>
              </a:extLst>
            </p:cNvPr>
            <p:cNvSpPr/>
            <p:nvPr/>
          </p:nvSpPr>
          <p:spPr>
            <a:xfrm>
              <a:off x="6523842" y="4014730"/>
              <a:ext cx="319066" cy="162832"/>
            </a:xfrm>
            <a:custGeom>
              <a:avLst/>
              <a:gdLst/>
              <a:ahLst/>
              <a:cxnLst/>
              <a:rect l="l" t="t" r="r" b="b"/>
              <a:pathLst>
                <a:path w="19244" h="9821" fill="none" extrusionOk="0">
                  <a:moveTo>
                    <a:pt x="9556" y="0"/>
                  </a:moveTo>
                  <a:lnTo>
                    <a:pt x="9556" y="0"/>
                  </a:lnTo>
                  <a:lnTo>
                    <a:pt x="7565" y="133"/>
                  </a:lnTo>
                  <a:lnTo>
                    <a:pt x="5707" y="398"/>
                  </a:lnTo>
                  <a:lnTo>
                    <a:pt x="3982" y="929"/>
                  </a:lnTo>
                  <a:lnTo>
                    <a:pt x="2522" y="1726"/>
                  </a:lnTo>
                  <a:lnTo>
                    <a:pt x="2522" y="1726"/>
                  </a:lnTo>
                  <a:lnTo>
                    <a:pt x="1460" y="2389"/>
                  </a:lnTo>
                  <a:lnTo>
                    <a:pt x="664" y="3185"/>
                  </a:lnTo>
                  <a:lnTo>
                    <a:pt x="133" y="4114"/>
                  </a:lnTo>
                  <a:lnTo>
                    <a:pt x="1" y="4513"/>
                  </a:lnTo>
                  <a:lnTo>
                    <a:pt x="1" y="4911"/>
                  </a:lnTo>
                  <a:lnTo>
                    <a:pt x="1" y="4911"/>
                  </a:lnTo>
                  <a:lnTo>
                    <a:pt x="1" y="5309"/>
                  </a:lnTo>
                  <a:lnTo>
                    <a:pt x="133" y="5707"/>
                  </a:lnTo>
                  <a:lnTo>
                    <a:pt x="664" y="6636"/>
                  </a:lnTo>
                  <a:lnTo>
                    <a:pt x="1460" y="7432"/>
                  </a:lnTo>
                  <a:lnTo>
                    <a:pt x="2522" y="8096"/>
                  </a:lnTo>
                  <a:lnTo>
                    <a:pt x="2522" y="8096"/>
                  </a:lnTo>
                  <a:lnTo>
                    <a:pt x="3982" y="8892"/>
                  </a:lnTo>
                  <a:lnTo>
                    <a:pt x="5707" y="9423"/>
                  </a:lnTo>
                  <a:lnTo>
                    <a:pt x="7565" y="9688"/>
                  </a:lnTo>
                  <a:lnTo>
                    <a:pt x="9556" y="9821"/>
                  </a:lnTo>
                  <a:lnTo>
                    <a:pt x="9556" y="9821"/>
                  </a:lnTo>
                  <a:lnTo>
                    <a:pt x="11546" y="9688"/>
                  </a:lnTo>
                  <a:lnTo>
                    <a:pt x="13537" y="9423"/>
                  </a:lnTo>
                  <a:lnTo>
                    <a:pt x="15262" y="8892"/>
                  </a:lnTo>
                  <a:lnTo>
                    <a:pt x="16722" y="8096"/>
                  </a:lnTo>
                  <a:lnTo>
                    <a:pt x="16722" y="8096"/>
                  </a:lnTo>
                  <a:lnTo>
                    <a:pt x="17784" y="7432"/>
                  </a:lnTo>
                  <a:lnTo>
                    <a:pt x="18580" y="6636"/>
                  </a:lnTo>
                  <a:lnTo>
                    <a:pt x="19111" y="5707"/>
                  </a:lnTo>
                  <a:lnTo>
                    <a:pt x="19244" y="5309"/>
                  </a:lnTo>
                  <a:lnTo>
                    <a:pt x="19244" y="4911"/>
                  </a:lnTo>
                  <a:lnTo>
                    <a:pt x="19244" y="4911"/>
                  </a:lnTo>
                  <a:lnTo>
                    <a:pt x="19244" y="4513"/>
                  </a:lnTo>
                  <a:lnTo>
                    <a:pt x="19111" y="4114"/>
                  </a:lnTo>
                  <a:lnTo>
                    <a:pt x="18580" y="3185"/>
                  </a:lnTo>
                  <a:lnTo>
                    <a:pt x="17784" y="2389"/>
                  </a:lnTo>
                  <a:lnTo>
                    <a:pt x="16722" y="1726"/>
                  </a:lnTo>
                  <a:lnTo>
                    <a:pt x="16722" y="1726"/>
                  </a:lnTo>
                  <a:lnTo>
                    <a:pt x="15262" y="929"/>
                  </a:lnTo>
                  <a:lnTo>
                    <a:pt x="13537" y="398"/>
                  </a:lnTo>
                  <a:lnTo>
                    <a:pt x="11546" y="133"/>
                  </a:lnTo>
                  <a:lnTo>
                    <a:pt x="955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3944;p40">
              <a:extLst>
                <a:ext uri="{FF2B5EF4-FFF2-40B4-BE49-F238E27FC236}">
                  <a16:creationId xmlns:a16="http://schemas.microsoft.com/office/drawing/2014/main" id="{384F0FA8-F05B-DA99-82C6-4CFA588057C0}"/>
                </a:ext>
              </a:extLst>
            </p:cNvPr>
            <p:cNvSpPr/>
            <p:nvPr/>
          </p:nvSpPr>
          <p:spPr>
            <a:xfrm>
              <a:off x="5621707" y="3455835"/>
              <a:ext cx="734925" cy="446698"/>
            </a:xfrm>
            <a:custGeom>
              <a:avLst/>
              <a:gdLst/>
              <a:ahLst/>
              <a:cxnLst/>
              <a:rect l="l" t="t" r="r" b="b"/>
              <a:pathLst>
                <a:path w="44326" h="26942" extrusionOk="0">
                  <a:moveTo>
                    <a:pt x="23357" y="9689"/>
                  </a:moveTo>
                  <a:lnTo>
                    <a:pt x="24552" y="9954"/>
                  </a:lnTo>
                  <a:lnTo>
                    <a:pt x="25613" y="10087"/>
                  </a:lnTo>
                  <a:lnTo>
                    <a:pt x="26542" y="10485"/>
                  </a:lnTo>
                  <a:lnTo>
                    <a:pt x="27471" y="10750"/>
                  </a:lnTo>
                  <a:lnTo>
                    <a:pt x="28268" y="11281"/>
                  </a:lnTo>
                  <a:lnTo>
                    <a:pt x="28931" y="11812"/>
                  </a:lnTo>
                  <a:lnTo>
                    <a:pt x="29462" y="12343"/>
                  </a:lnTo>
                  <a:lnTo>
                    <a:pt x="29727" y="12741"/>
                  </a:lnTo>
                  <a:lnTo>
                    <a:pt x="29860" y="13272"/>
                  </a:lnTo>
                  <a:lnTo>
                    <a:pt x="29860" y="13670"/>
                  </a:lnTo>
                  <a:lnTo>
                    <a:pt x="29727" y="14068"/>
                  </a:lnTo>
                  <a:lnTo>
                    <a:pt x="29727" y="14201"/>
                  </a:lnTo>
                  <a:lnTo>
                    <a:pt x="29595" y="14466"/>
                  </a:lnTo>
                  <a:lnTo>
                    <a:pt x="29064" y="14997"/>
                  </a:lnTo>
                  <a:lnTo>
                    <a:pt x="28533" y="15528"/>
                  </a:lnTo>
                  <a:lnTo>
                    <a:pt x="27869" y="15926"/>
                  </a:lnTo>
                  <a:lnTo>
                    <a:pt x="26675" y="16457"/>
                  </a:lnTo>
                  <a:lnTo>
                    <a:pt x="25348" y="16855"/>
                  </a:lnTo>
                  <a:lnTo>
                    <a:pt x="23755" y="17121"/>
                  </a:lnTo>
                  <a:lnTo>
                    <a:pt x="22163" y="17253"/>
                  </a:lnTo>
                  <a:lnTo>
                    <a:pt x="20570" y="17121"/>
                  </a:lnTo>
                  <a:lnTo>
                    <a:pt x="19111" y="16855"/>
                  </a:lnTo>
                  <a:lnTo>
                    <a:pt x="17783" y="16457"/>
                  </a:lnTo>
                  <a:lnTo>
                    <a:pt x="16456" y="15926"/>
                  </a:lnTo>
                  <a:lnTo>
                    <a:pt x="15926" y="15528"/>
                  </a:lnTo>
                  <a:lnTo>
                    <a:pt x="15395" y="15130"/>
                  </a:lnTo>
                  <a:lnTo>
                    <a:pt x="14997" y="14599"/>
                  </a:lnTo>
                  <a:lnTo>
                    <a:pt x="14731" y="14068"/>
                  </a:lnTo>
                  <a:lnTo>
                    <a:pt x="14598" y="13670"/>
                  </a:lnTo>
                  <a:lnTo>
                    <a:pt x="14598" y="13139"/>
                  </a:lnTo>
                  <a:lnTo>
                    <a:pt x="14864" y="12608"/>
                  </a:lnTo>
                  <a:lnTo>
                    <a:pt x="14864" y="12476"/>
                  </a:lnTo>
                  <a:lnTo>
                    <a:pt x="14997" y="12210"/>
                  </a:lnTo>
                  <a:lnTo>
                    <a:pt x="15129" y="12078"/>
                  </a:lnTo>
                  <a:lnTo>
                    <a:pt x="15262" y="11945"/>
                  </a:lnTo>
                  <a:lnTo>
                    <a:pt x="16058" y="11281"/>
                  </a:lnTo>
                  <a:lnTo>
                    <a:pt x="16855" y="10883"/>
                  </a:lnTo>
                  <a:lnTo>
                    <a:pt x="17916" y="10352"/>
                  </a:lnTo>
                  <a:lnTo>
                    <a:pt x="19111" y="10087"/>
                  </a:lnTo>
                  <a:lnTo>
                    <a:pt x="20570" y="9821"/>
                  </a:lnTo>
                  <a:lnTo>
                    <a:pt x="22163" y="9689"/>
                  </a:lnTo>
                  <a:close/>
                  <a:moveTo>
                    <a:pt x="16855" y="1"/>
                  </a:moveTo>
                  <a:lnTo>
                    <a:pt x="16191" y="134"/>
                  </a:lnTo>
                  <a:lnTo>
                    <a:pt x="11281" y="1328"/>
                  </a:lnTo>
                  <a:lnTo>
                    <a:pt x="10617" y="1593"/>
                  </a:lnTo>
                  <a:lnTo>
                    <a:pt x="10086" y="1992"/>
                  </a:lnTo>
                  <a:lnTo>
                    <a:pt x="9821" y="2522"/>
                  </a:lnTo>
                  <a:lnTo>
                    <a:pt x="9688" y="3186"/>
                  </a:lnTo>
                  <a:lnTo>
                    <a:pt x="9688" y="3584"/>
                  </a:lnTo>
                  <a:lnTo>
                    <a:pt x="9954" y="3982"/>
                  </a:lnTo>
                  <a:lnTo>
                    <a:pt x="10750" y="5575"/>
                  </a:lnTo>
                  <a:lnTo>
                    <a:pt x="10484" y="5707"/>
                  </a:lnTo>
                  <a:lnTo>
                    <a:pt x="9423" y="6504"/>
                  </a:lnTo>
                  <a:lnTo>
                    <a:pt x="4645" y="5707"/>
                  </a:lnTo>
                  <a:lnTo>
                    <a:pt x="4247" y="5575"/>
                  </a:lnTo>
                  <a:lnTo>
                    <a:pt x="3716" y="5707"/>
                  </a:lnTo>
                  <a:lnTo>
                    <a:pt x="3185" y="5840"/>
                  </a:lnTo>
                  <a:lnTo>
                    <a:pt x="2787" y="6238"/>
                  </a:lnTo>
                  <a:lnTo>
                    <a:pt x="2389" y="6636"/>
                  </a:lnTo>
                  <a:lnTo>
                    <a:pt x="531" y="9291"/>
                  </a:lnTo>
                  <a:lnTo>
                    <a:pt x="133" y="9821"/>
                  </a:lnTo>
                  <a:lnTo>
                    <a:pt x="133" y="10352"/>
                  </a:lnTo>
                  <a:lnTo>
                    <a:pt x="133" y="10618"/>
                  </a:lnTo>
                  <a:lnTo>
                    <a:pt x="133" y="10750"/>
                  </a:lnTo>
                  <a:lnTo>
                    <a:pt x="266" y="11149"/>
                  </a:lnTo>
                  <a:lnTo>
                    <a:pt x="531" y="11547"/>
                  </a:lnTo>
                  <a:lnTo>
                    <a:pt x="929" y="11945"/>
                  </a:lnTo>
                  <a:lnTo>
                    <a:pt x="1327" y="12078"/>
                  </a:lnTo>
                  <a:lnTo>
                    <a:pt x="5043" y="13272"/>
                  </a:lnTo>
                  <a:lnTo>
                    <a:pt x="5043" y="13670"/>
                  </a:lnTo>
                  <a:lnTo>
                    <a:pt x="1460" y="14864"/>
                  </a:lnTo>
                  <a:lnTo>
                    <a:pt x="797" y="15130"/>
                  </a:lnTo>
                  <a:lnTo>
                    <a:pt x="398" y="15661"/>
                  </a:lnTo>
                  <a:lnTo>
                    <a:pt x="266" y="15661"/>
                  </a:lnTo>
                  <a:lnTo>
                    <a:pt x="133" y="16059"/>
                  </a:lnTo>
                  <a:lnTo>
                    <a:pt x="133" y="16192"/>
                  </a:lnTo>
                  <a:lnTo>
                    <a:pt x="0" y="17386"/>
                  </a:lnTo>
                  <a:lnTo>
                    <a:pt x="398" y="17651"/>
                  </a:lnTo>
                  <a:lnTo>
                    <a:pt x="2522" y="20438"/>
                  </a:lnTo>
                  <a:lnTo>
                    <a:pt x="2787" y="20836"/>
                  </a:lnTo>
                  <a:lnTo>
                    <a:pt x="3185" y="21102"/>
                  </a:lnTo>
                  <a:lnTo>
                    <a:pt x="3716" y="21235"/>
                  </a:lnTo>
                  <a:lnTo>
                    <a:pt x="4247" y="21367"/>
                  </a:lnTo>
                  <a:lnTo>
                    <a:pt x="4645" y="21367"/>
                  </a:lnTo>
                  <a:lnTo>
                    <a:pt x="9423" y="20571"/>
                  </a:lnTo>
                  <a:lnTo>
                    <a:pt x="10750" y="21367"/>
                  </a:lnTo>
                  <a:lnTo>
                    <a:pt x="9954" y="22960"/>
                  </a:lnTo>
                  <a:lnTo>
                    <a:pt x="9821" y="23358"/>
                  </a:lnTo>
                  <a:lnTo>
                    <a:pt x="9688" y="23756"/>
                  </a:lnTo>
                  <a:lnTo>
                    <a:pt x="9821" y="24154"/>
                  </a:lnTo>
                  <a:lnTo>
                    <a:pt x="9954" y="24552"/>
                  </a:lnTo>
                  <a:lnTo>
                    <a:pt x="10086" y="24950"/>
                  </a:lnTo>
                  <a:lnTo>
                    <a:pt x="10352" y="25216"/>
                  </a:lnTo>
                  <a:lnTo>
                    <a:pt x="10750" y="25481"/>
                  </a:lnTo>
                  <a:lnTo>
                    <a:pt x="11148" y="25614"/>
                  </a:lnTo>
                  <a:lnTo>
                    <a:pt x="16324" y="26808"/>
                  </a:lnTo>
                  <a:lnTo>
                    <a:pt x="16855" y="26941"/>
                  </a:lnTo>
                  <a:lnTo>
                    <a:pt x="17253" y="26808"/>
                  </a:lnTo>
                  <a:lnTo>
                    <a:pt x="17783" y="26676"/>
                  </a:lnTo>
                  <a:lnTo>
                    <a:pt x="18182" y="26410"/>
                  </a:lnTo>
                  <a:lnTo>
                    <a:pt x="18580" y="26145"/>
                  </a:lnTo>
                  <a:lnTo>
                    <a:pt x="20703" y="24021"/>
                  </a:lnTo>
                  <a:lnTo>
                    <a:pt x="23755" y="24021"/>
                  </a:lnTo>
                  <a:lnTo>
                    <a:pt x="25879" y="26278"/>
                  </a:lnTo>
                  <a:lnTo>
                    <a:pt x="26277" y="26543"/>
                  </a:lnTo>
                  <a:lnTo>
                    <a:pt x="26675" y="26676"/>
                  </a:lnTo>
                  <a:lnTo>
                    <a:pt x="27073" y="26808"/>
                  </a:lnTo>
                  <a:lnTo>
                    <a:pt x="27604" y="26941"/>
                  </a:lnTo>
                  <a:lnTo>
                    <a:pt x="28135" y="26808"/>
                  </a:lnTo>
                  <a:lnTo>
                    <a:pt x="33178" y="25614"/>
                  </a:lnTo>
                  <a:lnTo>
                    <a:pt x="33576" y="25481"/>
                  </a:lnTo>
                  <a:lnTo>
                    <a:pt x="33974" y="25216"/>
                  </a:lnTo>
                  <a:lnTo>
                    <a:pt x="34240" y="24950"/>
                  </a:lnTo>
                  <a:lnTo>
                    <a:pt x="34505" y="24552"/>
                  </a:lnTo>
                  <a:lnTo>
                    <a:pt x="34638" y="24154"/>
                  </a:lnTo>
                  <a:lnTo>
                    <a:pt x="34638" y="23756"/>
                  </a:lnTo>
                  <a:lnTo>
                    <a:pt x="34638" y="23358"/>
                  </a:lnTo>
                  <a:lnTo>
                    <a:pt x="34505" y="22960"/>
                  </a:lnTo>
                  <a:lnTo>
                    <a:pt x="33709" y="21367"/>
                  </a:lnTo>
                  <a:lnTo>
                    <a:pt x="35036" y="20571"/>
                  </a:lnTo>
                  <a:lnTo>
                    <a:pt x="39813" y="21367"/>
                  </a:lnTo>
                  <a:lnTo>
                    <a:pt x="40079" y="21367"/>
                  </a:lnTo>
                  <a:lnTo>
                    <a:pt x="40610" y="21235"/>
                  </a:lnTo>
                  <a:lnTo>
                    <a:pt x="41141" y="21102"/>
                  </a:lnTo>
                  <a:lnTo>
                    <a:pt x="41671" y="20704"/>
                  </a:lnTo>
                  <a:lnTo>
                    <a:pt x="42070" y="20306"/>
                  </a:lnTo>
                  <a:lnTo>
                    <a:pt x="43927" y="17651"/>
                  </a:lnTo>
                  <a:lnTo>
                    <a:pt x="44193" y="17121"/>
                  </a:lnTo>
                  <a:lnTo>
                    <a:pt x="44326" y="16590"/>
                  </a:lnTo>
                  <a:lnTo>
                    <a:pt x="44193" y="15926"/>
                  </a:lnTo>
                  <a:lnTo>
                    <a:pt x="43927" y="15528"/>
                  </a:lnTo>
                  <a:lnTo>
                    <a:pt x="43529" y="15130"/>
                  </a:lnTo>
                  <a:lnTo>
                    <a:pt x="42998" y="14864"/>
                  </a:lnTo>
                  <a:lnTo>
                    <a:pt x="39283" y="13670"/>
                  </a:lnTo>
                  <a:lnTo>
                    <a:pt x="39283" y="13272"/>
                  </a:lnTo>
                  <a:lnTo>
                    <a:pt x="42866" y="12210"/>
                  </a:lnTo>
                  <a:lnTo>
                    <a:pt x="43529" y="11945"/>
                  </a:lnTo>
                  <a:lnTo>
                    <a:pt x="43927" y="11547"/>
                  </a:lnTo>
                  <a:lnTo>
                    <a:pt x="44193" y="11016"/>
                  </a:lnTo>
                  <a:lnTo>
                    <a:pt x="44326" y="10485"/>
                  </a:lnTo>
                  <a:lnTo>
                    <a:pt x="44326" y="10352"/>
                  </a:lnTo>
                  <a:lnTo>
                    <a:pt x="44193" y="9821"/>
                  </a:lnTo>
                  <a:lnTo>
                    <a:pt x="44060" y="9423"/>
                  </a:lnTo>
                  <a:lnTo>
                    <a:pt x="41937" y="6504"/>
                  </a:lnTo>
                  <a:lnTo>
                    <a:pt x="41539" y="6106"/>
                  </a:lnTo>
                  <a:lnTo>
                    <a:pt x="41141" y="5840"/>
                  </a:lnTo>
                  <a:lnTo>
                    <a:pt x="40610" y="5707"/>
                  </a:lnTo>
                  <a:lnTo>
                    <a:pt x="40079" y="5575"/>
                  </a:lnTo>
                  <a:lnTo>
                    <a:pt x="39681" y="5707"/>
                  </a:lnTo>
                  <a:lnTo>
                    <a:pt x="35036" y="6504"/>
                  </a:lnTo>
                  <a:lnTo>
                    <a:pt x="33974" y="5707"/>
                  </a:lnTo>
                  <a:lnTo>
                    <a:pt x="33709" y="5575"/>
                  </a:lnTo>
                  <a:lnTo>
                    <a:pt x="34505" y="4115"/>
                  </a:lnTo>
                  <a:lnTo>
                    <a:pt x="34638" y="3717"/>
                  </a:lnTo>
                  <a:lnTo>
                    <a:pt x="34638" y="3186"/>
                  </a:lnTo>
                  <a:lnTo>
                    <a:pt x="34638" y="2921"/>
                  </a:lnTo>
                  <a:lnTo>
                    <a:pt x="34505" y="2390"/>
                  </a:lnTo>
                  <a:lnTo>
                    <a:pt x="34240" y="1859"/>
                  </a:lnTo>
                  <a:lnTo>
                    <a:pt x="33841" y="1593"/>
                  </a:lnTo>
                  <a:lnTo>
                    <a:pt x="33311" y="1328"/>
                  </a:lnTo>
                  <a:lnTo>
                    <a:pt x="28002" y="134"/>
                  </a:lnTo>
                  <a:lnTo>
                    <a:pt x="27604" y="1"/>
                  </a:lnTo>
                  <a:lnTo>
                    <a:pt x="27073" y="134"/>
                  </a:lnTo>
                  <a:lnTo>
                    <a:pt x="26542" y="266"/>
                  </a:lnTo>
                  <a:lnTo>
                    <a:pt x="26144" y="532"/>
                  </a:lnTo>
                  <a:lnTo>
                    <a:pt x="25746" y="797"/>
                  </a:lnTo>
                  <a:lnTo>
                    <a:pt x="23755" y="3053"/>
                  </a:lnTo>
                  <a:lnTo>
                    <a:pt x="22163" y="2921"/>
                  </a:lnTo>
                  <a:lnTo>
                    <a:pt x="20703" y="3053"/>
                  </a:lnTo>
                  <a:lnTo>
                    <a:pt x="18447" y="664"/>
                  </a:lnTo>
                  <a:lnTo>
                    <a:pt x="18182" y="399"/>
                  </a:lnTo>
                  <a:lnTo>
                    <a:pt x="17783" y="266"/>
                  </a:lnTo>
                  <a:lnTo>
                    <a:pt x="17385" y="134"/>
                  </a:lnTo>
                  <a:lnTo>
                    <a:pt x="16855"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3945;p40">
              <a:extLst>
                <a:ext uri="{FF2B5EF4-FFF2-40B4-BE49-F238E27FC236}">
                  <a16:creationId xmlns:a16="http://schemas.microsoft.com/office/drawing/2014/main" id="{4003BB27-23E7-D677-A7E5-A7CD5F118AE7}"/>
                </a:ext>
              </a:extLst>
            </p:cNvPr>
            <p:cNvSpPr/>
            <p:nvPr/>
          </p:nvSpPr>
          <p:spPr>
            <a:xfrm>
              <a:off x="5621707" y="3455835"/>
              <a:ext cx="734925" cy="446698"/>
            </a:xfrm>
            <a:custGeom>
              <a:avLst/>
              <a:gdLst/>
              <a:ahLst/>
              <a:cxnLst/>
              <a:rect l="l" t="t" r="r" b="b"/>
              <a:pathLst>
                <a:path w="44326" h="26942" fill="none" extrusionOk="0">
                  <a:moveTo>
                    <a:pt x="16855" y="26941"/>
                  </a:moveTo>
                  <a:lnTo>
                    <a:pt x="16855" y="26941"/>
                  </a:lnTo>
                  <a:lnTo>
                    <a:pt x="16324" y="26808"/>
                  </a:lnTo>
                  <a:lnTo>
                    <a:pt x="11148" y="25614"/>
                  </a:lnTo>
                  <a:lnTo>
                    <a:pt x="11148" y="25614"/>
                  </a:lnTo>
                  <a:lnTo>
                    <a:pt x="10750" y="25481"/>
                  </a:lnTo>
                  <a:lnTo>
                    <a:pt x="10352" y="25216"/>
                  </a:lnTo>
                  <a:lnTo>
                    <a:pt x="10086" y="24950"/>
                  </a:lnTo>
                  <a:lnTo>
                    <a:pt x="9954" y="24552"/>
                  </a:lnTo>
                  <a:lnTo>
                    <a:pt x="9954" y="24552"/>
                  </a:lnTo>
                  <a:lnTo>
                    <a:pt x="9821" y="24154"/>
                  </a:lnTo>
                  <a:lnTo>
                    <a:pt x="9688" y="23756"/>
                  </a:lnTo>
                  <a:lnTo>
                    <a:pt x="9821" y="23358"/>
                  </a:lnTo>
                  <a:lnTo>
                    <a:pt x="9954" y="22960"/>
                  </a:lnTo>
                  <a:lnTo>
                    <a:pt x="10750" y="21367"/>
                  </a:lnTo>
                  <a:lnTo>
                    <a:pt x="10750" y="21367"/>
                  </a:lnTo>
                  <a:lnTo>
                    <a:pt x="9423" y="20571"/>
                  </a:lnTo>
                  <a:lnTo>
                    <a:pt x="4645" y="21367"/>
                  </a:lnTo>
                  <a:lnTo>
                    <a:pt x="4645" y="21367"/>
                  </a:lnTo>
                  <a:lnTo>
                    <a:pt x="4247" y="21367"/>
                  </a:lnTo>
                  <a:lnTo>
                    <a:pt x="4247" y="21367"/>
                  </a:lnTo>
                  <a:lnTo>
                    <a:pt x="3716" y="21235"/>
                  </a:lnTo>
                  <a:lnTo>
                    <a:pt x="3185" y="21102"/>
                  </a:lnTo>
                  <a:lnTo>
                    <a:pt x="2787" y="20836"/>
                  </a:lnTo>
                  <a:lnTo>
                    <a:pt x="2522" y="20438"/>
                  </a:lnTo>
                  <a:lnTo>
                    <a:pt x="398" y="17651"/>
                  </a:lnTo>
                  <a:lnTo>
                    <a:pt x="0" y="17386"/>
                  </a:lnTo>
                  <a:lnTo>
                    <a:pt x="133" y="16192"/>
                  </a:lnTo>
                  <a:lnTo>
                    <a:pt x="133" y="16059"/>
                  </a:lnTo>
                  <a:lnTo>
                    <a:pt x="133" y="16059"/>
                  </a:lnTo>
                  <a:lnTo>
                    <a:pt x="266" y="15661"/>
                  </a:lnTo>
                  <a:lnTo>
                    <a:pt x="398" y="15661"/>
                  </a:lnTo>
                  <a:lnTo>
                    <a:pt x="398" y="15661"/>
                  </a:lnTo>
                  <a:lnTo>
                    <a:pt x="797" y="15130"/>
                  </a:lnTo>
                  <a:lnTo>
                    <a:pt x="1460" y="14864"/>
                  </a:lnTo>
                  <a:lnTo>
                    <a:pt x="5043" y="13670"/>
                  </a:lnTo>
                  <a:lnTo>
                    <a:pt x="5043" y="13670"/>
                  </a:lnTo>
                  <a:lnTo>
                    <a:pt x="5043" y="13272"/>
                  </a:lnTo>
                  <a:lnTo>
                    <a:pt x="1327" y="12078"/>
                  </a:lnTo>
                  <a:lnTo>
                    <a:pt x="1327" y="12078"/>
                  </a:lnTo>
                  <a:lnTo>
                    <a:pt x="929" y="11945"/>
                  </a:lnTo>
                  <a:lnTo>
                    <a:pt x="531" y="11547"/>
                  </a:lnTo>
                  <a:lnTo>
                    <a:pt x="266" y="11149"/>
                  </a:lnTo>
                  <a:lnTo>
                    <a:pt x="133" y="10750"/>
                  </a:lnTo>
                  <a:lnTo>
                    <a:pt x="133" y="10618"/>
                  </a:lnTo>
                  <a:lnTo>
                    <a:pt x="133" y="10618"/>
                  </a:lnTo>
                  <a:lnTo>
                    <a:pt x="133" y="10618"/>
                  </a:lnTo>
                  <a:lnTo>
                    <a:pt x="133" y="10352"/>
                  </a:lnTo>
                  <a:lnTo>
                    <a:pt x="133" y="10352"/>
                  </a:lnTo>
                  <a:lnTo>
                    <a:pt x="133" y="9821"/>
                  </a:lnTo>
                  <a:lnTo>
                    <a:pt x="531" y="9291"/>
                  </a:lnTo>
                  <a:lnTo>
                    <a:pt x="2389" y="6636"/>
                  </a:lnTo>
                  <a:lnTo>
                    <a:pt x="2389" y="6636"/>
                  </a:lnTo>
                  <a:lnTo>
                    <a:pt x="2787" y="6238"/>
                  </a:lnTo>
                  <a:lnTo>
                    <a:pt x="3185" y="5840"/>
                  </a:lnTo>
                  <a:lnTo>
                    <a:pt x="3716" y="5707"/>
                  </a:lnTo>
                  <a:lnTo>
                    <a:pt x="4247" y="5575"/>
                  </a:lnTo>
                  <a:lnTo>
                    <a:pt x="4247" y="5575"/>
                  </a:lnTo>
                  <a:lnTo>
                    <a:pt x="4645" y="5707"/>
                  </a:lnTo>
                  <a:lnTo>
                    <a:pt x="9423" y="6504"/>
                  </a:lnTo>
                  <a:lnTo>
                    <a:pt x="9423" y="6504"/>
                  </a:lnTo>
                  <a:lnTo>
                    <a:pt x="9423" y="6504"/>
                  </a:lnTo>
                  <a:lnTo>
                    <a:pt x="10484" y="5707"/>
                  </a:lnTo>
                  <a:lnTo>
                    <a:pt x="10484" y="5707"/>
                  </a:lnTo>
                  <a:lnTo>
                    <a:pt x="10750" y="5575"/>
                  </a:lnTo>
                  <a:lnTo>
                    <a:pt x="9954" y="3982"/>
                  </a:lnTo>
                  <a:lnTo>
                    <a:pt x="9954" y="3982"/>
                  </a:lnTo>
                  <a:lnTo>
                    <a:pt x="9688" y="3584"/>
                  </a:lnTo>
                  <a:lnTo>
                    <a:pt x="9688" y="3186"/>
                  </a:lnTo>
                  <a:lnTo>
                    <a:pt x="9688" y="3186"/>
                  </a:lnTo>
                  <a:lnTo>
                    <a:pt x="9821" y="2522"/>
                  </a:lnTo>
                  <a:lnTo>
                    <a:pt x="10086" y="1992"/>
                  </a:lnTo>
                  <a:lnTo>
                    <a:pt x="10617" y="1593"/>
                  </a:lnTo>
                  <a:lnTo>
                    <a:pt x="11281" y="1328"/>
                  </a:lnTo>
                  <a:lnTo>
                    <a:pt x="16191" y="134"/>
                  </a:lnTo>
                  <a:lnTo>
                    <a:pt x="16191" y="134"/>
                  </a:lnTo>
                  <a:lnTo>
                    <a:pt x="16855" y="1"/>
                  </a:lnTo>
                  <a:lnTo>
                    <a:pt x="16855" y="1"/>
                  </a:lnTo>
                  <a:lnTo>
                    <a:pt x="17385" y="134"/>
                  </a:lnTo>
                  <a:lnTo>
                    <a:pt x="17783" y="266"/>
                  </a:lnTo>
                  <a:lnTo>
                    <a:pt x="18182" y="399"/>
                  </a:lnTo>
                  <a:lnTo>
                    <a:pt x="18447" y="664"/>
                  </a:lnTo>
                  <a:lnTo>
                    <a:pt x="20703" y="3053"/>
                  </a:lnTo>
                  <a:lnTo>
                    <a:pt x="20703" y="3053"/>
                  </a:lnTo>
                  <a:lnTo>
                    <a:pt x="22163" y="2921"/>
                  </a:lnTo>
                  <a:lnTo>
                    <a:pt x="22163" y="2921"/>
                  </a:lnTo>
                  <a:lnTo>
                    <a:pt x="23755" y="3053"/>
                  </a:lnTo>
                  <a:lnTo>
                    <a:pt x="25746" y="797"/>
                  </a:lnTo>
                  <a:lnTo>
                    <a:pt x="25746" y="797"/>
                  </a:lnTo>
                  <a:lnTo>
                    <a:pt x="26144" y="532"/>
                  </a:lnTo>
                  <a:lnTo>
                    <a:pt x="26542" y="266"/>
                  </a:lnTo>
                  <a:lnTo>
                    <a:pt x="27073" y="134"/>
                  </a:lnTo>
                  <a:lnTo>
                    <a:pt x="27604" y="1"/>
                  </a:lnTo>
                  <a:lnTo>
                    <a:pt x="27604" y="1"/>
                  </a:lnTo>
                  <a:lnTo>
                    <a:pt x="28002" y="134"/>
                  </a:lnTo>
                  <a:lnTo>
                    <a:pt x="33311" y="1328"/>
                  </a:lnTo>
                  <a:lnTo>
                    <a:pt x="33311" y="1328"/>
                  </a:lnTo>
                  <a:lnTo>
                    <a:pt x="33841" y="1593"/>
                  </a:lnTo>
                  <a:lnTo>
                    <a:pt x="34240" y="1859"/>
                  </a:lnTo>
                  <a:lnTo>
                    <a:pt x="34505" y="2390"/>
                  </a:lnTo>
                  <a:lnTo>
                    <a:pt x="34638" y="2921"/>
                  </a:lnTo>
                  <a:lnTo>
                    <a:pt x="34638" y="2921"/>
                  </a:lnTo>
                  <a:lnTo>
                    <a:pt x="34638" y="3186"/>
                  </a:lnTo>
                  <a:lnTo>
                    <a:pt x="34638" y="3186"/>
                  </a:lnTo>
                  <a:lnTo>
                    <a:pt x="34638" y="3717"/>
                  </a:lnTo>
                  <a:lnTo>
                    <a:pt x="34505" y="4115"/>
                  </a:lnTo>
                  <a:lnTo>
                    <a:pt x="33709" y="5575"/>
                  </a:lnTo>
                  <a:lnTo>
                    <a:pt x="33709" y="5575"/>
                  </a:lnTo>
                  <a:lnTo>
                    <a:pt x="33974" y="5707"/>
                  </a:lnTo>
                  <a:lnTo>
                    <a:pt x="33974" y="5707"/>
                  </a:lnTo>
                  <a:lnTo>
                    <a:pt x="35036" y="6504"/>
                  </a:lnTo>
                  <a:lnTo>
                    <a:pt x="39681" y="5707"/>
                  </a:lnTo>
                  <a:lnTo>
                    <a:pt x="39681" y="5707"/>
                  </a:lnTo>
                  <a:lnTo>
                    <a:pt x="40079" y="5575"/>
                  </a:lnTo>
                  <a:lnTo>
                    <a:pt x="40079" y="5575"/>
                  </a:lnTo>
                  <a:lnTo>
                    <a:pt x="40610" y="5707"/>
                  </a:lnTo>
                  <a:lnTo>
                    <a:pt x="41141" y="5840"/>
                  </a:lnTo>
                  <a:lnTo>
                    <a:pt x="41539" y="6106"/>
                  </a:lnTo>
                  <a:lnTo>
                    <a:pt x="41937" y="6504"/>
                  </a:lnTo>
                  <a:lnTo>
                    <a:pt x="44060" y="9423"/>
                  </a:lnTo>
                  <a:lnTo>
                    <a:pt x="44060" y="9423"/>
                  </a:lnTo>
                  <a:lnTo>
                    <a:pt x="44193" y="9821"/>
                  </a:lnTo>
                  <a:lnTo>
                    <a:pt x="44326" y="10352"/>
                  </a:lnTo>
                  <a:lnTo>
                    <a:pt x="44326" y="10485"/>
                  </a:lnTo>
                  <a:lnTo>
                    <a:pt x="44326" y="10485"/>
                  </a:lnTo>
                  <a:lnTo>
                    <a:pt x="44326" y="10485"/>
                  </a:lnTo>
                  <a:lnTo>
                    <a:pt x="44193" y="11016"/>
                  </a:lnTo>
                  <a:lnTo>
                    <a:pt x="43927" y="11547"/>
                  </a:lnTo>
                  <a:lnTo>
                    <a:pt x="43529" y="11945"/>
                  </a:lnTo>
                  <a:lnTo>
                    <a:pt x="42866" y="12210"/>
                  </a:lnTo>
                  <a:lnTo>
                    <a:pt x="39283" y="13272"/>
                  </a:lnTo>
                  <a:lnTo>
                    <a:pt x="39283" y="13272"/>
                  </a:lnTo>
                  <a:lnTo>
                    <a:pt x="39283" y="13670"/>
                  </a:lnTo>
                  <a:lnTo>
                    <a:pt x="42998" y="14864"/>
                  </a:lnTo>
                  <a:lnTo>
                    <a:pt x="42998" y="14864"/>
                  </a:lnTo>
                  <a:lnTo>
                    <a:pt x="43529" y="15130"/>
                  </a:lnTo>
                  <a:lnTo>
                    <a:pt x="43927" y="15528"/>
                  </a:lnTo>
                  <a:lnTo>
                    <a:pt x="44193" y="15926"/>
                  </a:lnTo>
                  <a:lnTo>
                    <a:pt x="44326" y="16590"/>
                  </a:lnTo>
                  <a:lnTo>
                    <a:pt x="44326" y="16590"/>
                  </a:lnTo>
                  <a:lnTo>
                    <a:pt x="44193" y="17121"/>
                  </a:lnTo>
                  <a:lnTo>
                    <a:pt x="43927" y="17651"/>
                  </a:lnTo>
                  <a:lnTo>
                    <a:pt x="42070" y="20306"/>
                  </a:lnTo>
                  <a:lnTo>
                    <a:pt x="42070" y="20306"/>
                  </a:lnTo>
                  <a:lnTo>
                    <a:pt x="41671" y="20704"/>
                  </a:lnTo>
                  <a:lnTo>
                    <a:pt x="41141" y="21102"/>
                  </a:lnTo>
                  <a:lnTo>
                    <a:pt x="40610" y="21235"/>
                  </a:lnTo>
                  <a:lnTo>
                    <a:pt x="40079" y="21367"/>
                  </a:lnTo>
                  <a:lnTo>
                    <a:pt x="40079" y="21367"/>
                  </a:lnTo>
                  <a:lnTo>
                    <a:pt x="39813" y="21367"/>
                  </a:lnTo>
                  <a:lnTo>
                    <a:pt x="35036" y="20571"/>
                  </a:lnTo>
                  <a:lnTo>
                    <a:pt x="35036" y="20571"/>
                  </a:lnTo>
                  <a:lnTo>
                    <a:pt x="35036" y="20571"/>
                  </a:lnTo>
                  <a:lnTo>
                    <a:pt x="33709" y="21367"/>
                  </a:lnTo>
                  <a:lnTo>
                    <a:pt x="34505" y="22960"/>
                  </a:lnTo>
                  <a:lnTo>
                    <a:pt x="34505" y="22960"/>
                  </a:lnTo>
                  <a:lnTo>
                    <a:pt x="34638" y="23358"/>
                  </a:lnTo>
                  <a:lnTo>
                    <a:pt x="34638" y="23756"/>
                  </a:lnTo>
                  <a:lnTo>
                    <a:pt x="34638" y="24154"/>
                  </a:lnTo>
                  <a:lnTo>
                    <a:pt x="34505" y="24552"/>
                  </a:lnTo>
                  <a:lnTo>
                    <a:pt x="34505" y="24552"/>
                  </a:lnTo>
                  <a:lnTo>
                    <a:pt x="34240" y="24950"/>
                  </a:lnTo>
                  <a:lnTo>
                    <a:pt x="33974" y="25216"/>
                  </a:lnTo>
                  <a:lnTo>
                    <a:pt x="33576" y="25481"/>
                  </a:lnTo>
                  <a:lnTo>
                    <a:pt x="33178" y="25614"/>
                  </a:lnTo>
                  <a:lnTo>
                    <a:pt x="28135" y="26808"/>
                  </a:lnTo>
                  <a:lnTo>
                    <a:pt x="28135" y="26808"/>
                  </a:lnTo>
                  <a:lnTo>
                    <a:pt x="27604" y="26941"/>
                  </a:lnTo>
                  <a:lnTo>
                    <a:pt x="27604" y="26941"/>
                  </a:lnTo>
                  <a:lnTo>
                    <a:pt x="27073" y="26808"/>
                  </a:lnTo>
                  <a:lnTo>
                    <a:pt x="26675" y="26676"/>
                  </a:lnTo>
                  <a:lnTo>
                    <a:pt x="26277" y="26543"/>
                  </a:lnTo>
                  <a:lnTo>
                    <a:pt x="25879" y="26278"/>
                  </a:lnTo>
                  <a:lnTo>
                    <a:pt x="23755" y="24021"/>
                  </a:lnTo>
                  <a:lnTo>
                    <a:pt x="23755" y="24021"/>
                  </a:lnTo>
                  <a:lnTo>
                    <a:pt x="22163" y="24021"/>
                  </a:lnTo>
                  <a:lnTo>
                    <a:pt x="22163" y="24021"/>
                  </a:lnTo>
                  <a:lnTo>
                    <a:pt x="20703" y="24021"/>
                  </a:lnTo>
                  <a:lnTo>
                    <a:pt x="18580" y="26145"/>
                  </a:lnTo>
                  <a:lnTo>
                    <a:pt x="18580" y="26145"/>
                  </a:lnTo>
                  <a:lnTo>
                    <a:pt x="18182" y="26410"/>
                  </a:lnTo>
                  <a:lnTo>
                    <a:pt x="17783" y="26676"/>
                  </a:lnTo>
                  <a:lnTo>
                    <a:pt x="17253" y="26808"/>
                  </a:lnTo>
                  <a:lnTo>
                    <a:pt x="16855" y="2694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3946;p40">
              <a:extLst>
                <a:ext uri="{FF2B5EF4-FFF2-40B4-BE49-F238E27FC236}">
                  <a16:creationId xmlns:a16="http://schemas.microsoft.com/office/drawing/2014/main" id="{09CCD2B8-DB24-0109-DBCD-D6D2E3791015}"/>
                </a:ext>
              </a:extLst>
            </p:cNvPr>
            <p:cNvSpPr/>
            <p:nvPr/>
          </p:nvSpPr>
          <p:spPr>
            <a:xfrm>
              <a:off x="5863742" y="3616462"/>
              <a:ext cx="253061" cy="125444"/>
            </a:xfrm>
            <a:custGeom>
              <a:avLst/>
              <a:gdLst/>
              <a:ahLst/>
              <a:cxnLst/>
              <a:rect l="l" t="t" r="r" b="b"/>
              <a:pathLst>
                <a:path w="15263" h="7566" fill="none" extrusionOk="0">
                  <a:moveTo>
                    <a:pt x="531" y="2390"/>
                  </a:moveTo>
                  <a:lnTo>
                    <a:pt x="531" y="2390"/>
                  </a:lnTo>
                  <a:lnTo>
                    <a:pt x="399" y="2522"/>
                  </a:lnTo>
                  <a:lnTo>
                    <a:pt x="399" y="2522"/>
                  </a:lnTo>
                  <a:lnTo>
                    <a:pt x="266" y="2788"/>
                  </a:lnTo>
                  <a:lnTo>
                    <a:pt x="266" y="2920"/>
                  </a:lnTo>
                  <a:lnTo>
                    <a:pt x="266" y="2920"/>
                  </a:lnTo>
                  <a:lnTo>
                    <a:pt x="0" y="3451"/>
                  </a:lnTo>
                  <a:lnTo>
                    <a:pt x="0" y="3982"/>
                  </a:lnTo>
                  <a:lnTo>
                    <a:pt x="133" y="4380"/>
                  </a:lnTo>
                  <a:lnTo>
                    <a:pt x="399" y="4911"/>
                  </a:lnTo>
                  <a:lnTo>
                    <a:pt x="399" y="4911"/>
                  </a:lnTo>
                  <a:lnTo>
                    <a:pt x="797" y="5442"/>
                  </a:lnTo>
                  <a:lnTo>
                    <a:pt x="1328" y="5840"/>
                  </a:lnTo>
                  <a:lnTo>
                    <a:pt x="1328" y="5840"/>
                  </a:lnTo>
                  <a:lnTo>
                    <a:pt x="1858" y="6238"/>
                  </a:lnTo>
                  <a:lnTo>
                    <a:pt x="1858" y="6238"/>
                  </a:lnTo>
                  <a:lnTo>
                    <a:pt x="3185" y="6769"/>
                  </a:lnTo>
                  <a:lnTo>
                    <a:pt x="4513" y="7167"/>
                  </a:lnTo>
                  <a:lnTo>
                    <a:pt x="5972" y="7433"/>
                  </a:lnTo>
                  <a:lnTo>
                    <a:pt x="7565" y="7565"/>
                  </a:lnTo>
                  <a:lnTo>
                    <a:pt x="7565" y="7565"/>
                  </a:lnTo>
                  <a:lnTo>
                    <a:pt x="9157" y="7433"/>
                  </a:lnTo>
                  <a:lnTo>
                    <a:pt x="10750" y="7167"/>
                  </a:lnTo>
                  <a:lnTo>
                    <a:pt x="10750" y="7167"/>
                  </a:lnTo>
                  <a:lnTo>
                    <a:pt x="12077" y="6769"/>
                  </a:lnTo>
                  <a:lnTo>
                    <a:pt x="13271" y="6238"/>
                  </a:lnTo>
                  <a:lnTo>
                    <a:pt x="13271" y="6238"/>
                  </a:lnTo>
                  <a:lnTo>
                    <a:pt x="13935" y="5840"/>
                  </a:lnTo>
                  <a:lnTo>
                    <a:pt x="13935" y="5840"/>
                  </a:lnTo>
                  <a:lnTo>
                    <a:pt x="14466" y="5309"/>
                  </a:lnTo>
                  <a:lnTo>
                    <a:pt x="14997" y="4778"/>
                  </a:lnTo>
                  <a:lnTo>
                    <a:pt x="14997" y="4778"/>
                  </a:lnTo>
                  <a:lnTo>
                    <a:pt x="15129" y="4513"/>
                  </a:lnTo>
                  <a:lnTo>
                    <a:pt x="15129" y="4380"/>
                  </a:lnTo>
                  <a:lnTo>
                    <a:pt x="15129" y="4380"/>
                  </a:lnTo>
                  <a:lnTo>
                    <a:pt x="15262" y="3982"/>
                  </a:lnTo>
                  <a:lnTo>
                    <a:pt x="15262" y="3584"/>
                  </a:lnTo>
                  <a:lnTo>
                    <a:pt x="15129" y="3053"/>
                  </a:lnTo>
                  <a:lnTo>
                    <a:pt x="14864" y="2655"/>
                  </a:lnTo>
                  <a:lnTo>
                    <a:pt x="14864" y="2655"/>
                  </a:lnTo>
                  <a:lnTo>
                    <a:pt x="14333" y="2124"/>
                  </a:lnTo>
                  <a:lnTo>
                    <a:pt x="13670" y="1593"/>
                  </a:lnTo>
                  <a:lnTo>
                    <a:pt x="12873" y="1062"/>
                  </a:lnTo>
                  <a:lnTo>
                    <a:pt x="11944" y="797"/>
                  </a:lnTo>
                  <a:lnTo>
                    <a:pt x="11015" y="399"/>
                  </a:lnTo>
                  <a:lnTo>
                    <a:pt x="9954" y="266"/>
                  </a:lnTo>
                  <a:lnTo>
                    <a:pt x="8759" y="1"/>
                  </a:lnTo>
                  <a:lnTo>
                    <a:pt x="7565" y="1"/>
                  </a:lnTo>
                  <a:lnTo>
                    <a:pt x="7565" y="1"/>
                  </a:lnTo>
                  <a:lnTo>
                    <a:pt x="5972" y="133"/>
                  </a:lnTo>
                  <a:lnTo>
                    <a:pt x="4513" y="399"/>
                  </a:lnTo>
                  <a:lnTo>
                    <a:pt x="4513" y="399"/>
                  </a:lnTo>
                  <a:lnTo>
                    <a:pt x="3318" y="664"/>
                  </a:lnTo>
                  <a:lnTo>
                    <a:pt x="2257" y="1195"/>
                  </a:lnTo>
                  <a:lnTo>
                    <a:pt x="1460" y="1593"/>
                  </a:lnTo>
                  <a:lnTo>
                    <a:pt x="664" y="2257"/>
                  </a:lnTo>
                  <a:lnTo>
                    <a:pt x="531" y="239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3947;p40">
              <a:extLst>
                <a:ext uri="{FF2B5EF4-FFF2-40B4-BE49-F238E27FC236}">
                  <a16:creationId xmlns:a16="http://schemas.microsoft.com/office/drawing/2014/main" id="{353C1CB2-3529-AFA7-3371-7D03555E5716}"/>
                </a:ext>
              </a:extLst>
            </p:cNvPr>
            <p:cNvSpPr/>
            <p:nvPr/>
          </p:nvSpPr>
          <p:spPr>
            <a:xfrm>
              <a:off x="5465474" y="3986129"/>
              <a:ext cx="734942" cy="444477"/>
            </a:xfrm>
            <a:custGeom>
              <a:avLst/>
              <a:gdLst/>
              <a:ahLst/>
              <a:cxnLst/>
              <a:rect l="l" t="t" r="r" b="b"/>
              <a:pathLst>
                <a:path w="44327" h="26808" extrusionOk="0">
                  <a:moveTo>
                    <a:pt x="23358" y="9688"/>
                  </a:moveTo>
                  <a:lnTo>
                    <a:pt x="24420" y="9821"/>
                  </a:lnTo>
                  <a:lnTo>
                    <a:pt x="25481" y="10086"/>
                  </a:lnTo>
                  <a:lnTo>
                    <a:pt x="26543" y="10352"/>
                  </a:lnTo>
                  <a:lnTo>
                    <a:pt x="27472" y="10750"/>
                  </a:lnTo>
                  <a:lnTo>
                    <a:pt x="28135" y="11281"/>
                  </a:lnTo>
                  <a:lnTo>
                    <a:pt x="28799" y="11679"/>
                  </a:lnTo>
                  <a:lnTo>
                    <a:pt x="29330" y="12342"/>
                  </a:lnTo>
                  <a:lnTo>
                    <a:pt x="29595" y="12740"/>
                  </a:lnTo>
                  <a:lnTo>
                    <a:pt x="29728" y="13138"/>
                  </a:lnTo>
                  <a:lnTo>
                    <a:pt x="29728" y="13669"/>
                  </a:lnTo>
                  <a:lnTo>
                    <a:pt x="29595" y="14067"/>
                  </a:lnTo>
                  <a:lnTo>
                    <a:pt x="29595" y="14200"/>
                  </a:lnTo>
                  <a:lnTo>
                    <a:pt x="29463" y="14466"/>
                  </a:lnTo>
                  <a:lnTo>
                    <a:pt x="29064" y="14996"/>
                  </a:lnTo>
                  <a:lnTo>
                    <a:pt x="28401" y="15527"/>
                  </a:lnTo>
                  <a:lnTo>
                    <a:pt x="27870" y="15925"/>
                  </a:lnTo>
                  <a:lnTo>
                    <a:pt x="26676" y="16456"/>
                  </a:lnTo>
                  <a:lnTo>
                    <a:pt x="25216" y="16854"/>
                  </a:lnTo>
                  <a:lnTo>
                    <a:pt x="23756" y="17120"/>
                  </a:lnTo>
                  <a:lnTo>
                    <a:pt x="22163" y="17252"/>
                  </a:lnTo>
                  <a:lnTo>
                    <a:pt x="20571" y="17120"/>
                  </a:lnTo>
                  <a:lnTo>
                    <a:pt x="19111" y="16854"/>
                  </a:lnTo>
                  <a:lnTo>
                    <a:pt x="17651" y="16456"/>
                  </a:lnTo>
                  <a:lnTo>
                    <a:pt x="16457" y="15925"/>
                  </a:lnTo>
                  <a:lnTo>
                    <a:pt x="15793" y="15527"/>
                  </a:lnTo>
                  <a:lnTo>
                    <a:pt x="15263" y="14996"/>
                  </a:lnTo>
                  <a:lnTo>
                    <a:pt x="14864" y="14598"/>
                  </a:lnTo>
                  <a:lnTo>
                    <a:pt x="14599" y="14067"/>
                  </a:lnTo>
                  <a:lnTo>
                    <a:pt x="14466" y="13537"/>
                  </a:lnTo>
                  <a:lnTo>
                    <a:pt x="14599" y="13006"/>
                  </a:lnTo>
                  <a:lnTo>
                    <a:pt x="14732" y="12608"/>
                  </a:lnTo>
                  <a:lnTo>
                    <a:pt x="14864" y="12342"/>
                  </a:lnTo>
                  <a:lnTo>
                    <a:pt x="14997" y="12209"/>
                  </a:lnTo>
                  <a:lnTo>
                    <a:pt x="15130" y="12077"/>
                  </a:lnTo>
                  <a:lnTo>
                    <a:pt x="15263" y="11944"/>
                  </a:lnTo>
                  <a:lnTo>
                    <a:pt x="15926" y="11281"/>
                  </a:lnTo>
                  <a:lnTo>
                    <a:pt x="16855" y="10750"/>
                  </a:lnTo>
                  <a:lnTo>
                    <a:pt x="17784" y="10352"/>
                  </a:lnTo>
                  <a:lnTo>
                    <a:pt x="18978" y="10086"/>
                  </a:lnTo>
                  <a:lnTo>
                    <a:pt x="20571" y="9688"/>
                  </a:lnTo>
                  <a:close/>
                  <a:moveTo>
                    <a:pt x="16722" y="0"/>
                  </a:moveTo>
                  <a:lnTo>
                    <a:pt x="16192" y="133"/>
                  </a:lnTo>
                  <a:lnTo>
                    <a:pt x="11149" y="1327"/>
                  </a:lnTo>
                  <a:lnTo>
                    <a:pt x="10618" y="1593"/>
                  </a:lnTo>
                  <a:lnTo>
                    <a:pt x="10087" y="1991"/>
                  </a:lnTo>
                  <a:lnTo>
                    <a:pt x="9689" y="2522"/>
                  </a:lnTo>
                  <a:lnTo>
                    <a:pt x="9689" y="3052"/>
                  </a:lnTo>
                  <a:lnTo>
                    <a:pt x="9689" y="3451"/>
                  </a:lnTo>
                  <a:lnTo>
                    <a:pt x="9821" y="3849"/>
                  </a:lnTo>
                  <a:lnTo>
                    <a:pt x="10618" y="5574"/>
                  </a:lnTo>
                  <a:lnTo>
                    <a:pt x="10352" y="5707"/>
                  </a:lnTo>
                  <a:lnTo>
                    <a:pt x="9291" y="6370"/>
                  </a:lnTo>
                  <a:lnTo>
                    <a:pt x="4513" y="5574"/>
                  </a:lnTo>
                  <a:lnTo>
                    <a:pt x="4248" y="5574"/>
                  </a:lnTo>
                  <a:lnTo>
                    <a:pt x="3717" y="5707"/>
                  </a:lnTo>
                  <a:lnTo>
                    <a:pt x="3186" y="5839"/>
                  </a:lnTo>
                  <a:lnTo>
                    <a:pt x="2655" y="6105"/>
                  </a:lnTo>
                  <a:lnTo>
                    <a:pt x="2257" y="6636"/>
                  </a:lnTo>
                  <a:lnTo>
                    <a:pt x="399" y="9157"/>
                  </a:lnTo>
                  <a:lnTo>
                    <a:pt x="134" y="9821"/>
                  </a:lnTo>
                  <a:lnTo>
                    <a:pt x="1" y="10352"/>
                  </a:lnTo>
                  <a:lnTo>
                    <a:pt x="1" y="10484"/>
                  </a:lnTo>
                  <a:lnTo>
                    <a:pt x="1" y="10617"/>
                  </a:lnTo>
                  <a:lnTo>
                    <a:pt x="1" y="10750"/>
                  </a:lnTo>
                  <a:lnTo>
                    <a:pt x="266" y="11148"/>
                  </a:lnTo>
                  <a:lnTo>
                    <a:pt x="532" y="11546"/>
                  </a:lnTo>
                  <a:lnTo>
                    <a:pt x="797" y="11811"/>
                  </a:lnTo>
                  <a:lnTo>
                    <a:pt x="1328" y="12077"/>
                  </a:lnTo>
                  <a:lnTo>
                    <a:pt x="5044" y="13271"/>
                  </a:lnTo>
                  <a:lnTo>
                    <a:pt x="5044" y="13669"/>
                  </a:lnTo>
                  <a:lnTo>
                    <a:pt x="1461" y="14731"/>
                  </a:lnTo>
                  <a:lnTo>
                    <a:pt x="797" y="15129"/>
                  </a:lnTo>
                  <a:lnTo>
                    <a:pt x="266" y="15660"/>
                  </a:lnTo>
                  <a:lnTo>
                    <a:pt x="134" y="15925"/>
                  </a:lnTo>
                  <a:lnTo>
                    <a:pt x="1" y="16058"/>
                  </a:lnTo>
                  <a:lnTo>
                    <a:pt x="1" y="17385"/>
                  </a:lnTo>
                  <a:lnTo>
                    <a:pt x="399" y="17651"/>
                  </a:lnTo>
                  <a:lnTo>
                    <a:pt x="2390" y="20438"/>
                  </a:lnTo>
                  <a:lnTo>
                    <a:pt x="2788" y="20836"/>
                  </a:lnTo>
                  <a:lnTo>
                    <a:pt x="3186" y="21101"/>
                  </a:lnTo>
                  <a:lnTo>
                    <a:pt x="3717" y="21234"/>
                  </a:lnTo>
                  <a:lnTo>
                    <a:pt x="4646" y="21234"/>
                  </a:lnTo>
                  <a:lnTo>
                    <a:pt x="9291" y="20438"/>
                  </a:lnTo>
                  <a:lnTo>
                    <a:pt x="10618" y="21367"/>
                  </a:lnTo>
                  <a:lnTo>
                    <a:pt x="9821" y="22826"/>
                  </a:lnTo>
                  <a:lnTo>
                    <a:pt x="9689" y="23357"/>
                  </a:lnTo>
                  <a:lnTo>
                    <a:pt x="9689" y="23755"/>
                  </a:lnTo>
                  <a:lnTo>
                    <a:pt x="9689" y="24153"/>
                  </a:lnTo>
                  <a:lnTo>
                    <a:pt x="9821" y="24552"/>
                  </a:lnTo>
                  <a:lnTo>
                    <a:pt x="10087" y="24950"/>
                  </a:lnTo>
                  <a:lnTo>
                    <a:pt x="10352" y="25215"/>
                  </a:lnTo>
                  <a:lnTo>
                    <a:pt x="10750" y="25481"/>
                  </a:lnTo>
                  <a:lnTo>
                    <a:pt x="11016" y="25613"/>
                  </a:lnTo>
                  <a:lnTo>
                    <a:pt x="16324" y="26808"/>
                  </a:lnTo>
                  <a:lnTo>
                    <a:pt x="17253" y="26808"/>
                  </a:lnTo>
                  <a:lnTo>
                    <a:pt x="17784" y="26675"/>
                  </a:lnTo>
                  <a:lnTo>
                    <a:pt x="18182" y="26410"/>
                  </a:lnTo>
                  <a:lnTo>
                    <a:pt x="18580" y="26011"/>
                  </a:lnTo>
                  <a:lnTo>
                    <a:pt x="20571" y="23888"/>
                  </a:lnTo>
                  <a:lnTo>
                    <a:pt x="22163" y="24021"/>
                  </a:lnTo>
                  <a:lnTo>
                    <a:pt x="23623" y="23888"/>
                  </a:lnTo>
                  <a:lnTo>
                    <a:pt x="25879" y="26144"/>
                  </a:lnTo>
                  <a:lnTo>
                    <a:pt x="26145" y="26542"/>
                  </a:lnTo>
                  <a:lnTo>
                    <a:pt x="26543" y="26675"/>
                  </a:lnTo>
                  <a:lnTo>
                    <a:pt x="26941" y="26808"/>
                  </a:lnTo>
                  <a:lnTo>
                    <a:pt x="28135" y="26808"/>
                  </a:lnTo>
                  <a:lnTo>
                    <a:pt x="33046" y="25613"/>
                  </a:lnTo>
                  <a:lnTo>
                    <a:pt x="33577" y="25481"/>
                  </a:lnTo>
                  <a:lnTo>
                    <a:pt x="33975" y="25215"/>
                  </a:lnTo>
                  <a:lnTo>
                    <a:pt x="34240" y="24817"/>
                  </a:lnTo>
                  <a:lnTo>
                    <a:pt x="34506" y="24552"/>
                  </a:lnTo>
                  <a:lnTo>
                    <a:pt x="34638" y="24153"/>
                  </a:lnTo>
                  <a:lnTo>
                    <a:pt x="34638" y="23755"/>
                  </a:lnTo>
                  <a:lnTo>
                    <a:pt x="34638" y="23357"/>
                  </a:lnTo>
                  <a:lnTo>
                    <a:pt x="34506" y="22959"/>
                  </a:lnTo>
                  <a:lnTo>
                    <a:pt x="33577" y="21367"/>
                  </a:lnTo>
                  <a:lnTo>
                    <a:pt x="34904" y="20438"/>
                  </a:lnTo>
                  <a:lnTo>
                    <a:pt x="39681" y="21234"/>
                  </a:lnTo>
                  <a:lnTo>
                    <a:pt x="40079" y="21367"/>
                  </a:lnTo>
                  <a:lnTo>
                    <a:pt x="40610" y="21234"/>
                  </a:lnTo>
                  <a:lnTo>
                    <a:pt x="41141" y="20968"/>
                  </a:lnTo>
                  <a:lnTo>
                    <a:pt x="41539" y="20703"/>
                  </a:lnTo>
                  <a:lnTo>
                    <a:pt x="41937" y="20305"/>
                  </a:lnTo>
                  <a:lnTo>
                    <a:pt x="43928" y="17651"/>
                  </a:lnTo>
                  <a:lnTo>
                    <a:pt x="44193" y="17120"/>
                  </a:lnTo>
                  <a:lnTo>
                    <a:pt x="44193" y="16456"/>
                  </a:lnTo>
                  <a:lnTo>
                    <a:pt x="44193" y="15925"/>
                  </a:lnTo>
                  <a:lnTo>
                    <a:pt x="43928" y="15395"/>
                  </a:lnTo>
                  <a:lnTo>
                    <a:pt x="43530" y="14996"/>
                  </a:lnTo>
                  <a:lnTo>
                    <a:pt x="42999" y="14731"/>
                  </a:lnTo>
                  <a:lnTo>
                    <a:pt x="39283" y="13669"/>
                  </a:lnTo>
                  <a:lnTo>
                    <a:pt x="39283" y="13271"/>
                  </a:lnTo>
                  <a:lnTo>
                    <a:pt x="42866" y="12077"/>
                  </a:lnTo>
                  <a:lnTo>
                    <a:pt x="43397" y="11811"/>
                  </a:lnTo>
                  <a:lnTo>
                    <a:pt x="43795" y="11413"/>
                  </a:lnTo>
                  <a:lnTo>
                    <a:pt x="44193" y="11015"/>
                  </a:lnTo>
                  <a:lnTo>
                    <a:pt x="44326" y="10484"/>
                  </a:lnTo>
                  <a:lnTo>
                    <a:pt x="44326" y="10352"/>
                  </a:lnTo>
                  <a:lnTo>
                    <a:pt x="44193" y="9821"/>
                  </a:lnTo>
                  <a:lnTo>
                    <a:pt x="43928" y="9290"/>
                  </a:lnTo>
                  <a:lnTo>
                    <a:pt x="41805" y="6503"/>
                  </a:lnTo>
                  <a:lnTo>
                    <a:pt x="41539" y="6105"/>
                  </a:lnTo>
                  <a:lnTo>
                    <a:pt x="41141" y="5839"/>
                  </a:lnTo>
                  <a:lnTo>
                    <a:pt x="40610" y="5574"/>
                  </a:lnTo>
                  <a:lnTo>
                    <a:pt x="39681" y="5574"/>
                  </a:lnTo>
                  <a:lnTo>
                    <a:pt x="34904" y="6370"/>
                  </a:lnTo>
                  <a:lnTo>
                    <a:pt x="33842" y="5707"/>
                  </a:lnTo>
                  <a:lnTo>
                    <a:pt x="33577" y="5574"/>
                  </a:lnTo>
                  <a:lnTo>
                    <a:pt x="34373" y="3981"/>
                  </a:lnTo>
                  <a:lnTo>
                    <a:pt x="34506" y="3583"/>
                  </a:lnTo>
                  <a:lnTo>
                    <a:pt x="34638" y="3185"/>
                  </a:lnTo>
                  <a:lnTo>
                    <a:pt x="34638" y="2920"/>
                  </a:lnTo>
                  <a:lnTo>
                    <a:pt x="34506" y="2389"/>
                  </a:lnTo>
                  <a:lnTo>
                    <a:pt x="34107" y="1858"/>
                  </a:lnTo>
                  <a:lnTo>
                    <a:pt x="33709" y="1593"/>
                  </a:lnTo>
                  <a:lnTo>
                    <a:pt x="33178" y="1327"/>
                  </a:lnTo>
                  <a:lnTo>
                    <a:pt x="28003" y="133"/>
                  </a:lnTo>
                  <a:lnTo>
                    <a:pt x="27472" y="0"/>
                  </a:lnTo>
                  <a:lnTo>
                    <a:pt x="27074" y="133"/>
                  </a:lnTo>
                  <a:lnTo>
                    <a:pt x="26543" y="266"/>
                  </a:lnTo>
                  <a:lnTo>
                    <a:pt x="26145" y="531"/>
                  </a:lnTo>
                  <a:lnTo>
                    <a:pt x="25747" y="796"/>
                  </a:lnTo>
                  <a:lnTo>
                    <a:pt x="23623" y="2920"/>
                  </a:lnTo>
                  <a:lnTo>
                    <a:pt x="20571" y="2920"/>
                  </a:lnTo>
                  <a:lnTo>
                    <a:pt x="18448" y="664"/>
                  </a:lnTo>
                  <a:lnTo>
                    <a:pt x="18049" y="398"/>
                  </a:lnTo>
                  <a:lnTo>
                    <a:pt x="17651" y="133"/>
                  </a:lnTo>
                  <a:lnTo>
                    <a:pt x="17253"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3948;p40">
              <a:extLst>
                <a:ext uri="{FF2B5EF4-FFF2-40B4-BE49-F238E27FC236}">
                  <a16:creationId xmlns:a16="http://schemas.microsoft.com/office/drawing/2014/main" id="{BFD04480-AF89-99CD-D0EB-323CCEA311FB}"/>
                </a:ext>
              </a:extLst>
            </p:cNvPr>
            <p:cNvSpPr/>
            <p:nvPr/>
          </p:nvSpPr>
          <p:spPr>
            <a:xfrm>
              <a:off x="5465474" y="3986129"/>
              <a:ext cx="734942" cy="444477"/>
            </a:xfrm>
            <a:custGeom>
              <a:avLst/>
              <a:gdLst/>
              <a:ahLst/>
              <a:cxnLst/>
              <a:rect l="l" t="t" r="r" b="b"/>
              <a:pathLst>
                <a:path w="44327" h="26808" fill="none" extrusionOk="0">
                  <a:moveTo>
                    <a:pt x="16722" y="26808"/>
                  </a:moveTo>
                  <a:lnTo>
                    <a:pt x="16722" y="26808"/>
                  </a:lnTo>
                  <a:lnTo>
                    <a:pt x="16324" y="26808"/>
                  </a:lnTo>
                  <a:lnTo>
                    <a:pt x="11016" y="25613"/>
                  </a:lnTo>
                  <a:lnTo>
                    <a:pt x="11016" y="25613"/>
                  </a:lnTo>
                  <a:lnTo>
                    <a:pt x="10750" y="25481"/>
                  </a:lnTo>
                  <a:lnTo>
                    <a:pt x="10352" y="25215"/>
                  </a:lnTo>
                  <a:lnTo>
                    <a:pt x="10087" y="24950"/>
                  </a:lnTo>
                  <a:lnTo>
                    <a:pt x="9821" y="24552"/>
                  </a:lnTo>
                  <a:lnTo>
                    <a:pt x="9821" y="24552"/>
                  </a:lnTo>
                  <a:lnTo>
                    <a:pt x="9689" y="24153"/>
                  </a:lnTo>
                  <a:lnTo>
                    <a:pt x="9689" y="23755"/>
                  </a:lnTo>
                  <a:lnTo>
                    <a:pt x="9689" y="23357"/>
                  </a:lnTo>
                  <a:lnTo>
                    <a:pt x="9821" y="22826"/>
                  </a:lnTo>
                  <a:lnTo>
                    <a:pt x="10618" y="21367"/>
                  </a:lnTo>
                  <a:lnTo>
                    <a:pt x="10618" y="21367"/>
                  </a:lnTo>
                  <a:lnTo>
                    <a:pt x="9291" y="20438"/>
                  </a:lnTo>
                  <a:lnTo>
                    <a:pt x="4646" y="21234"/>
                  </a:lnTo>
                  <a:lnTo>
                    <a:pt x="4646" y="21234"/>
                  </a:lnTo>
                  <a:lnTo>
                    <a:pt x="4248" y="21234"/>
                  </a:lnTo>
                  <a:lnTo>
                    <a:pt x="4248" y="21234"/>
                  </a:lnTo>
                  <a:lnTo>
                    <a:pt x="3717" y="21234"/>
                  </a:lnTo>
                  <a:lnTo>
                    <a:pt x="3186" y="21101"/>
                  </a:lnTo>
                  <a:lnTo>
                    <a:pt x="2788" y="20836"/>
                  </a:lnTo>
                  <a:lnTo>
                    <a:pt x="2390" y="20438"/>
                  </a:lnTo>
                  <a:lnTo>
                    <a:pt x="399" y="17651"/>
                  </a:lnTo>
                  <a:lnTo>
                    <a:pt x="1" y="17385"/>
                  </a:lnTo>
                  <a:lnTo>
                    <a:pt x="1" y="16058"/>
                  </a:lnTo>
                  <a:lnTo>
                    <a:pt x="134" y="15925"/>
                  </a:lnTo>
                  <a:lnTo>
                    <a:pt x="134" y="15925"/>
                  </a:lnTo>
                  <a:lnTo>
                    <a:pt x="266" y="15660"/>
                  </a:lnTo>
                  <a:lnTo>
                    <a:pt x="266" y="15660"/>
                  </a:lnTo>
                  <a:lnTo>
                    <a:pt x="266" y="15660"/>
                  </a:lnTo>
                  <a:lnTo>
                    <a:pt x="797" y="15129"/>
                  </a:lnTo>
                  <a:lnTo>
                    <a:pt x="1461" y="14731"/>
                  </a:lnTo>
                  <a:lnTo>
                    <a:pt x="5044" y="13669"/>
                  </a:lnTo>
                  <a:lnTo>
                    <a:pt x="5044" y="13669"/>
                  </a:lnTo>
                  <a:lnTo>
                    <a:pt x="5044" y="13271"/>
                  </a:lnTo>
                  <a:lnTo>
                    <a:pt x="1328" y="12077"/>
                  </a:lnTo>
                  <a:lnTo>
                    <a:pt x="1328" y="12077"/>
                  </a:lnTo>
                  <a:lnTo>
                    <a:pt x="797" y="11811"/>
                  </a:lnTo>
                  <a:lnTo>
                    <a:pt x="532" y="11546"/>
                  </a:lnTo>
                  <a:lnTo>
                    <a:pt x="266" y="11148"/>
                  </a:lnTo>
                  <a:lnTo>
                    <a:pt x="1" y="10750"/>
                  </a:lnTo>
                  <a:lnTo>
                    <a:pt x="1" y="10617"/>
                  </a:lnTo>
                  <a:lnTo>
                    <a:pt x="1" y="10484"/>
                  </a:lnTo>
                  <a:lnTo>
                    <a:pt x="1" y="10484"/>
                  </a:lnTo>
                  <a:lnTo>
                    <a:pt x="1" y="10352"/>
                  </a:lnTo>
                  <a:lnTo>
                    <a:pt x="1" y="10352"/>
                  </a:lnTo>
                  <a:lnTo>
                    <a:pt x="134" y="9821"/>
                  </a:lnTo>
                  <a:lnTo>
                    <a:pt x="399" y="9157"/>
                  </a:lnTo>
                  <a:lnTo>
                    <a:pt x="2257" y="6636"/>
                  </a:lnTo>
                  <a:lnTo>
                    <a:pt x="2257" y="6636"/>
                  </a:lnTo>
                  <a:lnTo>
                    <a:pt x="2655" y="6105"/>
                  </a:lnTo>
                  <a:lnTo>
                    <a:pt x="3186" y="5839"/>
                  </a:lnTo>
                  <a:lnTo>
                    <a:pt x="3717" y="5707"/>
                  </a:lnTo>
                  <a:lnTo>
                    <a:pt x="4248" y="5574"/>
                  </a:lnTo>
                  <a:lnTo>
                    <a:pt x="4248" y="5574"/>
                  </a:lnTo>
                  <a:lnTo>
                    <a:pt x="4513" y="5574"/>
                  </a:lnTo>
                  <a:lnTo>
                    <a:pt x="9291" y="6370"/>
                  </a:lnTo>
                  <a:lnTo>
                    <a:pt x="9291" y="6370"/>
                  </a:lnTo>
                  <a:lnTo>
                    <a:pt x="9291" y="6370"/>
                  </a:lnTo>
                  <a:lnTo>
                    <a:pt x="10352" y="5707"/>
                  </a:lnTo>
                  <a:lnTo>
                    <a:pt x="10352" y="5707"/>
                  </a:lnTo>
                  <a:lnTo>
                    <a:pt x="10618" y="5574"/>
                  </a:lnTo>
                  <a:lnTo>
                    <a:pt x="9821" y="3849"/>
                  </a:lnTo>
                  <a:lnTo>
                    <a:pt x="9821" y="3849"/>
                  </a:lnTo>
                  <a:lnTo>
                    <a:pt x="9689" y="3451"/>
                  </a:lnTo>
                  <a:lnTo>
                    <a:pt x="9689" y="3052"/>
                  </a:lnTo>
                  <a:lnTo>
                    <a:pt x="9689" y="3052"/>
                  </a:lnTo>
                  <a:lnTo>
                    <a:pt x="9689" y="2522"/>
                  </a:lnTo>
                  <a:lnTo>
                    <a:pt x="10087" y="1991"/>
                  </a:lnTo>
                  <a:lnTo>
                    <a:pt x="10618" y="1593"/>
                  </a:lnTo>
                  <a:lnTo>
                    <a:pt x="11149" y="1327"/>
                  </a:lnTo>
                  <a:lnTo>
                    <a:pt x="16192" y="133"/>
                  </a:lnTo>
                  <a:lnTo>
                    <a:pt x="16192" y="133"/>
                  </a:lnTo>
                  <a:lnTo>
                    <a:pt x="16722" y="0"/>
                  </a:lnTo>
                  <a:lnTo>
                    <a:pt x="16722" y="0"/>
                  </a:lnTo>
                  <a:lnTo>
                    <a:pt x="17253" y="0"/>
                  </a:lnTo>
                  <a:lnTo>
                    <a:pt x="17651" y="133"/>
                  </a:lnTo>
                  <a:lnTo>
                    <a:pt x="18049" y="398"/>
                  </a:lnTo>
                  <a:lnTo>
                    <a:pt x="18448" y="664"/>
                  </a:lnTo>
                  <a:lnTo>
                    <a:pt x="20571" y="2920"/>
                  </a:lnTo>
                  <a:lnTo>
                    <a:pt x="20571" y="2920"/>
                  </a:lnTo>
                  <a:lnTo>
                    <a:pt x="22031" y="2920"/>
                  </a:lnTo>
                  <a:lnTo>
                    <a:pt x="22031" y="2920"/>
                  </a:lnTo>
                  <a:lnTo>
                    <a:pt x="23623" y="2920"/>
                  </a:lnTo>
                  <a:lnTo>
                    <a:pt x="25747" y="796"/>
                  </a:lnTo>
                  <a:lnTo>
                    <a:pt x="25747" y="796"/>
                  </a:lnTo>
                  <a:lnTo>
                    <a:pt x="26145" y="531"/>
                  </a:lnTo>
                  <a:lnTo>
                    <a:pt x="26543" y="266"/>
                  </a:lnTo>
                  <a:lnTo>
                    <a:pt x="27074" y="133"/>
                  </a:lnTo>
                  <a:lnTo>
                    <a:pt x="27472" y="0"/>
                  </a:lnTo>
                  <a:lnTo>
                    <a:pt x="27472" y="0"/>
                  </a:lnTo>
                  <a:lnTo>
                    <a:pt x="28003" y="133"/>
                  </a:lnTo>
                  <a:lnTo>
                    <a:pt x="33178" y="1327"/>
                  </a:lnTo>
                  <a:lnTo>
                    <a:pt x="33178" y="1327"/>
                  </a:lnTo>
                  <a:lnTo>
                    <a:pt x="33709" y="1593"/>
                  </a:lnTo>
                  <a:lnTo>
                    <a:pt x="34107" y="1858"/>
                  </a:lnTo>
                  <a:lnTo>
                    <a:pt x="34506" y="2389"/>
                  </a:lnTo>
                  <a:lnTo>
                    <a:pt x="34638" y="2920"/>
                  </a:lnTo>
                  <a:lnTo>
                    <a:pt x="34638" y="2920"/>
                  </a:lnTo>
                  <a:lnTo>
                    <a:pt x="34638" y="3185"/>
                  </a:lnTo>
                  <a:lnTo>
                    <a:pt x="34638" y="3185"/>
                  </a:lnTo>
                  <a:lnTo>
                    <a:pt x="34506" y="3583"/>
                  </a:lnTo>
                  <a:lnTo>
                    <a:pt x="34373" y="3981"/>
                  </a:lnTo>
                  <a:lnTo>
                    <a:pt x="33577" y="5574"/>
                  </a:lnTo>
                  <a:lnTo>
                    <a:pt x="33577" y="5574"/>
                  </a:lnTo>
                  <a:lnTo>
                    <a:pt x="33842" y="5707"/>
                  </a:lnTo>
                  <a:lnTo>
                    <a:pt x="33842" y="5707"/>
                  </a:lnTo>
                  <a:lnTo>
                    <a:pt x="34904" y="6370"/>
                  </a:lnTo>
                  <a:lnTo>
                    <a:pt x="39681" y="5574"/>
                  </a:lnTo>
                  <a:lnTo>
                    <a:pt x="39681" y="5574"/>
                  </a:lnTo>
                  <a:lnTo>
                    <a:pt x="40079" y="5574"/>
                  </a:lnTo>
                  <a:lnTo>
                    <a:pt x="40079" y="5574"/>
                  </a:lnTo>
                  <a:lnTo>
                    <a:pt x="40610" y="5574"/>
                  </a:lnTo>
                  <a:lnTo>
                    <a:pt x="41141" y="5839"/>
                  </a:lnTo>
                  <a:lnTo>
                    <a:pt x="41539" y="6105"/>
                  </a:lnTo>
                  <a:lnTo>
                    <a:pt x="41805" y="6503"/>
                  </a:lnTo>
                  <a:lnTo>
                    <a:pt x="43928" y="9290"/>
                  </a:lnTo>
                  <a:lnTo>
                    <a:pt x="43928" y="9290"/>
                  </a:lnTo>
                  <a:lnTo>
                    <a:pt x="44193" y="9821"/>
                  </a:lnTo>
                  <a:lnTo>
                    <a:pt x="44326" y="10352"/>
                  </a:lnTo>
                  <a:lnTo>
                    <a:pt x="44326" y="10352"/>
                  </a:lnTo>
                  <a:lnTo>
                    <a:pt x="44326" y="10484"/>
                  </a:lnTo>
                  <a:lnTo>
                    <a:pt x="44326" y="10484"/>
                  </a:lnTo>
                  <a:lnTo>
                    <a:pt x="44193" y="11015"/>
                  </a:lnTo>
                  <a:lnTo>
                    <a:pt x="43795" y="11413"/>
                  </a:lnTo>
                  <a:lnTo>
                    <a:pt x="43397" y="11811"/>
                  </a:lnTo>
                  <a:lnTo>
                    <a:pt x="42866" y="12077"/>
                  </a:lnTo>
                  <a:lnTo>
                    <a:pt x="39283" y="13271"/>
                  </a:lnTo>
                  <a:lnTo>
                    <a:pt x="39283" y="13271"/>
                  </a:lnTo>
                  <a:lnTo>
                    <a:pt x="39283" y="13669"/>
                  </a:lnTo>
                  <a:lnTo>
                    <a:pt x="42999" y="14731"/>
                  </a:lnTo>
                  <a:lnTo>
                    <a:pt x="42999" y="14731"/>
                  </a:lnTo>
                  <a:lnTo>
                    <a:pt x="43530" y="14996"/>
                  </a:lnTo>
                  <a:lnTo>
                    <a:pt x="43928" y="15395"/>
                  </a:lnTo>
                  <a:lnTo>
                    <a:pt x="44193" y="15925"/>
                  </a:lnTo>
                  <a:lnTo>
                    <a:pt x="44193" y="16456"/>
                  </a:lnTo>
                  <a:lnTo>
                    <a:pt x="44193" y="16456"/>
                  </a:lnTo>
                  <a:lnTo>
                    <a:pt x="44193" y="17120"/>
                  </a:lnTo>
                  <a:lnTo>
                    <a:pt x="43928" y="17651"/>
                  </a:lnTo>
                  <a:lnTo>
                    <a:pt x="41937" y="20305"/>
                  </a:lnTo>
                  <a:lnTo>
                    <a:pt x="41937" y="20305"/>
                  </a:lnTo>
                  <a:lnTo>
                    <a:pt x="41539" y="20703"/>
                  </a:lnTo>
                  <a:lnTo>
                    <a:pt x="41141" y="20968"/>
                  </a:lnTo>
                  <a:lnTo>
                    <a:pt x="40610" y="21234"/>
                  </a:lnTo>
                  <a:lnTo>
                    <a:pt x="40079" y="21367"/>
                  </a:lnTo>
                  <a:lnTo>
                    <a:pt x="40079" y="21367"/>
                  </a:lnTo>
                  <a:lnTo>
                    <a:pt x="39681" y="21234"/>
                  </a:lnTo>
                  <a:lnTo>
                    <a:pt x="34904" y="20438"/>
                  </a:lnTo>
                  <a:lnTo>
                    <a:pt x="34904" y="20438"/>
                  </a:lnTo>
                  <a:lnTo>
                    <a:pt x="34904" y="20438"/>
                  </a:lnTo>
                  <a:lnTo>
                    <a:pt x="33577" y="21367"/>
                  </a:lnTo>
                  <a:lnTo>
                    <a:pt x="34506" y="22959"/>
                  </a:lnTo>
                  <a:lnTo>
                    <a:pt x="34506" y="22959"/>
                  </a:lnTo>
                  <a:lnTo>
                    <a:pt x="34638" y="23357"/>
                  </a:lnTo>
                  <a:lnTo>
                    <a:pt x="34638" y="23755"/>
                  </a:lnTo>
                  <a:lnTo>
                    <a:pt x="34638" y="24153"/>
                  </a:lnTo>
                  <a:lnTo>
                    <a:pt x="34506" y="24552"/>
                  </a:lnTo>
                  <a:lnTo>
                    <a:pt x="34506" y="24552"/>
                  </a:lnTo>
                  <a:lnTo>
                    <a:pt x="34240" y="24817"/>
                  </a:lnTo>
                  <a:lnTo>
                    <a:pt x="33975" y="25215"/>
                  </a:lnTo>
                  <a:lnTo>
                    <a:pt x="33577" y="25481"/>
                  </a:lnTo>
                  <a:lnTo>
                    <a:pt x="33046" y="25613"/>
                  </a:lnTo>
                  <a:lnTo>
                    <a:pt x="28135" y="26808"/>
                  </a:lnTo>
                  <a:lnTo>
                    <a:pt x="28135" y="26808"/>
                  </a:lnTo>
                  <a:lnTo>
                    <a:pt x="27472" y="26808"/>
                  </a:lnTo>
                  <a:lnTo>
                    <a:pt x="27472" y="26808"/>
                  </a:lnTo>
                  <a:lnTo>
                    <a:pt x="26941" y="26808"/>
                  </a:lnTo>
                  <a:lnTo>
                    <a:pt x="26543" y="26675"/>
                  </a:lnTo>
                  <a:lnTo>
                    <a:pt x="26145" y="26542"/>
                  </a:lnTo>
                  <a:lnTo>
                    <a:pt x="25879" y="26144"/>
                  </a:lnTo>
                  <a:lnTo>
                    <a:pt x="23623" y="23888"/>
                  </a:lnTo>
                  <a:lnTo>
                    <a:pt x="23623" y="23888"/>
                  </a:lnTo>
                  <a:lnTo>
                    <a:pt x="22163" y="24021"/>
                  </a:lnTo>
                  <a:lnTo>
                    <a:pt x="22163" y="24021"/>
                  </a:lnTo>
                  <a:lnTo>
                    <a:pt x="20571" y="23888"/>
                  </a:lnTo>
                  <a:lnTo>
                    <a:pt x="18580" y="26011"/>
                  </a:lnTo>
                  <a:lnTo>
                    <a:pt x="18580" y="26011"/>
                  </a:lnTo>
                  <a:lnTo>
                    <a:pt x="18182" y="26410"/>
                  </a:lnTo>
                  <a:lnTo>
                    <a:pt x="17784" y="26675"/>
                  </a:lnTo>
                  <a:lnTo>
                    <a:pt x="17253" y="26808"/>
                  </a:lnTo>
                  <a:lnTo>
                    <a:pt x="16722" y="2680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3949;p40">
              <a:extLst>
                <a:ext uri="{FF2B5EF4-FFF2-40B4-BE49-F238E27FC236}">
                  <a16:creationId xmlns:a16="http://schemas.microsoft.com/office/drawing/2014/main" id="{F0FB5364-9CD4-0C1D-0B41-0FBCD88B941D}"/>
                </a:ext>
              </a:extLst>
            </p:cNvPr>
            <p:cNvSpPr/>
            <p:nvPr/>
          </p:nvSpPr>
          <p:spPr>
            <a:xfrm>
              <a:off x="5705320" y="4146740"/>
              <a:ext cx="253044" cy="125444"/>
            </a:xfrm>
            <a:custGeom>
              <a:avLst/>
              <a:gdLst/>
              <a:ahLst/>
              <a:cxnLst/>
              <a:rect l="l" t="t" r="r" b="b"/>
              <a:pathLst>
                <a:path w="15262" h="7566" fill="none" extrusionOk="0">
                  <a:moveTo>
                    <a:pt x="7697" y="1"/>
                  </a:moveTo>
                  <a:lnTo>
                    <a:pt x="7697" y="1"/>
                  </a:lnTo>
                  <a:lnTo>
                    <a:pt x="6105" y="1"/>
                  </a:lnTo>
                  <a:lnTo>
                    <a:pt x="4512" y="399"/>
                  </a:lnTo>
                  <a:lnTo>
                    <a:pt x="4512" y="399"/>
                  </a:lnTo>
                  <a:lnTo>
                    <a:pt x="3318" y="665"/>
                  </a:lnTo>
                  <a:lnTo>
                    <a:pt x="2389" y="1063"/>
                  </a:lnTo>
                  <a:lnTo>
                    <a:pt x="1460" y="1594"/>
                  </a:lnTo>
                  <a:lnTo>
                    <a:pt x="797" y="2257"/>
                  </a:lnTo>
                  <a:lnTo>
                    <a:pt x="664" y="2390"/>
                  </a:lnTo>
                  <a:lnTo>
                    <a:pt x="664" y="2390"/>
                  </a:lnTo>
                  <a:lnTo>
                    <a:pt x="531" y="2522"/>
                  </a:lnTo>
                  <a:lnTo>
                    <a:pt x="531" y="2522"/>
                  </a:lnTo>
                  <a:lnTo>
                    <a:pt x="398" y="2655"/>
                  </a:lnTo>
                  <a:lnTo>
                    <a:pt x="266" y="2921"/>
                  </a:lnTo>
                  <a:lnTo>
                    <a:pt x="266" y="2921"/>
                  </a:lnTo>
                  <a:lnTo>
                    <a:pt x="133" y="3319"/>
                  </a:lnTo>
                  <a:lnTo>
                    <a:pt x="0" y="3850"/>
                  </a:lnTo>
                  <a:lnTo>
                    <a:pt x="133" y="4380"/>
                  </a:lnTo>
                  <a:lnTo>
                    <a:pt x="398" y="4911"/>
                  </a:lnTo>
                  <a:lnTo>
                    <a:pt x="398" y="4911"/>
                  </a:lnTo>
                  <a:lnTo>
                    <a:pt x="797" y="5309"/>
                  </a:lnTo>
                  <a:lnTo>
                    <a:pt x="1327" y="5840"/>
                  </a:lnTo>
                  <a:lnTo>
                    <a:pt x="1327" y="5840"/>
                  </a:lnTo>
                  <a:lnTo>
                    <a:pt x="1991" y="6238"/>
                  </a:lnTo>
                  <a:lnTo>
                    <a:pt x="1991" y="6238"/>
                  </a:lnTo>
                  <a:lnTo>
                    <a:pt x="3185" y="6769"/>
                  </a:lnTo>
                  <a:lnTo>
                    <a:pt x="4645" y="7167"/>
                  </a:lnTo>
                  <a:lnTo>
                    <a:pt x="6105" y="7433"/>
                  </a:lnTo>
                  <a:lnTo>
                    <a:pt x="7697" y="7565"/>
                  </a:lnTo>
                  <a:lnTo>
                    <a:pt x="7697" y="7565"/>
                  </a:lnTo>
                  <a:lnTo>
                    <a:pt x="9290" y="7433"/>
                  </a:lnTo>
                  <a:lnTo>
                    <a:pt x="10750" y="7167"/>
                  </a:lnTo>
                  <a:lnTo>
                    <a:pt x="10750" y="7167"/>
                  </a:lnTo>
                  <a:lnTo>
                    <a:pt x="12210" y="6769"/>
                  </a:lnTo>
                  <a:lnTo>
                    <a:pt x="13404" y="6238"/>
                  </a:lnTo>
                  <a:lnTo>
                    <a:pt x="13404" y="6238"/>
                  </a:lnTo>
                  <a:lnTo>
                    <a:pt x="13935" y="5840"/>
                  </a:lnTo>
                  <a:lnTo>
                    <a:pt x="13935" y="5840"/>
                  </a:lnTo>
                  <a:lnTo>
                    <a:pt x="14598" y="5309"/>
                  </a:lnTo>
                  <a:lnTo>
                    <a:pt x="14997" y="4779"/>
                  </a:lnTo>
                  <a:lnTo>
                    <a:pt x="14997" y="4779"/>
                  </a:lnTo>
                  <a:lnTo>
                    <a:pt x="15129" y="4513"/>
                  </a:lnTo>
                  <a:lnTo>
                    <a:pt x="15129" y="4380"/>
                  </a:lnTo>
                  <a:lnTo>
                    <a:pt x="15129" y="4380"/>
                  </a:lnTo>
                  <a:lnTo>
                    <a:pt x="15129" y="4380"/>
                  </a:lnTo>
                  <a:lnTo>
                    <a:pt x="15262" y="3982"/>
                  </a:lnTo>
                  <a:lnTo>
                    <a:pt x="15262" y="3451"/>
                  </a:lnTo>
                  <a:lnTo>
                    <a:pt x="15129" y="3053"/>
                  </a:lnTo>
                  <a:lnTo>
                    <a:pt x="14864" y="2655"/>
                  </a:lnTo>
                  <a:lnTo>
                    <a:pt x="14864" y="2655"/>
                  </a:lnTo>
                  <a:lnTo>
                    <a:pt x="14333" y="1992"/>
                  </a:lnTo>
                  <a:lnTo>
                    <a:pt x="13669" y="1594"/>
                  </a:lnTo>
                  <a:lnTo>
                    <a:pt x="13006" y="1063"/>
                  </a:lnTo>
                  <a:lnTo>
                    <a:pt x="12077" y="665"/>
                  </a:lnTo>
                  <a:lnTo>
                    <a:pt x="11015" y="399"/>
                  </a:lnTo>
                  <a:lnTo>
                    <a:pt x="9954" y="134"/>
                  </a:lnTo>
                  <a:lnTo>
                    <a:pt x="8892" y="1"/>
                  </a:lnTo>
                  <a:lnTo>
                    <a:pt x="769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3950;p40">
              <a:extLst>
                <a:ext uri="{FF2B5EF4-FFF2-40B4-BE49-F238E27FC236}">
                  <a16:creationId xmlns:a16="http://schemas.microsoft.com/office/drawing/2014/main" id="{3BCCE823-961A-7F90-5881-9A0615F8CB75}"/>
                </a:ext>
              </a:extLst>
            </p:cNvPr>
            <p:cNvSpPr/>
            <p:nvPr/>
          </p:nvSpPr>
          <p:spPr>
            <a:xfrm>
              <a:off x="8235710" y="2483285"/>
              <a:ext cx="321271" cy="426885"/>
            </a:xfrm>
            <a:custGeom>
              <a:avLst/>
              <a:gdLst/>
              <a:ahLst/>
              <a:cxnLst/>
              <a:rect l="l" t="t" r="r" b="b"/>
              <a:pathLst>
                <a:path w="19377" h="25747" extrusionOk="0">
                  <a:moveTo>
                    <a:pt x="16058" y="1"/>
                  </a:moveTo>
                  <a:lnTo>
                    <a:pt x="15527" y="266"/>
                  </a:lnTo>
                  <a:lnTo>
                    <a:pt x="0" y="22694"/>
                  </a:lnTo>
                  <a:lnTo>
                    <a:pt x="6370" y="25747"/>
                  </a:lnTo>
                  <a:lnTo>
                    <a:pt x="19376" y="2390"/>
                  </a:lnTo>
                  <a:lnTo>
                    <a:pt x="19243" y="1859"/>
                  </a:lnTo>
                  <a:lnTo>
                    <a:pt x="18978" y="1461"/>
                  </a:lnTo>
                  <a:lnTo>
                    <a:pt x="18447" y="930"/>
                  </a:lnTo>
                  <a:lnTo>
                    <a:pt x="17916" y="532"/>
                  </a:lnTo>
                  <a:lnTo>
                    <a:pt x="17253" y="134"/>
                  </a:lnTo>
                  <a:lnTo>
                    <a:pt x="16589"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3951;p40">
              <a:extLst>
                <a:ext uri="{FF2B5EF4-FFF2-40B4-BE49-F238E27FC236}">
                  <a16:creationId xmlns:a16="http://schemas.microsoft.com/office/drawing/2014/main" id="{A18396B3-73B4-3586-45BA-5F516D9E9116}"/>
                </a:ext>
              </a:extLst>
            </p:cNvPr>
            <p:cNvSpPr/>
            <p:nvPr/>
          </p:nvSpPr>
          <p:spPr>
            <a:xfrm>
              <a:off x="8235710" y="2483285"/>
              <a:ext cx="321271" cy="426885"/>
            </a:xfrm>
            <a:custGeom>
              <a:avLst/>
              <a:gdLst/>
              <a:ahLst/>
              <a:cxnLst/>
              <a:rect l="l" t="t" r="r" b="b"/>
              <a:pathLst>
                <a:path w="19377" h="25747" fill="none" extrusionOk="0">
                  <a:moveTo>
                    <a:pt x="15527" y="266"/>
                  </a:moveTo>
                  <a:lnTo>
                    <a:pt x="15527" y="266"/>
                  </a:lnTo>
                  <a:lnTo>
                    <a:pt x="16058" y="1"/>
                  </a:lnTo>
                  <a:lnTo>
                    <a:pt x="16589" y="1"/>
                  </a:lnTo>
                  <a:lnTo>
                    <a:pt x="17253" y="134"/>
                  </a:lnTo>
                  <a:lnTo>
                    <a:pt x="17916" y="532"/>
                  </a:lnTo>
                  <a:lnTo>
                    <a:pt x="18447" y="930"/>
                  </a:lnTo>
                  <a:lnTo>
                    <a:pt x="18978" y="1461"/>
                  </a:lnTo>
                  <a:lnTo>
                    <a:pt x="19243" y="1859"/>
                  </a:lnTo>
                  <a:lnTo>
                    <a:pt x="19376" y="2390"/>
                  </a:lnTo>
                  <a:lnTo>
                    <a:pt x="6370" y="25747"/>
                  </a:lnTo>
                  <a:lnTo>
                    <a:pt x="0" y="22694"/>
                  </a:lnTo>
                  <a:lnTo>
                    <a:pt x="15527" y="26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3952;p40">
              <a:extLst>
                <a:ext uri="{FF2B5EF4-FFF2-40B4-BE49-F238E27FC236}">
                  <a16:creationId xmlns:a16="http://schemas.microsoft.com/office/drawing/2014/main" id="{DE8B1B8A-8620-DB0C-48CA-6D4797CDAC1D}"/>
                </a:ext>
              </a:extLst>
            </p:cNvPr>
            <p:cNvSpPr/>
            <p:nvPr/>
          </p:nvSpPr>
          <p:spPr>
            <a:xfrm>
              <a:off x="8270910" y="2498688"/>
              <a:ext cx="281661" cy="365274"/>
            </a:xfrm>
            <a:custGeom>
              <a:avLst/>
              <a:gdLst/>
              <a:ahLst/>
              <a:cxnLst/>
              <a:rect l="l" t="t" r="r" b="b"/>
              <a:pathLst>
                <a:path w="16988" h="22031" extrusionOk="0">
                  <a:moveTo>
                    <a:pt x="13006" y="1"/>
                  </a:moveTo>
                  <a:lnTo>
                    <a:pt x="1" y="18713"/>
                  </a:lnTo>
                  <a:lnTo>
                    <a:pt x="1593" y="19111"/>
                  </a:lnTo>
                  <a:lnTo>
                    <a:pt x="3186" y="19907"/>
                  </a:lnTo>
                  <a:lnTo>
                    <a:pt x="4646" y="20836"/>
                  </a:lnTo>
                  <a:lnTo>
                    <a:pt x="5840" y="22031"/>
                  </a:lnTo>
                  <a:lnTo>
                    <a:pt x="16988" y="1859"/>
                  </a:lnTo>
                  <a:lnTo>
                    <a:pt x="13006"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3953;p40">
              <a:extLst>
                <a:ext uri="{FF2B5EF4-FFF2-40B4-BE49-F238E27FC236}">
                  <a16:creationId xmlns:a16="http://schemas.microsoft.com/office/drawing/2014/main" id="{9D516BE6-2379-4E05-4A5F-75FBF96E624A}"/>
                </a:ext>
              </a:extLst>
            </p:cNvPr>
            <p:cNvSpPr/>
            <p:nvPr/>
          </p:nvSpPr>
          <p:spPr>
            <a:xfrm>
              <a:off x="8270910" y="2498688"/>
              <a:ext cx="281661" cy="365274"/>
            </a:xfrm>
            <a:custGeom>
              <a:avLst/>
              <a:gdLst/>
              <a:ahLst/>
              <a:cxnLst/>
              <a:rect l="l" t="t" r="r" b="b"/>
              <a:pathLst>
                <a:path w="16988" h="22031" fill="none" extrusionOk="0">
                  <a:moveTo>
                    <a:pt x="13006" y="1"/>
                  </a:moveTo>
                  <a:lnTo>
                    <a:pt x="1" y="18713"/>
                  </a:lnTo>
                  <a:lnTo>
                    <a:pt x="1" y="18713"/>
                  </a:lnTo>
                  <a:lnTo>
                    <a:pt x="1593" y="19111"/>
                  </a:lnTo>
                  <a:lnTo>
                    <a:pt x="3186" y="19907"/>
                  </a:lnTo>
                  <a:lnTo>
                    <a:pt x="4646" y="20836"/>
                  </a:lnTo>
                  <a:lnTo>
                    <a:pt x="5840" y="22031"/>
                  </a:lnTo>
                  <a:lnTo>
                    <a:pt x="16988" y="1859"/>
                  </a:lnTo>
                  <a:lnTo>
                    <a:pt x="1300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3954;p40">
              <a:extLst>
                <a:ext uri="{FF2B5EF4-FFF2-40B4-BE49-F238E27FC236}">
                  <a16:creationId xmlns:a16="http://schemas.microsoft.com/office/drawing/2014/main" id="{4CF7BB92-A1AA-3604-5158-113CA601D98F}"/>
                </a:ext>
              </a:extLst>
            </p:cNvPr>
            <p:cNvSpPr/>
            <p:nvPr/>
          </p:nvSpPr>
          <p:spPr>
            <a:xfrm>
              <a:off x="8055287" y="2811138"/>
              <a:ext cx="129821" cy="171653"/>
            </a:xfrm>
            <a:custGeom>
              <a:avLst/>
              <a:gdLst/>
              <a:ahLst/>
              <a:cxnLst/>
              <a:rect l="l" t="t" r="r" b="b"/>
              <a:pathLst>
                <a:path w="7830" h="10353" extrusionOk="0">
                  <a:moveTo>
                    <a:pt x="5441" y="1"/>
                  </a:moveTo>
                  <a:lnTo>
                    <a:pt x="4645" y="133"/>
                  </a:lnTo>
                  <a:lnTo>
                    <a:pt x="3849" y="532"/>
                  </a:lnTo>
                  <a:lnTo>
                    <a:pt x="3052" y="1062"/>
                  </a:lnTo>
                  <a:lnTo>
                    <a:pt x="2389" y="1726"/>
                  </a:lnTo>
                  <a:lnTo>
                    <a:pt x="1725" y="2522"/>
                  </a:lnTo>
                  <a:lnTo>
                    <a:pt x="1194" y="3451"/>
                  </a:lnTo>
                  <a:lnTo>
                    <a:pt x="664" y="4380"/>
                  </a:lnTo>
                  <a:lnTo>
                    <a:pt x="266" y="5442"/>
                  </a:lnTo>
                  <a:lnTo>
                    <a:pt x="133" y="6371"/>
                  </a:lnTo>
                  <a:lnTo>
                    <a:pt x="0" y="7300"/>
                  </a:lnTo>
                  <a:lnTo>
                    <a:pt x="133" y="8229"/>
                  </a:lnTo>
                  <a:lnTo>
                    <a:pt x="398" y="8892"/>
                  </a:lnTo>
                  <a:lnTo>
                    <a:pt x="796" y="9556"/>
                  </a:lnTo>
                  <a:lnTo>
                    <a:pt x="1327" y="9821"/>
                  </a:lnTo>
                  <a:lnTo>
                    <a:pt x="2123" y="10352"/>
                  </a:lnTo>
                  <a:lnTo>
                    <a:pt x="2389" y="10087"/>
                  </a:lnTo>
                  <a:lnTo>
                    <a:pt x="3052" y="9954"/>
                  </a:lnTo>
                  <a:lnTo>
                    <a:pt x="3981" y="9556"/>
                  </a:lnTo>
                  <a:lnTo>
                    <a:pt x="4778" y="9025"/>
                  </a:lnTo>
                  <a:lnTo>
                    <a:pt x="5441" y="8229"/>
                  </a:lnTo>
                  <a:lnTo>
                    <a:pt x="6105" y="7432"/>
                  </a:lnTo>
                  <a:lnTo>
                    <a:pt x="6636" y="6636"/>
                  </a:lnTo>
                  <a:lnTo>
                    <a:pt x="7166" y="5575"/>
                  </a:lnTo>
                  <a:lnTo>
                    <a:pt x="7565" y="4646"/>
                  </a:lnTo>
                  <a:lnTo>
                    <a:pt x="7697" y="3717"/>
                  </a:lnTo>
                  <a:lnTo>
                    <a:pt x="7830" y="2655"/>
                  </a:lnTo>
                  <a:lnTo>
                    <a:pt x="7697" y="1726"/>
                  </a:lnTo>
                  <a:lnTo>
                    <a:pt x="7432" y="1062"/>
                  </a:lnTo>
                  <a:lnTo>
                    <a:pt x="7565" y="664"/>
                  </a:lnTo>
                  <a:lnTo>
                    <a:pt x="6636" y="266"/>
                  </a:lnTo>
                  <a:lnTo>
                    <a:pt x="6105"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3955;p40">
              <a:extLst>
                <a:ext uri="{FF2B5EF4-FFF2-40B4-BE49-F238E27FC236}">
                  <a16:creationId xmlns:a16="http://schemas.microsoft.com/office/drawing/2014/main" id="{A6634207-247B-32A1-C2F6-50323ABBEFBD}"/>
                </a:ext>
              </a:extLst>
            </p:cNvPr>
            <p:cNvSpPr/>
            <p:nvPr/>
          </p:nvSpPr>
          <p:spPr>
            <a:xfrm>
              <a:off x="8055287" y="2811138"/>
              <a:ext cx="129821" cy="171653"/>
            </a:xfrm>
            <a:custGeom>
              <a:avLst/>
              <a:gdLst/>
              <a:ahLst/>
              <a:cxnLst/>
              <a:rect l="l" t="t" r="r" b="b"/>
              <a:pathLst>
                <a:path w="7830" h="10353" fill="none" extrusionOk="0">
                  <a:moveTo>
                    <a:pt x="7830" y="2655"/>
                  </a:moveTo>
                  <a:lnTo>
                    <a:pt x="7830" y="2655"/>
                  </a:lnTo>
                  <a:lnTo>
                    <a:pt x="7697" y="1726"/>
                  </a:lnTo>
                  <a:lnTo>
                    <a:pt x="7432" y="1062"/>
                  </a:lnTo>
                  <a:lnTo>
                    <a:pt x="7565" y="664"/>
                  </a:lnTo>
                  <a:lnTo>
                    <a:pt x="6636" y="266"/>
                  </a:lnTo>
                  <a:lnTo>
                    <a:pt x="6636" y="266"/>
                  </a:lnTo>
                  <a:lnTo>
                    <a:pt x="6105" y="1"/>
                  </a:lnTo>
                  <a:lnTo>
                    <a:pt x="5441" y="1"/>
                  </a:lnTo>
                  <a:lnTo>
                    <a:pt x="4645" y="133"/>
                  </a:lnTo>
                  <a:lnTo>
                    <a:pt x="3849" y="532"/>
                  </a:lnTo>
                  <a:lnTo>
                    <a:pt x="3849" y="532"/>
                  </a:lnTo>
                  <a:lnTo>
                    <a:pt x="3052" y="1062"/>
                  </a:lnTo>
                  <a:lnTo>
                    <a:pt x="2389" y="1726"/>
                  </a:lnTo>
                  <a:lnTo>
                    <a:pt x="1725" y="2522"/>
                  </a:lnTo>
                  <a:lnTo>
                    <a:pt x="1194" y="3451"/>
                  </a:lnTo>
                  <a:lnTo>
                    <a:pt x="664" y="4380"/>
                  </a:lnTo>
                  <a:lnTo>
                    <a:pt x="266" y="5442"/>
                  </a:lnTo>
                  <a:lnTo>
                    <a:pt x="133" y="6371"/>
                  </a:lnTo>
                  <a:lnTo>
                    <a:pt x="0" y="7300"/>
                  </a:lnTo>
                  <a:lnTo>
                    <a:pt x="0" y="7300"/>
                  </a:lnTo>
                  <a:lnTo>
                    <a:pt x="133" y="8229"/>
                  </a:lnTo>
                  <a:lnTo>
                    <a:pt x="398" y="8892"/>
                  </a:lnTo>
                  <a:lnTo>
                    <a:pt x="796" y="9556"/>
                  </a:lnTo>
                  <a:lnTo>
                    <a:pt x="1327" y="9821"/>
                  </a:lnTo>
                  <a:lnTo>
                    <a:pt x="2123" y="10352"/>
                  </a:lnTo>
                  <a:lnTo>
                    <a:pt x="2389" y="10087"/>
                  </a:lnTo>
                  <a:lnTo>
                    <a:pt x="2389" y="10087"/>
                  </a:lnTo>
                  <a:lnTo>
                    <a:pt x="3052" y="9954"/>
                  </a:lnTo>
                  <a:lnTo>
                    <a:pt x="3981" y="9556"/>
                  </a:lnTo>
                  <a:lnTo>
                    <a:pt x="3981" y="9556"/>
                  </a:lnTo>
                  <a:lnTo>
                    <a:pt x="4778" y="9025"/>
                  </a:lnTo>
                  <a:lnTo>
                    <a:pt x="5441" y="8229"/>
                  </a:lnTo>
                  <a:lnTo>
                    <a:pt x="6105" y="7432"/>
                  </a:lnTo>
                  <a:lnTo>
                    <a:pt x="6636" y="6636"/>
                  </a:lnTo>
                  <a:lnTo>
                    <a:pt x="7166" y="5575"/>
                  </a:lnTo>
                  <a:lnTo>
                    <a:pt x="7565" y="4646"/>
                  </a:lnTo>
                  <a:lnTo>
                    <a:pt x="7697" y="3717"/>
                  </a:lnTo>
                  <a:lnTo>
                    <a:pt x="7830" y="265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3956;p40">
              <a:extLst>
                <a:ext uri="{FF2B5EF4-FFF2-40B4-BE49-F238E27FC236}">
                  <a16:creationId xmlns:a16="http://schemas.microsoft.com/office/drawing/2014/main" id="{9026F593-EC0A-01A8-A79B-5EC249C4850F}"/>
                </a:ext>
              </a:extLst>
            </p:cNvPr>
            <p:cNvSpPr/>
            <p:nvPr/>
          </p:nvSpPr>
          <p:spPr>
            <a:xfrm>
              <a:off x="8055287" y="2811138"/>
              <a:ext cx="121034" cy="165037"/>
            </a:xfrm>
            <a:custGeom>
              <a:avLst/>
              <a:gdLst/>
              <a:ahLst/>
              <a:cxnLst/>
              <a:rect l="l" t="t" r="r" b="b"/>
              <a:pathLst>
                <a:path w="7300" h="9954" extrusionOk="0">
                  <a:moveTo>
                    <a:pt x="5574" y="1"/>
                  </a:moveTo>
                  <a:lnTo>
                    <a:pt x="4778" y="133"/>
                  </a:lnTo>
                  <a:lnTo>
                    <a:pt x="3849" y="532"/>
                  </a:lnTo>
                  <a:lnTo>
                    <a:pt x="3052" y="1062"/>
                  </a:lnTo>
                  <a:lnTo>
                    <a:pt x="2389" y="1726"/>
                  </a:lnTo>
                  <a:lnTo>
                    <a:pt x="1725" y="2522"/>
                  </a:lnTo>
                  <a:lnTo>
                    <a:pt x="1194" y="3451"/>
                  </a:lnTo>
                  <a:lnTo>
                    <a:pt x="664" y="4380"/>
                  </a:lnTo>
                  <a:lnTo>
                    <a:pt x="266" y="5309"/>
                  </a:lnTo>
                  <a:lnTo>
                    <a:pt x="133" y="6371"/>
                  </a:lnTo>
                  <a:lnTo>
                    <a:pt x="0" y="7300"/>
                  </a:lnTo>
                  <a:lnTo>
                    <a:pt x="133" y="8229"/>
                  </a:lnTo>
                  <a:lnTo>
                    <a:pt x="398" y="8892"/>
                  </a:lnTo>
                  <a:lnTo>
                    <a:pt x="796" y="9556"/>
                  </a:lnTo>
                  <a:lnTo>
                    <a:pt x="1327" y="9821"/>
                  </a:lnTo>
                  <a:lnTo>
                    <a:pt x="1460" y="9954"/>
                  </a:lnTo>
                  <a:lnTo>
                    <a:pt x="1460" y="9556"/>
                  </a:lnTo>
                  <a:lnTo>
                    <a:pt x="1194" y="8892"/>
                  </a:lnTo>
                  <a:lnTo>
                    <a:pt x="1062" y="7831"/>
                  </a:lnTo>
                  <a:lnTo>
                    <a:pt x="1062" y="6902"/>
                  </a:lnTo>
                  <a:lnTo>
                    <a:pt x="1327" y="5840"/>
                  </a:lnTo>
                  <a:lnTo>
                    <a:pt x="1725" y="4911"/>
                  </a:lnTo>
                  <a:lnTo>
                    <a:pt x="2123" y="3982"/>
                  </a:lnTo>
                  <a:lnTo>
                    <a:pt x="2654" y="3053"/>
                  </a:lnTo>
                  <a:lnTo>
                    <a:pt x="3318" y="2257"/>
                  </a:lnTo>
                  <a:lnTo>
                    <a:pt x="4114" y="1593"/>
                  </a:lnTo>
                  <a:lnTo>
                    <a:pt x="4778" y="1062"/>
                  </a:lnTo>
                  <a:lnTo>
                    <a:pt x="5707" y="664"/>
                  </a:lnTo>
                  <a:lnTo>
                    <a:pt x="6636" y="532"/>
                  </a:lnTo>
                  <a:lnTo>
                    <a:pt x="7299" y="532"/>
                  </a:lnTo>
                  <a:lnTo>
                    <a:pt x="6636" y="266"/>
                  </a:lnTo>
                  <a:lnTo>
                    <a:pt x="623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3957;p40">
              <a:extLst>
                <a:ext uri="{FF2B5EF4-FFF2-40B4-BE49-F238E27FC236}">
                  <a16:creationId xmlns:a16="http://schemas.microsoft.com/office/drawing/2014/main" id="{6DDA02EC-6DE2-D1DE-69F6-9C3325358CD5}"/>
                </a:ext>
              </a:extLst>
            </p:cNvPr>
            <p:cNvSpPr/>
            <p:nvPr/>
          </p:nvSpPr>
          <p:spPr>
            <a:xfrm>
              <a:off x="8055287" y="2811138"/>
              <a:ext cx="121034" cy="165037"/>
            </a:xfrm>
            <a:custGeom>
              <a:avLst/>
              <a:gdLst/>
              <a:ahLst/>
              <a:cxnLst/>
              <a:rect l="l" t="t" r="r" b="b"/>
              <a:pathLst>
                <a:path w="7300" h="9954" fill="none" extrusionOk="0">
                  <a:moveTo>
                    <a:pt x="5574" y="1"/>
                  </a:moveTo>
                  <a:lnTo>
                    <a:pt x="5574" y="1"/>
                  </a:lnTo>
                  <a:lnTo>
                    <a:pt x="4778" y="133"/>
                  </a:lnTo>
                  <a:lnTo>
                    <a:pt x="3849" y="532"/>
                  </a:lnTo>
                  <a:lnTo>
                    <a:pt x="3849" y="532"/>
                  </a:lnTo>
                  <a:lnTo>
                    <a:pt x="3052" y="1062"/>
                  </a:lnTo>
                  <a:lnTo>
                    <a:pt x="2389" y="1726"/>
                  </a:lnTo>
                  <a:lnTo>
                    <a:pt x="1725" y="2522"/>
                  </a:lnTo>
                  <a:lnTo>
                    <a:pt x="1194" y="3451"/>
                  </a:lnTo>
                  <a:lnTo>
                    <a:pt x="664" y="4380"/>
                  </a:lnTo>
                  <a:lnTo>
                    <a:pt x="266" y="5309"/>
                  </a:lnTo>
                  <a:lnTo>
                    <a:pt x="133" y="6371"/>
                  </a:lnTo>
                  <a:lnTo>
                    <a:pt x="0" y="7300"/>
                  </a:lnTo>
                  <a:lnTo>
                    <a:pt x="0" y="7300"/>
                  </a:lnTo>
                  <a:lnTo>
                    <a:pt x="0" y="7300"/>
                  </a:lnTo>
                  <a:lnTo>
                    <a:pt x="0" y="7300"/>
                  </a:lnTo>
                  <a:lnTo>
                    <a:pt x="133" y="8229"/>
                  </a:lnTo>
                  <a:lnTo>
                    <a:pt x="398" y="8892"/>
                  </a:lnTo>
                  <a:lnTo>
                    <a:pt x="796" y="9556"/>
                  </a:lnTo>
                  <a:lnTo>
                    <a:pt x="1327" y="9821"/>
                  </a:lnTo>
                  <a:lnTo>
                    <a:pt x="1460" y="9954"/>
                  </a:lnTo>
                  <a:lnTo>
                    <a:pt x="1460" y="9556"/>
                  </a:lnTo>
                  <a:lnTo>
                    <a:pt x="1460" y="9556"/>
                  </a:lnTo>
                  <a:lnTo>
                    <a:pt x="1194" y="8892"/>
                  </a:lnTo>
                  <a:lnTo>
                    <a:pt x="1062" y="7831"/>
                  </a:lnTo>
                  <a:lnTo>
                    <a:pt x="1062" y="7831"/>
                  </a:lnTo>
                  <a:lnTo>
                    <a:pt x="1062" y="7831"/>
                  </a:lnTo>
                  <a:lnTo>
                    <a:pt x="1062" y="7831"/>
                  </a:lnTo>
                  <a:lnTo>
                    <a:pt x="1062" y="6902"/>
                  </a:lnTo>
                  <a:lnTo>
                    <a:pt x="1327" y="5840"/>
                  </a:lnTo>
                  <a:lnTo>
                    <a:pt x="1725" y="4911"/>
                  </a:lnTo>
                  <a:lnTo>
                    <a:pt x="2123" y="3982"/>
                  </a:lnTo>
                  <a:lnTo>
                    <a:pt x="2654" y="3053"/>
                  </a:lnTo>
                  <a:lnTo>
                    <a:pt x="3318" y="2257"/>
                  </a:lnTo>
                  <a:lnTo>
                    <a:pt x="4114" y="1593"/>
                  </a:lnTo>
                  <a:lnTo>
                    <a:pt x="4778" y="1062"/>
                  </a:lnTo>
                  <a:lnTo>
                    <a:pt x="4778" y="1062"/>
                  </a:lnTo>
                  <a:lnTo>
                    <a:pt x="5707" y="664"/>
                  </a:lnTo>
                  <a:lnTo>
                    <a:pt x="6636" y="532"/>
                  </a:lnTo>
                  <a:lnTo>
                    <a:pt x="6636" y="532"/>
                  </a:lnTo>
                  <a:lnTo>
                    <a:pt x="7166" y="532"/>
                  </a:lnTo>
                  <a:lnTo>
                    <a:pt x="7166" y="532"/>
                  </a:lnTo>
                  <a:lnTo>
                    <a:pt x="7299" y="532"/>
                  </a:lnTo>
                  <a:lnTo>
                    <a:pt x="6636" y="266"/>
                  </a:lnTo>
                  <a:lnTo>
                    <a:pt x="6636" y="266"/>
                  </a:lnTo>
                  <a:lnTo>
                    <a:pt x="6237" y="1"/>
                  </a:lnTo>
                  <a:lnTo>
                    <a:pt x="557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4" name="Google Shape;3958;p40">
              <a:extLst>
                <a:ext uri="{FF2B5EF4-FFF2-40B4-BE49-F238E27FC236}">
                  <a16:creationId xmlns:a16="http://schemas.microsoft.com/office/drawing/2014/main" id="{C1534636-355B-F372-97C3-57B2D43ABF6F}"/>
                </a:ext>
              </a:extLst>
            </p:cNvPr>
            <p:cNvSpPr/>
            <p:nvPr/>
          </p:nvSpPr>
          <p:spPr>
            <a:xfrm>
              <a:off x="8072878" y="2819942"/>
              <a:ext cx="127633" cy="167242"/>
            </a:xfrm>
            <a:custGeom>
              <a:avLst/>
              <a:gdLst/>
              <a:ahLst/>
              <a:cxnLst/>
              <a:rect l="l" t="t" r="r" b="b"/>
              <a:pathLst>
                <a:path w="7698" h="10087" extrusionOk="0">
                  <a:moveTo>
                    <a:pt x="5309" y="1"/>
                  </a:moveTo>
                  <a:lnTo>
                    <a:pt x="4513" y="133"/>
                  </a:lnTo>
                  <a:lnTo>
                    <a:pt x="3717" y="531"/>
                  </a:lnTo>
                  <a:lnTo>
                    <a:pt x="3053" y="1062"/>
                  </a:lnTo>
                  <a:lnTo>
                    <a:pt x="2257" y="1726"/>
                  </a:lnTo>
                  <a:lnTo>
                    <a:pt x="1593" y="2522"/>
                  </a:lnTo>
                  <a:lnTo>
                    <a:pt x="1062" y="3451"/>
                  </a:lnTo>
                  <a:lnTo>
                    <a:pt x="532" y="4380"/>
                  </a:lnTo>
                  <a:lnTo>
                    <a:pt x="266" y="5442"/>
                  </a:lnTo>
                  <a:lnTo>
                    <a:pt x="1" y="6371"/>
                  </a:lnTo>
                  <a:lnTo>
                    <a:pt x="1" y="7300"/>
                  </a:lnTo>
                  <a:lnTo>
                    <a:pt x="1" y="8229"/>
                  </a:lnTo>
                  <a:lnTo>
                    <a:pt x="266" y="8892"/>
                  </a:lnTo>
                  <a:lnTo>
                    <a:pt x="664" y="9423"/>
                  </a:lnTo>
                  <a:lnTo>
                    <a:pt x="1195" y="9821"/>
                  </a:lnTo>
                  <a:lnTo>
                    <a:pt x="1726" y="10087"/>
                  </a:lnTo>
                  <a:lnTo>
                    <a:pt x="2390" y="10087"/>
                  </a:lnTo>
                  <a:lnTo>
                    <a:pt x="3053" y="9954"/>
                  </a:lnTo>
                  <a:lnTo>
                    <a:pt x="3849" y="9556"/>
                  </a:lnTo>
                  <a:lnTo>
                    <a:pt x="4646" y="9025"/>
                  </a:lnTo>
                  <a:lnTo>
                    <a:pt x="5442" y="8361"/>
                  </a:lnTo>
                  <a:lnTo>
                    <a:pt x="6105" y="7432"/>
                  </a:lnTo>
                  <a:lnTo>
                    <a:pt x="6636" y="6636"/>
                  </a:lnTo>
                  <a:lnTo>
                    <a:pt x="7034" y="5707"/>
                  </a:lnTo>
                  <a:lnTo>
                    <a:pt x="7433" y="4645"/>
                  </a:lnTo>
                  <a:lnTo>
                    <a:pt x="7698" y="3716"/>
                  </a:lnTo>
                  <a:lnTo>
                    <a:pt x="7698" y="2787"/>
                  </a:lnTo>
                  <a:lnTo>
                    <a:pt x="7565" y="1858"/>
                  </a:lnTo>
                  <a:lnTo>
                    <a:pt x="7433" y="1195"/>
                  </a:lnTo>
                  <a:lnTo>
                    <a:pt x="7034" y="664"/>
                  </a:lnTo>
                  <a:lnTo>
                    <a:pt x="6504" y="266"/>
                  </a:lnTo>
                  <a:lnTo>
                    <a:pt x="597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3959;p40">
              <a:extLst>
                <a:ext uri="{FF2B5EF4-FFF2-40B4-BE49-F238E27FC236}">
                  <a16:creationId xmlns:a16="http://schemas.microsoft.com/office/drawing/2014/main" id="{36517E86-EF50-D4F4-8B30-F6657820731F}"/>
                </a:ext>
              </a:extLst>
            </p:cNvPr>
            <p:cNvSpPr/>
            <p:nvPr/>
          </p:nvSpPr>
          <p:spPr>
            <a:xfrm>
              <a:off x="8072878" y="2819942"/>
              <a:ext cx="127633" cy="167242"/>
            </a:xfrm>
            <a:custGeom>
              <a:avLst/>
              <a:gdLst/>
              <a:ahLst/>
              <a:cxnLst/>
              <a:rect l="l" t="t" r="r" b="b"/>
              <a:pathLst>
                <a:path w="7698" h="10087" fill="none" extrusionOk="0">
                  <a:moveTo>
                    <a:pt x="3717" y="531"/>
                  </a:moveTo>
                  <a:lnTo>
                    <a:pt x="3717" y="531"/>
                  </a:lnTo>
                  <a:lnTo>
                    <a:pt x="3053" y="1062"/>
                  </a:lnTo>
                  <a:lnTo>
                    <a:pt x="2257" y="1726"/>
                  </a:lnTo>
                  <a:lnTo>
                    <a:pt x="1593" y="2522"/>
                  </a:lnTo>
                  <a:lnTo>
                    <a:pt x="1062" y="3451"/>
                  </a:lnTo>
                  <a:lnTo>
                    <a:pt x="532" y="4380"/>
                  </a:lnTo>
                  <a:lnTo>
                    <a:pt x="266" y="5442"/>
                  </a:lnTo>
                  <a:lnTo>
                    <a:pt x="1" y="6371"/>
                  </a:lnTo>
                  <a:lnTo>
                    <a:pt x="1" y="7300"/>
                  </a:lnTo>
                  <a:lnTo>
                    <a:pt x="1" y="7300"/>
                  </a:lnTo>
                  <a:lnTo>
                    <a:pt x="1" y="8229"/>
                  </a:lnTo>
                  <a:lnTo>
                    <a:pt x="266" y="8892"/>
                  </a:lnTo>
                  <a:lnTo>
                    <a:pt x="664" y="9423"/>
                  </a:lnTo>
                  <a:lnTo>
                    <a:pt x="1195" y="9821"/>
                  </a:lnTo>
                  <a:lnTo>
                    <a:pt x="1726" y="10087"/>
                  </a:lnTo>
                  <a:lnTo>
                    <a:pt x="2390" y="10087"/>
                  </a:lnTo>
                  <a:lnTo>
                    <a:pt x="3053" y="9954"/>
                  </a:lnTo>
                  <a:lnTo>
                    <a:pt x="3849" y="9556"/>
                  </a:lnTo>
                  <a:lnTo>
                    <a:pt x="3849" y="9556"/>
                  </a:lnTo>
                  <a:lnTo>
                    <a:pt x="4646" y="9025"/>
                  </a:lnTo>
                  <a:lnTo>
                    <a:pt x="5442" y="8361"/>
                  </a:lnTo>
                  <a:lnTo>
                    <a:pt x="6105" y="7432"/>
                  </a:lnTo>
                  <a:lnTo>
                    <a:pt x="6636" y="6636"/>
                  </a:lnTo>
                  <a:lnTo>
                    <a:pt x="7034" y="5707"/>
                  </a:lnTo>
                  <a:lnTo>
                    <a:pt x="7433" y="4645"/>
                  </a:lnTo>
                  <a:lnTo>
                    <a:pt x="7698" y="3716"/>
                  </a:lnTo>
                  <a:lnTo>
                    <a:pt x="7698" y="2787"/>
                  </a:lnTo>
                  <a:lnTo>
                    <a:pt x="7698" y="2787"/>
                  </a:lnTo>
                  <a:lnTo>
                    <a:pt x="7565" y="1858"/>
                  </a:lnTo>
                  <a:lnTo>
                    <a:pt x="7433" y="1195"/>
                  </a:lnTo>
                  <a:lnTo>
                    <a:pt x="7034" y="664"/>
                  </a:lnTo>
                  <a:lnTo>
                    <a:pt x="6504" y="266"/>
                  </a:lnTo>
                  <a:lnTo>
                    <a:pt x="5973" y="1"/>
                  </a:lnTo>
                  <a:lnTo>
                    <a:pt x="5309" y="1"/>
                  </a:lnTo>
                  <a:lnTo>
                    <a:pt x="4513" y="133"/>
                  </a:lnTo>
                  <a:lnTo>
                    <a:pt x="3717" y="53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3960;p40">
              <a:extLst>
                <a:ext uri="{FF2B5EF4-FFF2-40B4-BE49-F238E27FC236}">
                  <a16:creationId xmlns:a16="http://schemas.microsoft.com/office/drawing/2014/main" id="{C64E2F7E-C117-E36D-E1D4-684DBFAB2567}"/>
                </a:ext>
              </a:extLst>
            </p:cNvPr>
            <p:cNvSpPr/>
            <p:nvPr/>
          </p:nvSpPr>
          <p:spPr>
            <a:xfrm>
              <a:off x="8072878" y="2819942"/>
              <a:ext cx="101237" cy="149635"/>
            </a:xfrm>
            <a:custGeom>
              <a:avLst/>
              <a:gdLst/>
              <a:ahLst/>
              <a:cxnLst/>
              <a:rect l="l" t="t" r="r" b="b"/>
              <a:pathLst>
                <a:path w="6106" h="9025" fill="none" extrusionOk="0">
                  <a:moveTo>
                    <a:pt x="5575" y="1"/>
                  </a:moveTo>
                  <a:lnTo>
                    <a:pt x="5575" y="1"/>
                  </a:lnTo>
                  <a:lnTo>
                    <a:pt x="4646" y="133"/>
                  </a:lnTo>
                  <a:lnTo>
                    <a:pt x="3717" y="531"/>
                  </a:lnTo>
                  <a:lnTo>
                    <a:pt x="3717" y="531"/>
                  </a:lnTo>
                  <a:lnTo>
                    <a:pt x="3053" y="1062"/>
                  </a:lnTo>
                  <a:lnTo>
                    <a:pt x="2257" y="1726"/>
                  </a:lnTo>
                  <a:lnTo>
                    <a:pt x="1593" y="2522"/>
                  </a:lnTo>
                  <a:lnTo>
                    <a:pt x="1062" y="3451"/>
                  </a:lnTo>
                  <a:lnTo>
                    <a:pt x="664" y="4380"/>
                  </a:lnTo>
                  <a:lnTo>
                    <a:pt x="266" y="5309"/>
                  </a:lnTo>
                  <a:lnTo>
                    <a:pt x="1" y="6371"/>
                  </a:lnTo>
                  <a:lnTo>
                    <a:pt x="1" y="7300"/>
                  </a:lnTo>
                  <a:lnTo>
                    <a:pt x="1" y="7300"/>
                  </a:lnTo>
                  <a:lnTo>
                    <a:pt x="1" y="7300"/>
                  </a:lnTo>
                  <a:lnTo>
                    <a:pt x="1" y="7300"/>
                  </a:lnTo>
                  <a:lnTo>
                    <a:pt x="133" y="8361"/>
                  </a:lnTo>
                  <a:lnTo>
                    <a:pt x="399" y="9025"/>
                  </a:lnTo>
                  <a:lnTo>
                    <a:pt x="399" y="9025"/>
                  </a:lnTo>
                  <a:lnTo>
                    <a:pt x="399" y="9025"/>
                  </a:lnTo>
                  <a:lnTo>
                    <a:pt x="532" y="7565"/>
                  </a:lnTo>
                  <a:lnTo>
                    <a:pt x="797" y="6105"/>
                  </a:lnTo>
                  <a:lnTo>
                    <a:pt x="1328" y="4778"/>
                  </a:lnTo>
                  <a:lnTo>
                    <a:pt x="1991" y="3584"/>
                  </a:lnTo>
                  <a:lnTo>
                    <a:pt x="2788" y="2522"/>
                  </a:lnTo>
                  <a:lnTo>
                    <a:pt x="3849" y="1593"/>
                  </a:lnTo>
                  <a:lnTo>
                    <a:pt x="4911" y="664"/>
                  </a:lnTo>
                  <a:lnTo>
                    <a:pt x="6105" y="1"/>
                  </a:lnTo>
                  <a:lnTo>
                    <a:pt x="6105" y="1"/>
                  </a:lnTo>
                  <a:lnTo>
                    <a:pt x="5575" y="1"/>
                  </a:lnTo>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3961;p40">
              <a:extLst>
                <a:ext uri="{FF2B5EF4-FFF2-40B4-BE49-F238E27FC236}">
                  <a16:creationId xmlns:a16="http://schemas.microsoft.com/office/drawing/2014/main" id="{1657C081-2850-345A-7E04-3C868F1CBEA8}"/>
                </a:ext>
              </a:extLst>
            </p:cNvPr>
            <p:cNvSpPr/>
            <p:nvPr/>
          </p:nvSpPr>
          <p:spPr>
            <a:xfrm>
              <a:off x="7993675" y="3251204"/>
              <a:ext cx="499489" cy="257454"/>
            </a:xfrm>
            <a:custGeom>
              <a:avLst/>
              <a:gdLst/>
              <a:ahLst/>
              <a:cxnLst/>
              <a:rect l="l" t="t" r="r" b="b"/>
              <a:pathLst>
                <a:path w="30126" h="15528" extrusionOk="0">
                  <a:moveTo>
                    <a:pt x="13537" y="1"/>
                  </a:moveTo>
                  <a:lnTo>
                    <a:pt x="12077" y="133"/>
                  </a:lnTo>
                  <a:lnTo>
                    <a:pt x="10750" y="399"/>
                  </a:lnTo>
                  <a:lnTo>
                    <a:pt x="9290" y="664"/>
                  </a:lnTo>
                  <a:lnTo>
                    <a:pt x="7963" y="1062"/>
                  </a:lnTo>
                  <a:lnTo>
                    <a:pt x="6768" y="1461"/>
                  </a:lnTo>
                  <a:lnTo>
                    <a:pt x="5441" y="1991"/>
                  </a:lnTo>
                  <a:lnTo>
                    <a:pt x="4380" y="2522"/>
                  </a:lnTo>
                  <a:lnTo>
                    <a:pt x="3318" y="3186"/>
                  </a:lnTo>
                  <a:lnTo>
                    <a:pt x="0" y="3186"/>
                  </a:lnTo>
                  <a:lnTo>
                    <a:pt x="0" y="7698"/>
                  </a:lnTo>
                  <a:lnTo>
                    <a:pt x="0" y="8362"/>
                  </a:lnTo>
                  <a:lnTo>
                    <a:pt x="133" y="9025"/>
                  </a:lnTo>
                  <a:lnTo>
                    <a:pt x="531" y="9689"/>
                  </a:lnTo>
                  <a:lnTo>
                    <a:pt x="1062" y="10352"/>
                  </a:lnTo>
                  <a:lnTo>
                    <a:pt x="1593" y="11016"/>
                  </a:lnTo>
                  <a:lnTo>
                    <a:pt x="2389" y="11679"/>
                  </a:lnTo>
                  <a:lnTo>
                    <a:pt x="3318" y="12343"/>
                  </a:lnTo>
                  <a:lnTo>
                    <a:pt x="4380" y="13006"/>
                  </a:lnTo>
                  <a:lnTo>
                    <a:pt x="5441" y="13537"/>
                  </a:lnTo>
                  <a:lnTo>
                    <a:pt x="6768" y="14068"/>
                  </a:lnTo>
                  <a:lnTo>
                    <a:pt x="7963" y="14466"/>
                  </a:lnTo>
                  <a:lnTo>
                    <a:pt x="9290" y="14864"/>
                  </a:lnTo>
                  <a:lnTo>
                    <a:pt x="10750" y="15130"/>
                  </a:lnTo>
                  <a:lnTo>
                    <a:pt x="12077" y="15395"/>
                  </a:lnTo>
                  <a:lnTo>
                    <a:pt x="13537" y="15528"/>
                  </a:lnTo>
                  <a:lnTo>
                    <a:pt x="16456" y="15528"/>
                  </a:lnTo>
                  <a:lnTo>
                    <a:pt x="17916" y="15395"/>
                  </a:lnTo>
                  <a:lnTo>
                    <a:pt x="19243" y="15130"/>
                  </a:lnTo>
                  <a:lnTo>
                    <a:pt x="20703" y="14864"/>
                  </a:lnTo>
                  <a:lnTo>
                    <a:pt x="22030" y="14466"/>
                  </a:lnTo>
                  <a:lnTo>
                    <a:pt x="23357" y="14068"/>
                  </a:lnTo>
                  <a:lnTo>
                    <a:pt x="24552" y="13537"/>
                  </a:lnTo>
                  <a:lnTo>
                    <a:pt x="25613" y="13006"/>
                  </a:lnTo>
                  <a:lnTo>
                    <a:pt x="26675" y="12343"/>
                  </a:lnTo>
                  <a:lnTo>
                    <a:pt x="27604" y="11679"/>
                  </a:lnTo>
                  <a:lnTo>
                    <a:pt x="28400" y="11016"/>
                  </a:lnTo>
                  <a:lnTo>
                    <a:pt x="29064" y="10352"/>
                  </a:lnTo>
                  <a:lnTo>
                    <a:pt x="29462" y="9689"/>
                  </a:lnTo>
                  <a:lnTo>
                    <a:pt x="29860" y="9025"/>
                  </a:lnTo>
                  <a:lnTo>
                    <a:pt x="29993" y="8362"/>
                  </a:lnTo>
                  <a:lnTo>
                    <a:pt x="30125" y="7698"/>
                  </a:lnTo>
                  <a:lnTo>
                    <a:pt x="30125" y="3186"/>
                  </a:lnTo>
                  <a:lnTo>
                    <a:pt x="26808" y="3186"/>
                  </a:lnTo>
                  <a:lnTo>
                    <a:pt x="25613" y="2522"/>
                  </a:lnTo>
                  <a:lnTo>
                    <a:pt x="24552" y="1991"/>
                  </a:lnTo>
                  <a:lnTo>
                    <a:pt x="23357" y="1461"/>
                  </a:lnTo>
                  <a:lnTo>
                    <a:pt x="22030" y="1062"/>
                  </a:lnTo>
                  <a:lnTo>
                    <a:pt x="20703" y="664"/>
                  </a:lnTo>
                  <a:lnTo>
                    <a:pt x="19243" y="399"/>
                  </a:lnTo>
                  <a:lnTo>
                    <a:pt x="17916" y="133"/>
                  </a:lnTo>
                  <a:lnTo>
                    <a:pt x="1645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3962;p40">
              <a:extLst>
                <a:ext uri="{FF2B5EF4-FFF2-40B4-BE49-F238E27FC236}">
                  <a16:creationId xmlns:a16="http://schemas.microsoft.com/office/drawing/2014/main" id="{A9C689C1-0368-BECE-8CA3-2342093D9399}"/>
                </a:ext>
              </a:extLst>
            </p:cNvPr>
            <p:cNvSpPr/>
            <p:nvPr/>
          </p:nvSpPr>
          <p:spPr>
            <a:xfrm>
              <a:off x="7993675" y="3251204"/>
              <a:ext cx="499489" cy="257454"/>
            </a:xfrm>
            <a:custGeom>
              <a:avLst/>
              <a:gdLst/>
              <a:ahLst/>
              <a:cxnLst/>
              <a:rect l="l" t="t" r="r" b="b"/>
              <a:pathLst>
                <a:path w="30126" h="15528" fill="none" extrusionOk="0">
                  <a:moveTo>
                    <a:pt x="30125" y="7698"/>
                  </a:moveTo>
                  <a:lnTo>
                    <a:pt x="30125" y="7698"/>
                  </a:lnTo>
                  <a:lnTo>
                    <a:pt x="30125" y="3186"/>
                  </a:lnTo>
                  <a:lnTo>
                    <a:pt x="26808" y="3186"/>
                  </a:lnTo>
                  <a:lnTo>
                    <a:pt x="26808" y="3186"/>
                  </a:lnTo>
                  <a:lnTo>
                    <a:pt x="25613" y="2522"/>
                  </a:lnTo>
                  <a:lnTo>
                    <a:pt x="25613" y="2522"/>
                  </a:lnTo>
                  <a:lnTo>
                    <a:pt x="24552" y="1991"/>
                  </a:lnTo>
                  <a:lnTo>
                    <a:pt x="23357" y="1461"/>
                  </a:lnTo>
                  <a:lnTo>
                    <a:pt x="22030" y="1062"/>
                  </a:lnTo>
                  <a:lnTo>
                    <a:pt x="20703" y="664"/>
                  </a:lnTo>
                  <a:lnTo>
                    <a:pt x="19243" y="399"/>
                  </a:lnTo>
                  <a:lnTo>
                    <a:pt x="17916" y="133"/>
                  </a:lnTo>
                  <a:lnTo>
                    <a:pt x="16456" y="1"/>
                  </a:lnTo>
                  <a:lnTo>
                    <a:pt x="14996" y="1"/>
                  </a:lnTo>
                  <a:lnTo>
                    <a:pt x="13537" y="1"/>
                  </a:lnTo>
                  <a:lnTo>
                    <a:pt x="12077" y="133"/>
                  </a:lnTo>
                  <a:lnTo>
                    <a:pt x="10750" y="399"/>
                  </a:lnTo>
                  <a:lnTo>
                    <a:pt x="9290" y="664"/>
                  </a:lnTo>
                  <a:lnTo>
                    <a:pt x="7963" y="1062"/>
                  </a:lnTo>
                  <a:lnTo>
                    <a:pt x="6768" y="1461"/>
                  </a:lnTo>
                  <a:lnTo>
                    <a:pt x="5441" y="1991"/>
                  </a:lnTo>
                  <a:lnTo>
                    <a:pt x="4380" y="2522"/>
                  </a:lnTo>
                  <a:lnTo>
                    <a:pt x="4380" y="2522"/>
                  </a:lnTo>
                  <a:lnTo>
                    <a:pt x="3318" y="3186"/>
                  </a:lnTo>
                  <a:lnTo>
                    <a:pt x="0" y="3186"/>
                  </a:lnTo>
                  <a:lnTo>
                    <a:pt x="0" y="7698"/>
                  </a:lnTo>
                  <a:lnTo>
                    <a:pt x="0" y="7698"/>
                  </a:lnTo>
                  <a:lnTo>
                    <a:pt x="0" y="7698"/>
                  </a:lnTo>
                  <a:lnTo>
                    <a:pt x="0" y="8362"/>
                  </a:lnTo>
                  <a:lnTo>
                    <a:pt x="133" y="9025"/>
                  </a:lnTo>
                  <a:lnTo>
                    <a:pt x="531" y="9689"/>
                  </a:lnTo>
                  <a:lnTo>
                    <a:pt x="1062" y="10352"/>
                  </a:lnTo>
                  <a:lnTo>
                    <a:pt x="1593" y="11016"/>
                  </a:lnTo>
                  <a:lnTo>
                    <a:pt x="2389" y="11679"/>
                  </a:lnTo>
                  <a:lnTo>
                    <a:pt x="3318" y="12343"/>
                  </a:lnTo>
                  <a:lnTo>
                    <a:pt x="4380" y="13006"/>
                  </a:lnTo>
                  <a:lnTo>
                    <a:pt x="4380" y="13006"/>
                  </a:lnTo>
                  <a:lnTo>
                    <a:pt x="5441" y="13537"/>
                  </a:lnTo>
                  <a:lnTo>
                    <a:pt x="6768" y="14068"/>
                  </a:lnTo>
                  <a:lnTo>
                    <a:pt x="7963" y="14466"/>
                  </a:lnTo>
                  <a:lnTo>
                    <a:pt x="9290" y="14864"/>
                  </a:lnTo>
                  <a:lnTo>
                    <a:pt x="10750" y="15130"/>
                  </a:lnTo>
                  <a:lnTo>
                    <a:pt x="12077" y="15395"/>
                  </a:lnTo>
                  <a:lnTo>
                    <a:pt x="13537" y="15528"/>
                  </a:lnTo>
                  <a:lnTo>
                    <a:pt x="14996" y="15528"/>
                  </a:lnTo>
                  <a:lnTo>
                    <a:pt x="16456" y="15528"/>
                  </a:lnTo>
                  <a:lnTo>
                    <a:pt x="17916" y="15395"/>
                  </a:lnTo>
                  <a:lnTo>
                    <a:pt x="19243" y="15130"/>
                  </a:lnTo>
                  <a:lnTo>
                    <a:pt x="20703" y="14864"/>
                  </a:lnTo>
                  <a:lnTo>
                    <a:pt x="22030" y="14466"/>
                  </a:lnTo>
                  <a:lnTo>
                    <a:pt x="23357" y="14068"/>
                  </a:lnTo>
                  <a:lnTo>
                    <a:pt x="24552" y="13537"/>
                  </a:lnTo>
                  <a:lnTo>
                    <a:pt x="25613" y="13006"/>
                  </a:lnTo>
                  <a:lnTo>
                    <a:pt x="25613" y="13006"/>
                  </a:lnTo>
                  <a:lnTo>
                    <a:pt x="26675" y="12343"/>
                  </a:lnTo>
                  <a:lnTo>
                    <a:pt x="27604" y="11679"/>
                  </a:lnTo>
                  <a:lnTo>
                    <a:pt x="28400" y="11016"/>
                  </a:lnTo>
                  <a:lnTo>
                    <a:pt x="29064" y="10352"/>
                  </a:lnTo>
                  <a:lnTo>
                    <a:pt x="29462" y="9689"/>
                  </a:lnTo>
                  <a:lnTo>
                    <a:pt x="29860" y="9025"/>
                  </a:lnTo>
                  <a:lnTo>
                    <a:pt x="29993" y="8362"/>
                  </a:lnTo>
                  <a:lnTo>
                    <a:pt x="30125" y="769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3963;p40">
              <a:extLst>
                <a:ext uri="{FF2B5EF4-FFF2-40B4-BE49-F238E27FC236}">
                  <a16:creationId xmlns:a16="http://schemas.microsoft.com/office/drawing/2014/main" id="{BC2F3435-9E6B-50E1-1637-36E723D565BF}"/>
                </a:ext>
              </a:extLst>
            </p:cNvPr>
            <p:cNvSpPr/>
            <p:nvPr/>
          </p:nvSpPr>
          <p:spPr>
            <a:xfrm>
              <a:off x="7993675" y="3160992"/>
              <a:ext cx="499489" cy="288260"/>
            </a:xfrm>
            <a:custGeom>
              <a:avLst/>
              <a:gdLst/>
              <a:ahLst/>
              <a:cxnLst/>
              <a:rect l="l" t="t" r="r" b="b"/>
              <a:pathLst>
                <a:path w="30126" h="17386" extrusionOk="0">
                  <a:moveTo>
                    <a:pt x="13537" y="1"/>
                  </a:moveTo>
                  <a:lnTo>
                    <a:pt x="12077" y="133"/>
                  </a:lnTo>
                  <a:lnTo>
                    <a:pt x="10750" y="399"/>
                  </a:lnTo>
                  <a:lnTo>
                    <a:pt x="9290" y="664"/>
                  </a:lnTo>
                  <a:lnTo>
                    <a:pt x="7963" y="930"/>
                  </a:lnTo>
                  <a:lnTo>
                    <a:pt x="6768" y="1460"/>
                  </a:lnTo>
                  <a:lnTo>
                    <a:pt x="5441" y="1991"/>
                  </a:lnTo>
                  <a:lnTo>
                    <a:pt x="4380" y="2522"/>
                  </a:lnTo>
                  <a:lnTo>
                    <a:pt x="3318" y="3186"/>
                  </a:lnTo>
                  <a:lnTo>
                    <a:pt x="2389" y="3849"/>
                  </a:lnTo>
                  <a:lnTo>
                    <a:pt x="1725" y="4646"/>
                  </a:lnTo>
                  <a:lnTo>
                    <a:pt x="1062" y="5442"/>
                  </a:lnTo>
                  <a:lnTo>
                    <a:pt x="531" y="6238"/>
                  </a:lnTo>
                  <a:lnTo>
                    <a:pt x="266" y="7034"/>
                  </a:lnTo>
                  <a:lnTo>
                    <a:pt x="0" y="7831"/>
                  </a:lnTo>
                  <a:lnTo>
                    <a:pt x="0" y="8627"/>
                  </a:lnTo>
                  <a:lnTo>
                    <a:pt x="0" y="9556"/>
                  </a:lnTo>
                  <a:lnTo>
                    <a:pt x="266" y="10352"/>
                  </a:lnTo>
                  <a:lnTo>
                    <a:pt x="531" y="11148"/>
                  </a:lnTo>
                  <a:lnTo>
                    <a:pt x="1062" y="11945"/>
                  </a:lnTo>
                  <a:lnTo>
                    <a:pt x="1725" y="12741"/>
                  </a:lnTo>
                  <a:lnTo>
                    <a:pt x="2389" y="13404"/>
                  </a:lnTo>
                  <a:lnTo>
                    <a:pt x="3318" y="14201"/>
                  </a:lnTo>
                  <a:lnTo>
                    <a:pt x="4380" y="14864"/>
                  </a:lnTo>
                  <a:lnTo>
                    <a:pt x="5441" y="15395"/>
                  </a:lnTo>
                  <a:lnTo>
                    <a:pt x="6768" y="15926"/>
                  </a:lnTo>
                  <a:lnTo>
                    <a:pt x="7963" y="16324"/>
                  </a:lnTo>
                  <a:lnTo>
                    <a:pt x="9290" y="16722"/>
                  </a:lnTo>
                  <a:lnTo>
                    <a:pt x="10750" y="16988"/>
                  </a:lnTo>
                  <a:lnTo>
                    <a:pt x="12077" y="17253"/>
                  </a:lnTo>
                  <a:lnTo>
                    <a:pt x="13537" y="17386"/>
                  </a:lnTo>
                  <a:lnTo>
                    <a:pt x="16456" y="17386"/>
                  </a:lnTo>
                  <a:lnTo>
                    <a:pt x="17916" y="17253"/>
                  </a:lnTo>
                  <a:lnTo>
                    <a:pt x="19243" y="16988"/>
                  </a:lnTo>
                  <a:lnTo>
                    <a:pt x="20703" y="16722"/>
                  </a:lnTo>
                  <a:lnTo>
                    <a:pt x="22030" y="16324"/>
                  </a:lnTo>
                  <a:lnTo>
                    <a:pt x="23357" y="15926"/>
                  </a:lnTo>
                  <a:lnTo>
                    <a:pt x="24552" y="15395"/>
                  </a:lnTo>
                  <a:lnTo>
                    <a:pt x="25613" y="14864"/>
                  </a:lnTo>
                  <a:lnTo>
                    <a:pt x="26675" y="14201"/>
                  </a:lnTo>
                  <a:lnTo>
                    <a:pt x="27604" y="13404"/>
                  </a:lnTo>
                  <a:lnTo>
                    <a:pt x="28400" y="12741"/>
                  </a:lnTo>
                  <a:lnTo>
                    <a:pt x="28931" y="11945"/>
                  </a:lnTo>
                  <a:lnTo>
                    <a:pt x="29462" y="11148"/>
                  </a:lnTo>
                  <a:lnTo>
                    <a:pt x="29860" y="10352"/>
                  </a:lnTo>
                  <a:lnTo>
                    <a:pt x="29993" y="9556"/>
                  </a:lnTo>
                  <a:lnTo>
                    <a:pt x="30125" y="8627"/>
                  </a:lnTo>
                  <a:lnTo>
                    <a:pt x="29993" y="7831"/>
                  </a:lnTo>
                  <a:lnTo>
                    <a:pt x="29860" y="7034"/>
                  </a:lnTo>
                  <a:lnTo>
                    <a:pt x="29462" y="6238"/>
                  </a:lnTo>
                  <a:lnTo>
                    <a:pt x="28931" y="5442"/>
                  </a:lnTo>
                  <a:lnTo>
                    <a:pt x="28400" y="4646"/>
                  </a:lnTo>
                  <a:lnTo>
                    <a:pt x="27604" y="3849"/>
                  </a:lnTo>
                  <a:lnTo>
                    <a:pt x="26675" y="3186"/>
                  </a:lnTo>
                  <a:lnTo>
                    <a:pt x="25613" y="2522"/>
                  </a:lnTo>
                  <a:lnTo>
                    <a:pt x="24552" y="1991"/>
                  </a:lnTo>
                  <a:lnTo>
                    <a:pt x="23357" y="1460"/>
                  </a:lnTo>
                  <a:lnTo>
                    <a:pt x="22030" y="930"/>
                  </a:lnTo>
                  <a:lnTo>
                    <a:pt x="20703" y="664"/>
                  </a:lnTo>
                  <a:lnTo>
                    <a:pt x="19243" y="399"/>
                  </a:lnTo>
                  <a:lnTo>
                    <a:pt x="17916" y="133"/>
                  </a:lnTo>
                  <a:lnTo>
                    <a:pt x="16456"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3964;p40">
              <a:extLst>
                <a:ext uri="{FF2B5EF4-FFF2-40B4-BE49-F238E27FC236}">
                  <a16:creationId xmlns:a16="http://schemas.microsoft.com/office/drawing/2014/main" id="{87816D3A-CDDA-EF4B-3AE9-D225198EC5C3}"/>
                </a:ext>
              </a:extLst>
            </p:cNvPr>
            <p:cNvSpPr/>
            <p:nvPr/>
          </p:nvSpPr>
          <p:spPr>
            <a:xfrm>
              <a:off x="7993675" y="3160992"/>
              <a:ext cx="499489" cy="288260"/>
            </a:xfrm>
            <a:custGeom>
              <a:avLst/>
              <a:gdLst/>
              <a:ahLst/>
              <a:cxnLst/>
              <a:rect l="l" t="t" r="r" b="b"/>
              <a:pathLst>
                <a:path w="30126" h="17386" fill="none" extrusionOk="0">
                  <a:moveTo>
                    <a:pt x="4380" y="14864"/>
                  </a:moveTo>
                  <a:lnTo>
                    <a:pt x="4380" y="14864"/>
                  </a:lnTo>
                  <a:lnTo>
                    <a:pt x="3318" y="14201"/>
                  </a:lnTo>
                  <a:lnTo>
                    <a:pt x="2389" y="13404"/>
                  </a:lnTo>
                  <a:lnTo>
                    <a:pt x="1725" y="12741"/>
                  </a:lnTo>
                  <a:lnTo>
                    <a:pt x="1062" y="11945"/>
                  </a:lnTo>
                  <a:lnTo>
                    <a:pt x="531" y="11148"/>
                  </a:lnTo>
                  <a:lnTo>
                    <a:pt x="266" y="10352"/>
                  </a:lnTo>
                  <a:lnTo>
                    <a:pt x="0" y="9556"/>
                  </a:lnTo>
                  <a:lnTo>
                    <a:pt x="0" y="8627"/>
                  </a:lnTo>
                  <a:lnTo>
                    <a:pt x="0" y="7831"/>
                  </a:lnTo>
                  <a:lnTo>
                    <a:pt x="266" y="7034"/>
                  </a:lnTo>
                  <a:lnTo>
                    <a:pt x="531" y="6238"/>
                  </a:lnTo>
                  <a:lnTo>
                    <a:pt x="1062" y="5442"/>
                  </a:lnTo>
                  <a:lnTo>
                    <a:pt x="1725" y="4646"/>
                  </a:lnTo>
                  <a:lnTo>
                    <a:pt x="2389" y="3849"/>
                  </a:lnTo>
                  <a:lnTo>
                    <a:pt x="3318" y="3186"/>
                  </a:lnTo>
                  <a:lnTo>
                    <a:pt x="4380" y="2522"/>
                  </a:lnTo>
                  <a:lnTo>
                    <a:pt x="4380" y="2522"/>
                  </a:lnTo>
                  <a:lnTo>
                    <a:pt x="5441" y="1991"/>
                  </a:lnTo>
                  <a:lnTo>
                    <a:pt x="6768" y="1460"/>
                  </a:lnTo>
                  <a:lnTo>
                    <a:pt x="7963" y="930"/>
                  </a:lnTo>
                  <a:lnTo>
                    <a:pt x="9290" y="664"/>
                  </a:lnTo>
                  <a:lnTo>
                    <a:pt x="10750" y="399"/>
                  </a:lnTo>
                  <a:lnTo>
                    <a:pt x="12077" y="133"/>
                  </a:lnTo>
                  <a:lnTo>
                    <a:pt x="13537" y="1"/>
                  </a:lnTo>
                  <a:lnTo>
                    <a:pt x="14996" y="1"/>
                  </a:lnTo>
                  <a:lnTo>
                    <a:pt x="16456" y="1"/>
                  </a:lnTo>
                  <a:lnTo>
                    <a:pt x="17916" y="133"/>
                  </a:lnTo>
                  <a:lnTo>
                    <a:pt x="19243" y="399"/>
                  </a:lnTo>
                  <a:lnTo>
                    <a:pt x="20703" y="664"/>
                  </a:lnTo>
                  <a:lnTo>
                    <a:pt x="22030" y="930"/>
                  </a:lnTo>
                  <a:lnTo>
                    <a:pt x="23357" y="1460"/>
                  </a:lnTo>
                  <a:lnTo>
                    <a:pt x="24552" y="1991"/>
                  </a:lnTo>
                  <a:lnTo>
                    <a:pt x="25613" y="2522"/>
                  </a:lnTo>
                  <a:lnTo>
                    <a:pt x="25613" y="2522"/>
                  </a:lnTo>
                  <a:lnTo>
                    <a:pt x="26675" y="3186"/>
                  </a:lnTo>
                  <a:lnTo>
                    <a:pt x="27604" y="3849"/>
                  </a:lnTo>
                  <a:lnTo>
                    <a:pt x="28400" y="4646"/>
                  </a:lnTo>
                  <a:lnTo>
                    <a:pt x="28931" y="5442"/>
                  </a:lnTo>
                  <a:lnTo>
                    <a:pt x="29462" y="6238"/>
                  </a:lnTo>
                  <a:lnTo>
                    <a:pt x="29860" y="7034"/>
                  </a:lnTo>
                  <a:lnTo>
                    <a:pt x="29993" y="7831"/>
                  </a:lnTo>
                  <a:lnTo>
                    <a:pt x="30125" y="8627"/>
                  </a:lnTo>
                  <a:lnTo>
                    <a:pt x="29993" y="9556"/>
                  </a:lnTo>
                  <a:lnTo>
                    <a:pt x="29860" y="10352"/>
                  </a:lnTo>
                  <a:lnTo>
                    <a:pt x="29462" y="11148"/>
                  </a:lnTo>
                  <a:lnTo>
                    <a:pt x="28931" y="11945"/>
                  </a:lnTo>
                  <a:lnTo>
                    <a:pt x="28400" y="12741"/>
                  </a:lnTo>
                  <a:lnTo>
                    <a:pt x="27604" y="13404"/>
                  </a:lnTo>
                  <a:lnTo>
                    <a:pt x="26675" y="14201"/>
                  </a:lnTo>
                  <a:lnTo>
                    <a:pt x="25613" y="14864"/>
                  </a:lnTo>
                  <a:lnTo>
                    <a:pt x="25613" y="14864"/>
                  </a:lnTo>
                  <a:lnTo>
                    <a:pt x="24552" y="15395"/>
                  </a:lnTo>
                  <a:lnTo>
                    <a:pt x="23357" y="15926"/>
                  </a:lnTo>
                  <a:lnTo>
                    <a:pt x="22030" y="16324"/>
                  </a:lnTo>
                  <a:lnTo>
                    <a:pt x="20703" y="16722"/>
                  </a:lnTo>
                  <a:lnTo>
                    <a:pt x="19243" y="16988"/>
                  </a:lnTo>
                  <a:lnTo>
                    <a:pt x="17916" y="17253"/>
                  </a:lnTo>
                  <a:lnTo>
                    <a:pt x="16456" y="17386"/>
                  </a:lnTo>
                  <a:lnTo>
                    <a:pt x="14996" y="17386"/>
                  </a:lnTo>
                  <a:lnTo>
                    <a:pt x="13537" y="17386"/>
                  </a:lnTo>
                  <a:lnTo>
                    <a:pt x="12077" y="17253"/>
                  </a:lnTo>
                  <a:lnTo>
                    <a:pt x="10750" y="16988"/>
                  </a:lnTo>
                  <a:lnTo>
                    <a:pt x="9290" y="16722"/>
                  </a:lnTo>
                  <a:lnTo>
                    <a:pt x="7963" y="16324"/>
                  </a:lnTo>
                  <a:lnTo>
                    <a:pt x="6768" y="15926"/>
                  </a:lnTo>
                  <a:lnTo>
                    <a:pt x="5441" y="15395"/>
                  </a:lnTo>
                  <a:lnTo>
                    <a:pt x="4380" y="1486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3965;p40">
              <a:extLst>
                <a:ext uri="{FF2B5EF4-FFF2-40B4-BE49-F238E27FC236}">
                  <a16:creationId xmlns:a16="http://schemas.microsoft.com/office/drawing/2014/main" id="{4E3B7171-6787-23DA-BF5C-64C95E2F5341}"/>
                </a:ext>
              </a:extLst>
            </p:cNvPr>
            <p:cNvSpPr/>
            <p:nvPr/>
          </p:nvSpPr>
          <p:spPr>
            <a:xfrm>
              <a:off x="8079477" y="2806744"/>
              <a:ext cx="325681" cy="591906"/>
            </a:xfrm>
            <a:custGeom>
              <a:avLst/>
              <a:gdLst/>
              <a:ahLst/>
              <a:cxnLst/>
              <a:rect l="l" t="t" r="r" b="b"/>
              <a:pathLst>
                <a:path w="19643" h="35700" extrusionOk="0">
                  <a:moveTo>
                    <a:pt x="8760" y="0"/>
                  </a:moveTo>
                  <a:lnTo>
                    <a:pt x="7831" y="133"/>
                  </a:lnTo>
                  <a:lnTo>
                    <a:pt x="6902" y="398"/>
                  </a:lnTo>
                  <a:lnTo>
                    <a:pt x="5973" y="797"/>
                  </a:lnTo>
                  <a:lnTo>
                    <a:pt x="5177" y="1195"/>
                  </a:lnTo>
                  <a:lnTo>
                    <a:pt x="4248" y="1593"/>
                  </a:lnTo>
                  <a:lnTo>
                    <a:pt x="3584" y="2256"/>
                  </a:lnTo>
                  <a:lnTo>
                    <a:pt x="2788" y="2920"/>
                  </a:lnTo>
                  <a:lnTo>
                    <a:pt x="2257" y="3583"/>
                  </a:lnTo>
                  <a:lnTo>
                    <a:pt x="1593" y="4247"/>
                  </a:lnTo>
                  <a:lnTo>
                    <a:pt x="1195" y="5176"/>
                  </a:lnTo>
                  <a:lnTo>
                    <a:pt x="797" y="5972"/>
                  </a:lnTo>
                  <a:lnTo>
                    <a:pt x="399" y="6901"/>
                  </a:lnTo>
                  <a:lnTo>
                    <a:pt x="134" y="7830"/>
                  </a:lnTo>
                  <a:lnTo>
                    <a:pt x="1" y="8759"/>
                  </a:lnTo>
                  <a:lnTo>
                    <a:pt x="1" y="9821"/>
                  </a:lnTo>
                  <a:lnTo>
                    <a:pt x="1" y="30126"/>
                  </a:lnTo>
                  <a:lnTo>
                    <a:pt x="1" y="30656"/>
                  </a:lnTo>
                  <a:lnTo>
                    <a:pt x="134" y="31187"/>
                  </a:lnTo>
                  <a:lnTo>
                    <a:pt x="399" y="31718"/>
                  </a:lnTo>
                  <a:lnTo>
                    <a:pt x="664" y="32249"/>
                  </a:lnTo>
                  <a:lnTo>
                    <a:pt x="1063" y="32647"/>
                  </a:lnTo>
                  <a:lnTo>
                    <a:pt x="1593" y="33178"/>
                  </a:lnTo>
                  <a:lnTo>
                    <a:pt x="2921" y="34107"/>
                  </a:lnTo>
                  <a:lnTo>
                    <a:pt x="4380" y="34770"/>
                  </a:lnTo>
                  <a:lnTo>
                    <a:pt x="6106" y="35301"/>
                  </a:lnTo>
                  <a:lnTo>
                    <a:pt x="7964" y="35567"/>
                  </a:lnTo>
                  <a:lnTo>
                    <a:pt x="9821" y="35699"/>
                  </a:lnTo>
                  <a:lnTo>
                    <a:pt x="11679" y="35567"/>
                  </a:lnTo>
                  <a:lnTo>
                    <a:pt x="13537" y="35301"/>
                  </a:lnTo>
                  <a:lnTo>
                    <a:pt x="15263" y="34770"/>
                  </a:lnTo>
                  <a:lnTo>
                    <a:pt x="16722" y="34107"/>
                  </a:lnTo>
                  <a:lnTo>
                    <a:pt x="18050" y="33178"/>
                  </a:lnTo>
                  <a:lnTo>
                    <a:pt x="18846" y="32249"/>
                  </a:lnTo>
                  <a:lnTo>
                    <a:pt x="19244" y="31718"/>
                  </a:lnTo>
                  <a:lnTo>
                    <a:pt x="19509" y="31187"/>
                  </a:lnTo>
                  <a:lnTo>
                    <a:pt x="19642" y="30656"/>
                  </a:lnTo>
                  <a:lnTo>
                    <a:pt x="19642" y="30126"/>
                  </a:lnTo>
                  <a:lnTo>
                    <a:pt x="19642" y="29993"/>
                  </a:lnTo>
                  <a:lnTo>
                    <a:pt x="19642" y="9821"/>
                  </a:lnTo>
                  <a:lnTo>
                    <a:pt x="19642" y="8759"/>
                  </a:lnTo>
                  <a:lnTo>
                    <a:pt x="19377" y="7830"/>
                  </a:lnTo>
                  <a:lnTo>
                    <a:pt x="19244" y="6901"/>
                  </a:lnTo>
                  <a:lnTo>
                    <a:pt x="18846" y="5972"/>
                  </a:lnTo>
                  <a:lnTo>
                    <a:pt x="18448" y="5176"/>
                  </a:lnTo>
                  <a:lnTo>
                    <a:pt x="17917" y="4247"/>
                  </a:lnTo>
                  <a:lnTo>
                    <a:pt x="17386" y="3583"/>
                  </a:lnTo>
                  <a:lnTo>
                    <a:pt x="16722" y="2920"/>
                  </a:lnTo>
                  <a:lnTo>
                    <a:pt x="16059" y="2256"/>
                  </a:lnTo>
                  <a:lnTo>
                    <a:pt x="15263" y="1593"/>
                  </a:lnTo>
                  <a:lnTo>
                    <a:pt x="14466" y="1195"/>
                  </a:lnTo>
                  <a:lnTo>
                    <a:pt x="13670" y="797"/>
                  </a:lnTo>
                  <a:lnTo>
                    <a:pt x="12741" y="398"/>
                  </a:lnTo>
                  <a:lnTo>
                    <a:pt x="11812" y="133"/>
                  </a:lnTo>
                  <a:lnTo>
                    <a:pt x="1075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3966;p40">
              <a:extLst>
                <a:ext uri="{FF2B5EF4-FFF2-40B4-BE49-F238E27FC236}">
                  <a16:creationId xmlns:a16="http://schemas.microsoft.com/office/drawing/2014/main" id="{CCA6F5F1-4291-A6A5-0BEA-F0F6C1882AFF}"/>
                </a:ext>
              </a:extLst>
            </p:cNvPr>
            <p:cNvSpPr/>
            <p:nvPr/>
          </p:nvSpPr>
          <p:spPr>
            <a:xfrm>
              <a:off x="8079477" y="2806744"/>
              <a:ext cx="325681" cy="591906"/>
            </a:xfrm>
            <a:custGeom>
              <a:avLst/>
              <a:gdLst/>
              <a:ahLst/>
              <a:cxnLst/>
              <a:rect l="l" t="t" r="r" b="b"/>
              <a:pathLst>
                <a:path w="19643" h="35700" fill="none" extrusionOk="0">
                  <a:moveTo>
                    <a:pt x="19642" y="29993"/>
                  </a:moveTo>
                  <a:lnTo>
                    <a:pt x="19642" y="29993"/>
                  </a:lnTo>
                  <a:lnTo>
                    <a:pt x="19642" y="9821"/>
                  </a:lnTo>
                  <a:lnTo>
                    <a:pt x="19642" y="9821"/>
                  </a:lnTo>
                  <a:lnTo>
                    <a:pt x="19642" y="9821"/>
                  </a:lnTo>
                  <a:lnTo>
                    <a:pt x="19642" y="8759"/>
                  </a:lnTo>
                  <a:lnTo>
                    <a:pt x="19377" y="7830"/>
                  </a:lnTo>
                  <a:lnTo>
                    <a:pt x="19244" y="6901"/>
                  </a:lnTo>
                  <a:lnTo>
                    <a:pt x="18846" y="5972"/>
                  </a:lnTo>
                  <a:lnTo>
                    <a:pt x="18448" y="5176"/>
                  </a:lnTo>
                  <a:lnTo>
                    <a:pt x="17917" y="4247"/>
                  </a:lnTo>
                  <a:lnTo>
                    <a:pt x="17386" y="3583"/>
                  </a:lnTo>
                  <a:lnTo>
                    <a:pt x="16722" y="2920"/>
                  </a:lnTo>
                  <a:lnTo>
                    <a:pt x="16059" y="2256"/>
                  </a:lnTo>
                  <a:lnTo>
                    <a:pt x="15263" y="1593"/>
                  </a:lnTo>
                  <a:lnTo>
                    <a:pt x="14466" y="1195"/>
                  </a:lnTo>
                  <a:lnTo>
                    <a:pt x="13670" y="797"/>
                  </a:lnTo>
                  <a:lnTo>
                    <a:pt x="12741" y="398"/>
                  </a:lnTo>
                  <a:lnTo>
                    <a:pt x="11812" y="133"/>
                  </a:lnTo>
                  <a:lnTo>
                    <a:pt x="10750" y="0"/>
                  </a:lnTo>
                  <a:lnTo>
                    <a:pt x="9821" y="0"/>
                  </a:lnTo>
                  <a:lnTo>
                    <a:pt x="9821" y="0"/>
                  </a:lnTo>
                  <a:lnTo>
                    <a:pt x="8760" y="0"/>
                  </a:lnTo>
                  <a:lnTo>
                    <a:pt x="7831" y="133"/>
                  </a:lnTo>
                  <a:lnTo>
                    <a:pt x="6902" y="398"/>
                  </a:lnTo>
                  <a:lnTo>
                    <a:pt x="5973" y="797"/>
                  </a:lnTo>
                  <a:lnTo>
                    <a:pt x="5177" y="1195"/>
                  </a:lnTo>
                  <a:lnTo>
                    <a:pt x="4248" y="1593"/>
                  </a:lnTo>
                  <a:lnTo>
                    <a:pt x="3584" y="2256"/>
                  </a:lnTo>
                  <a:lnTo>
                    <a:pt x="2788" y="2920"/>
                  </a:lnTo>
                  <a:lnTo>
                    <a:pt x="2257" y="3583"/>
                  </a:lnTo>
                  <a:lnTo>
                    <a:pt x="1593" y="4247"/>
                  </a:lnTo>
                  <a:lnTo>
                    <a:pt x="1195" y="5176"/>
                  </a:lnTo>
                  <a:lnTo>
                    <a:pt x="797" y="5972"/>
                  </a:lnTo>
                  <a:lnTo>
                    <a:pt x="399" y="6901"/>
                  </a:lnTo>
                  <a:lnTo>
                    <a:pt x="134" y="7830"/>
                  </a:lnTo>
                  <a:lnTo>
                    <a:pt x="1" y="8759"/>
                  </a:lnTo>
                  <a:lnTo>
                    <a:pt x="1" y="9821"/>
                  </a:lnTo>
                  <a:lnTo>
                    <a:pt x="1" y="30126"/>
                  </a:lnTo>
                  <a:lnTo>
                    <a:pt x="1" y="30126"/>
                  </a:lnTo>
                  <a:lnTo>
                    <a:pt x="1" y="30126"/>
                  </a:lnTo>
                  <a:lnTo>
                    <a:pt x="1" y="30656"/>
                  </a:lnTo>
                  <a:lnTo>
                    <a:pt x="134" y="31187"/>
                  </a:lnTo>
                  <a:lnTo>
                    <a:pt x="399" y="31718"/>
                  </a:lnTo>
                  <a:lnTo>
                    <a:pt x="664" y="32249"/>
                  </a:lnTo>
                  <a:lnTo>
                    <a:pt x="1063" y="32647"/>
                  </a:lnTo>
                  <a:lnTo>
                    <a:pt x="1593" y="33178"/>
                  </a:lnTo>
                  <a:lnTo>
                    <a:pt x="2921" y="34107"/>
                  </a:lnTo>
                  <a:lnTo>
                    <a:pt x="2921" y="34107"/>
                  </a:lnTo>
                  <a:lnTo>
                    <a:pt x="4380" y="34770"/>
                  </a:lnTo>
                  <a:lnTo>
                    <a:pt x="6106" y="35301"/>
                  </a:lnTo>
                  <a:lnTo>
                    <a:pt x="7964" y="35567"/>
                  </a:lnTo>
                  <a:lnTo>
                    <a:pt x="9821" y="35699"/>
                  </a:lnTo>
                  <a:lnTo>
                    <a:pt x="11679" y="35567"/>
                  </a:lnTo>
                  <a:lnTo>
                    <a:pt x="13537" y="35301"/>
                  </a:lnTo>
                  <a:lnTo>
                    <a:pt x="15263" y="34770"/>
                  </a:lnTo>
                  <a:lnTo>
                    <a:pt x="16722" y="34107"/>
                  </a:lnTo>
                  <a:lnTo>
                    <a:pt x="16722" y="34107"/>
                  </a:lnTo>
                  <a:lnTo>
                    <a:pt x="18050" y="33178"/>
                  </a:lnTo>
                  <a:lnTo>
                    <a:pt x="18846" y="32249"/>
                  </a:lnTo>
                  <a:lnTo>
                    <a:pt x="19244" y="31718"/>
                  </a:lnTo>
                  <a:lnTo>
                    <a:pt x="19509" y="31187"/>
                  </a:lnTo>
                  <a:lnTo>
                    <a:pt x="19642" y="30656"/>
                  </a:lnTo>
                  <a:lnTo>
                    <a:pt x="19642" y="30126"/>
                  </a:lnTo>
                  <a:lnTo>
                    <a:pt x="19642" y="30126"/>
                  </a:lnTo>
                  <a:lnTo>
                    <a:pt x="19642" y="2999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3967;p40">
              <a:extLst>
                <a:ext uri="{FF2B5EF4-FFF2-40B4-BE49-F238E27FC236}">
                  <a16:creationId xmlns:a16="http://schemas.microsoft.com/office/drawing/2014/main" id="{791ACA56-5C88-F037-653A-1BDC66B03DFE}"/>
                </a:ext>
              </a:extLst>
            </p:cNvPr>
            <p:cNvSpPr/>
            <p:nvPr/>
          </p:nvSpPr>
          <p:spPr>
            <a:xfrm>
              <a:off x="8253318" y="2923351"/>
              <a:ext cx="129821" cy="171653"/>
            </a:xfrm>
            <a:custGeom>
              <a:avLst/>
              <a:gdLst/>
              <a:ahLst/>
              <a:cxnLst/>
              <a:rect l="l" t="t" r="r" b="b"/>
              <a:pathLst>
                <a:path w="7830" h="10353" extrusionOk="0">
                  <a:moveTo>
                    <a:pt x="5441" y="1"/>
                  </a:moveTo>
                  <a:lnTo>
                    <a:pt x="4778" y="134"/>
                  </a:lnTo>
                  <a:lnTo>
                    <a:pt x="3981" y="532"/>
                  </a:lnTo>
                  <a:lnTo>
                    <a:pt x="3185" y="1063"/>
                  </a:lnTo>
                  <a:lnTo>
                    <a:pt x="2389" y="1726"/>
                  </a:lnTo>
                  <a:lnTo>
                    <a:pt x="1725" y="2522"/>
                  </a:lnTo>
                  <a:lnTo>
                    <a:pt x="1194" y="3451"/>
                  </a:lnTo>
                  <a:lnTo>
                    <a:pt x="664" y="4380"/>
                  </a:lnTo>
                  <a:lnTo>
                    <a:pt x="398" y="5309"/>
                  </a:lnTo>
                  <a:lnTo>
                    <a:pt x="133" y="6238"/>
                  </a:lnTo>
                  <a:lnTo>
                    <a:pt x="0" y="7300"/>
                  </a:lnTo>
                  <a:lnTo>
                    <a:pt x="133" y="8096"/>
                  </a:lnTo>
                  <a:lnTo>
                    <a:pt x="398" y="8893"/>
                  </a:lnTo>
                  <a:lnTo>
                    <a:pt x="796" y="9423"/>
                  </a:lnTo>
                  <a:lnTo>
                    <a:pt x="1194" y="9821"/>
                  </a:lnTo>
                  <a:lnTo>
                    <a:pt x="2123" y="10352"/>
                  </a:lnTo>
                  <a:lnTo>
                    <a:pt x="2256" y="10087"/>
                  </a:lnTo>
                  <a:lnTo>
                    <a:pt x="3052" y="9821"/>
                  </a:lnTo>
                  <a:lnTo>
                    <a:pt x="3981" y="9556"/>
                  </a:lnTo>
                  <a:lnTo>
                    <a:pt x="4778" y="8893"/>
                  </a:lnTo>
                  <a:lnTo>
                    <a:pt x="5441" y="8229"/>
                  </a:lnTo>
                  <a:lnTo>
                    <a:pt x="6105" y="7433"/>
                  </a:lnTo>
                  <a:lnTo>
                    <a:pt x="6768" y="6636"/>
                  </a:lnTo>
                  <a:lnTo>
                    <a:pt x="7166" y="5575"/>
                  </a:lnTo>
                  <a:lnTo>
                    <a:pt x="7565" y="4646"/>
                  </a:lnTo>
                  <a:lnTo>
                    <a:pt x="7830" y="3717"/>
                  </a:lnTo>
                  <a:lnTo>
                    <a:pt x="7830" y="2655"/>
                  </a:lnTo>
                  <a:lnTo>
                    <a:pt x="7697" y="1726"/>
                  </a:lnTo>
                  <a:lnTo>
                    <a:pt x="7432" y="1063"/>
                  </a:lnTo>
                  <a:lnTo>
                    <a:pt x="7565" y="664"/>
                  </a:lnTo>
                  <a:lnTo>
                    <a:pt x="6768" y="266"/>
                  </a:lnTo>
                  <a:lnTo>
                    <a:pt x="6105"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3968;p40">
              <a:extLst>
                <a:ext uri="{FF2B5EF4-FFF2-40B4-BE49-F238E27FC236}">
                  <a16:creationId xmlns:a16="http://schemas.microsoft.com/office/drawing/2014/main" id="{B61B43DD-2989-9CAE-B1C8-926340BC036D}"/>
                </a:ext>
              </a:extLst>
            </p:cNvPr>
            <p:cNvSpPr/>
            <p:nvPr/>
          </p:nvSpPr>
          <p:spPr>
            <a:xfrm>
              <a:off x="8253318" y="2923351"/>
              <a:ext cx="129821" cy="171653"/>
            </a:xfrm>
            <a:custGeom>
              <a:avLst/>
              <a:gdLst/>
              <a:ahLst/>
              <a:cxnLst/>
              <a:rect l="l" t="t" r="r" b="b"/>
              <a:pathLst>
                <a:path w="7830" h="10353" fill="none" extrusionOk="0">
                  <a:moveTo>
                    <a:pt x="7830" y="2655"/>
                  </a:moveTo>
                  <a:lnTo>
                    <a:pt x="7830" y="2655"/>
                  </a:lnTo>
                  <a:lnTo>
                    <a:pt x="7697" y="1726"/>
                  </a:lnTo>
                  <a:lnTo>
                    <a:pt x="7432" y="1063"/>
                  </a:lnTo>
                  <a:lnTo>
                    <a:pt x="7565" y="664"/>
                  </a:lnTo>
                  <a:lnTo>
                    <a:pt x="6768" y="266"/>
                  </a:lnTo>
                  <a:lnTo>
                    <a:pt x="6768" y="266"/>
                  </a:lnTo>
                  <a:lnTo>
                    <a:pt x="6105" y="1"/>
                  </a:lnTo>
                  <a:lnTo>
                    <a:pt x="5441" y="1"/>
                  </a:lnTo>
                  <a:lnTo>
                    <a:pt x="4778" y="134"/>
                  </a:lnTo>
                  <a:lnTo>
                    <a:pt x="3981" y="532"/>
                  </a:lnTo>
                  <a:lnTo>
                    <a:pt x="3981" y="532"/>
                  </a:lnTo>
                  <a:lnTo>
                    <a:pt x="3185" y="1063"/>
                  </a:lnTo>
                  <a:lnTo>
                    <a:pt x="2389" y="1726"/>
                  </a:lnTo>
                  <a:lnTo>
                    <a:pt x="1725" y="2522"/>
                  </a:lnTo>
                  <a:lnTo>
                    <a:pt x="1194" y="3451"/>
                  </a:lnTo>
                  <a:lnTo>
                    <a:pt x="664" y="4380"/>
                  </a:lnTo>
                  <a:lnTo>
                    <a:pt x="398" y="5309"/>
                  </a:lnTo>
                  <a:lnTo>
                    <a:pt x="133" y="6238"/>
                  </a:lnTo>
                  <a:lnTo>
                    <a:pt x="0" y="7300"/>
                  </a:lnTo>
                  <a:lnTo>
                    <a:pt x="0" y="7300"/>
                  </a:lnTo>
                  <a:lnTo>
                    <a:pt x="133" y="8096"/>
                  </a:lnTo>
                  <a:lnTo>
                    <a:pt x="398" y="8893"/>
                  </a:lnTo>
                  <a:lnTo>
                    <a:pt x="796" y="9423"/>
                  </a:lnTo>
                  <a:lnTo>
                    <a:pt x="1194" y="9821"/>
                  </a:lnTo>
                  <a:lnTo>
                    <a:pt x="2123" y="10352"/>
                  </a:lnTo>
                  <a:lnTo>
                    <a:pt x="2256" y="10087"/>
                  </a:lnTo>
                  <a:lnTo>
                    <a:pt x="2256" y="10087"/>
                  </a:lnTo>
                  <a:lnTo>
                    <a:pt x="3052" y="9821"/>
                  </a:lnTo>
                  <a:lnTo>
                    <a:pt x="3981" y="9556"/>
                  </a:lnTo>
                  <a:lnTo>
                    <a:pt x="3981" y="9556"/>
                  </a:lnTo>
                  <a:lnTo>
                    <a:pt x="4778" y="8893"/>
                  </a:lnTo>
                  <a:lnTo>
                    <a:pt x="5441" y="8229"/>
                  </a:lnTo>
                  <a:lnTo>
                    <a:pt x="6105" y="7433"/>
                  </a:lnTo>
                  <a:lnTo>
                    <a:pt x="6768" y="6636"/>
                  </a:lnTo>
                  <a:lnTo>
                    <a:pt x="7166" y="5575"/>
                  </a:lnTo>
                  <a:lnTo>
                    <a:pt x="7565" y="4646"/>
                  </a:lnTo>
                  <a:lnTo>
                    <a:pt x="7830" y="3717"/>
                  </a:lnTo>
                  <a:lnTo>
                    <a:pt x="7830" y="265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3969;p40">
              <a:extLst>
                <a:ext uri="{FF2B5EF4-FFF2-40B4-BE49-F238E27FC236}">
                  <a16:creationId xmlns:a16="http://schemas.microsoft.com/office/drawing/2014/main" id="{18931F94-BF44-71E6-537C-8ED147DFF6AB}"/>
                </a:ext>
              </a:extLst>
            </p:cNvPr>
            <p:cNvSpPr/>
            <p:nvPr/>
          </p:nvSpPr>
          <p:spPr>
            <a:xfrm>
              <a:off x="8253318" y="2921163"/>
              <a:ext cx="125428" cy="173841"/>
            </a:xfrm>
            <a:custGeom>
              <a:avLst/>
              <a:gdLst/>
              <a:ahLst/>
              <a:cxnLst/>
              <a:rect l="l" t="t" r="r" b="b"/>
              <a:pathLst>
                <a:path w="7565" h="10485" extrusionOk="0">
                  <a:moveTo>
                    <a:pt x="5707" y="0"/>
                  </a:moveTo>
                  <a:lnTo>
                    <a:pt x="4910" y="133"/>
                  </a:lnTo>
                  <a:lnTo>
                    <a:pt x="3981" y="664"/>
                  </a:lnTo>
                  <a:lnTo>
                    <a:pt x="3185" y="1195"/>
                  </a:lnTo>
                  <a:lnTo>
                    <a:pt x="2389" y="1858"/>
                  </a:lnTo>
                  <a:lnTo>
                    <a:pt x="1725" y="2654"/>
                  </a:lnTo>
                  <a:lnTo>
                    <a:pt x="1194" y="3583"/>
                  </a:lnTo>
                  <a:lnTo>
                    <a:pt x="664" y="4512"/>
                  </a:lnTo>
                  <a:lnTo>
                    <a:pt x="398" y="5441"/>
                  </a:lnTo>
                  <a:lnTo>
                    <a:pt x="133" y="6370"/>
                  </a:lnTo>
                  <a:lnTo>
                    <a:pt x="0" y="7432"/>
                  </a:lnTo>
                  <a:lnTo>
                    <a:pt x="133" y="8228"/>
                  </a:lnTo>
                  <a:lnTo>
                    <a:pt x="398" y="9025"/>
                  </a:lnTo>
                  <a:lnTo>
                    <a:pt x="796" y="9555"/>
                  </a:lnTo>
                  <a:lnTo>
                    <a:pt x="1194" y="9953"/>
                  </a:lnTo>
                  <a:lnTo>
                    <a:pt x="2123" y="10484"/>
                  </a:lnTo>
                  <a:lnTo>
                    <a:pt x="1725" y="10086"/>
                  </a:lnTo>
                  <a:lnTo>
                    <a:pt x="1327" y="9555"/>
                  </a:lnTo>
                  <a:lnTo>
                    <a:pt x="1062" y="8759"/>
                  </a:lnTo>
                  <a:lnTo>
                    <a:pt x="1062" y="7963"/>
                  </a:lnTo>
                  <a:lnTo>
                    <a:pt x="1062" y="7034"/>
                  </a:lnTo>
                  <a:lnTo>
                    <a:pt x="1327" y="5972"/>
                  </a:lnTo>
                  <a:lnTo>
                    <a:pt x="1725" y="5043"/>
                  </a:lnTo>
                  <a:lnTo>
                    <a:pt x="2123" y="4114"/>
                  </a:lnTo>
                  <a:lnTo>
                    <a:pt x="2787" y="3185"/>
                  </a:lnTo>
                  <a:lnTo>
                    <a:pt x="3451" y="2389"/>
                  </a:lnTo>
                  <a:lnTo>
                    <a:pt x="4114" y="1725"/>
                  </a:lnTo>
                  <a:lnTo>
                    <a:pt x="4910" y="1195"/>
                  </a:lnTo>
                  <a:lnTo>
                    <a:pt x="5839" y="796"/>
                  </a:lnTo>
                  <a:lnTo>
                    <a:pt x="6636" y="664"/>
                  </a:lnTo>
                  <a:lnTo>
                    <a:pt x="7166" y="664"/>
                  </a:lnTo>
                  <a:lnTo>
                    <a:pt x="7565" y="796"/>
                  </a:lnTo>
                  <a:lnTo>
                    <a:pt x="6768" y="398"/>
                  </a:lnTo>
                  <a:lnTo>
                    <a:pt x="6237" y="133"/>
                  </a:lnTo>
                  <a:lnTo>
                    <a:pt x="570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3970;p40">
              <a:extLst>
                <a:ext uri="{FF2B5EF4-FFF2-40B4-BE49-F238E27FC236}">
                  <a16:creationId xmlns:a16="http://schemas.microsoft.com/office/drawing/2014/main" id="{5B2B40BC-E645-1BAA-B9F8-47A0E4083E2A}"/>
                </a:ext>
              </a:extLst>
            </p:cNvPr>
            <p:cNvSpPr/>
            <p:nvPr/>
          </p:nvSpPr>
          <p:spPr>
            <a:xfrm>
              <a:off x="8253318" y="2921163"/>
              <a:ext cx="125428" cy="173841"/>
            </a:xfrm>
            <a:custGeom>
              <a:avLst/>
              <a:gdLst/>
              <a:ahLst/>
              <a:cxnLst/>
              <a:rect l="l" t="t" r="r" b="b"/>
              <a:pathLst>
                <a:path w="7565" h="10485" fill="none" extrusionOk="0">
                  <a:moveTo>
                    <a:pt x="5707" y="0"/>
                  </a:moveTo>
                  <a:lnTo>
                    <a:pt x="5707" y="0"/>
                  </a:lnTo>
                  <a:lnTo>
                    <a:pt x="4910" y="133"/>
                  </a:lnTo>
                  <a:lnTo>
                    <a:pt x="3981" y="664"/>
                  </a:lnTo>
                  <a:lnTo>
                    <a:pt x="3981" y="664"/>
                  </a:lnTo>
                  <a:lnTo>
                    <a:pt x="3185" y="1195"/>
                  </a:lnTo>
                  <a:lnTo>
                    <a:pt x="2389" y="1858"/>
                  </a:lnTo>
                  <a:lnTo>
                    <a:pt x="1725" y="2654"/>
                  </a:lnTo>
                  <a:lnTo>
                    <a:pt x="1194" y="3583"/>
                  </a:lnTo>
                  <a:lnTo>
                    <a:pt x="664" y="4512"/>
                  </a:lnTo>
                  <a:lnTo>
                    <a:pt x="398" y="5441"/>
                  </a:lnTo>
                  <a:lnTo>
                    <a:pt x="133" y="6370"/>
                  </a:lnTo>
                  <a:lnTo>
                    <a:pt x="0" y="7432"/>
                  </a:lnTo>
                  <a:lnTo>
                    <a:pt x="0" y="7432"/>
                  </a:lnTo>
                  <a:lnTo>
                    <a:pt x="133" y="8228"/>
                  </a:lnTo>
                  <a:lnTo>
                    <a:pt x="398" y="9025"/>
                  </a:lnTo>
                  <a:lnTo>
                    <a:pt x="796" y="9555"/>
                  </a:lnTo>
                  <a:lnTo>
                    <a:pt x="1194" y="9953"/>
                  </a:lnTo>
                  <a:lnTo>
                    <a:pt x="2123" y="10484"/>
                  </a:lnTo>
                  <a:lnTo>
                    <a:pt x="2123" y="10484"/>
                  </a:lnTo>
                  <a:lnTo>
                    <a:pt x="1725" y="10086"/>
                  </a:lnTo>
                  <a:lnTo>
                    <a:pt x="1327" y="9555"/>
                  </a:lnTo>
                  <a:lnTo>
                    <a:pt x="1062" y="8759"/>
                  </a:lnTo>
                  <a:lnTo>
                    <a:pt x="1062" y="7963"/>
                  </a:lnTo>
                  <a:lnTo>
                    <a:pt x="1062" y="7963"/>
                  </a:lnTo>
                  <a:lnTo>
                    <a:pt x="1062" y="7963"/>
                  </a:lnTo>
                  <a:lnTo>
                    <a:pt x="1062" y="7963"/>
                  </a:lnTo>
                  <a:lnTo>
                    <a:pt x="1062" y="7034"/>
                  </a:lnTo>
                  <a:lnTo>
                    <a:pt x="1327" y="5972"/>
                  </a:lnTo>
                  <a:lnTo>
                    <a:pt x="1725" y="5043"/>
                  </a:lnTo>
                  <a:lnTo>
                    <a:pt x="2123" y="4114"/>
                  </a:lnTo>
                  <a:lnTo>
                    <a:pt x="2787" y="3185"/>
                  </a:lnTo>
                  <a:lnTo>
                    <a:pt x="3451" y="2389"/>
                  </a:lnTo>
                  <a:lnTo>
                    <a:pt x="4114" y="1725"/>
                  </a:lnTo>
                  <a:lnTo>
                    <a:pt x="4910" y="1195"/>
                  </a:lnTo>
                  <a:lnTo>
                    <a:pt x="4910" y="1195"/>
                  </a:lnTo>
                  <a:lnTo>
                    <a:pt x="5839" y="796"/>
                  </a:lnTo>
                  <a:lnTo>
                    <a:pt x="6636" y="664"/>
                  </a:lnTo>
                  <a:lnTo>
                    <a:pt x="6636" y="664"/>
                  </a:lnTo>
                  <a:lnTo>
                    <a:pt x="7166" y="664"/>
                  </a:lnTo>
                  <a:lnTo>
                    <a:pt x="7565" y="796"/>
                  </a:lnTo>
                  <a:lnTo>
                    <a:pt x="7565" y="796"/>
                  </a:lnTo>
                  <a:lnTo>
                    <a:pt x="6768" y="398"/>
                  </a:lnTo>
                  <a:lnTo>
                    <a:pt x="6768" y="398"/>
                  </a:lnTo>
                  <a:lnTo>
                    <a:pt x="6237" y="133"/>
                  </a:lnTo>
                  <a:lnTo>
                    <a:pt x="570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3971;p40">
              <a:extLst>
                <a:ext uri="{FF2B5EF4-FFF2-40B4-BE49-F238E27FC236}">
                  <a16:creationId xmlns:a16="http://schemas.microsoft.com/office/drawing/2014/main" id="{3561C28B-BF29-EFB5-4E53-F1F86A2BCD85}"/>
                </a:ext>
              </a:extLst>
            </p:cNvPr>
            <p:cNvSpPr/>
            <p:nvPr/>
          </p:nvSpPr>
          <p:spPr>
            <a:xfrm>
              <a:off x="8270910" y="2932155"/>
              <a:ext cx="129838" cy="167242"/>
            </a:xfrm>
            <a:custGeom>
              <a:avLst/>
              <a:gdLst/>
              <a:ahLst/>
              <a:cxnLst/>
              <a:rect l="l" t="t" r="r" b="b"/>
              <a:pathLst>
                <a:path w="7831" h="10087" extrusionOk="0">
                  <a:moveTo>
                    <a:pt x="5309" y="1"/>
                  </a:moveTo>
                  <a:lnTo>
                    <a:pt x="4646" y="133"/>
                  </a:lnTo>
                  <a:lnTo>
                    <a:pt x="3849" y="532"/>
                  </a:lnTo>
                  <a:lnTo>
                    <a:pt x="3053" y="1062"/>
                  </a:lnTo>
                  <a:lnTo>
                    <a:pt x="2390" y="1726"/>
                  </a:lnTo>
                  <a:lnTo>
                    <a:pt x="1726" y="2522"/>
                  </a:lnTo>
                  <a:lnTo>
                    <a:pt x="1062" y="3451"/>
                  </a:lnTo>
                  <a:lnTo>
                    <a:pt x="664" y="4380"/>
                  </a:lnTo>
                  <a:lnTo>
                    <a:pt x="266" y="5309"/>
                  </a:lnTo>
                  <a:lnTo>
                    <a:pt x="1" y="6371"/>
                  </a:lnTo>
                  <a:lnTo>
                    <a:pt x="1" y="7300"/>
                  </a:lnTo>
                  <a:lnTo>
                    <a:pt x="1" y="8096"/>
                  </a:lnTo>
                  <a:lnTo>
                    <a:pt x="266" y="8892"/>
                  </a:lnTo>
                  <a:lnTo>
                    <a:pt x="664" y="9423"/>
                  </a:lnTo>
                  <a:lnTo>
                    <a:pt x="1062" y="9821"/>
                  </a:lnTo>
                  <a:lnTo>
                    <a:pt x="1726" y="10087"/>
                  </a:lnTo>
                  <a:lnTo>
                    <a:pt x="2390" y="10087"/>
                  </a:lnTo>
                  <a:lnTo>
                    <a:pt x="3053" y="9954"/>
                  </a:lnTo>
                  <a:lnTo>
                    <a:pt x="3849" y="9556"/>
                  </a:lnTo>
                  <a:lnTo>
                    <a:pt x="4646" y="9025"/>
                  </a:lnTo>
                  <a:lnTo>
                    <a:pt x="5442" y="8229"/>
                  </a:lnTo>
                  <a:lnTo>
                    <a:pt x="6105" y="7433"/>
                  </a:lnTo>
                  <a:lnTo>
                    <a:pt x="6636" y="6636"/>
                  </a:lnTo>
                  <a:lnTo>
                    <a:pt x="7167" y="5707"/>
                  </a:lnTo>
                  <a:lnTo>
                    <a:pt x="7433" y="4646"/>
                  </a:lnTo>
                  <a:lnTo>
                    <a:pt x="7698" y="3717"/>
                  </a:lnTo>
                  <a:lnTo>
                    <a:pt x="7831" y="2788"/>
                  </a:lnTo>
                  <a:lnTo>
                    <a:pt x="7698" y="1859"/>
                  </a:lnTo>
                  <a:lnTo>
                    <a:pt x="7433" y="1195"/>
                  </a:lnTo>
                  <a:lnTo>
                    <a:pt x="7034" y="664"/>
                  </a:lnTo>
                  <a:lnTo>
                    <a:pt x="6636" y="266"/>
                  </a:lnTo>
                  <a:lnTo>
                    <a:pt x="5973"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3972;p40">
              <a:extLst>
                <a:ext uri="{FF2B5EF4-FFF2-40B4-BE49-F238E27FC236}">
                  <a16:creationId xmlns:a16="http://schemas.microsoft.com/office/drawing/2014/main" id="{A19B632B-54CE-366B-DC71-289DAB6609BF}"/>
                </a:ext>
              </a:extLst>
            </p:cNvPr>
            <p:cNvSpPr/>
            <p:nvPr/>
          </p:nvSpPr>
          <p:spPr>
            <a:xfrm>
              <a:off x="8270910" y="2932155"/>
              <a:ext cx="129838" cy="167242"/>
            </a:xfrm>
            <a:custGeom>
              <a:avLst/>
              <a:gdLst/>
              <a:ahLst/>
              <a:cxnLst/>
              <a:rect l="l" t="t" r="r" b="b"/>
              <a:pathLst>
                <a:path w="7831" h="10087" fill="none" extrusionOk="0">
                  <a:moveTo>
                    <a:pt x="3849" y="532"/>
                  </a:moveTo>
                  <a:lnTo>
                    <a:pt x="3849" y="532"/>
                  </a:lnTo>
                  <a:lnTo>
                    <a:pt x="3053" y="1062"/>
                  </a:lnTo>
                  <a:lnTo>
                    <a:pt x="2390" y="1726"/>
                  </a:lnTo>
                  <a:lnTo>
                    <a:pt x="1726" y="2522"/>
                  </a:lnTo>
                  <a:lnTo>
                    <a:pt x="1062" y="3451"/>
                  </a:lnTo>
                  <a:lnTo>
                    <a:pt x="664" y="4380"/>
                  </a:lnTo>
                  <a:lnTo>
                    <a:pt x="266" y="5309"/>
                  </a:lnTo>
                  <a:lnTo>
                    <a:pt x="1" y="6371"/>
                  </a:lnTo>
                  <a:lnTo>
                    <a:pt x="1" y="7300"/>
                  </a:lnTo>
                  <a:lnTo>
                    <a:pt x="1" y="7300"/>
                  </a:lnTo>
                  <a:lnTo>
                    <a:pt x="1" y="8096"/>
                  </a:lnTo>
                  <a:lnTo>
                    <a:pt x="266" y="8892"/>
                  </a:lnTo>
                  <a:lnTo>
                    <a:pt x="664" y="9423"/>
                  </a:lnTo>
                  <a:lnTo>
                    <a:pt x="1062" y="9821"/>
                  </a:lnTo>
                  <a:lnTo>
                    <a:pt x="1726" y="10087"/>
                  </a:lnTo>
                  <a:lnTo>
                    <a:pt x="2390" y="10087"/>
                  </a:lnTo>
                  <a:lnTo>
                    <a:pt x="3053" y="9954"/>
                  </a:lnTo>
                  <a:lnTo>
                    <a:pt x="3849" y="9556"/>
                  </a:lnTo>
                  <a:lnTo>
                    <a:pt x="3849" y="9556"/>
                  </a:lnTo>
                  <a:lnTo>
                    <a:pt x="4646" y="9025"/>
                  </a:lnTo>
                  <a:lnTo>
                    <a:pt x="5442" y="8229"/>
                  </a:lnTo>
                  <a:lnTo>
                    <a:pt x="6105" y="7433"/>
                  </a:lnTo>
                  <a:lnTo>
                    <a:pt x="6636" y="6636"/>
                  </a:lnTo>
                  <a:lnTo>
                    <a:pt x="7167" y="5707"/>
                  </a:lnTo>
                  <a:lnTo>
                    <a:pt x="7433" y="4646"/>
                  </a:lnTo>
                  <a:lnTo>
                    <a:pt x="7698" y="3717"/>
                  </a:lnTo>
                  <a:lnTo>
                    <a:pt x="7831" y="2788"/>
                  </a:lnTo>
                  <a:lnTo>
                    <a:pt x="7831" y="2788"/>
                  </a:lnTo>
                  <a:lnTo>
                    <a:pt x="7698" y="1859"/>
                  </a:lnTo>
                  <a:lnTo>
                    <a:pt x="7433" y="1195"/>
                  </a:lnTo>
                  <a:lnTo>
                    <a:pt x="7034" y="664"/>
                  </a:lnTo>
                  <a:lnTo>
                    <a:pt x="6636" y="266"/>
                  </a:lnTo>
                  <a:lnTo>
                    <a:pt x="5973" y="1"/>
                  </a:lnTo>
                  <a:lnTo>
                    <a:pt x="5309" y="1"/>
                  </a:lnTo>
                  <a:lnTo>
                    <a:pt x="4646" y="133"/>
                  </a:lnTo>
                  <a:lnTo>
                    <a:pt x="3849" y="53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3973;p40">
              <a:extLst>
                <a:ext uri="{FF2B5EF4-FFF2-40B4-BE49-F238E27FC236}">
                  <a16:creationId xmlns:a16="http://schemas.microsoft.com/office/drawing/2014/main" id="{9BA99FB8-7C7F-E757-D59D-1EF9EA184B73}"/>
                </a:ext>
              </a:extLst>
            </p:cNvPr>
            <p:cNvSpPr/>
            <p:nvPr/>
          </p:nvSpPr>
          <p:spPr>
            <a:xfrm>
              <a:off x="8270910" y="2932155"/>
              <a:ext cx="129838" cy="167242"/>
            </a:xfrm>
            <a:custGeom>
              <a:avLst/>
              <a:gdLst/>
              <a:ahLst/>
              <a:cxnLst/>
              <a:rect l="l" t="t" r="r" b="b"/>
              <a:pathLst>
                <a:path w="7831" h="10087" extrusionOk="0">
                  <a:moveTo>
                    <a:pt x="5575" y="1"/>
                  </a:moveTo>
                  <a:lnTo>
                    <a:pt x="4778" y="133"/>
                  </a:lnTo>
                  <a:lnTo>
                    <a:pt x="3849" y="532"/>
                  </a:lnTo>
                  <a:lnTo>
                    <a:pt x="3053" y="1062"/>
                  </a:lnTo>
                  <a:lnTo>
                    <a:pt x="2390" y="1726"/>
                  </a:lnTo>
                  <a:lnTo>
                    <a:pt x="1726" y="2522"/>
                  </a:lnTo>
                  <a:lnTo>
                    <a:pt x="1062" y="3451"/>
                  </a:lnTo>
                  <a:lnTo>
                    <a:pt x="664" y="4380"/>
                  </a:lnTo>
                  <a:lnTo>
                    <a:pt x="266" y="5309"/>
                  </a:lnTo>
                  <a:lnTo>
                    <a:pt x="1" y="6371"/>
                  </a:lnTo>
                  <a:lnTo>
                    <a:pt x="1" y="7300"/>
                  </a:lnTo>
                  <a:lnTo>
                    <a:pt x="1" y="7963"/>
                  </a:lnTo>
                  <a:lnTo>
                    <a:pt x="133" y="8494"/>
                  </a:lnTo>
                  <a:lnTo>
                    <a:pt x="266" y="8892"/>
                  </a:lnTo>
                  <a:lnTo>
                    <a:pt x="532" y="9290"/>
                  </a:lnTo>
                  <a:lnTo>
                    <a:pt x="930" y="9689"/>
                  </a:lnTo>
                  <a:lnTo>
                    <a:pt x="1195" y="9821"/>
                  </a:lnTo>
                  <a:lnTo>
                    <a:pt x="1593" y="10087"/>
                  </a:lnTo>
                  <a:lnTo>
                    <a:pt x="2124" y="10087"/>
                  </a:lnTo>
                  <a:lnTo>
                    <a:pt x="2920" y="9954"/>
                  </a:lnTo>
                  <a:lnTo>
                    <a:pt x="3849" y="9556"/>
                  </a:lnTo>
                  <a:lnTo>
                    <a:pt x="4646" y="9025"/>
                  </a:lnTo>
                  <a:lnTo>
                    <a:pt x="5442" y="8229"/>
                  </a:lnTo>
                  <a:lnTo>
                    <a:pt x="6105" y="7433"/>
                  </a:lnTo>
                  <a:lnTo>
                    <a:pt x="6636" y="6636"/>
                  </a:lnTo>
                  <a:lnTo>
                    <a:pt x="7167" y="5707"/>
                  </a:lnTo>
                  <a:lnTo>
                    <a:pt x="7433" y="4646"/>
                  </a:lnTo>
                  <a:lnTo>
                    <a:pt x="7698" y="3717"/>
                  </a:lnTo>
                  <a:lnTo>
                    <a:pt x="7831" y="2788"/>
                  </a:lnTo>
                  <a:lnTo>
                    <a:pt x="7698" y="2124"/>
                  </a:lnTo>
                  <a:lnTo>
                    <a:pt x="7565" y="1593"/>
                  </a:lnTo>
                  <a:lnTo>
                    <a:pt x="7433" y="1062"/>
                  </a:lnTo>
                  <a:lnTo>
                    <a:pt x="7167" y="664"/>
                  </a:lnTo>
                  <a:lnTo>
                    <a:pt x="6902" y="399"/>
                  </a:lnTo>
                  <a:lnTo>
                    <a:pt x="6504" y="133"/>
                  </a:lnTo>
                  <a:lnTo>
                    <a:pt x="6105" y="1"/>
                  </a:lnTo>
                  <a:close/>
                </a:path>
              </a:pathLst>
            </a:custGeom>
            <a:solidFill>
              <a:srgbClr val="9FC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3974;p40">
              <a:extLst>
                <a:ext uri="{FF2B5EF4-FFF2-40B4-BE49-F238E27FC236}">
                  <a16:creationId xmlns:a16="http://schemas.microsoft.com/office/drawing/2014/main" id="{2D1DFD75-9473-0ED6-4FD3-81632ED337D6}"/>
                </a:ext>
              </a:extLst>
            </p:cNvPr>
            <p:cNvSpPr/>
            <p:nvPr/>
          </p:nvSpPr>
          <p:spPr>
            <a:xfrm>
              <a:off x="8270910" y="2932155"/>
              <a:ext cx="129838" cy="167242"/>
            </a:xfrm>
            <a:custGeom>
              <a:avLst/>
              <a:gdLst/>
              <a:ahLst/>
              <a:cxnLst/>
              <a:rect l="l" t="t" r="r" b="b"/>
              <a:pathLst>
                <a:path w="7831" h="10087" fill="none" extrusionOk="0">
                  <a:moveTo>
                    <a:pt x="5575" y="1"/>
                  </a:moveTo>
                  <a:lnTo>
                    <a:pt x="5575" y="1"/>
                  </a:lnTo>
                  <a:lnTo>
                    <a:pt x="4778" y="133"/>
                  </a:lnTo>
                  <a:lnTo>
                    <a:pt x="3849" y="532"/>
                  </a:lnTo>
                  <a:lnTo>
                    <a:pt x="3849" y="532"/>
                  </a:lnTo>
                  <a:lnTo>
                    <a:pt x="3053" y="1062"/>
                  </a:lnTo>
                  <a:lnTo>
                    <a:pt x="2390" y="1726"/>
                  </a:lnTo>
                  <a:lnTo>
                    <a:pt x="1726" y="2522"/>
                  </a:lnTo>
                  <a:lnTo>
                    <a:pt x="1062" y="3451"/>
                  </a:lnTo>
                  <a:lnTo>
                    <a:pt x="664" y="4380"/>
                  </a:lnTo>
                  <a:lnTo>
                    <a:pt x="266" y="5309"/>
                  </a:lnTo>
                  <a:lnTo>
                    <a:pt x="1" y="6371"/>
                  </a:lnTo>
                  <a:lnTo>
                    <a:pt x="1" y="7300"/>
                  </a:lnTo>
                  <a:lnTo>
                    <a:pt x="1" y="7300"/>
                  </a:lnTo>
                  <a:lnTo>
                    <a:pt x="1" y="7963"/>
                  </a:lnTo>
                  <a:lnTo>
                    <a:pt x="133" y="8494"/>
                  </a:lnTo>
                  <a:lnTo>
                    <a:pt x="266" y="8892"/>
                  </a:lnTo>
                  <a:lnTo>
                    <a:pt x="532" y="9290"/>
                  </a:lnTo>
                  <a:lnTo>
                    <a:pt x="930" y="9689"/>
                  </a:lnTo>
                  <a:lnTo>
                    <a:pt x="1195" y="9821"/>
                  </a:lnTo>
                  <a:lnTo>
                    <a:pt x="1593" y="10087"/>
                  </a:lnTo>
                  <a:lnTo>
                    <a:pt x="2124" y="10087"/>
                  </a:lnTo>
                  <a:lnTo>
                    <a:pt x="2124" y="10087"/>
                  </a:lnTo>
                  <a:lnTo>
                    <a:pt x="2920" y="9954"/>
                  </a:lnTo>
                  <a:lnTo>
                    <a:pt x="3849" y="9556"/>
                  </a:lnTo>
                  <a:lnTo>
                    <a:pt x="3849" y="9556"/>
                  </a:lnTo>
                  <a:lnTo>
                    <a:pt x="4646" y="9025"/>
                  </a:lnTo>
                  <a:lnTo>
                    <a:pt x="5442" y="8229"/>
                  </a:lnTo>
                  <a:lnTo>
                    <a:pt x="6105" y="7433"/>
                  </a:lnTo>
                  <a:lnTo>
                    <a:pt x="6636" y="6636"/>
                  </a:lnTo>
                  <a:lnTo>
                    <a:pt x="7167" y="5707"/>
                  </a:lnTo>
                  <a:lnTo>
                    <a:pt x="7433" y="4646"/>
                  </a:lnTo>
                  <a:lnTo>
                    <a:pt x="7698" y="3717"/>
                  </a:lnTo>
                  <a:lnTo>
                    <a:pt x="7831" y="2788"/>
                  </a:lnTo>
                  <a:lnTo>
                    <a:pt x="7831" y="2788"/>
                  </a:lnTo>
                  <a:lnTo>
                    <a:pt x="7698" y="2124"/>
                  </a:lnTo>
                  <a:lnTo>
                    <a:pt x="7565" y="1593"/>
                  </a:lnTo>
                  <a:lnTo>
                    <a:pt x="7433" y="1062"/>
                  </a:lnTo>
                  <a:lnTo>
                    <a:pt x="7167" y="664"/>
                  </a:lnTo>
                  <a:lnTo>
                    <a:pt x="6902" y="399"/>
                  </a:lnTo>
                  <a:lnTo>
                    <a:pt x="6504" y="133"/>
                  </a:lnTo>
                  <a:lnTo>
                    <a:pt x="6105" y="1"/>
                  </a:lnTo>
                  <a:lnTo>
                    <a:pt x="557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1" name="Google Shape;3975;p40">
              <a:extLst>
                <a:ext uri="{FF2B5EF4-FFF2-40B4-BE49-F238E27FC236}">
                  <a16:creationId xmlns:a16="http://schemas.microsoft.com/office/drawing/2014/main" id="{0DCF9656-E8A2-2622-9EE6-B65AE231AFEA}"/>
                </a:ext>
              </a:extLst>
            </p:cNvPr>
            <p:cNvSpPr/>
            <p:nvPr/>
          </p:nvSpPr>
          <p:spPr>
            <a:xfrm>
              <a:off x="8303920" y="2976159"/>
              <a:ext cx="61628" cy="79236"/>
            </a:xfrm>
            <a:custGeom>
              <a:avLst/>
              <a:gdLst/>
              <a:ahLst/>
              <a:cxnLst/>
              <a:rect l="l" t="t" r="r" b="b"/>
              <a:pathLst>
                <a:path w="3717" h="4779" extrusionOk="0">
                  <a:moveTo>
                    <a:pt x="2389" y="1"/>
                  </a:moveTo>
                  <a:lnTo>
                    <a:pt x="1858" y="266"/>
                  </a:lnTo>
                  <a:lnTo>
                    <a:pt x="1195" y="797"/>
                  </a:lnTo>
                  <a:lnTo>
                    <a:pt x="531" y="1593"/>
                  </a:lnTo>
                  <a:lnTo>
                    <a:pt x="133" y="2522"/>
                  </a:lnTo>
                  <a:lnTo>
                    <a:pt x="0" y="3451"/>
                  </a:lnTo>
                  <a:lnTo>
                    <a:pt x="0" y="3850"/>
                  </a:lnTo>
                  <a:lnTo>
                    <a:pt x="133" y="4248"/>
                  </a:lnTo>
                  <a:lnTo>
                    <a:pt x="399" y="4513"/>
                  </a:lnTo>
                  <a:lnTo>
                    <a:pt x="797" y="4779"/>
                  </a:lnTo>
                  <a:lnTo>
                    <a:pt x="1327" y="4779"/>
                  </a:lnTo>
                  <a:lnTo>
                    <a:pt x="1858" y="4513"/>
                  </a:lnTo>
                  <a:lnTo>
                    <a:pt x="2655" y="3982"/>
                  </a:lnTo>
                  <a:lnTo>
                    <a:pt x="3185" y="3186"/>
                  </a:lnTo>
                  <a:lnTo>
                    <a:pt x="3584" y="2257"/>
                  </a:lnTo>
                  <a:lnTo>
                    <a:pt x="3716" y="1328"/>
                  </a:lnTo>
                  <a:lnTo>
                    <a:pt x="3716" y="797"/>
                  </a:lnTo>
                  <a:lnTo>
                    <a:pt x="3451" y="399"/>
                  </a:lnTo>
                  <a:lnTo>
                    <a:pt x="3185" y="134"/>
                  </a:lnTo>
                  <a:lnTo>
                    <a:pt x="292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3976;p40">
              <a:extLst>
                <a:ext uri="{FF2B5EF4-FFF2-40B4-BE49-F238E27FC236}">
                  <a16:creationId xmlns:a16="http://schemas.microsoft.com/office/drawing/2014/main" id="{6D911BBD-000A-3AA2-DE7B-D7A07E3EDD4B}"/>
                </a:ext>
              </a:extLst>
            </p:cNvPr>
            <p:cNvSpPr/>
            <p:nvPr/>
          </p:nvSpPr>
          <p:spPr>
            <a:xfrm>
              <a:off x="8303920" y="2976159"/>
              <a:ext cx="50619" cy="70432"/>
            </a:xfrm>
            <a:custGeom>
              <a:avLst/>
              <a:gdLst/>
              <a:ahLst/>
              <a:cxnLst/>
              <a:rect l="l" t="t" r="r" b="b"/>
              <a:pathLst>
                <a:path w="3053" h="4248" extrusionOk="0">
                  <a:moveTo>
                    <a:pt x="2389" y="1"/>
                  </a:moveTo>
                  <a:lnTo>
                    <a:pt x="1858" y="266"/>
                  </a:lnTo>
                  <a:lnTo>
                    <a:pt x="1195" y="797"/>
                  </a:lnTo>
                  <a:lnTo>
                    <a:pt x="531" y="1593"/>
                  </a:lnTo>
                  <a:lnTo>
                    <a:pt x="133" y="2522"/>
                  </a:lnTo>
                  <a:lnTo>
                    <a:pt x="0" y="3451"/>
                  </a:lnTo>
                  <a:lnTo>
                    <a:pt x="0" y="3850"/>
                  </a:lnTo>
                  <a:lnTo>
                    <a:pt x="133" y="4248"/>
                  </a:lnTo>
                  <a:lnTo>
                    <a:pt x="664" y="4115"/>
                  </a:lnTo>
                  <a:lnTo>
                    <a:pt x="1195" y="3982"/>
                  </a:lnTo>
                  <a:lnTo>
                    <a:pt x="1858" y="3319"/>
                  </a:lnTo>
                  <a:lnTo>
                    <a:pt x="2522" y="2522"/>
                  </a:lnTo>
                  <a:lnTo>
                    <a:pt x="2920" y="1593"/>
                  </a:lnTo>
                  <a:lnTo>
                    <a:pt x="3053" y="665"/>
                  </a:lnTo>
                  <a:lnTo>
                    <a:pt x="2920" y="266"/>
                  </a:lnTo>
                  <a:lnTo>
                    <a:pt x="2920"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3977;p40">
              <a:extLst>
                <a:ext uri="{FF2B5EF4-FFF2-40B4-BE49-F238E27FC236}">
                  <a16:creationId xmlns:a16="http://schemas.microsoft.com/office/drawing/2014/main" id="{C88AD17B-9B27-2CA6-8A47-972DD44175FE}"/>
                </a:ext>
              </a:extLst>
            </p:cNvPr>
            <p:cNvSpPr/>
            <p:nvPr/>
          </p:nvSpPr>
          <p:spPr>
            <a:xfrm>
              <a:off x="8301715" y="3165403"/>
              <a:ext cx="46225" cy="61611"/>
            </a:xfrm>
            <a:custGeom>
              <a:avLst/>
              <a:gdLst/>
              <a:ahLst/>
              <a:cxnLst/>
              <a:rect l="l" t="t" r="r" b="b"/>
              <a:pathLst>
                <a:path w="2788" h="3716" extrusionOk="0">
                  <a:moveTo>
                    <a:pt x="1726" y="0"/>
                  </a:moveTo>
                  <a:lnTo>
                    <a:pt x="1195" y="265"/>
                  </a:lnTo>
                  <a:lnTo>
                    <a:pt x="797" y="664"/>
                  </a:lnTo>
                  <a:lnTo>
                    <a:pt x="266" y="1194"/>
                  </a:lnTo>
                  <a:lnTo>
                    <a:pt x="1" y="1858"/>
                  </a:lnTo>
                  <a:lnTo>
                    <a:pt x="1" y="2522"/>
                  </a:lnTo>
                  <a:lnTo>
                    <a:pt x="1" y="3052"/>
                  </a:lnTo>
                  <a:lnTo>
                    <a:pt x="266" y="3318"/>
                  </a:lnTo>
                  <a:lnTo>
                    <a:pt x="399" y="3318"/>
                  </a:lnTo>
                  <a:lnTo>
                    <a:pt x="930" y="3716"/>
                  </a:lnTo>
                  <a:lnTo>
                    <a:pt x="1195" y="3185"/>
                  </a:lnTo>
                  <a:lnTo>
                    <a:pt x="1726" y="2787"/>
                  </a:lnTo>
                  <a:lnTo>
                    <a:pt x="2124" y="2256"/>
                  </a:lnTo>
                  <a:lnTo>
                    <a:pt x="2522" y="1593"/>
                  </a:lnTo>
                  <a:lnTo>
                    <a:pt x="2522" y="929"/>
                  </a:lnTo>
                  <a:lnTo>
                    <a:pt x="2788" y="531"/>
                  </a:lnTo>
                  <a:lnTo>
                    <a:pt x="2257" y="133"/>
                  </a:lnTo>
                  <a:lnTo>
                    <a:pt x="1726"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4" name="Google Shape;3978;p40">
              <a:extLst>
                <a:ext uri="{FF2B5EF4-FFF2-40B4-BE49-F238E27FC236}">
                  <a16:creationId xmlns:a16="http://schemas.microsoft.com/office/drawing/2014/main" id="{1F486AAF-A924-F7FB-DD79-7B30DE3CB872}"/>
                </a:ext>
              </a:extLst>
            </p:cNvPr>
            <p:cNvSpPr/>
            <p:nvPr/>
          </p:nvSpPr>
          <p:spPr>
            <a:xfrm>
              <a:off x="8301715" y="3165403"/>
              <a:ext cx="46225" cy="61611"/>
            </a:xfrm>
            <a:custGeom>
              <a:avLst/>
              <a:gdLst/>
              <a:ahLst/>
              <a:cxnLst/>
              <a:rect l="l" t="t" r="r" b="b"/>
              <a:pathLst>
                <a:path w="2788" h="3716" fill="none" extrusionOk="0">
                  <a:moveTo>
                    <a:pt x="1" y="2522"/>
                  </a:moveTo>
                  <a:lnTo>
                    <a:pt x="1" y="2522"/>
                  </a:lnTo>
                  <a:lnTo>
                    <a:pt x="1" y="1858"/>
                  </a:lnTo>
                  <a:lnTo>
                    <a:pt x="266" y="1194"/>
                  </a:lnTo>
                  <a:lnTo>
                    <a:pt x="797" y="664"/>
                  </a:lnTo>
                  <a:lnTo>
                    <a:pt x="1195" y="265"/>
                  </a:lnTo>
                  <a:lnTo>
                    <a:pt x="1195" y="265"/>
                  </a:lnTo>
                  <a:lnTo>
                    <a:pt x="1726" y="0"/>
                  </a:lnTo>
                  <a:lnTo>
                    <a:pt x="2257" y="133"/>
                  </a:lnTo>
                  <a:lnTo>
                    <a:pt x="2257" y="133"/>
                  </a:lnTo>
                  <a:lnTo>
                    <a:pt x="2788" y="531"/>
                  </a:lnTo>
                  <a:lnTo>
                    <a:pt x="2522" y="929"/>
                  </a:lnTo>
                  <a:lnTo>
                    <a:pt x="2522" y="929"/>
                  </a:lnTo>
                  <a:lnTo>
                    <a:pt x="2522" y="929"/>
                  </a:lnTo>
                  <a:lnTo>
                    <a:pt x="2522" y="1593"/>
                  </a:lnTo>
                  <a:lnTo>
                    <a:pt x="2124" y="2256"/>
                  </a:lnTo>
                  <a:lnTo>
                    <a:pt x="1726" y="2787"/>
                  </a:lnTo>
                  <a:lnTo>
                    <a:pt x="1195" y="3185"/>
                  </a:lnTo>
                  <a:lnTo>
                    <a:pt x="1195" y="3185"/>
                  </a:lnTo>
                  <a:lnTo>
                    <a:pt x="930" y="3716"/>
                  </a:lnTo>
                  <a:lnTo>
                    <a:pt x="399" y="3318"/>
                  </a:lnTo>
                  <a:lnTo>
                    <a:pt x="266" y="3318"/>
                  </a:lnTo>
                  <a:lnTo>
                    <a:pt x="266" y="3318"/>
                  </a:lnTo>
                  <a:lnTo>
                    <a:pt x="266" y="3318"/>
                  </a:lnTo>
                  <a:lnTo>
                    <a:pt x="266" y="3318"/>
                  </a:lnTo>
                  <a:lnTo>
                    <a:pt x="1" y="3052"/>
                  </a:lnTo>
                  <a:lnTo>
                    <a:pt x="1" y="252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3979;p40">
              <a:extLst>
                <a:ext uri="{FF2B5EF4-FFF2-40B4-BE49-F238E27FC236}">
                  <a16:creationId xmlns:a16="http://schemas.microsoft.com/office/drawing/2014/main" id="{5B9F8F8E-F0F1-D3FD-3CC5-17907308F946}"/>
                </a:ext>
              </a:extLst>
            </p:cNvPr>
            <p:cNvSpPr/>
            <p:nvPr/>
          </p:nvSpPr>
          <p:spPr>
            <a:xfrm>
              <a:off x="8301715" y="3165403"/>
              <a:ext cx="46225" cy="61611"/>
            </a:xfrm>
            <a:custGeom>
              <a:avLst/>
              <a:gdLst/>
              <a:ahLst/>
              <a:cxnLst/>
              <a:rect l="l" t="t" r="r" b="b"/>
              <a:pathLst>
                <a:path w="2788" h="3716" extrusionOk="0">
                  <a:moveTo>
                    <a:pt x="1859" y="0"/>
                  </a:moveTo>
                  <a:lnTo>
                    <a:pt x="1593" y="133"/>
                  </a:lnTo>
                  <a:lnTo>
                    <a:pt x="1195" y="265"/>
                  </a:lnTo>
                  <a:lnTo>
                    <a:pt x="797" y="664"/>
                  </a:lnTo>
                  <a:lnTo>
                    <a:pt x="266" y="1194"/>
                  </a:lnTo>
                  <a:lnTo>
                    <a:pt x="1" y="1858"/>
                  </a:lnTo>
                  <a:lnTo>
                    <a:pt x="1" y="2522"/>
                  </a:lnTo>
                  <a:lnTo>
                    <a:pt x="1" y="3052"/>
                  </a:lnTo>
                  <a:lnTo>
                    <a:pt x="266" y="3318"/>
                  </a:lnTo>
                  <a:lnTo>
                    <a:pt x="399" y="3318"/>
                  </a:lnTo>
                  <a:lnTo>
                    <a:pt x="930" y="3716"/>
                  </a:lnTo>
                  <a:lnTo>
                    <a:pt x="1195" y="3185"/>
                  </a:lnTo>
                  <a:lnTo>
                    <a:pt x="1726" y="2787"/>
                  </a:lnTo>
                  <a:lnTo>
                    <a:pt x="2124" y="2256"/>
                  </a:lnTo>
                  <a:lnTo>
                    <a:pt x="2522" y="1593"/>
                  </a:lnTo>
                  <a:lnTo>
                    <a:pt x="2522" y="929"/>
                  </a:lnTo>
                  <a:lnTo>
                    <a:pt x="2788" y="531"/>
                  </a:lnTo>
                  <a:lnTo>
                    <a:pt x="2257" y="133"/>
                  </a:lnTo>
                  <a:lnTo>
                    <a:pt x="1859"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3980;p40">
              <a:extLst>
                <a:ext uri="{FF2B5EF4-FFF2-40B4-BE49-F238E27FC236}">
                  <a16:creationId xmlns:a16="http://schemas.microsoft.com/office/drawing/2014/main" id="{2E423EBF-854F-3C59-5209-81C903606DD5}"/>
                </a:ext>
              </a:extLst>
            </p:cNvPr>
            <p:cNvSpPr/>
            <p:nvPr/>
          </p:nvSpPr>
          <p:spPr>
            <a:xfrm>
              <a:off x="8310519" y="3172002"/>
              <a:ext cx="44020" cy="57218"/>
            </a:xfrm>
            <a:custGeom>
              <a:avLst/>
              <a:gdLst/>
              <a:ahLst/>
              <a:cxnLst/>
              <a:rect l="l" t="t" r="r" b="b"/>
              <a:pathLst>
                <a:path w="2655" h="3451" extrusionOk="0">
                  <a:moveTo>
                    <a:pt x="1858" y="0"/>
                  </a:moveTo>
                  <a:lnTo>
                    <a:pt x="1328" y="266"/>
                  </a:lnTo>
                  <a:lnTo>
                    <a:pt x="797" y="664"/>
                  </a:lnTo>
                  <a:lnTo>
                    <a:pt x="399" y="1195"/>
                  </a:lnTo>
                  <a:lnTo>
                    <a:pt x="133" y="1858"/>
                  </a:lnTo>
                  <a:lnTo>
                    <a:pt x="1" y="2522"/>
                  </a:lnTo>
                  <a:lnTo>
                    <a:pt x="133" y="3053"/>
                  </a:lnTo>
                  <a:lnTo>
                    <a:pt x="399" y="3318"/>
                  </a:lnTo>
                  <a:lnTo>
                    <a:pt x="797" y="3451"/>
                  </a:lnTo>
                  <a:lnTo>
                    <a:pt x="1328" y="3185"/>
                  </a:lnTo>
                  <a:lnTo>
                    <a:pt x="1858" y="2787"/>
                  </a:lnTo>
                  <a:lnTo>
                    <a:pt x="2257" y="2256"/>
                  </a:lnTo>
                  <a:lnTo>
                    <a:pt x="2522" y="1593"/>
                  </a:lnTo>
                  <a:lnTo>
                    <a:pt x="2655" y="929"/>
                  </a:lnTo>
                  <a:lnTo>
                    <a:pt x="2522" y="398"/>
                  </a:lnTo>
                  <a:lnTo>
                    <a:pt x="2257" y="133"/>
                  </a:lnTo>
                  <a:lnTo>
                    <a:pt x="185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3981;p40">
              <a:extLst>
                <a:ext uri="{FF2B5EF4-FFF2-40B4-BE49-F238E27FC236}">
                  <a16:creationId xmlns:a16="http://schemas.microsoft.com/office/drawing/2014/main" id="{74E03ECF-8E7B-6CD8-2912-B4421C26F1CA}"/>
                </a:ext>
              </a:extLst>
            </p:cNvPr>
            <p:cNvSpPr/>
            <p:nvPr/>
          </p:nvSpPr>
          <p:spPr>
            <a:xfrm>
              <a:off x="8301715" y="3260008"/>
              <a:ext cx="46225" cy="59423"/>
            </a:xfrm>
            <a:custGeom>
              <a:avLst/>
              <a:gdLst/>
              <a:ahLst/>
              <a:cxnLst/>
              <a:rect l="l" t="t" r="r" b="b"/>
              <a:pathLst>
                <a:path w="2788" h="3584" extrusionOk="0">
                  <a:moveTo>
                    <a:pt x="1726" y="1"/>
                  </a:moveTo>
                  <a:lnTo>
                    <a:pt x="1195" y="133"/>
                  </a:lnTo>
                  <a:lnTo>
                    <a:pt x="797" y="531"/>
                  </a:lnTo>
                  <a:lnTo>
                    <a:pt x="266" y="1195"/>
                  </a:lnTo>
                  <a:lnTo>
                    <a:pt x="1" y="1726"/>
                  </a:lnTo>
                  <a:lnTo>
                    <a:pt x="1" y="2389"/>
                  </a:lnTo>
                  <a:lnTo>
                    <a:pt x="1" y="2920"/>
                  </a:lnTo>
                  <a:lnTo>
                    <a:pt x="266" y="3186"/>
                  </a:lnTo>
                  <a:lnTo>
                    <a:pt x="266" y="3318"/>
                  </a:lnTo>
                  <a:lnTo>
                    <a:pt x="399" y="3318"/>
                  </a:lnTo>
                  <a:lnTo>
                    <a:pt x="930" y="3584"/>
                  </a:lnTo>
                  <a:lnTo>
                    <a:pt x="1195" y="3186"/>
                  </a:lnTo>
                  <a:lnTo>
                    <a:pt x="1726" y="2788"/>
                  </a:lnTo>
                  <a:lnTo>
                    <a:pt x="2124" y="2124"/>
                  </a:lnTo>
                  <a:lnTo>
                    <a:pt x="2522" y="1593"/>
                  </a:lnTo>
                  <a:lnTo>
                    <a:pt x="2522" y="930"/>
                  </a:lnTo>
                  <a:lnTo>
                    <a:pt x="2522" y="797"/>
                  </a:lnTo>
                  <a:lnTo>
                    <a:pt x="2788" y="399"/>
                  </a:lnTo>
                  <a:lnTo>
                    <a:pt x="2257" y="133"/>
                  </a:lnTo>
                  <a:lnTo>
                    <a:pt x="1726" y="1"/>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3982;p40">
              <a:extLst>
                <a:ext uri="{FF2B5EF4-FFF2-40B4-BE49-F238E27FC236}">
                  <a16:creationId xmlns:a16="http://schemas.microsoft.com/office/drawing/2014/main" id="{A5B3BECC-07A3-0FEA-B5D7-6C0555B661DF}"/>
                </a:ext>
              </a:extLst>
            </p:cNvPr>
            <p:cNvSpPr/>
            <p:nvPr/>
          </p:nvSpPr>
          <p:spPr>
            <a:xfrm>
              <a:off x="8310519" y="3266607"/>
              <a:ext cx="44020" cy="55029"/>
            </a:xfrm>
            <a:custGeom>
              <a:avLst/>
              <a:gdLst/>
              <a:ahLst/>
              <a:cxnLst/>
              <a:rect l="l" t="t" r="r" b="b"/>
              <a:pathLst>
                <a:path w="2655" h="3319" extrusionOk="0">
                  <a:moveTo>
                    <a:pt x="1858" y="1"/>
                  </a:moveTo>
                  <a:lnTo>
                    <a:pt x="1328" y="133"/>
                  </a:lnTo>
                  <a:lnTo>
                    <a:pt x="797" y="532"/>
                  </a:lnTo>
                  <a:lnTo>
                    <a:pt x="399" y="1062"/>
                  </a:lnTo>
                  <a:lnTo>
                    <a:pt x="133" y="1726"/>
                  </a:lnTo>
                  <a:lnTo>
                    <a:pt x="1" y="2390"/>
                  </a:lnTo>
                  <a:lnTo>
                    <a:pt x="133" y="2920"/>
                  </a:lnTo>
                  <a:lnTo>
                    <a:pt x="399" y="3186"/>
                  </a:lnTo>
                  <a:lnTo>
                    <a:pt x="797" y="3319"/>
                  </a:lnTo>
                  <a:lnTo>
                    <a:pt x="1328" y="3186"/>
                  </a:lnTo>
                  <a:lnTo>
                    <a:pt x="1858" y="2788"/>
                  </a:lnTo>
                  <a:lnTo>
                    <a:pt x="2257" y="2124"/>
                  </a:lnTo>
                  <a:lnTo>
                    <a:pt x="2522" y="1593"/>
                  </a:lnTo>
                  <a:lnTo>
                    <a:pt x="2655" y="930"/>
                  </a:lnTo>
                  <a:lnTo>
                    <a:pt x="2522" y="399"/>
                  </a:lnTo>
                  <a:lnTo>
                    <a:pt x="2257"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3983;p40">
              <a:extLst>
                <a:ext uri="{FF2B5EF4-FFF2-40B4-BE49-F238E27FC236}">
                  <a16:creationId xmlns:a16="http://schemas.microsoft.com/office/drawing/2014/main" id="{9EA845FC-6848-48E0-4485-B02555A301DD}"/>
                </a:ext>
              </a:extLst>
            </p:cNvPr>
            <p:cNvSpPr/>
            <p:nvPr/>
          </p:nvSpPr>
          <p:spPr>
            <a:xfrm>
              <a:off x="8090486" y="2474481"/>
              <a:ext cx="66022" cy="165054"/>
            </a:xfrm>
            <a:custGeom>
              <a:avLst/>
              <a:gdLst/>
              <a:ahLst/>
              <a:cxnLst/>
              <a:rect l="l" t="t" r="r" b="b"/>
              <a:pathLst>
                <a:path w="3982" h="9955" extrusionOk="0">
                  <a:moveTo>
                    <a:pt x="1593" y="1"/>
                  </a:moveTo>
                  <a:lnTo>
                    <a:pt x="0" y="8627"/>
                  </a:lnTo>
                  <a:lnTo>
                    <a:pt x="2257" y="9954"/>
                  </a:lnTo>
                  <a:lnTo>
                    <a:pt x="3982" y="1328"/>
                  </a:lnTo>
                  <a:lnTo>
                    <a:pt x="159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3984;p40">
              <a:extLst>
                <a:ext uri="{FF2B5EF4-FFF2-40B4-BE49-F238E27FC236}">
                  <a16:creationId xmlns:a16="http://schemas.microsoft.com/office/drawing/2014/main" id="{C3A7C4FE-3451-8E23-4657-AD4A2EBE708D}"/>
                </a:ext>
              </a:extLst>
            </p:cNvPr>
            <p:cNvSpPr/>
            <p:nvPr/>
          </p:nvSpPr>
          <p:spPr>
            <a:xfrm>
              <a:off x="8090486" y="2474481"/>
              <a:ext cx="66022" cy="165054"/>
            </a:xfrm>
            <a:custGeom>
              <a:avLst/>
              <a:gdLst/>
              <a:ahLst/>
              <a:cxnLst/>
              <a:rect l="l" t="t" r="r" b="b"/>
              <a:pathLst>
                <a:path w="3982" h="9955" fill="none" extrusionOk="0">
                  <a:moveTo>
                    <a:pt x="3982" y="1328"/>
                  </a:moveTo>
                  <a:lnTo>
                    <a:pt x="2257" y="9954"/>
                  </a:lnTo>
                  <a:lnTo>
                    <a:pt x="0" y="8627"/>
                  </a:lnTo>
                  <a:lnTo>
                    <a:pt x="1593" y="1"/>
                  </a:lnTo>
                  <a:lnTo>
                    <a:pt x="3982" y="132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3985;p40">
              <a:extLst>
                <a:ext uri="{FF2B5EF4-FFF2-40B4-BE49-F238E27FC236}">
                  <a16:creationId xmlns:a16="http://schemas.microsoft.com/office/drawing/2014/main" id="{61ACE912-F4D6-D41D-66C9-D3B79592C7EF}"/>
                </a:ext>
              </a:extLst>
            </p:cNvPr>
            <p:cNvSpPr/>
            <p:nvPr/>
          </p:nvSpPr>
          <p:spPr>
            <a:xfrm>
              <a:off x="7978273" y="2604302"/>
              <a:ext cx="151840" cy="92433"/>
            </a:xfrm>
            <a:custGeom>
              <a:avLst/>
              <a:gdLst/>
              <a:ahLst/>
              <a:cxnLst/>
              <a:rect l="l" t="t" r="r" b="b"/>
              <a:pathLst>
                <a:path w="9158" h="5575" extrusionOk="0">
                  <a:moveTo>
                    <a:pt x="6901" y="1"/>
                  </a:moveTo>
                  <a:lnTo>
                    <a:pt x="0" y="4248"/>
                  </a:lnTo>
                  <a:lnTo>
                    <a:pt x="2389" y="5575"/>
                  </a:lnTo>
                  <a:lnTo>
                    <a:pt x="9157" y="1593"/>
                  </a:lnTo>
                  <a:lnTo>
                    <a:pt x="690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3986;p40">
              <a:extLst>
                <a:ext uri="{FF2B5EF4-FFF2-40B4-BE49-F238E27FC236}">
                  <a16:creationId xmlns:a16="http://schemas.microsoft.com/office/drawing/2014/main" id="{232FD0AE-91BA-1303-9041-5313710F291E}"/>
                </a:ext>
              </a:extLst>
            </p:cNvPr>
            <p:cNvSpPr/>
            <p:nvPr/>
          </p:nvSpPr>
          <p:spPr>
            <a:xfrm>
              <a:off x="7978273" y="2674718"/>
              <a:ext cx="39626" cy="44020"/>
            </a:xfrm>
            <a:custGeom>
              <a:avLst/>
              <a:gdLst/>
              <a:ahLst/>
              <a:cxnLst/>
              <a:rect l="l" t="t" r="r" b="b"/>
              <a:pathLst>
                <a:path w="2390" h="2655" extrusionOk="0">
                  <a:moveTo>
                    <a:pt x="0" y="1"/>
                  </a:moveTo>
                  <a:lnTo>
                    <a:pt x="0" y="1328"/>
                  </a:lnTo>
                  <a:lnTo>
                    <a:pt x="2389" y="2655"/>
                  </a:lnTo>
                  <a:lnTo>
                    <a:pt x="2389" y="1328"/>
                  </a:lnTo>
                  <a:lnTo>
                    <a:pt x="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3987;p40">
              <a:extLst>
                <a:ext uri="{FF2B5EF4-FFF2-40B4-BE49-F238E27FC236}">
                  <a16:creationId xmlns:a16="http://schemas.microsoft.com/office/drawing/2014/main" id="{4C8C9AF0-720F-1EA0-36FD-91726FE65DBA}"/>
                </a:ext>
              </a:extLst>
            </p:cNvPr>
            <p:cNvSpPr/>
            <p:nvPr/>
          </p:nvSpPr>
          <p:spPr>
            <a:xfrm>
              <a:off x="8017882" y="2483285"/>
              <a:ext cx="160627" cy="235453"/>
            </a:xfrm>
            <a:custGeom>
              <a:avLst/>
              <a:gdLst/>
              <a:ahLst/>
              <a:cxnLst/>
              <a:rect l="l" t="t" r="r" b="b"/>
              <a:pathLst>
                <a:path w="9688" h="14201" extrusionOk="0">
                  <a:moveTo>
                    <a:pt x="9688" y="1"/>
                  </a:moveTo>
                  <a:lnTo>
                    <a:pt x="8361" y="797"/>
                  </a:lnTo>
                  <a:lnTo>
                    <a:pt x="6768" y="8892"/>
                  </a:lnTo>
                  <a:lnTo>
                    <a:pt x="0" y="12874"/>
                  </a:lnTo>
                  <a:lnTo>
                    <a:pt x="0" y="14201"/>
                  </a:lnTo>
                  <a:lnTo>
                    <a:pt x="7963" y="9423"/>
                  </a:lnTo>
                  <a:lnTo>
                    <a:pt x="8228" y="8096"/>
                  </a:lnTo>
                  <a:lnTo>
                    <a:pt x="9688"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3988;p40">
              <a:extLst>
                <a:ext uri="{FF2B5EF4-FFF2-40B4-BE49-F238E27FC236}">
                  <a16:creationId xmlns:a16="http://schemas.microsoft.com/office/drawing/2014/main" id="{0C90A2B1-4A90-99AC-4CA8-6951032AECA0}"/>
                </a:ext>
              </a:extLst>
            </p:cNvPr>
            <p:cNvSpPr/>
            <p:nvPr/>
          </p:nvSpPr>
          <p:spPr>
            <a:xfrm>
              <a:off x="8017882" y="2483285"/>
              <a:ext cx="160627" cy="235453"/>
            </a:xfrm>
            <a:custGeom>
              <a:avLst/>
              <a:gdLst/>
              <a:ahLst/>
              <a:cxnLst/>
              <a:rect l="l" t="t" r="r" b="b"/>
              <a:pathLst>
                <a:path w="9688" h="14201" fill="none" extrusionOk="0">
                  <a:moveTo>
                    <a:pt x="9688" y="1"/>
                  </a:moveTo>
                  <a:lnTo>
                    <a:pt x="8361" y="797"/>
                  </a:lnTo>
                  <a:lnTo>
                    <a:pt x="6768" y="8892"/>
                  </a:lnTo>
                  <a:lnTo>
                    <a:pt x="0" y="12874"/>
                  </a:lnTo>
                  <a:lnTo>
                    <a:pt x="0" y="14201"/>
                  </a:lnTo>
                  <a:lnTo>
                    <a:pt x="7963" y="9423"/>
                  </a:lnTo>
                  <a:lnTo>
                    <a:pt x="8228" y="8096"/>
                  </a:lnTo>
                  <a:lnTo>
                    <a:pt x="8228" y="8096"/>
                  </a:lnTo>
                  <a:lnTo>
                    <a:pt x="968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3989;p40">
              <a:extLst>
                <a:ext uri="{FF2B5EF4-FFF2-40B4-BE49-F238E27FC236}">
                  <a16:creationId xmlns:a16="http://schemas.microsoft.com/office/drawing/2014/main" id="{3C99B15B-8916-F8A8-3640-3E63DECCFB6D}"/>
                </a:ext>
              </a:extLst>
            </p:cNvPr>
            <p:cNvSpPr/>
            <p:nvPr/>
          </p:nvSpPr>
          <p:spPr>
            <a:xfrm>
              <a:off x="8449145" y="2289664"/>
              <a:ext cx="215639" cy="253044"/>
            </a:xfrm>
            <a:custGeom>
              <a:avLst/>
              <a:gdLst/>
              <a:ahLst/>
              <a:cxnLst/>
              <a:rect l="l" t="t" r="r" b="b"/>
              <a:pathLst>
                <a:path w="13006" h="15262" extrusionOk="0">
                  <a:moveTo>
                    <a:pt x="5840" y="0"/>
                  </a:moveTo>
                  <a:lnTo>
                    <a:pt x="5043" y="133"/>
                  </a:lnTo>
                  <a:lnTo>
                    <a:pt x="4247" y="531"/>
                  </a:lnTo>
                  <a:lnTo>
                    <a:pt x="3318" y="1062"/>
                  </a:lnTo>
                  <a:lnTo>
                    <a:pt x="2522" y="1858"/>
                  </a:lnTo>
                  <a:lnTo>
                    <a:pt x="1858" y="2787"/>
                  </a:lnTo>
                  <a:lnTo>
                    <a:pt x="1195" y="3849"/>
                  </a:lnTo>
                  <a:lnTo>
                    <a:pt x="664" y="5043"/>
                  </a:lnTo>
                  <a:lnTo>
                    <a:pt x="398" y="6238"/>
                  </a:lnTo>
                  <a:lnTo>
                    <a:pt x="133" y="7432"/>
                  </a:lnTo>
                  <a:lnTo>
                    <a:pt x="0" y="8626"/>
                  </a:lnTo>
                  <a:lnTo>
                    <a:pt x="133" y="9688"/>
                  </a:lnTo>
                  <a:lnTo>
                    <a:pt x="398" y="10750"/>
                  </a:lnTo>
                  <a:lnTo>
                    <a:pt x="929" y="11546"/>
                  </a:lnTo>
                  <a:lnTo>
                    <a:pt x="1460" y="12210"/>
                  </a:lnTo>
                  <a:lnTo>
                    <a:pt x="2124" y="12475"/>
                  </a:lnTo>
                  <a:lnTo>
                    <a:pt x="7830" y="15262"/>
                  </a:lnTo>
                  <a:lnTo>
                    <a:pt x="7963" y="14864"/>
                  </a:lnTo>
                  <a:lnTo>
                    <a:pt x="8759" y="14466"/>
                  </a:lnTo>
                  <a:lnTo>
                    <a:pt x="9688" y="13935"/>
                  </a:lnTo>
                  <a:lnTo>
                    <a:pt x="10484" y="13139"/>
                  </a:lnTo>
                  <a:lnTo>
                    <a:pt x="11281" y="12077"/>
                  </a:lnTo>
                  <a:lnTo>
                    <a:pt x="11812" y="11015"/>
                  </a:lnTo>
                  <a:lnTo>
                    <a:pt x="12342" y="9954"/>
                  </a:lnTo>
                  <a:lnTo>
                    <a:pt x="12740" y="8759"/>
                  </a:lnTo>
                  <a:lnTo>
                    <a:pt x="13006" y="7565"/>
                  </a:lnTo>
                  <a:lnTo>
                    <a:pt x="13006" y="6370"/>
                  </a:lnTo>
                  <a:lnTo>
                    <a:pt x="12873" y="5176"/>
                  </a:lnTo>
                  <a:lnTo>
                    <a:pt x="12608" y="4114"/>
                  </a:lnTo>
                  <a:lnTo>
                    <a:pt x="12077" y="3318"/>
                  </a:lnTo>
                  <a:lnTo>
                    <a:pt x="12210" y="2920"/>
                  </a:lnTo>
                  <a:lnTo>
                    <a:pt x="6636" y="266"/>
                  </a:lnTo>
                  <a:lnTo>
                    <a:pt x="5840"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3990;p40">
              <a:extLst>
                <a:ext uri="{FF2B5EF4-FFF2-40B4-BE49-F238E27FC236}">
                  <a16:creationId xmlns:a16="http://schemas.microsoft.com/office/drawing/2014/main" id="{20E616AC-6DF3-5477-8CCF-09D2CF4189B5}"/>
                </a:ext>
              </a:extLst>
            </p:cNvPr>
            <p:cNvSpPr/>
            <p:nvPr/>
          </p:nvSpPr>
          <p:spPr>
            <a:xfrm>
              <a:off x="8449145" y="2289664"/>
              <a:ext cx="215639" cy="253044"/>
            </a:xfrm>
            <a:custGeom>
              <a:avLst/>
              <a:gdLst/>
              <a:ahLst/>
              <a:cxnLst/>
              <a:rect l="l" t="t" r="r" b="b"/>
              <a:pathLst>
                <a:path w="13006" h="15262" fill="none" extrusionOk="0">
                  <a:moveTo>
                    <a:pt x="3318" y="1062"/>
                  </a:moveTo>
                  <a:lnTo>
                    <a:pt x="3318" y="1062"/>
                  </a:lnTo>
                  <a:lnTo>
                    <a:pt x="4247" y="531"/>
                  </a:lnTo>
                  <a:lnTo>
                    <a:pt x="5043" y="133"/>
                  </a:lnTo>
                  <a:lnTo>
                    <a:pt x="5840" y="0"/>
                  </a:lnTo>
                  <a:lnTo>
                    <a:pt x="6636" y="266"/>
                  </a:lnTo>
                  <a:lnTo>
                    <a:pt x="6636" y="266"/>
                  </a:lnTo>
                  <a:lnTo>
                    <a:pt x="12210" y="2920"/>
                  </a:lnTo>
                  <a:lnTo>
                    <a:pt x="12077" y="3318"/>
                  </a:lnTo>
                  <a:lnTo>
                    <a:pt x="12077" y="3318"/>
                  </a:lnTo>
                  <a:lnTo>
                    <a:pt x="12608" y="4114"/>
                  </a:lnTo>
                  <a:lnTo>
                    <a:pt x="12873" y="5176"/>
                  </a:lnTo>
                  <a:lnTo>
                    <a:pt x="12873" y="5176"/>
                  </a:lnTo>
                  <a:lnTo>
                    <a:pt x="13006" y="6370"/>
                  </a:lnTo>
                  <a:lnTo>
                    <a:pt x="13006" y="7565"/>
                  </a:lnTo>
                  <a:lnTo>
                    <a:pt x="12740" y="8759"/>
                  </a:lnTo>
                  <a:lnTo>
                    <a:pt x="12342" y="9954"/>
                  </a:lnTo>
                  <a:lnTo>
                    <a:pt x="11812" y="11015"/>
                  </a:lnTo>
                  <a:lnTo>
                    <a:pt x="11281" y="12077"/>
                  </a:lnTo>
                  <a:lnTo>
                    <a:pt x="10484" y="13139"/>
                  </a:lnTo>
                  <a:lnTo>
                    <a:pt x="9688" y="13935"/>
                  </a:lnTo>
                  <a:lnTo>
                    <a:pt x="9688" y="13935"/>
                  </a:lnTo>
                  <a:lnTo>
                    <a:pt x="8759" y="14466"/>
                  </a:lnTo>
                  <a:lnTo>
                    <a:pt x="7963" y="14864"/>
                  </a:lnTo>
                  <a:lnTo>
                    <a:pt x="7830" y="15262"/>
                  </a:lnTo>
                  <a:lnTo>
                    <a:pt x="2124" y="12475"/>
                  </a:lnTo>
                  <a:lnTo>
                    <a:pt x="2124" y="12475"/>
                  </a:lnTo>
                  <a:lnTo>
                    <a:pt x="1460" y="12210"/>
                  </a:lnTo>
                  <a:lnTo>
                    <a:pt x="929" y="11546"/>
                  </a:lnTo>
                  <a:lnTo>
                    <a:pt x="398" y="10750"/>
                  </a:lnTo>
                  <a:lnTo>
                    <a:pt x="133" y="9688"/>
                  </a:lnTo>
                  <a:lnTo>
                    <a:pt x="133" y="9688"/>
                  </a:lnTo>
                  <a:lnTo>
                    <a:pt x="0" y="8626"/>
                  </a:lnTo>
                  <a:lnTo>
                    <a:pt x="133" y="7432"/>
                  </a:lnTo>
                  <a:lnTo>
                    <a:pt x="398" y="6238"/>
                  </a:lnTo>
                  <a:lnTo>
                    <a:pt x="664" y="5043"/>
                  </a:lnTo>
                  <a:lnTo>
                    <a:pt x="1195" y="3849"/>
                  </a:lnTo>
                  <a:lnTo>
                    <a:pt x="1858" y="2787"/>
                  </a:lnTo>
                  <a:lnTo>
                    <a:pt x="2522" y="1858"/>
                  </a:lnTo>
                  <a:lnTo>
                    <a:pt x="3318" y="106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3991;p40">
              <a:extLst>
                <a:ext uri="{FF2B5EF4-FFF2-40B4-BE49-F238E27FC236}">
                  <a16:creationId xmlns:a16="http://schemas.microsoft.com/office/drawing/2014/main" id="{11345802-C1B5-B8F6-EC4D-02B40E6DEC63}"/>
                </a:ext>
              </a:extLst>
            </p:cNvPr>
            <p:cNvSpPr/>
            <p:nvPr/>
          </p:nvSpPr>
          <p:spPr>
            <a:xfrm>
              <a:off x="8451333" y="2289664"/>
              <a:ext cx="200253" cy="250855"/>
            </a:xfrm>
            <a:custGeom>
              <a:avLst/>
              <a:gdLst/>
              <a:ahLst/>
              <a:cxnLst/>
              <a:rect l="l" t="t" r="r" b="b"/>
              <a:pathLst>
                <a:path w="12078" h="15130" extrusionOk="0">
                  <a:moveTo>
                    <a:pt x="5575" y="0"/>
                  </a:moveTo>
                  <a:lnTo>
                    <a:pt x="5044" y="133"/>
                  </a:lnTo>
                  <a:lnTo>
                    <a:pt x="4380" y="266"/>
                  </a:lnTo>
                  <a:lnTo>
                    <a:pt x="3850" y="664"/>
                  </a:lnTo>
                  <a:lnTo>
                    <a:pt x="3186" y="1062"/>
                  </a:lnTo>
                  <a:lnTo>
                    <a:pt x="2257" y="1991"/>
                  </a:lnTo>
                  <a:lnTo>
                    <a:pt x="1461" y="3185"/>
                  </a:lnTo>
                  <a:lnTo>
                    <a:pt x="797" y="4512"/>
                  </a:lnTo>
                  <a:lnTo>
                    <a:pt x="266" y="5972"/>
                  </a:lnTo>
                  <a:lnTo>
                    <a:pt x="266" y="5972"/>
                  </a:lnTo>
                  <a:lnTo>
                    <a:pt x="2921" y="5574"/>
                  </a:lnTo>
                  <a:lnTo>
                    <a:pt x="3186" y="5574"/>
                  </a:lnTo>
                  <a:lnTo>
                    <a:pt x="3850" y="5707"/>
                  </a:lnTo>
                  <a:lnTo>
                    <a:pt x="4513" y="5972"/>
                  </a:lnTo>
                  <a:lnTo>
                    <a:pt x="4911" y="6503"/>
                  </a:lnTo>
                  <a:lnTo>
                    <a:pt x="5177" y="7167"/>
                  </a:lnTo>
                  <a:lnTo>
                    <a:pt x="5177" y="7432"/>
                  </a:lnTo>
                  <a:lnTo>
                    <a:pt x="5044" y="8096"/>
                  </a:lnTo>
                  <a:lnTo>
                    <a:pt x="4646" y="8759"/>
                  </a:lnTo>
                  <a:lnTo>
                    <a:pt x="4248" y="9157"/>
                  </a:lnTo>
                  <a:lnTo>
                    <a:pt x="3584" y="9423"/>
                  </a:lnTo>
                  <a:lnTo>
                    <a:pt x="1" y="9688"/>
                  </a:lnTo>
                  <a:lnTo>
                    <a:pt x="266" y="10750"/>
                  </a:lnTo>
                  <a:lnTo>
                    <a:pt x="797" y="11546"/>
                  </a:lnTo>
                  <a:lnTo>
                    <a:pt x="1328" y="12210"/>
                  </a:lnTo>
                  <a:lnTo>
                    <a:pt x="1992" y="12475"/>
                  </a:lnTo>
                  <a:lnTo>
                    <a:pt x="7300" y="15129"/>
                  </a:lnTo>
                  <a:lnTo>
                    <a:pt x="6769" y="14731"/>
                  </a:lnTo>
                  <a:lnTo>
                    <a:pt x="6371" y="14068"/>
                  </a:lnTo>
                  <a:lnTo>
                    <a:pt x="6106" y="13404"/>
                  </a:lnTo>
                  <a:lnTo>
                    <a:pt x="5840" y="12475"/>
                  </a:lnTo>
                  <a:lnTo>
                    <a:pt x="5708" y="11413"/>
                  </a:lnTo>
                  <a:lnTo>
                    <a:pt x="5840" y="10219"/>
                  </a:lnTo>
                  <a:lnTo>
                    <a:pt x="5973" y="9025"/>
                  </a:lnTo>
                  <a:lnTo>
                    <a:pt x="6371" y="7830"/>
                  </a:lnTo>
                  <a:lnTo>
                    <a:pt x="6902" y="6636"/>
                  </a:lnTo>
                  <a:lnTo>
                    <a:pt x="7565" y="5574"/>
                  </a:lnTo>
                  <a:lnTo>
                    <a:pt x="8229" y="4645"/>
                  </a:lnTo>
                  <a:lnTo>
                    <a:pt x="9025" y="3849"/>
                  </a:lnTo>
                  <a:lnTo>
                    <a:pt x="9689" y="3318"/>
                  </a:lnTo>
                  <a:lnTo>
                    <a:pt x="10220" y="3053"/>
                  </a:lnTo>
                  <a:lnTo>
                    <a:pt x="10883" y="2920"/>
                  </a:lnTo>
                  <a:lnTo>
                    <a:pt x="11414" y="2787"/>
                  </a:lnTo>
                  <a:lnTo>
                    <a:pt x="12078" y="2920"/>
                  </a:lnTo>
                  <a:lnTo>
                    <a:pt x="6504" y="266"/>
                  </a:lnTo>
                  <a:lnTo>
                    <a:pt x="5973" y="133"/>
                  </a:lnTo>
                  <a:lnTo>
                    <a:pt x="5575"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3992;p40">
              <a:extLst>
                <a:ext uri="{FF2B5EF4-FFF2-40B4-BE49-F238E27FC236}">
                  <a16:creationId xmlns:a16="http://schemas.microsoft.com/office/drawing/2014/main" id="{C6442570-B457-FB38-C159-BED2A2845D9E}"/>
                </a:ext>
              </a:extLst>
            </p:cNvPr>
            <p:cNvSpPr/>
            <p:nvPr/>
          </p:nvSpPr>
          <p:spPr>
            <a:xfrm>
              <a:off x="8578966" y="2542691"/>
              <a:ext cx="17" cy="17"/>
            </a:xfrm>
            <a:custGeom>
              <a:avLst/>
              <a:gdLst/>
              <a:ahLst/>
              <a:cxnLst/>
              <a:rect l="l" t="t" r="r" b="b"/>
              <a:pathLst>
                <a:path w="1" h="1" fill="none" extrusionOk="0">
                  <a:moveTo>
                    <a:pt x="0" y="1"/>
                  </a:moveTo>
                  <a:lnTo>
                    <a:pt x="0" y="1"/>
                  </a:lnTo>
                  <a:lnTo>
                    <a:pt x="0" y="1"/>
                  </a:lnTo>
                  <a:lnTo>
                    <a:pt x="0" y="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3993;p40">
              <a:extLst>
                <a:ext uri="{FF2B5EF4-FFF2-40B4-BE49-F238E27FC236}">
                  <a16:creationId xmlns:a16="http://schemas.microsoft.com/office/drawing/2014/main" id="{EAC5AC4F-62DD-D2FC-6D83-D6491FBB92D5}"/>
                </a:ext>
              </a:extLst>
            </p:cNvPr>
            <p:cNvSpPr/>
            <p:nvPr/>
          </p:nvSpPr>
          <p:spPr>
            <a:xfrm>
              <a:off x="8451333" y="2289664"/>
              <a:ext cx="200253" cy="250855"/>
            </a:xfrm>
            <a:custGeom>
              <a:avLst/>
              <a:gdLst/>
              <a:ahLst/>
              <a:cxnLst/>
              <a:rect l="l" t="t" r="r" b="b"/>
              <a:pathLst>
                <a:path w="12078" h="15130" fill="none" extrusionOk="0">
                  <a:moveTo>
                    <a:pt x="5575" y="0"/>
                  </a:moveTo>
                  <a:lnTo>
                    <a:pt x="5575" y="0"/>
                  </a:lnTo>
                  <a:lnTo>
                    <a:pt x="5044" y="133"/>
                  </a:lnTo>
                  <a:lnTo>
                    <a:pt x="4380" y="266"/>
                  </a:lnTo>
                  <a:lnTo>
                    <a:pt x="3850" y="664"/>
                  </a:lnTo>
                  <a:lnTo>
                    <a:pt x="3186" y="1062"/>
                  </a:lnTo>
                  <a:lnTo>
                    <a:pt x="3186" y="1062"/>
                  </a:lnTo>
                  <a:lnTo>
                    <a:pt x="2257" y="1991"/>
                  </a:lnTo>
                  <a:lnTo>
                    <a:pt x="1461" y="3185"/>
                  </a:lnTo>
                  <a:lnTo>
                    <a:pt x="797" y="4512"/>
                  </a:lnTo>
                  <a:lnTo>
                    <a:pt x="266" y="5972"/>
                  </a:lnTo>
                  <a:lnTo>
                    <a:pt x="2921" y="5574"/>
                  </a:lnTo>
                  <a:lnTo>
                    <a:pt x="2921" y="5574"/>
                  </a:lnTo>
                  <a:lnTo>
                    <a:pt x="2921" y="5574"/>
                  </a:lnTo>
                  <a:lnTo>
                    <a:pt x="3186" y="5574"/>
                  </a:lnTo>
                  <a:lnTo>
                    <a:pt x="3186" y="5574"/>
                  </a:lnTo>
                  <a:lnTo>
                    <a:pt x="3850" y="5707"/>
                  </a:lnTo>
                  <a:lnTo>
                    <a:pt x="4513" y="5972"/>
                  </a:lnTo>
                  <a:lnTo>
                    <a:pt x="4911" y="6503"/>
                  </a:lnTo>
                  <a:lnTo>
                    <a:pt x="5177" y="7167"/>
                  </a:lnTo>
                  <a:lnTo>
                    <a:pt x="5177" y="7167"/>
                  </a:lnTo>
                  <a:lnTo>
                    <a:pt x="5177" y="7432"/>
                  </a:lnTo>
                  <a:lnTo>
                    <a:pt x="5177" y="7432"/>
                  </a:lnTo>
                  <a:lnTo>
                    <a:pt x="5044" y="8096"/>
                  </a:lnTo>
                  <a:lnTo>
                    <a:pt x="4646" y="8759"/>
                  </a:lnTo>
                  <a:lnTo>
                    <a:pt x="4248" y="9157"/>
                  </a:lnTo>
                  <a:lnTo>
                    <a:pt x="3584" y="9423"/>
                  </a:lnTo>
                  <a:lnTo>
                    <a:pt x="1" y="9688"/>
                  </a:lnTo>
                  <a:lnTo>
                    <a:pt x="1" y="9688"/>
                  </a:lnTo>
                  <a:lnTo>
                    <a:pt x="1" y="9688"/>
                  </a:lnTo>
                  <a:lnTo>
                    <a:pt x="1" y="9688"/>
                  </a:lnTo>
                  <a:lnTo>
                    <a:pt x="266" y="10750"/>
                  </a:lnTo>
                  <a:lnTo>
                    <a:pt x="797" y="11546"/>
                  </a:lnTo>
                  <a:lnTo>
                    <a:pt x="1328" y="12210"/>
                  </a:lnTo>
                  <a:lnTo>
                    <a:pt x="1992" y="12475"/>
                  </a:lnTo>
                  <a:lnTo>
                    <a:pt x="7300" y="15129"/>
                  </a:lnTo>
                  <a:lnTo>
                    <a:pt x="7300" y="15129"/>
                  </a:lnTo>
                  <a:lnTo>
                    <a:pt x="6769" y="14731"/>
                  </a:lnTo>
                  <a:lnTo>
                    <a:pt x="6371" y="14068"/>
                  </a:lnTo>
                  <a:lnTo>
                    <a:pt x="6106" y="13404"/>
                  </a:lnTo>
                  <a:lnTo>
                    <a:pt x="5840" y="12475"/>
                  </a:lnTo>
                  <a:lnTo>
                    <a:pt x="5840" y="12475"/>
                  </a:lnTo>
                  <a:lnTo>
                    <a:pt x="5708" y="11413"/>
                  </a:lnTo>
                  <a:lnTo>
                    <a:pt x="5840" y="10219"/>
                  </a:lnTo>
                  <a:lnTo>
                    <a:pt x="5973" y="9025"/>
                  </a:lnTo>
                  <a:lnTo>
                    <a:pt x="6371" y="7830"/>
                  </a:lnTo>
                  <a:lnTo>
                    <a:pt x="6902" y="6636"/>
                  </a:lnTo>
                  <a:lnTo>
                    <a:pt x="7565" y="5574"/>
                  </a:lnTo>
                  <a:lnTo>
                    <a:pt x="8229" y="4645"/>
                  </a:lnTo>
                  <a:lnTo>
                    <a:pt x="9025" y="3849"/>
                  </a:lnTo>
                  <a:lnTo>
                    <a:pt x="9025" y="3849"/>
                  </a:lnTo>
                  <a:lnTo>
                    <a:pt x="9689" y="3318"/>
                  </a:lnTo>
                  <a:lnTo>
                    <a:pt x="10220" y="3053"/>
                  </a:lnTo>
                  <a:lnTo>
                    <a:pt x="10883" y="2920"/>
                  </a:lnTo>
                  <a:lnTo>
                    <a:pt x="11414" y="2787"/>
                  </a:lnTo>
                  <a:lnTo>
                    <a:pt x="11414" y="2787"/>
                  </a:lnTo>
                  <a:lnTo>
                    <a:pt x="12078" y="2920"/>
                  </a:lnTo>
                  <a:lnTo>
                    <a:pt x="12078" y="2920"/>
                  </a:lnTo>
                  <a:lnTo>
                    <a:pt x="6504" y="266"/>
                  </a:lnTo>
                  <a:lnTo>
                    <a:pt x="6504" y="266"/>
                  </a:lnTo>
                  <a:lnTo>
                    <a:pt x="6504" y="266"/>
                  </a:lnTo>
                  <a:lnTo>
                    <a:pt x="5973" y="133"/>
                  </a:lnTo>
                  <a:lnTo>
                    <a:pt x="557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3994;p40">
              <a:extLst>
                <a:ext uri="{FF2B5EF4-FFF2-40B4-BE49-F238E27FC236}">
                  <a16:creationId xmlns:a16="http://schemas.microsoft.com/office/drawing/2014/main" id="{F637682E-4B9B-4944-8DFB-8BF5C03FCC18}"/>
                </a:ext>
              </a:extLst>
            </p:cNvPr>
            <p:cNvSpPr/>
            <p:nvPr/>
          </p:nvSpPr>
          <p:spPr>
            <a:xfrm>
              <a:off x="8545955" y="2335872"/>
              <a:ext cx="140831" cy="209041"/>
            </a:xfrm>
            <a:custGeom>
              <a:avLst/>
              <a:gdLst/>
              <a:ahLst/>
              <a:cxnLst/>
              <a:rect l="l" t="t" r="r" b="b"/>
              <a:pathLst>
                <a:path w="8494" h="12608" extrusionOk="0">
                  <a:moveTo>
                    <a:pt x="5707" y="0"/>
                  </a:moveTo>
                  <a:lnTo>
                    <a:pt x="5044" y="133"/>
                  </a:lnTo>
                  <a:lnTo>
                    <a:pt x="4115" y="398"/>
                  </a:lnTo>
                  <a:lnTo>
                    <a:pt x="3318" y="1062"/>
                  </a:lnTo>
                  <a:lnTo>
                    <a:pt x="2522" y="1858"/>
                  </a:lnTo>
                  <a:lnTo>
                    <a:pt x="1858" y="2787"/>
                  </a:lnTo>
                  <a:lnTo>
                    <a:pt x="1195" y="3849"/>
                  </a:lnTo>
                  <a:lnTo>
                    <a:pt x="664" y="5043"/>
                  </a:lnTo>
                  <a:lnTo>
                    <a:pt x="266" y="6238"/>
                  </a:lnTo>
                  <a:lnTo>
                    <a:pt x="133" y="7432"/>
                  </a:lnTo>
                  <a:lnTo>
                    <a:pt x="1" y="8626"/>
                  </a:lnTo>
                  <a:lnTo>
                    <a:pt x="133" y="9688"/>
                  </a:lnTo>
                  <a:lnTo>
                    <a:pt x="399" y="10750"/>
                  </a:lnTo>
                  <a:lnTo>
                    <a:pt x="797" y="11546"/>
                  </a:lnTo>
                  <a:lnTo>
                    <a:pt x="1328" y="12077"/>
                  </a:lnTo>
                  <a:lnTo>
                    <a:pt x="1991" y="12475"/>
                  </a:lnTo>
                  <a:lnTo>
                    <a:pt x="2655" y="12608"/>
                  </a:lnTo>
                  <a:lnTo>
                    <a:pt x="3451" y="12475"/>
                  </a:lnTo>
                  <a:lnTo>
                    <a:pt x="4247" y="12210"/>
                  </a:lnTo>
                  <a:lnTo>
                    <a:pt x="5176" y="11546"/>
                  </a:lnTo>
                  <a:lnTo>
                    <a:pt x="5973" y="10750"/>
                  </a:lnTo>
                  <a:lnTo>
                    <a:pt x="6636" y="9821"/>
                  </a:lnTo>
                  <a:lnTo>
                    <a:pt x="7300" y="8759"/>
                  </a:lnTo>
                  <a:lnTo>
                    <a:pt x="7830" y="7565"/>
                  </a:lnTo>
                  <a:lnTo>
                    <a:pt x="8096" y="6370"/>
                  </a:lnTo>
                  <a:lnTo>
                    <a:pt x="8361" y="5176"/>
                  </a:lnTo>
                  <a:lnTo>
                    <a:pt x="8494" y="3982"/>
                  </a:lnTo>
                  <a:lnTo>
                    <a:pt x="8361" y="2920"/>
                  </a:lnTo>
                  <a:lnTo>
                    <a:pt x="8096" y="1858"/>
                  </a:lnTo>
                  <a:lnTo>
                    <a:pt x="7698" y="1062"/>
                  </a:lnTo>
                  <a:lnTo>
                    <a:pt x="7167" y="531"/>
                  </a:lnTo>
                  <a:lnTo>
                    <a:pt x="6503" y="133"/>
                  </a:lnTo>
                  <a:lnTo>
                    <a:pt x="570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3995;p40">
              <a:extLst>
                <a:ext uri="{FF2B5EF4-FFF2-40B4-BE49-F238E27FC236}">
                  <a16:creationId xmlns:a16="http://schemas.microsoft.com/office/drawing/2014/main" id="{3D9B84B7-1304-5C84-894F-C55448267E7B}"/>
                </a:ext>
              </a:extLst>
            </p:cNvPr>
            <p:cNvSpPr/>
            <p:nvPr/>
          </p:nvSpPr>
          <p:spPr>
            <a:xfrm>
              <a:off x="8545955" y="2335872"/>
              <a:ext cx="140831" cy="209041"/>
            </a:xfrm>
            <a:custGeom>
              <a:avLst/>
              <a:gdLst/>
              <a:ahLst/>
              <a:cxnLst/>
              <a:rect l="l" t="t" r="r" b="b"/>
              <a:pathLst>
                <a:path w="8494" h="12608" fill="none" extrusionOk="0">
                  <a:moveTo>
                    <a:pt x="3318" y="1062"/>
                  </a:moveTo>
                  <a:lnTo>
                    <a:pt x="3318" y="1062"/>
                  </a:lnTo>
                  <a:lnTo>
                    <a:pt x="2522" y="1858"/>
                  </a:lnTo>
                  <a:lnTo>
                    <a:pt x="1858" y="2787"/>
                  </a:lnTo>
                  <a:lnTo>
                    <a:pt x="1195" y="3849"/>
                  </a:lnTo>
                  <a:lnTo>
                    <a:pt x="664" y="5043"/>
                  </a:lnTo>
                  <a:lnTo>
                    <a:pt x="266" y="6238"/>
                  </a:lnTo>
                  <a:lnTo>
                    <a:pt x="133" y="7432"/>
                  </a:lnTo>
                  <a:lnTo>
                    <a:pt x="1" y="8626"/>
                  </a:lnTo>
                  <a:lnTo>
                    <a:pt x="133" y="9688"/>
                  </a:lnTo>
                  <a:lnTo>
                    <a:pt x="133" y="9688"/>
                  </a:lnTo>
                  <a:lnTo>
                    <a:pt x="399" y="10750"/>
                  </a:lnTo>
                  <a:lnTo>
                    <a:pt x="797" y="11546"/>
                  </a:lnTo>
                  <a:lnTo>
                    <a:pt x="1328" y="12077"/>
                  </a:lnTo>
                  <a:lnTo>
                    <a:pt x="1991" y="12475"/>
                  </a:lnTo>
                  <a:lnTo>
                    <a:pt x="2655" y="12608"/>
                  </a:lnTo>
                  <a:lnTo>
                    <a:pt x="3451" y="12475"/>
                  </a:lnTo>
                  <a:lnTo>
                    <a:pt x="4247" y="12210"/>
                  </a:lnTo>
                  <a:lnTo>
                    <a:pt x="5176" y="11546"/>
                  </a:lnTo>
                  <a:lnTo>
                    <a:pt x="5176" y="11546"/>
                  </a:lnTo>
                  <a:lnTo>
                    <a:pt x="5973" y="10750"/>
                  </a:lnTo>
                  <a:lnTo>
                    <a:pt x="6636" y="9821"/>
                  </a:lnTo>
                  <a:lnTo>
                    <a:pt x="7300" y="8759"/>
                  </a:lnTo>
                  <a:lnTo>
                    <a:pt x="7830" y="7565"/>
                  </a:lnTo>
                  <a:lnTo>
                    <a:pt x="8096" y="6370"/>
                  </a:lnTo>
                  <a:lnTo>
                    <a:pt x="8361" y="5176"/>
                  </a:lnTo>
                  <a:lnTo>
                    <a:pt x="8494" y="3982"/>
                  </a:lnTo>
                  <a:lnTo>
                    <a:pt x="8361" y="2920"/>
                  </a:lnTo>
                  <a:lnTo>
                    <a:pt x="8361" y="2920"/>
                  </a:lnTo>
                  <a:lnTo>
                    <a:pt x="8096" y="1858"/>
                  </a:lnTo>
                  <a:lnTo>
                    <a:pt x="7698" y="1062"/>
                  </a:lnTo>
                  <a:lnTo>
                    <a:pt x="7167" y="531"/>
                  </a:lnTo>
                  <a:lnTo>
                    <a:pt x="6503" y="133"/>
                  </a:lnTo>
                  <a:lnTo>
                    <a:pt x="5707" y="0"/>
                  </a:lnTo>
                  <a:lnTo>
                    <a:pt x="5044" y="133"/>
                  </a:lnTo>
                  <a:lnTo>
                    <a:pt x="4115" y="398"/>
                  </a:lnTo>
                  <a:lnTo>
                    <a:pt x="3318" y="106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2" name="Google Shape;3996;p40">
              <a:extLst>
                <a:ext uri="{FF2B5EF4-FFF2-40B4-BE49-F238E27FC236}">
                  <a16:creationId xmlns:a16="http://schemas.microsoft.com/office/drawing/2014/main" id="{28370A2E-2238-3EB0-8637-84C8FC8A1289}"/>
                </a:ext>
              </a:extLst>
            </p:cNvPr>
            <p:cNvSpPr/>
            <p:nvPr/>
          </p:nvSpPr>
          <p:spPr>
            <a:xfrm>
              <a:off x="8583360" y="2390868"/>
              <a:ext cx="66022" cy="99032"/>
            </a:xfrm>
            <a:custGeom>
              <a:avLst/>
              <a:gdLst/>
              <a:ahLst/>
              <a:cxnLst/>
              <a:rect l="l" t="t" r="r" b="b"/>
              <a:pathLst>
                <a:path w="3982" h="5973" extrusionOk="0">
                  <a:moveTo>
                    <a:pt x="2655" y="1"/>
                  </a:moveTo>
                  <a:lnTo>
                    <a:pt x="2124" y="134"/>
                  </a:lnTo>
                  <a:lnTo>
                    <a:pt x="1593" y="399"/>
                  </a:lnTo>
                  <a:lnTo>
                    <a:pt x="1195" y="797"/>
                  </a:lnTo>
                  <a:lnTo>
                    <a:pt x="797" y="1328"/>
                  </a:lnTo>
                  <a:lnTo>
                    <a:pt x="266" y="2390"/>
                  </a:lnTo>
                  <a:lnTo>
                    <a:pt x="1" y="3451"/>
                  </a:lnTo>
                  <a:lnTo>
                    <a:pt x="1" y="4115"/>
                  </a:lnTo>
                  <a:lnTo>
                    <a:pt x="1" y="4646"/>
                  </a:lnTo>
                  <a:lnTo>
                    <a:pt x="133" y="5044"/>
                  </a:lnTo>
                  <a:lnTo>
                    <a:pt x="399" y="5442"/>
                  </a:lnTo>
                  <a:lnTo>
                    <a:pt x="797" y="5840"/>
                  </a:lnTo>
                  <a:lnTo>
                    <a:pt x="1195" y="5973"/>
                  </a:lnTo>
                  <a:lnTo>
                    <a:pt x="1859" y="5840"/>
                  </a:lnTo>
                  <a:lnTo>
                    <a:pt x="2389" y="5442"/>
                  </a:lnTo>
                  <a:lnTo>
                    <a:pt x="2788" y="5177"/>
                  </a:lnTo>
                  <a:lnTo>
                    <a:pt x="3186" y="4646"/>
                  </a:lnTo>
                  <a:lnTo>
                    <a:pt x="3717" y="3584"/>
                  </a:lnTo>
                  <a:lnTo>
                    <a:pt x="3982" y="2390"/>
                  </a:lnTo>
                  <a:lnTo>
                    <a:pt x="3982" y="1859"/>
                  </a:lnTo>
                  <a:lnTo>
                    <a:pt x="3982" y="1328"/>
                  </a:lnTo>
                  <a:lnTo>
                    <a:pt x="3717" y="797"/>
                  </a:lnTo>
                  <a:lnTo>
                    <a:pt x="3451" y="266"/>
                  </a:lnTo>
                  <a:lnTo>
                    <a:pt x="3053"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3" name="Google Shape;3997;p40">
              <a:extLst>
                <a:ext uri="{FF2B5EF4-FFF2-40B4-BE49-F238E27FC236}">
                  <a16:creationId xmlns:a16="http://schemas.microsoft.com/office/drawing/2014/main" id="{DA3FAD9D-72C9-26C5-68C0-5F8D0ED46AE6}"/>
                </a:ext>
              </a:extLst>
            </p:cNvPr>
            <p:cNvSpPr/>
            <p:nvPr/>
          </p:nvSpPr>
          <p:spPr>
            <a:xfrm>
              <a:off x="8583360" y="2390868"/>
              <a:ext cx="66022" cy="99032"/>
            </a:xfrm>
            <a:custGeom>
              <a:avLst/>
              <a:gdLst/>
              <a:ahLst/>
              <a:cxnLst/>
              <a:rect l="l" t="t" r="r" b="b"/>
              <a:pathLst>
                <a:path w="3982" h="5973" fill="none" extrusionOk="0">
                  <a:moveTo>
                    <a:pt x="1" y="4646"/>
                  </a:moveTo>
                  <a:lnTo>
                    <a:pt x="1" y="4646"/>
                  </a:lnTo>
                  <a:lnTo>
                    <a:pt x="133" y="5044"/>
                  </a:lnTo>
                  <a:lnTo>
                    <a:pt x="399" y="5442"/>
                  </a:lnTo>
                  <a:lnTo>
                    <a:pt x="399" y="5442"/>
                  </a:lnTo>
                  <a:lnTo>
                    <a:pt x="797" y="5840"/>
                  </a:lnTo>
                  <a:lnTo>
                    <a:pt x="1195" y="5973"/>
                  </a:lnTo>
                  <a:lnTo>
                    <a:pt x="1859" y="5840"/>
                  </a:lnTo>
                  <a:lnTo>
                    <a:pt x="2389" y="5442"/>
                  </a:lnTo>
                  <a:lnTo>
                    <a:pt x="2389" y="5442"/>
                  </a:lnTo>
                  <a:lnTo>
                    <a:pt x="2788" y="5177"/>
                  </a:lnTo>
                  <a:lnTo>
                    <a:pt x="3186" y="4646"/>
                  </a:lnTo>
                  <a:lnTo>
                    <a:pt x="3717" y="3584"/>
                  </a:lnTo>
                  <a:lnTo>
                    <a:pt x="3982" y="2390"/>
                  </a:lnTo>
                  <a:lnTo>
                    <a:pt x="3982" y="1859"/>
                  </a:lnTo>
                  <a:lnTo>
                    <a:pt x="3982" y="1328"/>
                  </a:lnTo>
                  <a:lnTo>
                    <a:pt x="3982" y="1328"/>
                  </a:lnTo>
                  <a:lnTo>
                    <a:pt x="3717" y="797"/>
                  </a:lnTo>
                  <a:lnTo>
                    <a:pt x="3451" y="266"/>
                  </a:lnTo>
                  <a:lnTo>
                    <a:pt x="3053" y="1"/>
                  </a:lnTo>
                  <a:lnTo>
                    <a:pt x="2655" y="1"/>
                  </a:lnTo>
                  <a:lnTo>
                    <a:pt x="2655" y="1"/>
                  </a:lnTo>
                  <a:lnTo>
                    <a:pt x="2124" y="134"/>
                  </a:lnTo>
                  <a:lnTo>
                    <a:pt x="1593" y="399"/>
                  </a:lnTo>
                  <a:lnTo>
                    <a:pt x="1593" y="399"/>
                  </a:lnTo>
                  <a:lnTo>
                    <a:pt x="1195" y="797"/>
                  </a:lnTo>
                  <a:lnTo>
                    <a:pt x="797" y="1328"/>
                  </a:lnTo>
                  <a:lnTo>
                    <a:pt x="266" y="2390"/>
                  </a:lnTo>
                  <a:lnTo>
                    <a:pt x="1" y="3451"/>
                  </a:lnTo>
                  <a:lnTo>
                    <a:pt x="1" y="4115"/>
                  </a:lnTo>
                  <a:lnTo>
                    <a:pt x="1" y="464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3998;p40">
              <a:extLst>
                <a:ext uri="{FF2B5EF4-FFF2-40B4-BE49-F238E27FC236}">
                  <a16:creationId xmlns:a16="http://schemas.microsoft.com/office/drawing/2014/main" id="{75A99F5D-5E6A-ECA9-FE25-8E5E4DF2086A}"/>
                </a:ext>
              </a:extLst>
            </p:cNvPr>
            <p:cNvSpPr/>
            <p:nvPr/>
          </p:nvSpPr>
          <p:spPr>
            <a:xfrm>
              <a:off x="8583360" y="2390868"/>
              <a:ext cx="66022" cy="99032"/>
            </a:xfrm>
            <a:custGeom>
              <a:avLst/>
              <a:gdLst/>
              <a:ahLst/>
              <a:cxnLst/>
              <a:rect l="l" t="t" r="r" b="b"/>
              <a:pathLst>
                <a:path w="3982" h="5973" extrusionOk="0">
                  <a:moveTo>
                    <a:pt x="2655" y="1"/>
                  </a:moveTo>
                  <a:lnTo>
                    <a:pt x="2124" y="134"/>
                  </a:lnTo>
                  <a:lnTo>
                    <a:pt x="1593" y="399"/>
                  </a:lnTo>
                  <a:lnTo>
                    <a:pt x="930" y="1195"/>
                  </a:lnTo>
                  <a:lnTo>
                    <a:pt x="399" y="1992"/>
                  </a:lnTo>
                  <a:lnTo>
                    <a:pt x="133" y="3053"/>
                  </a:lnTo>
                  <a:lnTo>
                    <a:pt x="1" y="3982"/>
                  </a:lnTo>
                  <a:lnTo>
                    <a:pt x="1" y="4646"/>
                  </a:lnTo>
                  <a:lnTo>
                    <a:pt x="133" y="5044"/>
                  </a:lnTo>
                  <a:lnTo>
                    <a:pt x="399" y="5442"/>
                  </a:lnTo>
                  <a:lnTo>
                    <a:pt x="797" y="5840"/>
                  </a:lnTo>
                  <a:lnTo>
                    <a:pt x="1328" y="5973"/>
                  </a:lnTo>
                  <a:lnTo>
                    <a:pt x="1859" y="5840"/>
                  </a:lnTo>
                  <a:lnTo>
                    <a:pt x="2389" y="5442"/>
                  </a:lnTo>
                  <a:lnTo>
                    <a:pt x="3053" y="4779"/>
                  </a:lnTo>
                  <a:lnTo>
                    <a:pt x="3584" y="3850"/>
                  </a:lnTo>
                  <a:lnTo>
                    <a:pt x="3849" y="2921"/>
                  </a:lnTo>
                  <a:lnTo>
                    <a:pt x="3982" y="1992"/>
                  </a:lnTo>
                  <a:lnTo>
                    <a:pt x="3982" y="1328"/>
                  </a:lnTo>
                  <a:lnTo>
                    <a:pt x="3717" y="797"/>
                  </a:lnTo>
                  <a:lnTo>
                    <a:pt x="3451" y="266"/>
                  </a:lnTo>
                  <a:lnTo>
                    <a:pt x="3186" y="134"/>
                  </a:lnTo>
                  <a:lnTo>
                    <a:pt x="265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3999;p40">
              <a:extLst>
                <a:ext uri="{FF2B5EF4-FFF2-40B4-BE49-F238E27FC236}">
                  <a16:creationId xmlns:a16="http://schemas.microsoft.com/office/drawing/2014/main" id="{D8F69E2D-42C4-A9A6-A6D7-C86775691D0C}"/>
                </a:ext>
              </a:extLst>
            </p:cNvPr>
            <p:cNvSpPr/>
            <p:nvPr/>
          </p:nvSpPr>
          <p:spPr>
            <a:xfrm>
              <a:off x="8583360" y="2390868"/>
              <a:ext cx="66022" cy="99032"/>
            </a:xfrm>
            <a:custGeom>
              <a:avLst/>
              <a:gdLst/>
              <a:ahLst/>
              <a:cxnLst/>
              <a:rect l="l" t="t" r="r" b="b"/>
              <a:pathLst>
                <a:path w="3982" h="5973" fill="none" extrusionOk="0">
                  <a:moveTo>
                    <a:pt x="2655" y="1"/>
                  </a:moveTo>
                  <a:lnTo>
                    <a:pt x="2655" y="1"/>
                  </a:lnTo>
                  <a:lnTo>
                    <a:pt x="2655" y="1"/>
                  </a:lnTo>
                  <a:lnTo>
                    <a:pt x="2655" y="1"/>
                  </a:lnTo>
                  <a:lnTo>
                    <a:pt x="2124" y="134"/>
                  </a:lnTo>
                  <a:lnTo>
                    <a:pt x="1593" y="399"/>
                  </a:lnTo>
                  <a:lnTo>
                    <a:pt x="1593" y="399"/>
                  </a:lnTo>
                  <a:lnTo>
                    <a:pt x="930" y="1195"/>
                  </a:lnTo>
                  <a:lnTo>
                    <a:pt x="399" y="1992"/>
                  </a:lnTo>
                  <a:lnTo>
                    <a:pt x="133" y="3053"/>
                  </a:lnTo>
                  <a:lnTo>
                    <a:pt x="1" y="3982"/>
                  </a:lnTo>
                  <a:lnTo>
                    <a:pt x="1" y="3982"/>
                  </a:lnTo>
                  <a:lnTo>
                    <a:pt x="1" y="4646"/>
                  </a:lnTo>
                  <a:lnTo>
                    <a:pt x="1" y="4646"/>
                  </a:lnTo>
                  <a:lnTo>
                    <a:pt x="133" y="5044"/>
                  </a:lnTo>
                  <a:lnTo>
                    <a:pt x="399" y="5442"/>
                  </a:lnTo>
                  <a:lnTo>
                    <a:pt x="399" y="5442"/>
                  </a:lnTo>
                  <a:lnTo>
                    <a:pt x="797" y="5840"/>
                  </a:lnTo>
                  <a:lnTo>
                    <a:pt x="1328" y="5973"/>
                  </a:lnTo>
                  <a:lnTo>
                    <a:pt x="1328" y="5973"/>
                  </a:lnTo>
                  <a:lnTo>
                    <a:pt x="1859" y="5840"/>
                  </a:lnTo>
                  <a:lnTo>
                    <a:pt x="2389" y="5442"/>
                  </a:lnTo>
                  <a:lnTo>
                    <a:pt x="2389" y="5442"/>
                  </a:lnTo>
                  <a:lnTo>
                    <a:pt x="3053" y="4779"/>
                  </a:lnTo>
                  <a:lnTo>
                    <a:pt x="3584" y="3850"/>
                  </a:lnTo>
                  <a:lnTo>
                    <a:pt x="3849" y="2921"/>
                  </a:lnTo>
                  <a:lnTo>
                    <a:pt x="3982" y="1992"/>
                  </a:lnTo>
                  <a:lnTo>
                    <a:pt x="3982" y="1992"/>
                  </a:lnTo>
                  <a:lnTo>
                    <a:pt x="3982" y="1328"/>
                  </a:lnTo>
                  <a:lnTo>
                    <a:pt x="3982" y="1328"/>
                  </a:lnTo>
                  <a:lnTo>
                    <a:pt x="3717" y="797"/>
                  </a:lnTo>
                  <a:lnTo>
                    <a:pt x="3451" y="266"/>
                  </a:lnTo>
                  <a:lnTo>
                    <a:pt x="3186" y="134"/>
                  </a:lnTo>
                  <a:lnTo>
                    <a:pt x="265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4000;p40">
              <a:extLst>
                <a:ext uri="{FF2B5EF4-FFF2-40B4-BE49-F238E27FC236}">
                  <a16:creationId xmlns:a16="http://schemas.microsoft.com/office/drawing/2014/main" id="{1E61E6FA-C6AE-D657-27D3-8931C5A09128}"/>
                </a:ext>
              </a:extLst>
            </p:cNvPr>
            <p:cNvSpPr/>
            <p:nvPr/>
          </p:nvSpPr>
          <p:spPr>
            <a:xfrm>
              <a:off x="8583360" y="2390868"/>
              <a:ext cx="50619" cy="90245"/>
            </a:xfrm>
            <a:custGeom>
              <a:avLst/>
              <a:gdLst/>
              <a:ahLst/>
              <a:cxnLst/>
              <a:rect l="l" t="t" r="r" b="b"/>
              <a:pathLst>
                <a:path w="3053" h="5443" extrusionOk="0">
                  <a:moveTo>
                    <a:pt x="2655" y="1"/>
                  </a:moveTo>
                  <a:lnTo>
                    <a:pt x="2124" y="134"/>
                  </a:lnTo>
                  <a:lnTo>
                    <a:pt x="1593" y="399"/>
                  </a:lnTo>
                  <a:lnTo>
                    <a:pt x="1195" y="797"/>
                  </a:lnTo>
                  <a:lnTo>
                    <a:pt x="797" y="1328"/>
                  </a:lnTo>
                  <a:lnTo>
                    <a:pt x="266" y="2390"/>
                  </a:lnTo>
                  <a:lnTo>
                    <a:pt x="1" y="3451"/>
                  </a:lnTo>
                  <a:lnTo>
                    <a:pt x="1" y="4115"/>
                  </a:lnTo>
                  <a:lnTo>
                    <a:pt x="1" y="4646"/>
                  </a:lnTo>
                  <a:lnTo>
                    <a:pt x="133" y="5044"/>
                  </a:lnTo>
                  <a:lnTo>
                    <a:pt x="399" y="5442"/>
                  </a:lnTo>
                  <a:lnTo>
                    <a:pt x="930" y="5309"/>
                  </a:lnTo>
                  <a:lnTo>
                    <a:pt x="1460" y="5044"/>
                  </a:lnTo>
                  <a:lnTo>
                    <a:pt x="1859" y="4646"/>
                  </a:lnTo>
                  <a:lnTo>
                    <a:pt x="2124" y="4115"/>
                  </a:lnTo>
                  <a:lnTo>
                    <a:pt x="2655" y="3053"/>
                  </a:lnTo>
                  <a:lnTo>
                    <a:pt x="3053" y="1992"/>
                  </a:lnTo>
                  <a:lnTo>
                    <a:pt x="3053" y="1328"/>
                  </a:lnTo>
                  <a:lnTo>
                    <a:pt x="2920" y="797"/>
                  </a:lnTo>
                  <a:lnTo>
                    <a:pt x="2788" y="399"/>
                  </a:lnTo>
                  <a:lnTo>
                    <a:pt x="2655"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4001;p40">
              <a:extLst>
                <a:ext uri="{FF2B5EF4-FFF2-40B4-BE49-F238E27FC236}">
                  <a16:creationId xmlns:a16="http://schemas.microsoft.com/office/drawing/2014/main" id="{8A18CE19-0229-9D4E-2604-00E5078CDB36}"/>
                </a:ext>
              </a:extLst>
            </p:cNvPr>
            <p:cNvSpPr/>
            <p:nvPr/>
          </p:nvSpPr>
          <p:spPr>
            <a:xfrm>
              <a:off x="8171894" y="2382081"/>
              <a:ext cx="365274" cy="88023"/>
            </a:xfrm>
            <a:custGeom>
              <a:avLst/>
              <a:gdLst/>
              <a:ahLst/>
              <a:cxnLst/>
              <a:rect l="l" t="t" r="r" b="b"/>
              <a:pathLst>
                <a:path w="22031" h="5309" extrusionOk="0">
                  <a:moveTo>
                    <a:pt x="19775" y="0"/>
                  </a:moveTo>
                  <a:lnTo>
                    <a:pt x="1195" y="2389"/>
                  </a:lnTo>
                  <a:lnTo>
                    <a:pt x="664" y="2654"/>
                  </a:lnTo>
                  <a:lnTo>
                    <a:pt x="266" y="3052"/>
                  </a:lnTo>
                  <a:lnTo>
                    <a:pt x="1" y="3583"/>
                  </a:lnTo>
                  <a:lnTo>
                    <a:pt x="1" y="4114"/>
                  </a:lnTo>
                  <a:lnTo>
                    <a:pt x="266" y="4645"/>
                  </a:lnTo>
                  <a:lnTo>
                    <a:pt x="664" y="5043"/>
                  </a:lnTo>
                  <a:lnTo>
                    <a:pt x="1195" y="5309"/>
                  </a:lnTo>
                  <a:lnTo>
                    <a:pt x="1726" y="5309"/>
                  </a:lnTo>
                  <a:lnTo>
                    <a:pt x="20438" y="3849"/>
                  </a:lnTo>
                  <a:lnTo>
                    <a:pt x="21102" y="3583"/>
                  </a:lnTo>
                  <a:lnTo>
                    <a:pt x="21633" y="3052"/>
                  </a:lnTo>
                  <a:lnTo>
                    <a:pt x="21898" y="2389"/>
                  </a:lnTo>
                  <a:lnTo>
                    <a:pt x="22031" y="1593"/>
                  </a:lnTo>
                  <a:lnTo>
                    <a:pt x="21765" y="929"/>
                  </a:lnTo>
                  <a:lnTo>
                    <a:pt x="21234" y="398"/>
                  </a:lnTo>
                  <a:lnTo>
                    <a:pt x="20571"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4002;p40">
              <a:extLst>
                <a:ext uri="{FF2B5EF4-FFF2-40B4-BE49-F238E27FC236}">
                  <a16:creationId xmlns:a16="http://schemas.microsoft.com/office/drawing/2014/main" id="{BF62C3DA-438A-E4EC-6D82-935CBA8EAD40}"/>
                </a:ext>
              </a:extLst>
            </p:cNvPr>
            <p:cNvSpPr/>
            <p:nvPr/>
          </p:nvSpPr>
          <p:spPr>
            <a:xfrm>
              <a:off x="8171894" y="2382081"/>
              <a:ext cx="365274" cy="88023"/>
            </a:xfrm>
            <a:custGeom>
              <a:avLst/>
              <a:gdLst/>
              <a:ahLst/>
              <a:cxnLst/>
              <a:rect l="l" t="t" r="r" b="b"/>
              <a:pathLst>
                <a:path w="22031" h="5309" fill="none" extrusionOk="0">
                  <a:moveTo>
                    <a:pt x="1726" y="5309"/>
                  </a:moveTo>
                  <a:lnTo>
                    <a:pt x="20438" y="3849"/>
                  </a:lnTo>
                  <a:lnTo>
                    <a:pt x="20438" y="3849"/>
                  </a:lnTo>
                  <a:lnTo>
                    <a:pt x="21102" y="3583"/>
                  </a:lnTo>
                  <a:lnTo>
                    <a:pt x="21633" y="3052"/>
                  </a:lnTo>
                  <a:lnTo>
                    <a:pt x="21898" y="2389"/>
                  </a:lnTo>
                  <a:lnTo>
                    <a:pt x="22031" y="1593"/>
                  </a:lnTo>
                  <a:lnTo>
                    <a:pt x="22031" y="1593"/>
                  </a:lnTo>
                  <a:lnTo>
                    <a:pt x="21765" y="929"/>
                  </a:lnTo>
                  <a:lnTo>
                    <a:pt x="21234" y="398"/>
                  </a:lnTo>
                  <a:lnTo>
                    <a:pt x="20571" y="0"/>
                  </a:lnTo>
                  <a:lnTo>
                    <a:pt x="19775" y="0"/>
                  </a:lnTo>
                  <a:lnTo>
                    <a:pt x="19775" y="0"/>
                  </a:lnTo>
                  <a:lnTo>
                    <a:pt x="1195" y="2389"/>
                  </a:lnTo>
                  <a:lnTo>
                    <a:pt x="1195" y="2389"/>
                  </a:lnTo>
                  <a:lnTo>
                    <a:pt x="664" y="2654"/>
                  </a:lnTo>
                  <a:lnTo>
                    <a:pt x="266" y="3052"/>
                  </a:lnTo>
                  <a:lnTo>
                    <a:pt x="1" y="3583"/>
                  </a:lnTo>
                  <a:lnTo>
                    <a:pt x="1" y="4114"/>
                  </a:lnTo>
                  <a:lnTo>
                    <a:pt x="1" y="4114"/>
                  </a:lnTo>
                  <a:lnTo>
                    <a:pt x="266" y="4645"/>
                  </a:lnTo>
                  <a:lnTo>
                    <a:pt x="664" y="5043"/>
                  </a:lnTo>
                  <a:lnTo>
                    <a:pt x="1195" y="5309"/>
                  </a:lnTo>
                  <a:lnTo>
                    <a:pt x="1726" y="530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4003;p40">
              <a:extLst>
                <a:ext uri="{FF2B5EF4-FFF2-40B4-BE49-F238E27FC236}">
                  <a16:creationId xmlns:a16="http://schemas.microsoft.com/office/drawing/2014/main" id="{C448F0CA-35DE-0A41-06BF-9AC01AEA9C51}"/>
                </a:ext>
              </a:extLst>
            </p:cNvPr>
            <p:cNvSpPr/>
            <p:nvPr/>
          </p:nvSpPr>
          <p:spPr>
            <a:xfrm>
              <a:off x="8246703" y="2382081"/>
              <a:ext cx="290465" cy="83630"/>
            </a:xfrm>
            <a:custGeom>
              <a:avLst/>
              <a:gdLst/>
              <a:ahLst/>
              <a:cxnLst/>
              <a:rect l="l" t="t" r="r" b="b"/>
              <a:pathLst>
                <a:path w="17519" h="5044" extrusionOk="0">
                  <a:moveTo>
                    <a:pt x="15263" y="0"/>
                  </a:moveTo>
                  <a:lnTo>
                    <a:pt x="134" y="1991"/>
                  </a:lnTo>
                  <a:lnTo>
                    <a:pt x="266" y="2256"/>
                  </a:lnTo>
                  <a:lnTo>
                    <a:pt x="266" y="2920"/>
                  </a:lnTo>
                  <a:lnTo>
                    <a:pt x="266" y="3583"/>
                  </a:lnTo>
                  <a:lnTo>
                    <a:pt x="1" y="5043"/>
                  </a:lnTo>
                  <a:lnTo>
                    <a:pt x="15926" y="3849"/>
                  </a:lnTo>
                  <a:lnTo>
                    <a:pt x="16590" y="3583"/>
                  </a:lnTo>
                  <a:lnTo>
                    <a:pt x="16988" y="3185"/>
                  </a:lnTo>
                  <a:lnTo>
                    <a:pt x="17386" y="2522"/>
                  </a:lnTo>
                  <a:lnTo>
                    <a:pt x="17519" y="1858"/>
                  </a:lnTo>
                  <a:lnTo>
                    <a:pt x="17519" y="1593"/>
                  </a:lnTo>
                  <a:lnTo>
                    <a:pt x="17253" y="929"/>
                  </a:lnTo>
                  <a:lnTo>
                    <a:pt x="16855" y="398"/>
                  </a:lnTo>
                  <a:lnTo>
                    <a:pt x="16192" y="133"/>
                  </a:lnTo>
                  <a:lnTo>
                    <a:pt x="15528" y="0"/>
                  </a:lnTo>
                  <a:close/>
                </a:path>
              </a:pathLst>
            </a:custGeom>
            <a:solidFill>
              <a:srgbClr val="9FC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4004;p40">
              <a:extLst>
                <a:ext uri="{FF2B5EF4-FFF2-40B4-BE49-F238E27FC236}">
                  <a16:creationId xmlns:a16="http://schemas.microsoft.com/office/drawing/2014/main" id="{D9278DAC-4A37-A965-A63D-250755736C5E}"/>
                </a:ext>
              </a:extLst>
            </p:cNvPr>
            <p:cNvSpPr/>
            <p:nvPr/>
          </p:nvSpPr>
          <p:spPr>
            <a:xfrm>
              <a:off x="8246703" y="2382081"/>
              <a:ext cx="290465" cy="83630"/>
            </a:xfrm>
            <a:custGeom>
              <a:avLst/>
              <a:gdLst/>
              <a:ahLst/>
              <a:cxnLst/>
              <a:rect l="l" t="t" r="r" b="b"/>
              <a:pathLst>
                <a:path w="17519" h="5044" fill="none" extrusionOk="0">
                  <a:moveTo>
                    <a:pt x="15528" y="0"/>
                  </a:moveTo>
                  <a:lnTo>
                    <a:pt x="15528" y="0"/>
                  </a:lnTo>
                  <a:lnTo>
                    <a:pt x="15263" y="0"/>
                  </a:lnTo>
                  <a:lnTo>
                    <a:pt x="15263" y="0"/>
                  </a:lnTo>
                  <a:lnTo>
                    <a:pt x="134" y="1991"/>
                  </a:lnTo>
                  <a:lnTo>
                    <a:pt x="134" y="1991"/>
                  </a:lnTo>
                  <a:lnTo>
                    <a:pt x="266" y="2256"/>
                  </a:lnTo>
                  <a:lnTo>
                    <a:pt x="266" y="2256"/>
                  </a:lnTo>
                  <a:lnTo>
                    <a:pt x="266" y="2920"/>
                  </a:lnTo>
                  <a:lnTo>
                    <a:pt x="266" y="3583"/>
                  </a:lnTo>
                  <a:lnTo>
                    <a:pt x="1" y="5043"/>
                  </a:lnTo>
                  <a:lnTo>
                    <a:pt x="15926" y="3849"/>
                  </a:lnTo>
                  <a:lnTo>
                    <a:pt x="15926" y="3849"/>
                  </a:lnTo>
                  <a:lnTo>
                    <a:pt x="16590" y="3583"/>
                  </a:lnTo>
                  <a:lnTo>
                    <a:pt x="16988" y="3185"/>
                  </a:lnTo>
                  <a:lnTo>
                    <a:pt x="17386" y="2522"/>
                  </a:lnTo>
                  <a:lnTo>
                    <a:pt x="17519" y="1858"/>
                  </a:lnTo>
                  <a:lnTo>
                    <a:pt x="17519" y="1858"/>
                  </a:lnTo>
                  <a:lnTo>
                    <a:pt x="17519" y="1593"/>
                  </a:lnTo>
                  <a:lnTo>
                    <a:pt x="17519" y="1593"/>
                  </a:lnTo>
                  <a:lnTo>
                    <a:pt x="17253" y="929"/>
                  </a:lnTo>
                  <a:lnTo>
                    <a:pt x="16855" y="398"/>
                  </a:lnTo>
                  <a:lnTo>
                    <a:pt x="16192" y="133"/>
                  </a:lnTo>
                  <a:lnTo>
                    <a:pt x="1552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4005;p40">
              <a:extLst>
                <a:ext uri="{FF2B5EF4-FFF2-40B4-BE49-F238E27FC236}">
                  <a16:creationId xmlns:a16="http://schemas.microsoft.com/office/drawing/2014/main" id="{367DB010-2121-345C-BE35-3808E0E91B6F}"/>
                </a:ext>
              </a:extLst>
            </p:cNvPr>
            <p:cNvSpPr/>
            <p:nvPr/>
          </p:nvSpPr>
          <p:spPr>
            <a:xfrm>
              <a:off x="8083887" y="2351275"/>
              <a:ext cx="151840" cy="180440"/>
            </a:xfrm>
            <a:custGeom>
              <a:avLst/>
              <a:gdLst/>
              <a:ahLst/>
              <a:cxnLst/>
              <a:rect l="l" t="t" r="r" b="b"/>
              <a:pathLst>
                <a:path w="9158" h="10883" extrusionOk="0">
                  <a:moveTo>
                    <a:pt x="3584" y="0"/>
                  </a:moveTo>
                  <a:lnTo>
                    <a:pt x="2920" y="266"/>
                  </a:lnTo>
                  <a:lnTo>
                    <a:pt x="2389" y="664"/>
                  </a:lnTo>
                  <a:lnTo>
                    <a:pt x="1726" y="1195"/>
                  </a:lnTo>
                  <a:lnTo>
                    <a:pt x="1327" y="1858"/>
                  </a:lnTo>
                  <a:lnTo>
                    <a:pt x="797" y="2654"/>
                  </a:lnTo>
                  <a:lnTo>
                    <a:pt x="531" y="3451"/>
                  </a:lnTo>
                  <a:lnTo>
                    <a:pt x="266" y="4380"/>
                  </a:lnTo>
                  <a:lnTo>
                    <a:pt x="133" y="5176"/>
                  </a:lnTo>
                  <a:lnTo>
                    <a:pt x="0" y="5972"/>
                  </a:lnTo>
                  <a:lnTo>
                    <a:pt x="133" y="6901"/>
                  </a:lnTo>
                  <a:lnTo>
                    <a:pt x="266" y="7565"/>
                  </a:lnTo>
                  <a:lnTo>
                    <a:pt x="664" y="8096"/>
                  </a:lnTo>
                  <a:lnTo>
                    <a:pt x="1062" y="8494"/>
                  </a:lnTo>
                  <a:lnTo>
                    <a:pt x="1460" y="8759"/>
                  </a:lnTo>
                  <a:lnTo>
                    <a:pt x="5441" y="10882"/>
                  </a:lnTo>
                  <a:lnTo>
                    <a:pt x="5574" y="10617"/>
                  </a:lnTo>
                  <a:lnTo>
                    <a:pt x="6238" y="10352"/>
                  </a:lnTo>
                  <a:lnTo>
                    <a:pt x="6901" y="9953"/>
                  </a:lnTo>
                  <a:lnTo>
                    <a:pt x="7432" y="9290"/>
                  </a:lnTo>
                  <a:lnTo>
                    <a:pt x="7963" y="8626"/>
                  </a:lnTo>
                  <a:lnTo>
                    <a:pt x="8361" y="7963"/>
                  </a:lnTo>
                  <a:lnTo>
                    <a:pt x="8759" y="7034"/>
                  </a:lnTo>
                  <a:lnTo>
                    <a:pt x="9025" y="6238"/>
                  </a:lnTo>
                  <a:lnTo>
                    <a:pt x="9157" y="5441"/>
                  </a:lnTo>
                  <a:lnTo>
                    <a:pt x="9157" y="4512"/>
                  </a:lnTo>
                  <a:lnTo>
                    <a:pt x="9157" y="3716"/>
                  </a:lnTo>
                  <a:lnTo>
                    <a:pt x="8892" y="2920"/>
                  </a:lnTo>
                  <a:lnTo>
                    <a:pt x="8627" y="2389"/>
                  </a:lnTo>
                  <a:lnTo>
                    <a:pt x="8627" y="2124"/>
                  </a:lnTo>
                  <a:lnTo>
                    <a:pt x="4645"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4006;p40">
              <a:extLst>
                <a:ext uri="{FF2B5EF4-FFF2-40B4-BE49-F238E27FC236}">
                  <a16:creationId xmlns:a16="http://schemas.microsoft.com/office/drawing/2014/main" id="{45ACA543-2FD9-1A89-9695-A5CEE02F88BE}"/>
                </a:ext>
              </a:extLst>
            </p:cNvPr>
            <p:cNvSpPr/>
            <p:nvPr/>
          </p:nvSpPr>
          <p:spPr>
            <a:xfrm>
              <a:off x="8083887" y="2351275"/>
              <a:ext cx="151840" cy="180440"/>
            </a:xfrm>
            <a:custGeom>
              <a:avLst/>
              <a:gdLst/>
              <a:ahLst/>
              <a:cxnLst/>
              <a:rect l="l" t="t" r="r" b="b"/>
              <a:pathLst>
                <a:path w="9158" h="10883" fill="none" extrusionOk="0">
                  <a:moveTo>
                    <a:pt x="2389" y="664"/>
                  </a:moveTo>
                  <a:lnTo>
                    <a:pt x="2389" y="664"/>
                  </a:lnTo>
                  <a:lnTo>
                    <a:pt x="2920" y="266"/>
                  </a:lnTo>
                  <a:lnTo>
                    <a:pt x="3584" y="0"/>
                  </a:lnTo>
                  <a:lnTo>
                    <a:pt x="4114" y="0"/>
                  </a:lnTo>
                  <a:lnTo>
                    <a:pt x="4645" y="0"/>
                  </a:lnTo>
                  <a:lnTo>
                    <a:pt x="4645" y="0"/>
                  </a:lnTo>
                  <a:lnTo>
                    <a:pt x="8627" y="2124"/>
                  </a:lnTo>
                  <a:lnTo>
                    <a:pt x="8627" y="2389"/>
                  </a:lnTo>
                  <a:lnTo>
                    <a:pt x="8627" y="2389"/>
                  </a:lnTo>
                  <a:lnTo>
                    <a:pt x="8892" y="2920"/>
                  </a:lnTo>
                  <a:lnTo>
                    <a:pt x="9157" y="3716"/>
                  </a:lnTo>
                  <a:lnTo>
                    <a:pt x="9157" y="3716"/>
                  </a:lnTo>
                  <a:lnTo>
                    <a:pt x="9157" y="4512"/>
                  </a:lnTo>
                  <a:lnTo>
                    <a:pt x="9157" y="5441"/>
                  </a:lnTo>
                  <a:lnTo>
                    <a:pt x="9025" y="6238"/>
                  </a:lnTo>
                  <a:lnTo>
                    <a:pt x="8759" y="7034"/>
                  </a:lnTo>
                  <a:lnTo>
                    <a:pt x="8361" y="7963"/>
                  </a:lnTo>
                  <a:lnTo>
                    <a:pt x="7963" y="8626"/>
                  </a:lnTo>
                  <a:lnTo>
                    <a:pt x="7432" y="9290"/>
                  </a:lnTo>
                  <a:lnTo>
                    <a:pt x="6901" y="9953"/>
                  </a:lnTo>
                  <a:lnTo>
                    <a:pt x="6901" y="9953"/>
                  </a:lnTo>
                  <a:lnTo>
                    <a:pt x="6238" y="10352"/>
                  </a:lnTo>
                  <a:lnTo>
                    <a:pt x="5574" y="10617"/>
                  </a:lnTo>
                  <a:lnTo>
                    <a:pt x="5441" y="10882"/>
                  </a:lnTo>
                  <a:lnTo>
                    <a:pt x="1460" y="8759"/>
                  </a:lnTo>
                  <a:lnTo>
                    <a:pt x="1460" y="8759"/>
                  </a:lnTo>
                  <a:lnTo>
                    <a:pt x="1460" y="8759"/>
                  </a:lnTo>
                  <a:lnTo>
                    <a:pt x="1062" y="8494"/>
                  </a:lnTo>
                  <a:lnTo>
                    <a:pt x="664" y="8096"/>
                  </a:lnTo>
                  <a:lnTo>
                    <a:pt x="266" y="7565"/>
                  </a:lnTo>
                  <a:lnTo>
                    <a:pt x="133" y="6901"/>
                  </a:lnTo>
                  <a:lnTo>
                    <a:pt x="133" y="6901"/>
                  </a:lnTo>
                  <a:lnTo>
                    <a:pt x="0" y="5972"/>
                  </a:lnTo>
                  <a:lnTo>
                    <a:pt x="133" y="5176"/>
                  </a:lnTo>
                  <a:lnTo>
                    <a:pt x="266" y="4380"/>
                  </a:lnTo>
                  <a:lnTo>
                    <a:pt x="531" y="3451"/>
                  </a:lnTo>
                  <a:lnTo>
                    <a:pt x="797" y="2654"/>
                  </a:lnTo>
                  <a:lnTo>
                    <a:pt x="1327" y="1858"/>
                  </a:lnTo>
                  <a:lnTo>
                    <a:pt x="1726" y="1195"/>
                  </a:lnTo>
                  <a:lnTo>
                    <a:pt x="2389" y="66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4007;p40">
              <a:extLst>
                <a:ext uri="{FF2B5EF4-FFF2-40B4-BE49-F238E27FC236}">
                  <a16:creationId xmlns:a16="http://schemas.microsoft.com/office/drawing/2014/main" id="{E7181F3D-DC59-FB72-25F3-83D2BD57AFBD}"/>
                </a:ext>
              </a:extLst>
            </p:cNvPr>
            <p:cNvSpPr/>
            <p:nvPr/>
          </p:nvSpPr>
          <p:spPr>
            <a:xfrm>
              <a:off x="8083887" y="2351275"/>
              <a:ext cx="143036" cy="178235"/>
            </a:xfrm>
            <a:custGeom>
              <a:avLst/>
              <a:gdLst/>
              <a:ahLst/>
              <a:cxnLst/>
              <a:rect l="l" t="t" r="r" b="b"/>
              <a:pathLst>
                <a:path w="8627" h="10750" extrusionOk="0">
                  <a:moveTo>
                    <a:pt x="3716" y="0"/>
                  </a:moveTo>
                  <a:lnTo>
                    <a:pt x="3185" y="133"/>
                  </a:lnTo>
                  <a:lnTo>
                    <a:pt x="2389" y="664"/>
                  </a:lnTo>
                  <a:lnTo>
                    <a:pt x="1858" y="1195"/>
                  </a:lnTo>
                  <a:lnTo>
                    <a:pt x="1460" y="1725"/>
                  </a:lnTo>
                  <a:lnTo>
                    <a:pt x="664" y="3053"/>
                  </a:lnTo>
                  <a:lnTo>
                    <a:pt x="133" y="4512"/>
                  </a:lnTo>
                  <a:lnTo>
                    <a:pt x="0" y="5176"/>
                  </a:lnTo>
                  <a:lnTo>
                    <a:pt x="0" y="5972"/>
                  </a:lnTo>
                  <a:lnTo>
                    <a:pt x="133" y="6901"/>
                  </a:lnTo>
                  <a:lnTo>
                    <a:pt x="266" y="7565"/>
                  </a:lnTo>
                  <a:lnTo>
                    <a:pt x="664" y="8096"/>
                  </a:lnTo>
                  <a:lnTo>
                    <a:pt x="1062" y="8494"/>
                  </a:lnTo>
                  <a:lnTo>
                    <a:pt x="1460" y="8759"/>
                  </a:lnTo>
                  <a:lnTo>
                    <a:pt x="5176" y="10750"/>
                  </a:lnTo>
                  <a:lnTo>
                    <a:pt x="4911" y="10352"/>
                  </a:lnTo>
                  <a:lnTo>
                    <a:pt x="4512" y="10086"/>
                  </a:lnTo>
                  <a:lnTo>
                    <a:pt x="4380" y="9555"/>
                  </a:lnTo>
                  <a:lnTo>
                    <a:pt x="4247" y="8892"/>
                  </a:lnTo>
                  <a:lnTo>
                    <a:pt x="4114" y="8096"/>
                  </a:lnTo>
                  <a:lnTo>
                    <a:pt x="4114" y="7299"/>
                  </a:lnTo>
                  <a:lnTo>
                    <a:pt x="4380" y="6370"/>
                  </a:lnTo>
                  <a:lnTo>
                    <a:pt x="4645" y="5574"/>
                  </a:lnTo>
                  <a:lnTo>
                    <a:pt x="4911" y="4778"/>
                  </a:lnTo>
                  <a:lnTo>
                    <a:pt x="5441" y="3981"/>
                  </a:lnTo>
                  <a:lnTo>
                    <a:pt x="5840" y="3318"/>
                  </a:lnTo>
                  <a:lnTo>
                    <a:pt x="6503" y="2787"/>
                  </a:lnTo>
                  <a:lnTo>
                    <a:pt x="7299" y="2256"/>
                  </a:lnTo>
                  <a:lnTo>
                    <a:pt x="7698" y="2124"/>
                  </a:lnTo>
                  <a:lnTo>
                    <a:pt x="8096" y="1991"/>
                  </a:lnTo>
                  <a:lnTo>
                    <a:pt x="8627" y="2124"/>
                  </a:lnTo>
                  <a:lnTo>
                    <a:pt x="4645"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4008;p40">
              <a:extLst>
                <a:ext uri="{FF2B5EF4-FFF2-40B4-BE49-F238E27FC236}">
                  <a16:creationId xmlns:a16="http://schemas.microsoft.com/office/drawing/2014/main" id="{1ADFD3FC-DC4E-D2D7-D5E2-B8034C2F7ECA}"/>
                </a:ext>
              </a:extLst>
            </p:cNvPr>
            <p:cNvSpPr/>
            <p:nvPr/>
          </p:nvSpPr>
          <p:spPr>
            <a:xfrm>
              <a:off x="8174099" y="2531699"/>
              <a:ext cx="17" cy="17"/>
            </a:xfrm>
            <a:custGeom>
              <a:avLst/>
              <a:gdLst/>
              <a:ahLst/>
              <a:cxnLst/>
              <a:rect l="l" t="t" r="r" b="b"/>
              <a:pathLst>
                <a:path w="1" h="1" fill="none" extrusionOk="0">
                  <a:moveTo>
                    <a:pt x="0" y="0"/>
                  </a:moveTo>
                  <a:lnTo>
                    <a:pt x="0" y="0"/>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4009;p40">
              <a:extLst>
                <a:ext uri="{FF2B5EF4-FFF2-40B4-BE49-F238E27FC236}">
                  <a16:creationId xmlns:a16="http://schemas.microsoft.com/office/drawing/2014/main" id="{CA23A6CF-7D24-3061-2264-F107F22BEEC6}"/>
                </a:ext>
              </a:extLst>
            </p:cNvPr>
            <p:cNvSpPr/>
            <p:nvPr/>
          </p:nvSpPr>
          <p:spPr>
            <a:xfrm>
              <a:off x="8083887" y="2351275"/>
              <a:ext cx="143036" cy="178235"/>
            </a:xfrm>
            <a:custGeom>
              <a:avLst/>
              <a:gdLst/>
              <a:ahLst/>
              <a:cxnLst/>
              <a:rect l="l" t="t" r="r" b="b"/>
              <a:pathLst>
                <a:path w="8627" h="10750" fill="none" extrusionOk="0">
                  <a:moveTo>
                    <a:pt x="4114" y="0"/>
                  </a:moveTo>
                  <a:lnTo>
                    <a:pt x="4114" y="0"/>
                  </a:lnTo>
                  <a:lnTo>
                    <a:pt x="3716" y="0"/>
                  </a:lnTo>
                  <a:lnTo>
                    <a:pt x="3185" y="133"/>
                  </a:lnTo>
                  <a:lnTo>
                    <a:pt x="2389" y="664"/>
                  </a:lnTo>
                  <a:lnTo>
                    <a:pt x="2389" y="664"/>
                  </a:lnTo>
                  <a:lnTo>
                    <a:pt x="1858" y="1195"/>
                  </a:lnTo>
                  <a:lnTo>
                    <a:pt x="1460" y="1725"/>
                  </a:lnTo>
                  <a:lnTo>
                    <a:pt x="664" y="3053"/>
                  </a:lnTo>
                  <a:lnTo>
                    <a:pt x="133" y="4512"/>
                  </a:lnTo>
                  <a:lnTo>
                    <a:pt x="0" y="5176"/>
                  </a:lnTo>
                  <a:lnTo>
                    <a:pt x="0" y="5972"/>
                  </a:lnTo>
                  <a:lnTo>
                    <a:pt x="0" y="5972"/>
                  </a:lnTo>
                  <a:lnTo>
                    <a:pt x="133" y="6901"/>
                  </a:lnTo>
                  <a:lnTo>
                    <a:pt x="133" y="6901"/>
                  </a:lnTo>
                  <a:lnTo>
                    <a:pt x="266" y="7565"/>
                  </a:lnTo>
                  <a:lnTo>
                    <a:pt x="664" y="8096"/>
                  </a:lnTo>
                  <a:lnTo>
                    <a:pt x="1062" y="8494"/>
                  </a:lnTo>
                  <a:lnTo>
                    <a:pt x="1460" y="8759"/>
                  </a:lnTo>
                  <a:lnTo>
                    <a:pt x="1460" y="8759"/>
                  </a:lnTo>
                  <a:lnTo>
                    <a:pt x="1460" y="8759"/>
                  </a:lnTo>
                  <a:lnTo>
                    <a:pt x="1460" y="8759"/>
                  </a:lnTo>
                  <a:lnTo>
                    <a:pt x="5176" y="10750"/>
                  </a:lnTo>
                  <a:lnTo>
                    <a:pt x="5176" y="10750"/>
                  </a:lnTo>
                  <a:lnTo>
                    <a:pt x="4911" y="10352"/>
                  </a:lnTo>
                  <a:lnTo>
                    <a:pt x="4512" y="10086"/>
                  </a:lnTo>
                  <a:lnTo>
                    <a:pt x="4380" y="9555"/>
                  </a:lnTo>
                  <a:lnTo>
                    <a:pt x="4247" y="8892"/>
                  </a:lnTo>
                  <a:lnTo>
                    <a:pt x="4247" y="8892"/>
                  </a:lnTo>
                  <a:lnTo>
                    <a:pt x="4114" y="8096"/>
                  </a:lnTo>
                  <a:lnTo>
                    <a:pt x="4114" y="7299"/>
                  </a:lnTo>
                  <a:lnTo>
                    <a:pt x="4380" y="6370"/>
                  </a:lnTo>
                  <a:lnTo>
                    <a:pt x="4645" y="5574"/>
                  </a:lnTo>
                  <a:lnTo>
                    <a:pt x="4911" y="4778"/>
                  </a:lnTo>
                  <a:lnTo>
                    <a:pt x="5441" y="3981"/>
                  </a:lnTo>
                  <a:lnTo>
                    <a:pt x="5840" y="3318"/>
                  </a:lnTo>
                  <a:lnTo>
                    <a:pt x="6503" y="2787"/>
                  </a:lnTo>
                  <a:lnTo>
                    <a:pt x="6503" y="2787"/>
                  </a:lnTo>
                  <a:lnTo>
                    <a:pt x="7299" y="2256"/>
                  </a:lnTo>
                  <a:lnTo>
                    <a:pt x="7698" y="2124"/>
                  </a:lnTo>
                  <a:lnTo>
                    <a:pt x="8096" y="1991"/>
                  </a:lnTo>
                  <a:lnTo>
                    <a:pt x="8096" y="1991"/>
                  </a:lnTo>
                  <a:lnTo>
                    <a:pt x="8627" y="2124"/>
                  </a:lnTo>
                  <a:lnTo>
                    <a:pt x="8627" y="2124"/>
                  </a:lnTo>
                  <a:lnTo>
                    <a:pt x="4645" y="0"/>
                  </a:lnTo>
                  <a:lnTo>
                    <a:pt x="4645" y="0"/>
                  </a:lnTo>
                  <a:lnTo>
                    <a:pt x="4645" y="0"/>
                  </a:lnTo>
                  <a:lnTo>
                    <a:pt x="411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4010;p40">
              <a:extLst>
                <a:ext uri="{FF2B5EF4-FFF2-40B4-BE49-F238E27FC236}">
                  <a16:creationId xmlns:a16="http://schemas.microsoft.com/office/drawing/2014/main" id="{4D5C06A0-7414-FE05-772F-44AA8CD901C2}"/>
                </a:ext>
              </a:extLst>
            </p:cNvPr>
            <p:cNvSpPr/>
            <p:nvPr/>
          </p:nvSpPr>
          <p:spPr>
            <a:xfrm>
              <a:off x="8152097" y="2384269"/>
              <a:ext cx="99032" cy="149651"/>
            </a:xfrm>
            <a:custGeom>
              <a:avLst/>
              <a:gdLst/>
              <a:ahLst/>
              <a:cxnLst/>
              <a:rect l="l" t="t" r="r" b="b"/>
              <a:pathLst>
                <a:path w="5973" h="9026" extrusionOk="0">
                  <a:moveTo>
                    <a:pt x="4114" y="1"/>
                  </a:moveTo>
                  <a:lnTo>
                    <a:pt x="3584" y="134"/>
                  </a:lnTo>
                  <a:lnTo>
                    <a:pt x="2920" y="399"/>
                  </a:lnTo>
                  <a:lnTo>
                    <a:pt x="2389" y="797"/>
                  </a:lnTo>
                  <a:lnTo>
                    <a:pt x="1726" y="1328"/>
                  </a:lnTo>
                  <a:lnTo>
                    <a:pt x="1327" y="1991"/>
                  </a:lnTo>
                  <a:lnTo>
                    <a:pt x="797" y="2788"/>
                  </a:lnTo>
                  <a:lnTo>
                    <a:pt x="531" y="3584"/>
                  </a:lnTo>
                  <a:lnTo>
                    <a:pt x="266" y="4380"/>
                  </a:lnTo>
                  <a:lnTo>
                    <a:pt x="0" y="5309"/>
                  </a:lnTo>
                  <a:lnTo>
                    <a:pt x="0" y="6106"/>
                  </a:lnTo>
                  <a:lnTo>
                    <a:pt x="133" y="6902"/>
                  </a:lnTo>
                  <a:lnTo>
                    <a:pt x="266" y="7698"/>
                  </a:lnTo>
                  <a:lnTo>
                    <a:pt x="531" y="8229"/>
                  </a:lnTo>
                  <a:lnTo>
                    <a:pt x="929" y="8627"/>
                  </a:lnTo>
                  <a:lnTo>
                    <a:pt x="1460" y="8892"/>
                  </a:lnTo>
                  <a:lnTo>
                    <a:pt x="1858" y="9025"/>
                  </a:lnTo>
                  <a:lnTo>
                    <a:pt x="2522" y="8892"/>
                  </a:lnTo>
                  <a:lnTo>
                    <a:pt x="3053" y="8627"/>
                  </a:lnTo>
                  <a:lnTo>
                    <a:pt x="3716" y="8229"/>
                  </a:lnTo>
                  <a:lnTo>
                    <a:pt x="4247" y="7698"/>
                  </a:lnTo>
                  <a:lnTo>
                    <a:pt x="4778" y="7034"/>
                  </a:lnTo>
                  <a:lnTo>
                    <a:pt x="5176" y="6238"/>
                  </a:lnTo>
                  <a:lnTo>
                    <a:pt x="5574" y="5442"/>
                  </a:lnTo>
                  <a:lnTo>
                    <a:pt x="5840" y="4646"/>
                  </a:lnTo>
                  <a:lnTo>
                    <a:pt x="5972" y="3717"/>
                  </a:lnTo>
                  <a:lnTo>
                    <a:pt x="5972" y="2920"/>
                  </a:lnTo>
                  <a:lnTo>
                    <a:pt x="5972" y="2124"/>
                  </a:lnTo>
                  <a:lnTo>
                    <a:pt x="5707" y="1328"/>
                  </a:lnTo>
                  <a:lnTo>
                    <a:pt x="5441" y="797"/>
                  </a:lnTo>
                  <a:lnTo>
                    <a:pt x="5043" y="399"/>
                  </a:lnTo>
                  <a:lnTo>
                    <a:pt x="4645" y="134"/>
                  </a:lnTo>
                  <a:lnTo>
                    <a:pt x="4114"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4011;p40">
              <a:extLst>
                <a:ext uri="{FF2B5EF4-FFF2-40B4-BE49-F238E27FC236}">
                  <a16:creationId xmlns:a16="http://schemas.microsoft.com/office/drawing/2014/main" id="{A1CDE0B1-3F41-88AE-CFD1-0CBB0DB6FF1E}"/>
                </a:ext>
              </a:extLst>
            </p:cNvPr>
            <p:cNvSpPr/>
            <p:nvPr/>
          </p:nvSpPr>
          <p:spPr>
            <a:xfrm>
              <a:off x="8152097" y="2384269"/>
              <a:ext cx="99032" cy="149651"/>
            </a:xfrm>
            <a:custGeom>
              <a:avLst/>
              <a:gdLst/>
              <a:ahLst/>
              <a:cxnLst/>
              <a:rect l="l" t="t" r="r" b="b"/>
              <a:pathLst>
                <a:path w="5973" h="9026" fill="none" extrusionOk="0">
                  <a:moveTo>
                    <a:pt x="2389" y="797"/>
                  </a:moveTo>
                  <a:lnTo>
                    <a:pt x="2389" y="797"/>
                  </a:lnTo>
                  <a:lnTo>
                    <a:pt x="1726" y="1328"/>
                  </a:lnTo>
                  <a:lnTo>
                    <a:pt x="1327" y="1991"/>
                  </a:lnTo>
                  <a:lnTo>
                    <a:pt x="797" y="2788"/>
                  </a:lnTo>
                  <a:lnTo>
                    <a:pt x="531" y="3584"/>
                  </a:lnTo>
                  <a:lnTo>
                    <a:pt x="266" y="4380"/>
                  </a:lnTo>
                  <a:lnTo>
                    <a:pt x="0" y="5309"/>
                  </a:lnTo>
                  <a:lnTo>
                    <a:pt x="0" y="6106"/>
                  </a:lnTo>
                  <a:lnTo>
                    <a:pt x="133" y="6902"/>
                  </a:lnTo>
                  <a:lnTo>
                    <a:pt x="133" y="6902"/>
                  </a:lnTo>
                  <a:lnTo>
                    <a:pt x="266" y="7698"/>
                  </a:lnTo>
                  <a:lnTo>
                    <a:pt x="531" y="8229"/>
                  </a:lnTo>
                  <a:lnTo>
                    <a:pt x="929" y="8627"/>
                  </a:lnTo>
                  <a:lnTo>
                    <a:pt x="1460" y="8892"/>
                  </a:lnTo>
                  <a:lnTo>
                    <a:pt x="1858" y="9025"/>
                  </a:lnTo>
                  <a:lnTo>
                    <a:pt x="2522" y="8892"/>
                  </a:lnTo>
                  <a:lnTo>
                    <a:pt x="3053" y="8627"/>
                  </a:lnTo>
                  <a:lnTo>
                    <a:pt x="3716" y="8229"/>
                  </a:lnTo>
                  <a:lnTo>
                    <a:pt x="3716" y="8229"/>
                  </a:lnTo>
                  <a:lnTo>
                    <a:pt x="4247" y="7698"/>
                  </a:lnTo>
                  <a:lnTo>
                    <a:pt x="4778" y="7034"/>
                  </a:lnTo>
                  <a:lnTo>
                    <a:pt x="5176" y="6238"/>
                  </a:lnTo>
                  <a:lnTo>
                    <a:pt x="5574" y="5442"/>
                  </a:lnTo>
                  <a:lnTo>
                    <a:pt x="5840" y="4646"/>
                  </a:lnTo>
                  <a:lnTo>
                    <a:pt x="5972" y="3717"/>
                  </a:lnTo>
                  <a:lnTo>
                    <a:pt x="5972" y="2920"/>
                  </a:lnTo>
                  <a:lnTo>
                    <a:pt x="5972" y="2124"/>
                  </a:lnTo>
                  <a:lnTo>
                    <a:pt x="5972" y="2124"/>
                  </a:lnTo>
                  <a:lnTo>
                    <a:pt x="5707" y="1328"/>
                  </a:lnTo>
                  <a:lnTo>
                    <a:pt x="5441" y="797"/>
                  </a:lnTo>
                  <a:lnTo>
                    <a:pt x="5043" y="399"/>
                  </a:lnTo>
                  <a:lnTo>
                    <a:pt x="4645" y="134"/>
                  </a:lnTo>
                  <a:lnTo>
                    <a:pt x="4114" y="1"/>
                  </a:lnTo>
                  <a:lnTo>
                    <a:pt x="3584" y="134"/>
                  </a:lnTo>
                  <a:lnTo>
                    <a:pt x="2920" y="399"/>
                  </a:lnTo>
                  <a:lnTo>
                    <a:pt x="2389" y="79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4012;p40">
              <a:extLst>
                <a:ext uri="{FF2B5EF4-FFF2-40B4-BE49-F238E27FC236}">
                  <a16:creationId xmlns:a16="http://schemas.microsoft.com/office/drawing/2014/main" id="{4A984D89-0E0E-01E2-61AB-746A6B7ED5A2}"/>
                </a:ext>
              </a:extLst>
            </p:cNvPr>
            <p:cNvSpPr/>
            <p:nvPr/>
          </p:nvSpPr>
          <p:spPr>
            <a:xfrm>
              <a:off x="8178493" y="2423879"/>
              <a:ext cx="46225" cy="70432"/>
            </a:xfrm>
            <a:custGeom>
              <a:avLst/>
              <a:gdLst/>
              <a:ahLst/>
              <a:cxnLst/>
              <a:rect l="l" t="t" r="r" b="b"/>
              <a:pathLst>
                <a:path w="2788" h="4248" extrusionOk="0">
                  <a:moveTo>
                    <a:pt x="1859" y="1"/>
                  </a:moveTo>
                  <a:lnTo>
                    <a:pt x="1461" y="133"/>
                  </a:lnTo>
                  <a:lnTo>
                    <a:pt x="1063" y="266"/>
                  </a:lnTo>
                  <a:lnTo>
                    <a:pt x="532" y="930"/>
                  </a:lnTo>
                  <a:lnTo>
                    <a:pt x="266" y="1726"/>
                  </a:lnTo>
                  <a:lnTo>
                    <a:pt x="1" y="2522"/>
                  </a:lnTo>
                  <a:lnTo>
                    <a:pt x="1" y="3318"/>
                  </a:lnTo>
                  <a:lnTo>
                    <a:pt x="266" y="3849"/>
                  </a:lnTo>
                  <a:lnTo>
                    <a:pt x="532" y="4115"/>
                  </a:lnTo>
                  <a:lnTo>
                    <a:pt x="930" y="4247"/>
                  </a:lnTo>
                  <a:lnTo>
                    <a:pt x="1328" y="4115"/>
                  </a:lnTo>
                  <a:lnTo>
                    <a:pt x="1726" y="3849"/>
                  </a:lnTo>
                  <a:lnTo>
                    <a:pt x="2257" y="3318"/>
                  </a:lnTo>
                  <a:lnTo>
                    <a:pt x="2655" y="2522"/>
                  </a:lnTo>
                  <a:lnTo>
                    <a:pt x="2788" y="1726"/>
                  </a:lnTo>
                  <a:lnTo>
                    <a:pt x="2788" y="930"/>
                  </a:lnTo>
                  <a:lnTo>
                    <a:pt x="2655" y="531"/>
                  </a:lnTo>
                  <a:lnTo>
                    <a:pt x="2522" y="266"/>
                  </a:lnTo>
                  <a:lnTo>
                    <a:pt x="2257"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4013;p40">
              <a:extLst>
                <a:ext uri="{FF2B5EF4-FFF2-40B4-BE49-F238E27FC236}">
                  <a16:creationId xmlns:a16="http://schemas.microsoft.com/office/drawing/2014/main" id="{95D03C41-2294-50A0-CB8A-FA1A2F10D98E}"/>
                </a:ext>
              </a:extLst>
            </p:cNvPr>
            <p:cNvSpPr/>
            <p:nvPr/>
          </p:nvSpPr>
          <p:spPr>
            <a:xfrm>
              <a:off x="8178493" y="2423879"/>
              <a:ext cx="46225" cy="70432"/>
            </a:xfrm>
            <a:custGeom>
              <a:avLst/>
              <a:gdLst/>
              <a:ahLst/>
              <a:cxnLst/>
              <a:rect l="l" t="t" r="r" b="b"/>
              <a:pathLst>
                <a:path w="2788" h="4248" fill="none" extrusionOk="0">
                  <a:moveTo>
                    <a:pt x="1" y="3318"/>
                  </a:moveTo>
                  <a:lnTo>
                    <a:pt x="1" y="3318"/>
                  </a:lnTo>
                  <a:lnTo>
                    <a:pt x="266" y="3849"/>
                  </a:lnTo>
                  <a:lnTo>
                    <a:pt x="266" y="3849"/>
                  </a:lnTo>
                  <a:lnTo>
                    <a:pt x="532" y="4115"/>
                  </a:lnTo>
                  <a:lnTo>
                    <a:pt x="930" y="4247"/>
                  </a:lnTo>
                  <a:lnTo>
                    <a:pt x="1328" y="4115"/>
                  </a:lnTo>
                  <a:lnTo>
                    <a:pt x="1726" y="3849"/>
                  </a:lnTo>
                  <a:lnTo>
                    <a:pt x="1726" y="3849"/>
                  </a:lnTo>
                  <a:lnTo>
                    <a:pt x="2257" y="3318"/>
                  </a:lnTo>
                  <a:lnTo>
                    <a:pt x="2655" y="2522"/>
                  </a:lnTo>
                  <a:lnTo>
                    <a:pt x="2788" y="1726"/>
                  </a:lnTo>
                  <a:lnTo>
                    <a:pt x="2788" y="930"/>
                  </a:lnTo>
                  <a:lnTo>
                    <a:pt x="2788" y="930"/>
                  </a:lnTo>
                  <a:lnTo>
                    <a:pt x="2655" y="531"/>
                  </a:lnTo>
                  <a:lnTo>
                    <a:pt x="2522" y="266"/>
                  </a:lnTo>
                  <a:lnTo>
                    <a:pt x="2257" y="1"/>
                  </a:lnTo>
                  <a:lnTo>
                    <a:pt x="1859" y="1"/>
                  </a:lnTo>
                  <a:lnTo>
                    <a:pt x="1859" y="1"/>
                  </a:lnTo>
                  <a:lnTo>
                    <a:pt x="1461" y="133"/>
                  </a:lnTo>
                  <a:lnTo>
                    <a:pt x="1063" y="266"/>
                  </a:lnTo>
                  <a:lnTo>
                    <a:pt x="1063" y="266"/>
                  </a:lnTo>
                  <a:lnTo>
                    <a:pt x="532" y="930"/>
                  </a:lnTo>
                  <a:lnTo>
                    <a:pt x="266" y="1726"/>
                  </a:lnTo>
                  <a:lnTo>
                    <a:pt x="1" y="2522"/>
                  </a:lnTo>
                  <a:lnTo>
                    <a:pt x="1" y="331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4014;p40">
              <a:extLst>
                <a:ext uri="{FF2B5EF4-FFF2-40B4-BE49-F238E27FC236}">
                  <a16:creationId xmlns:a16="http://schemas.microsoft.com/office/drawing/2014/main" id="{4290B032-B6B0-54B4-FE9B-025479DD8B77}"/>
                </a:ext>
              </a:extLst>
            </p:cNvPr>
            <p:cNvSpPr/>
            <p:nvPr/>
          </p:nvSpPr>
          <p:spPr>
            <a:xfrm>
              <a:off x="8178493" y="2423879"/>
              <a:ext cx="46225" cy="70432"/>
            </a:xfrm>
            <a:custGeom>
              <a:avLst/>
              <a:gdLst/>
              <a:ahLst/>
              <a:cxnLst/>
              <a:rect l="l" t="t" r="r" b="b"/>
              <a:pathLst>
                <a:path w="2788" h="4248" extrusionOk="0">
                  <a:moveTo>
                    <a:pt x="1859" y="1"/>
                  </a:moveTo>
                  <a:lnTo>
                    <a:pt x="1461" y="133"/>
                  </a:lnTo>
                  <a:lnTo>
                    <a:pt x="1063" y="266"/>
                  </a:lnTo>
                  <a:lnTo>
                    <a:pt x="664" y="797"/>
                  </a:lnTo>
                  <a:lnTo>
                    <a:pt x="266" y="1460"/>
                  </a:lnTo>
                  <a:lnTo>
                    <a:pt x="1" y="2124"/>
                  </a:lnTo>
                  <a:lnTo>
                    <a:pt x="1" y="2920"/>
                  </a:lnTo>
                  <a:lnTo>
                    <a:pt x="1" y="3318"/>
                  </a:lnTo>
                  <a:lnTo>
                    <a:pt x="266" y="3849"/>
                  </a:lnTo>
                  <a:lnTo>
                    <a:pt x="532" y="4115"/>
                  </a:lnTo>
                  <a:lnTo>
                    <a:pt x="930" y="4247"/>
                  </a:lnTo>
                  <a:lnTo>
                    <a:pt x="1328" y="4115"/>
                  </a:lnTo>
                  <a:lnTo>
                    <a:pt x="1726" y="3849"/>
                  </a:lnTo>
                  <a:lnTo>
                    <a:pt x="2124" y="3451"/>
                  </a:lnTo>
                  <a:lnTo>
                    <a:pt x="2522" y="2788"/>
                  </a:lnTo>
                  <a:lnTo>
                    <a:pt x="2788" y="2124"/>
                  </a:lnTo>
                  <a:lnTo>
                    <a:pt x="2788" y="1328"/>
                  </a:lnTo>
                  <a:lnTo>
                    <a:pt x="2788" y="930"/>
                  </a:lnTo>
                  <a:lnTo>
                    <a:pt x="2655" y="531"/>
                  </a:lnTo>
                  <a:lnTo>
                    <a:pt x="2522" y="266"/>
                  </a:lnTo>
                  <a:lnTo>
                    <a:pt x="2257"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4015;p40">
              <a:extLst>
                <a:ext uri="{FF2B5EF4-FFF2-40B4-BE49-F238E27FC236}">
                  <a16:creationId xmlns:a16="http://schemas.microsoft.com/office/drawing/2014/main" id="{A15C6E77-AD2E-CE78-83A2-C238C894F7BC}"/>
                </a:ext>
              </a:extLst>
            </p:cNvPr>
            <p:cNvSpPr/>
            <p:nvPr/>
          </p:nvSpPr>
          <p:spPr>
            <a:xfrm>
              <a:off x="8178493" y="2423879"/>
              <a:ext cx="35232" cy="63833"/>
            </a:xfrm>
            <a:custGeom>
              <a:avLst/>
              <a:gdLst/>
              <a:ahLst/>
              <a:cxnLst/>
              <a:rect l="l" t="t" r="r" b="b"/>
              <a:pathLst>
                <a:path w="2125" h="3850" extrusionOk="0">
                  <a:moveTo>
                    <a:pt x="1859" y="1"/>
                  </a:moveTo>
                  <a:lnTo>
                    <a:pt x="1461" y="133"/>
                  </a:lnTo>
                  <a:lnTo>
                    <a:pt x="1063" y="266"/>
                  </a:lnTo>
                  <a:lnTo>
                    <a:pt x="532" y="930"/>
                  </a:lnTo>
                  <a:lnTo>
                    <a:pt x="266" y="1726"/>
                  </a:lnTo>
                  <a:lnTo>
                    <a:pt x="1" y="2522"/>
                  </a:lnTo>
                  <a:lnTo>
                    <a:pt x="1" y="3318"/>
                  </a:lnTo>
                  <a:lnTo>
                    <a:pt x="266" y="3849"/>
                  </a:lnTo>
                  <a:lnTo>
                    <a:pt x="664" y="3849"/>
                  </a:lnTo>
                  <a:lnTo>
                    <a:pt x="1063" y="3584"/>
                  </a:lnTo>
                  <a:lnTo>
                    <a:pt x="1593" y="2920"/>
                  </a:lnTo>
                  <a:lnTo>
                    <a:pt x="1992" y="2257"/>
                  </a:lnTo>
                  <a:lnTo>
                    <a:pt x="2124" y="1328"/>
                  </a:lnTo>
                  <a:lnTo>
                    <a:pt x="2124" y="531"/>
                  </a:lnTo>
                  <a:lnTo>
                    <a:pt x="1859"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2" name="Google Shape;4016;p40">
              <a:extLst>
                <a:ext uri="{FF2B5EF4-FFF2-40B4-BE49-F238E27FC236}">
                  <a16:creationId xmlns:a16="http://schemas.microsoft.com/office/drawing/2014/main" id="{6CF3E940-4CDD-64F5-BC36-422296F52C65}"/>
                </a:ext>
              </a:extLst>
            </p:cNvPr>
            <p:cNvSpPr/>
            <p:nvPr/>
          </p:nvSpPr>
          <p:spPr>
            <a:xfrm>
              <a:off x="8079477" y="2278655"/>
              <a:ext cx="81441" cy="129838"/>
            </a:xfrm>
            <a:custGeom>
              <a:avLst/>
              <a:gdLst/>
              <a:ahLst/>
              <a:cxnLst/>
              <a:rect l="l" t="t" r="r" b="b"/>
              <a:pathLst>
                <a:path w="4912" h="7831" extrusionOk="0">
                  <a:moveTo>
                    <a:pt x="1992" y="1"/>
                  </a:moveTo>
                  <a:lnTo>
                    <a:pt x="1" y="399"/>
                  </a:lnTo>
                  <a:lnTo>
                    <a:pt x="2522" y="6371"/>
                  </a:lnTo>
                  <a:lnTo>
                    <a:pt x="4911" y="7831"/>
                  </a:lnTo>
                  <a:lnTo>
                    <a:pt x="199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3" name="Google Shape;4017;p40">
              <a:extLst>
                <a:ext uri="{FF2B5EF4-FFF2-40B4-BE49-F238E27FC236}">
                  <a16:creationId xmlns:a16="http://schemas.microsoft.com/office/drawing/2014/main" id="{BBE7287B-B814-BCE4-71BB-F4BEC7C85AA4}"/>
                </a:ext>
              </a:extLst>
            </p:cNvPr>
            <p:cNvSpPr/>
            <p:nvPr/>
          </p:nvSpPr>
          <p:spPr>
            <a:xfrm>
              <a:off x="7973862" y="2247849"/>
              <a:ext cx="202458" cy="160644"/>
            </a:xfrm>
            <a:custGeom>
              <a:avLst/>
              <a:gdLst/>
              <a:ahLst/>
              <a:cxnLst/>
              <a:rect l="l" t="t" r="r" b="b"/>
              <a:pathLst>
                <a:path w="12211" h="9689" extrusionOk="0">
                  <a:moveTo>
                    <a:pt x="8760" y="1"/>
                  </a:moveTo>
                  <a:lnTo>
                    <a:pt x="1" y="4778"/>
                  </a:lnTo>
                  <a:lnTo>
                    <a:pt x="1" y="6504"/>
                  </a:lnTo>
                  <a:lnTo>
                    <a:pt x="8229" y="2124"/>
                  </a:lnTo>
                  <a:lnTo>
                    <a:pt x="11281" y="9689"/>
                  </a:lnTo>
                  <a:lnTo>
                    <a:pt x="12210" y="8627"/>
                  </a:lnTo>
                  <a:lnTo>
                    <a:pt x="9291" y="1593"/>
                  </a:lnTo>
                  <a:lnTo>
                    <a:pt x="8760"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4" name="Google Shape;4018;p40">
              <a:extLst>
                <a:ext uri="{FF2B5EF4-FFF2-40B4-BE49-F238E27FC236}">
                  <a16:creationId xmlns:a16="http://schemas.microsoft.com/office/drawing/2014/main" id="{29F3A269-BF70-F437-C13D-75C9AFA8B95C}"/>
                </a:ext>
              </a:extLst>
            </p:cNvPr>
            <p:cNvSpPr/>
            <p:nvPr/>
          </p:nvSpPr>
          <p:spPr>
            <a:xfrm>
              <a:off x="7916661" y="2294057"/>
              <a:ext cx="57218" cy="61628"/>
            </a:xfrm>
            <a:custGeom>
              <a:avLst/>
              <a:gdLst/>
              <a:ahLst/>
              <a:cxnLst/>
              <a:rect l="l" t="t" r="r" b="b"/>
              <a:pathLst>
                <a:path w="3451" h="3717" extrusionOk="0">
                  <a:moveTo>
                    <a:pt x="0" y="1"/>
                  </a:moveTo>
                  <a:lnTo>
                    <a:pt x="0" y="1726"/>
                  </a:lnTo>
                  <a:lnTo>
                    <a:pt x="3451" y="3717"/>
                  </a:lnTo>
                  <a:lnTo>
                    <a:pt x="3451" y="1991"/>
                  </a:lnTo>
                  <a:lnTo>
                    <a:pt x="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5" name="Google Shape;4019;p40">
              <a:extLst>
                <a:ext uri="{FF2B5EF4-FFF2-40B4-BE49-F238E27FC236}">
                  <a16:creationId xmlns:a16="http://schemas.microsoft.com/office/drawing/2014/main" id="{DA5EF7BF-33BD-7225-6C25-59587A103CCF}"/>
                </a:ext>
              </a:extLst>
            </p:cNvPr>
            <p:cNvSpPr/>
            <p:nvPr/>
          </p:nvSpPr>
          <p:spPr>
            <a:xfrm>
              <a:off x="7916661" y="2214855"/>
              <a:ext cx="202442" cy="112230"/>
            </a:xfrm>
            <a:custGeom>
              <a:avLst/>
              <a:gdLst/>
              <a:ahLst/>
              <a:cxnLst/>
              <a:rect l="l" t="t" r="r" b="b"/>
              <a:pathLst>
                <a:path w="12210" h="6769" extrusionOk="0">
                  <a:moveTo>
                    <a:pt x="8627" y="0"/>
                  </a:moveTo>
                  <a:lnTo>
                    <a:pt x="0" y="4778"/>
                  </a:lnTo>
                  <a:lnTo>
                    <a:pt x="3451" y="6768"/>
                  </a:lnTo>
                  <a:lnTo>
                    <a:pt x="12210" y="1991"/>
                  </a:lnTo>
                  <a:lnTo>
                    <a:pt x="8627"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4020;p40">
              <a:extLst>
                <a:ext uri="{FF2B5EF4-FFF2-40B4-BE49-F238E27FC236}">
                  <a16:creationId xmlns:a16="http://schemas.microsoft.com/office/drawing/2014/main" id="{C6B64687-C7FC-B846-7734-C82B61BBD90A}"/>
                </a:ext>
              </a:extLst>
            </p:cNvPr>
            <p:cNvSpPr/>
            <p:nvPr/>
          </p:nvSpPr>
          <p:spPr>
            <a:xfrm>
              <a:off x="7155341" y="1842999"/>
              <a:ext cx="204647" cy="457674"/>
            </a:xfrm>
            <a:custGeom>
              <a:avLst/>
              <a:gdLst/>
              <a:ahLst/>
              <a:cxnLst/>
              <a:rect l="l" t="t" r="r" b="b"/>
              <a:pathLst>
                <a:path w="12343" h="27604" extrusionOk="0">
                  <a:moveTo>
                    <a:pt x="9025" y="0"/>
                  </a:moveTo>
                  <a:lnTo>
                    <a:pt x="8494" y="265"/>
                  </a:lnTo>
                  <a:lnTo>
                    <a:pt x="8096" y="664"/>
                  </a:lnTo>
                  <a:lnTo>
                    <a:pt x="1" y="26542"/>
                  </a:lnTo>
                  <a:lnTo>
                    <a:pt x="7034" y="27604"/>
                  </a:lnTo>
                  <a:lnTo>
                    <a:pt x="12343" y="1460"/>
                  </a:lnTo>
                  <a:lnTo>
                    <a:pt x="12077" y="1062"/>
                  </a:lnTo>
                  <a:lnTo>
                    <a:pt x="11679" y="664"/>
                  </a:lnTo>
                  <a:lnTo>
                    <a:pt x="11015" y="398"/>
                  </a:lnTo>
                  <a:lnTo>
                    <a:pt x="10352" y="133"/>
                  </a:lnTo>
                  <a:lnTo>
                    <a:pt x="9688"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4021;p40">
              <a:extLst>
                <a:ext uri="{FF2B5EF4-FFF2-40B4-BE49-F238E27FC236}">
                  <a16:creationId xmlns:a16="http://schemas.microsoft.com/office/drawing/2014/main" id="{E8D807BC-134D-6BAB-2AFE-20C14CADD0EF}"/>
                </a:ext>
              </a:extLst>
            </p:cNvPr>
            <p:cNvSpPr/>
            <p:nvPr/>
          </p:nvSpPr>
          <p:spPr>
            <a:xfrm>
              <a:off x="7155341" y="1842999"/>
              <a:ext cx="204647" cy="457674"/>
            </a:xfrm>
            <a:custGeom>
              <a:avLst/>
              <a:gdLst/>
              <a:ahLst/>
              <a:cxnLst/>
              <a:rect l="l" t="t" r="r" b="b"/>
              <a:pathLst>
                <a:path w="12343" h="27604" fill="none" extrusionOk="0">
                  <a:moveTo>
                    <a:pt x="8096" y="664"/>
                  </a:moveTo>
                  <a:lnTo>
                    <a:pt x="8096" y="664"/>
                  </a:lnTo>
                  <a:lnTo>
                    <a:pt x="8494" y="265"/>
                  </a:lnTo>
                  <a:lnTo>
                    <a:pt x="9025" y="0"/>
                  </a:lnTo>
                  <a:lnTo>
                    <a:pt x="9688" y="0"/>
                  </a:lnTo>
                  <a:lnTo>
                    <a:pt x="10352" y="133"/>
                  </a:lnTo>
                  <a:lnTo>
                    <a:pt x="11015" y="398"/>
                  </a:lnTo>
                  <a:lnTo>
                    <a:pt x="11679" y="664"/>
                  </a:lnTo>
                  <a:lnTo>
                    <a:pt x="12077" y="1062"/>
                  </a:lnTo>
                  <a:lnTo>
                    <a:pt x="12343" y="1460"/>
                  </a:lnTo>
                  <a:lnTo>
                    <a:pt x="7034" y="27604"/>
                  </a:lnTo>
                  <a:lnTo>
                    <a:pt x="1" y="26542"/>
                  </a:lnTo>
                  <a:lnTo>
                    <a:pt x="8096" y="66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4022;p40">
              <a:extLst>
                <a:ext uri="{FF2B5EF4-FFF2-40B4-BE49-F238E27FC236}">
                  <a16:creationId xmlns:a16="http://schemas.microsoft.com/office/drawing/2014/main" id="{98EE0B80-F189-73B0-3349-22237AB3BF36}"/>
                </a:ext>
              </a:extLst>
            </p:cNvPr>
            <p:cNvSpPr/>
            <p:nvPr/>
          </p:nvSpPr>
          <p:spPr>
            <a:xfrm>
              <a:off x="7177342" y="1867189"/>
              <a:ext cx="176046" cy="360880"/>
            </a:xfrm>
            <a:custGeom>
              <a:avLst/>
              <a:gdLst/>
              <a:ahLst/>
              <a:cxnLst/>
              <a:rect l="l" t="t" r="r" b="b"/>
              <a:pathLst>
                <a:path w="10618" h="21766" extrusionOk="0">
                  <a:moveTo>
                    <a:pt x="6503" y="1"/>
                  </a:moveTo>
                  <a:lnTo>
                    <a:pt x="1" y="20704"/>
                  </a:lnTo>
                  <a:lnTo>
                    <a:pt x="1726" y="20571"/>
                  </a:lnTo>
                  <a:lnTo>
                    <a:pt x="2920" y="20571"/>
                  </a:lnTo>
                  <a:lnTo>
                    <a:pt x="4247" y="20836"/>
                  </a:lnTo>
                  <a:lnTo>
                    <a:pt x="5442" y="21235"/>
                  </a:lnTo>
                  <a:lnTo>
                    <a:pt x="6503" y="21765"/>
                  </a:lnTo>
                  <a:lnTo>
                    <a:pt x="10617" y="1991"/>
                  </a:lnTo>
                  <a:lnTo>
                    <a:pt x="6503"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4023;p40">
              <a:extLst>
                <a:ext uri="{FF2B5EF4-FFF2-40B4-BE49-F238E27FC236}">
                  <a16:creationId xmlns:a16="http://schemas.microsoft.com/office/drawing/2014/main" id="{FC2F97E8-8ED1-1037-9039-B1AB514F0B97}"/>
                </a:ext>
              </a:extLst>
            </p:cNvPr>
            <p:cNvSpPr/>
            <p:nvPr/>
          </p:nvSpPr>
          <p:spPr>
            <a:xfrm>
              <a:off x="7177342" y="1867189"/>
              <a:ext cx="176046" cy="360880"/>
            </a:xfrm>
            <a:custGeom>
              <a:avLst/>
              <a:gdLst/>
              <a:ahLst/>
              <a:cxnLst/>
              <a:rect l="l" t="t" r="r" b="b"/>
              <a:pathLst>
                <a:path w="10618" h="21766" fill="none" extrusionOk="0">
                  <a:moveTo>
                    <a:pt x="6503" y="1"/>
                  </a:moveTo>
                  <a:lnTo>
                    <a:pt x="1" y="20704"/>
                  </a:lnTo>
                  <a:lnTo>
                    <a:pt x="1" y="20704"/>
                  </a:lnTo>
                  <a:lnTo>
                    <a:pt x="1726" y="20571"/>
                  </a:lnTo>
                  <a:lnTo>
                    <a:pt x="1726" y="20571"/>
                  </a:lnTo>
                  <a:lnTo>
                    <a:pt x="2920" y="20571"/>
                  </a:lnTo>
                  <a:lnTo>
                    <a:pt x="4247" y="20836"/>
                  </a:lnTo>
                  <a:lnTo>
                    <a:pt x="5442" y="21235"/>
                  </a:lnTo>
                  <a:lnTo>
                    <a:pt x="6503" y="21765"/>
                  </a:lnTo>
                  <a:lnTo>
                    <a:pt x="10617" y="1991"/>
                  </a:lnTo>
                  <a:lnTo>
                    <a:pt x="650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4024;p40">
              <a:extLst>
                <a:ext uri="{FF2B5EF4-FFF2-40B4-BE49-F238E27FC236}">
                  <a16:creationId xmlns:a16="http://schemas.microsoft.com/office/drawing/2014/main" id="{ADDCC7CD-F093-41EC-A026-AE8670871D16}"/>
                </a:ext>
              </a:extLst>
            </p:cNvPr>
            <p:cNvSpPr/>
            <p:nvPr/>
          </p:nvSpPr>
          <p:spPr>
            <a:xfrm>
              <a:off x="7018921" y="2212650"/>
              <a:ext cx="129838" cy="171636"/>
            </a:xfrm>
            <a:custGeom>
              <a:avLst/>
              <a:gdLst/>
              <a:ahLst/>
              <a:cxnLst/>
              <a:rect l="l" t="t" r="r" b="b"/>
              <a:pathLst>
                <a:path w="7831" h="10352" extrusionOk="0">
                  <a:moveTo>
                    <a:pt x="5309" y="0"/>
                  </a:moveTo>
                  <a:lnTo>
                    <a:pt x="4645" y="133"/>
                  </a:lnTo>
                  <a:lnTo>
                    <a:pt x="3849" y="531"/>
                  </a:lnTo>
                  <a:lnTo>
                    <a:pt x="3053" y="1062"/>
                  </a:lnTo>
                  <a:lnTo>
                    <a:pt x="2389" y="1726"/>
                  </a:lnTo>
                  <a:lnTo>
                    <a:pt x="1726" y="2522"/>
                  </a:lnTo>
                  <a:lnTo>
                    <a:pt x="1062" y="3451"/>
                  </a:lnTo>
                  <a:lnTo>
                    <a:pt x="664" y="4380"/>
                  </a:lnTo>
                  <a:lnTo>
                    <a:pt x="266" y="5442"/>
                  </a:lnTo>
                  <a:lnTo>
                    <a:pt x="133" y="6371"/>
                  </a:lnTo>
                  <a:lnTo>
                    <a:pt x="0" y="7299"/>
                  </a:lnTo>
                  <a:lnTo>
                    <a:pt x="133" y="8228"/>
                  </a:lnTo>
                  <a:lnTo>
                    <a:pt x="399" y="8892"/>
                  </a:lnTo>
                  <a:lnTo>
                    <a:pt x="797" y="9556"/>
                  </a:lnTo>
                  <a:lnTo>
                    <a:pt x="1195" y="9821"/>
                  </a:lnTo>
                  <a:lnTo>
                    <a:pt x="2124" y="10352"/>
                  </a:lnTo>
                  <a:lnTo>
                    <a:pt x="2257" y="10086"/>
                  </a:lnTo>
                  <a:lnTo>
                    <a:pt x="3053" y="9954"/>
                  </a:lnTo>
                  <a:lnTo>
                    <a:pt x="3982" y="9556"/>
                  </a:lnTo>
                  <a:lnTo>
                    <a:pt x="4778" y="9025"/>
                  </a:lnTo>
                  <a:lnTo>
                    <a:pt x="5442" y="8228"/>
                  </a:lnTo>
                  <a:lnTo>
                    <a:pt x="6105" y="7432"/>
                  </a:lnTo>
                  <a:lnTo>
                    <a:pt x="6636" y="6636"/>
                  </a:lnTo>
                  <a:lnTo>
                    <a:pt x="7167" y="5574"/>
                  </a:lnTo>
                  <a:lnTo>
                    <a:pt x="7432" y="4645"/>
                  </a:lnTo>
                  <a:lnTo>
                    <a:pt x="7698" y="3716"/>
                  </a:lnTo>
                  <a:lnTo>
                    <a:pt x="7830" y="2655"/>
                  </a:lnTo>
                  <a:lnTo>
                    <a:pt x="7698" y="1726"/>
                  </a:lnTo>
                  <a:lnTo>
                    <a:pt x="7432" y="929"/>
                  </a:lnTo>
                  <a:lnTo>
                    <a:pt x="7565" y="664"/>
                  </a:lnTo>
                  <a:lnTo>
                    <a:pt x="6636" y="266"/>
                  </a:lnTo>
                  <a:lnTo>
                    <a:pt x="6105"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4025;p40">
              <a:extLst>
                <a:ext uri="{FF2B5EF4-FFF2-40B4-BE49-F238E27FC236}">
                  <a16:creationId xmlns:a16="http://schemas.microsoft.com/office/drawing/2014/main" id="{37B02827-1C37-296B-0A0D-2749421AF703}"/>
                </a:ext>
              </a:extLst>
            </p:cNvPr>
            <p:cNvSpPr/>
            <p:nvPr/>
          </p:nvSpPr>
          <p:spPr>
            <a:xfrm>
              <a:off x="7018921" y="2212650"/>
              <a:ext cx="129838" cy="171636"/>
            </a:xfrm>
            <a:custGeom>
              <a:avLst/>
              <a:gdLst/>
              <a:ahLst/>
              <a:cxnLst/>
              <a:rect l="l" t="t" r="r" b="b"/>
              <a:pathLst>
                <a:path w="7831" h="10352" fill="none" extrusionOk="0">
                  <a:moveTo>
                    <a:pt x="7830" y="2655"/>
                  </a:moveTo>
                  <a:lnTo>
                    <a:pt x="7830" y="2655"/>
                  </a:lnTo>
                  <a:lnTo>
                    <a:pt x="7698" y="1726"/>
                  </a:lnTo>
                  <a:lnTo>
                    <a:pt x="7432" y="929"/>
                  </a:lnTo>
                  <a:lnTo>
                    <a:pt x="7565" y="664"/>
                  </a:lnTo>
                  <a:lnTo>
                    <a:pt x="6636" y="266"/>
                  </a:lnTo>
                  <a:lnTo>
                    <a:pt x="6636" y="266"/>
                  </a:lnTo>
                  <a:lnTo>
                    <a:pt x="6105" y="0"/>
                  </a:lnTo>
                  <a:lnTo>
                    <a:pt x="5309" y="0"/>
                  </a:lnTo>
                  <a:lnTo>
                    <a:pt x="4645" y="133"/>
                  </a:lnTo>
                  <a:lnTo>
                    <a:pt x="3849" y="531"/>
                  </a:lnTo>
                  <a:lnTo>
                    <a:pt x="3849" y="531"/>
                  </a:lnTo>
                  <a:lnTo>
                    <a:pt x="3053" y="1062"/>
                  </a:lnTo>
                  <a:lnTo>
                    <a:pt x="2389" y="1726"/>
                  </a:lnTo>
                  <a:lnTo>
                    <a:pt x="1726" y="2522"/>
                  </a:lnTo>
                  <a:lnTo>
                    <a:pt x="1062" y="3451"/>
                  </a:lnTo>
                  <a:lnTo>
                    <a:pt x="664" y="4380"/>
                  </a:lnTo>
                  <a:lnTo>
                    <a:pt x="266" y="5442"/>
                  </a:lnTo>
                  <a:lnTo>
                    <a:pt x="133" y="6371"/>
                  </a:lnTo>
                  <a:lnTo>
                    <a:pt x="0" y="7299"/>
                  </a:lnTo>
                  <a:lnTo>
                    <a:pt x="0" y="7299"/>
                  </a:lnTo>
                  <a:lnTo>
                    <a:pt x="133" y="8228"/>
                  </a:lnTo>
                  <a:lnTo>
                    <a:pt x="399" y="8892"/>
                  </a:lnTo>
                  <a:lnTo>
                    <a:pt x="797" y="9556"/>
                  </a:lnTo>
                  <a:lnTo>
                    <a:pt x="1195" y="9821"/>
                  </a:lnTo>
                  <a:lnTo>
                    <a:pt x="2124" y="10352"/>
                  </a:lnTo>
                  <a:lnTo>
                    <a:pt x="2257" y="10086"/>
                  </a:lnTo>
                  <a:lnTo>
                    <a:pt x="2257" y="10086"/>
                  </a:lnTo>
                  <a:lnTo>
                    <a:pt x="3053" y="9954"/>
                  </a:lnTo>
                  <a:lnTo>
                    <a:pt x="3982" y="9556"/>
                  </a:lnTo>
                  <a:lnTo>
                    <a:pt x="3982" y="9556"/>
                  </a:lnTo>
                  <a:lnTo>
                    <a:pt x="4778" y="9025"/>
                  </a:lnTo>
                  <a:lnTo>
                    <a:pt x="5442" y="8228"/>
                  </a:lnTo>
                  <a:lnTo>
                    <a:pt x="6105" y="7432"/>
                  </a:lnTo>
                  <a:lnTo>
                    <a:pt x="6636" y="6636"/>
                  </a:lnTo>
                  <a:lnTo>
                    <a:pt x="7167" y="5574"/>
                  </a:lnTo>
                  <a:lnTo>
                    <a:pt x="7432" y="4645"/>
                  </a:lnTo>
                  <a:lnTo>
                    <a:pt x="7698" y="3716"/>
                  </a:lnTo>
                  <a:lnTo>
                    <a:pt x="7830" y="265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4026;p40">
              <a:extLst>
                <a:ext uri="{FF2B5EF4-FFF2-40B4-BE49-F238E27FC236}">
                  <a16:creationId xmlns:a16="http://schemas.microsoft.com/office/drawing/2014/main" id="{0B289A4F-2DB8-5526-DEF8-5F5BA83A0920}"/>
                </a:ext>
              </a:extLst>
            </p:cNvPr>
            <p:cNvSpPr/>
            <p:nvPr/>
          </p:nvSpPr>
          <p:spPr>
            <a:xfrm>
              <a:off x="7018921" y="2212650"/>
              <a:ext cx="121034" cy="165037"/>
            </a:xfrm>
            <a:custGeom>
              <a:avLst/>
              <a:gdLst/>
              <a:ahLst/>
              <a:cxnLst/>
              <a:rect l="l" t="t" r="r" b="b"/>
              <a:pathLst>
                <a:path w="7300" h="9954" extrusionOk="0">
                  <a:moveTo>
                    <a:pt x="5574" y="0"/>
                  </a:moveTo>
                  <a:lnTo>
                    <a:pt x="4778" y="133"/>
                  </a:lnTo>
                  <a:lnTo>
                    <a:pt x="3849" y="531"/>
                  </a:lnTo>
                  <a:lnTo>
                    <a:pt x="3053" y="1062"/>
                  </a:lnTo>
                  <a:lnTo>
                    <a:pt x="2389" y="1726"/>
                  </a:lnTo>
                  <a:lnTo>
                    <a:pt x="1726" y="2522"/>
                  </a:lnTo>
                  <a:lnTo>
                    <a:pt x="1062" y="3451"/>
                  </a:lnTo>
                  <a:lnTo>
                    <a:pt x="664" y="4380"/>
                  </a:lnTo>
                  <a:lnTo>
                    <a:pt x="266" y="5309"/>
                  </a:lnTo>
                  <a:lnTo>
                    <a:pt x="133" y="6371"/>
                  </a:lnTo>
                  <a:lnTo>
                    <a:pt x="0" y="7299"/>
                  </a:lnTo>
                  <a:lnTo>
                    <a:pt x="133" y="8228"/>
                  </a:lnTo>
                  <a:lnTo>
                    <a:pt x="399" y="8892"/>
                  </a:lnTo>
                  <a:lnTo>
                    <a:pt x="797" y="9556"/>
                  </a:lnTo>
                  <a:lnTo>
                    <a:pt x="1195" y="9821"/>
                  </a:lnTo>
                  <a:lnTo>
                    <a:pt x="1460" y="9954"/>
                  </a:lnTo>
                  <a:lnTo>
                    <a:pt x="1460" y="9556"/>
                  </a:lnTo>
                  <a:lnTo>
                    <a:pt x="1062" y="8892"/>
                  </a:lnTo>
                  <a:lnTo>
                    <a:pt x="929" y="7830"/>
                  </a:lnTo>
                  <a:lnTo>
                    <a:pt x="1062" y="6901"/>
                  </a:lnTo>
                  <a:lnTo>
                    <a:pt x="1328" y="5840"/>
                  </a:lnTo>
                  <a:lnTo>
                    <a:pt x="1593" y="4911"/>
                  </a:lnTo>
                  <a:lnTo>
                    <a:pt x="2124" y="3982"/>
                  </a:lnTo>
                  <a:lnTo>
                    <a:pt x="2655" y="3053"/>
                  </a:lnTo>
                  <a:lnTo>
                    <a:pt x="3318" y="2256"/>
                  </a:lnTo>
                  <a:lnTo>
                    <a:pt x="3982" y="1593"/>
                  </a:lnTo>
                  <a:lnTo>
                    <a:pt x="4778" y="1062"/>
                  </a:lnTo>
                  <a:lnTo>
                    <a:pt x="5707" y="664"/>
                  </a:lnTo>
                  <a:lnTo>
                    <a:pt x="6636" y="531"/>
                  </a:lnTo>
                  <a:lnTo>
                    <a:pt x="7300" y="531"/>
                  </a:lnTo>
                  <a:lnTo>
                    <a:pt x="6636" y="266"/>
                  </a:lnTo>
                  <a:lnTo>
                    <a:pt x="6105" y="0"/>
                  </a:lnTo>
                  <a:close/>
                </a:path>
              </a:pathLst>
            </a:custGeom>
            <a:solidFill>
              <a:srgbClr val="F6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4027;p40">
              <a:extLst>
                <a:ext uri="{FF2B5EF4-FFF2-40B4-BE49-F238E27FC236}">
                  <a16:creationId xmlns:a16="http://schemas.microsoft.com/office/drawing/2014/main" id="{040F789F-D5A0-F2C3-89D3-FDECE7870EFA}"/>
                </a:ext>
              </a:extLst>
            </p:cNvPr>
            <p:cNvSpPr/>
            <p:nvPr/>
          </p:nvSpPr>
          <p:spPr>
            <a:xfrm>
              <a:off x="7018921" y="2212650"/>
              <a:ext cx="121034" cy="165037"/>
            </a:xfrm>
            <a:custGeom>
              <a:avLst/>
              <a:gdLst/>
              <a:ahLst/>
              <a:cxnLst/>
              <a:rect l="l" t="t" r="r" b="b"/>
              <a:pathLst>
                <a:path w="7300" h="9954" fill="none" extrusionOk="0">
                  <a:moveTo>
                    <a:pt x="5574" y="0"/>
                  </a:moveTo>
                  <a:lnTo>
                    <a:pt x="5574" y="0"/>
                  </a:lnTo>
                  <a:lnTo>
                    <a:pt x="4778" y="133"/>
                  </a:lnTo>
                  <a:lnTo>
                    <a:pt x="3849" y="531"/>
                  </a:lnTo>
                  <a:lnTo>
                    <a:pt x="3849" y="531"/>
                  </a:lnTo>
                  <a:lnTo>
                    <a:pt x="3053" y="1062"/>
                  </a:lnTo>
                  <a:lnTo>
                    <a:pt x="2389" y="1726"/>
                  </a:lnTo>
                  <a:lnTo>
                    <a:pt x="1726" y="2522"/>
                  </a:lnTo>
                  <a:lnTo>
                    <a:pt x="1062" y="3451"/>
                  </a:lnTo>
                  <a:lnTo>
                    <a:pt x="664" y="4380"/>
                  </a:lnTo>
                  <a:lnTo>
                    <a:pt x="266" y="5309"/>
                  </a:lnTo>
                  <a:lnTo>
                    <a:pt x="133" y="6371"/>
                  </a:lnTo>
                  <a:lnTo>
                    <a:pt x="0" y="7299"/>
                  </a:lnTo>
                  <a:lnTo>
                    <a:pt x="0" y="7299"/>
                  </a:lnTo>
                  <a:lnTo>
                    <a:pt x="0" y="7299"/>
                  </a:lnTo>
                  <a:lnTo>
                    <a:pt x="0" y="7299"/>
                  </a:lnTo>
                  <a:lnTo>
                    <a:pt x="133" y="8228"/>
                  </a:lnTo>
                  <a:lnTo>
                    <a:pt x="399" y="8892"/>
                  </a:lnTo>
                  <a:lnTo>
                    <a:pt x="797" y="9556"/>
                  </a:lnTo>
                  <a:lnTo>
                    <a:pt x="1195" y="9821"/>
                  </a:lnTo>
                  <a:lnTo>
                    <a:pt x="1460" y="9954"/>
                  </a:lnTo>
                  <a:lnTo>
                    <a:pt x="1460" y="9556"/>
                  </a:lnTo>
                  <a:lnTo>
                    <a:pt x="1460" y="9556"/>
                  </a:lnTo>
                  <a:lnTo>
                    <a:pt x="1062" y="8892"/>
                  </a:lnTo>
                  <a:lnTo>
                    <a:pt x="929" y="7830"/>
                  </a:lnTo>
                  <a:lnTo>
                    <a:pt x="929" y="7830"/>
                  </a:lnTo>
                  <a:lnTo>
                    <a:pt x="929" y="7830"/>
                  </a:lnTo>
                  <a:lnTo>
                    <a:pt x="929" y="7830"/>
                  </a:lnTo>
                  <a:lnTo>
                    <a:pt x="1062" y="6901"/>
                  </a:lnTo>
                  <a:lnTo>
                    <a:pt x="1328" y="5840"/>
                  </a:lnTo>
                  <a:lnTo>
                    <a:pt x="1593" y="4911"/>
                  </a:lnTo>
                  <a:lnTo>
                    <a:pt x="2124" y="3982"/>
                  </a:lnTo>
                  <a:lnTo>
                    <a:pt x="2655" y="3053"/>
                  </a:lnTo>
                  <a:lnTo>
                    <a:pt x="3318" y="2256"/>
                  </a:lnTo>
                  <a:lnTo>
                    <a:pt x="3982" y="1593"/>
                  </a:lnTo>
                  <a:lnTo>
                    <a:pt x="4778" y="1062"/>
                  </a:lnTo>
                  <a:lnTo>
                    <a:pt x="4778" y="1062"/>
                  </a:lnTo>
                  <a:lnTo>
                    <a:pt x="5707" y="664"/>
                  </a:lnTo>
                  <a:lnTo>
                    <a:pt x="6636" y="531"/>
                  </a:lnTo>
                  <a:lnTo>
                    <a:pt x="6636" y="531"/>
                  </a:lnTo>
                  <a:lnTo>
                    <a:pt x="7167" y="531"/>
                  </a:lnTo>
                  <a:lnTo>
                    <a:pt x="7167" y="531"/>
                  </a:lnTo>
                  <a:lnTo>
                    <a:pt x="7300" y="531"/>
                  </a:lnTo>
                  <a:lnTo>
                    <a:pt x="6636" y="266"/>
                  </a:lnTo>
                  <a:lnTo>
                    <a:pt x="6636" y="266"/>
                  </a:lnTo>
                  <a:lnTo>
                    <a:pt x="6105" y="0"/>
                  </a:lnTo>
                  <a:lnTo>
                    <a:pt x="557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4028;p40">
              <a:extLst>
                <a:ext uri="{FF2B5EF4-FFF2-40B4-BE49-F238E27FC236}">
                  <a16:creationId xmlns:a16="http://schemas.microsoft.com/office/drawing/2014/main" id="{B1C4EFA1-C549-A952-7989-C53EDF8FC229}"/>
                </a:ext>
              </a:extLst>
            </p:cNvPr>
            <p:cNvSpPr/>
            <p:nvPr/>
          </p:nvSpPr>
          <p:spPr>
            <a:xfrm>
              <a:off x="7034323" y="2221454"/>
              <a:ext cx="129838" cy="167242"/>
            </a:xfrm>
            <a:custGeom>
              <a:avLst/>
              <a:gdLst/>
              <a:ahLst/>
              <a:cxnLst/>
              <a:rect l="l" t="t" r="r" b="b"/>
              <a:pathLst>
                <a:path w="7831" h="10087" extrusionOk="0">
                  <a:moveTo>
                    <a:pt x="5442" y="0"/>
                  </a:moveTo>
                  <a:lnTo>
                    <a:pt x="4645" y="133"/>
                  </a:lnTo>
                  <a:lnTo>
                    <a:pt x="3849" y="531"/>
                  </a:lnTo>
                  <a:lnTo>
                    <a:pt x="3053" y="1062"/>
                  </a:lnTo>
                  <a:lnTo>
                    <a:pt x="2389" y="1725"/>
                  </a:lnTo>
                  <a:lnTo>
                    <a:pt x="1726" y="2522"/>
                  </a:lnTo>
                  <a:lnTo>
                    <a:pt x="1195" y="3451"/>
                  </a:lnTo>
                  <a:lnTo>
                    <a:pt x="664" y="4380"/>
                  </a:lnTo>
                  <a:lnTo>
                    <a:pt x="399" y="5441"/>
                  </a:lnTo>
                  <a:lnTo>
                    <a:pt x="133" y="6370"/>
                  </a:lnTo>
                  <a:lnTo>
                    <a:pt x="0" y="7299"/>
                  </a:lnTo>
                  <a:lnTo>
                    <a:pt x="133" y="8228"/>
                  </a:lnTo>
                  <a:lnTo>
                    <a:pt x="399" y="8892"/>
                  </a:lnTo>
                  <a:lnTo>
                    <a:pt x="797" y="9423"/>
                  </a:lnTo>
                  <a:lnTo>
                    <a:pt x="1195" y="9821"/>
                  </a:lnTo>
                  <a:lnTo>
                    <a:pt x="1858" y="10086"/>
                  </a:lnTo>
                  <a:lnTo>
                    <a:pt x="2522" y="10086"/>
                  </a:lnTo>
                  <a:lnTo>
                    <a:pt x="3185" y="9954"/>
                  </a:lnTo>
                  <a:lnTo>
                    <a:pt x="3982" y="9555"/>
                  </a:lnTo>
                  <a:lnTo>
                    <a:pt x="4778" y="9025"/>
                  </a:lnTo>
                  <a:lnTo>
                    <a:pt x="5574" y="8361"/>
                  </a:lnTo>
                  <a:lnTo>
                    <a:pt x="6105" y="7432"/>
                  </a:lnTo>
                  <a:lnTo>
                    <a:pt x="6769" y="6636"/>
                  </a:lnTo>
                  <a:lnTo>
                    <a:pt x="7167" y="5707"/>
                  </a:lnTo>
                  <a:lnTo>
                    <a:pt x="7565" y="4645"/>
                  </a:lnTo>
                  <a:lnTo>
                    <a:pt x="7698" y="3716"/>
                  </a:lnTo>
                  <a:lnTo>
                    <a:pt x="7830" y="2787"/>
                  </a:lnTo>
                  <a:lnTo>
                    <a:pt x="7698" y="1858"/>
                  </a:lnTo>
                  <a:lnTo>
                    <a:pt x="7565" y="1195"/>
                  </a:lnTo>
                  <a:lnTo>
                    <a:pt x="7167" y="531"/>
                  </a:lnTo>
                  <a:lnTo>
                    <a:pt x="6636" y="266"/>
                  </a:lnTo>
                  <a:lnTo>
                    <a:pt x="6105"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4029;p40">
              <a:extLst>
                <a:ext uri="{FF2B5EF4-FFF2-40B4-BE49-F238E27FC236}">
                  <a16:creationId xmlns:a16="http://schemas.microsoft.com/office/drawing/2014/main" id="{0E889305-E009-13EE-F171-0AA73F979212}"/>
                </a:ext>
              </a:extLst>
            </p:cNvPr>
            <p:cNvSpPr/>
            <p:nvPr/>
          </p:nvSpPr>
          <p:spPr>
            <a:xfrm>
              <a:off x="7034323" y="2221454"/>
              <a:ext cx="129838" cy="167242"/>
            </a:xfrm>
            <a:custGeom>
              <a:avLst/>
              <a:gdLst/>
              <a:ahLst/>
              <a:cxnLst/>
              <a:rect l="l" t="t" r="r" b="b"/>
              <a:pathLst>
                <a:path w="7831" h="10087" fill="none" extrusionOk="0">
                  <a:moveTo>
                    <a:pt x="3849" y="531"/>
                  </a:moveTo>
                  <a:lnTo>
                    <a:pt x="3849" y="531"/>
                  </a:lnTo>
                  <a:lnTo>
                    <a:pt x="3053" y="1062"/>
                  </a:lnTo>
                  <a:lnTo>
                    <a:pt x="2389" y="1725"/>
                  </a:lnTo>
                  <a:lnTo>
                    <a:pt x="1726" y="2522"/>
                  </a:lnTo>
                  <a:lnTo>
                    <a:pt x="1195" y="3451"/>
                  </a:lnTo>
                  <a:lnTo>
                    <a:pt x="664" y="4380"/>
                  </a:lnTo>
                  <a:lnTo>
                    <a:pt x="399" y="5441"/>
                  </a:lnTo>
                  <a:lnTo>
                    <a:pt x="133" y="6370"/>
                  </a:lnTo>
                  <a:lnTo>
                    <a:pt x="0" y="7299"/>
                  </a:lnTo>
                  <a:lnTo>
                    <a:pt x="0" y="7299"/>
                  </a:lnTo>
                  <a:lnTo>
                    <a:pt x="133" y="8228"/>
                  </a:lnTo>
                  <a:lnTo>
                    <a:pt x="399" y="8892"/>
                  </a:lnTo>
                  <a:lnTo>
                    <a:pt x="797" y="9423"/>
                  </a:lnTo>
                  <a:lnTo>
                    <a:pt x="1195" y="9821"/>
                  </a:lnTo>
                  <a:lnTo>
                    <a:pt x="1858" y="10086"/>
                  </a:lnTo>
                  <a:lnTo>
                    <a:pt x="2522" y="10086"/>
                  </a:lnTo>
                  <a:lnTo>
                    <a:pt x="3185" y="9954"/>
                  </a:lnTo>
                  <a:lnTo>
                    <a:pt x="3982" y="9555"/>
                  </a:lnTo>
                  <a:lnTo>
                    <a:pt x="3982" y="9555"/>
                  </a:lnTo>
                  <a:lnTo>
                    <a:pt x="4778" y="9025"/>
                  </a:lnTo>
                  <a:lnTo>
                    <a:pt x="5574" y="8361"/>
                  </a:lnTo>
                  <a:lnTo>
                    <a:pt x="6105" y="7432"/>
                  </a:lnTo>
                  <a:lnTo>
                    <a:pt x="6769" y="6636"/>
                  </a:lnTo>
                  <a:lnTo>
                    <a:pt x="7167" y="5707"/>
                  </a:lnTo>
                  <a:lnTo>
                    <a:pt x="7565" y="4645"/>
                  </a:lnTo>
                  <a:lnTo>
                    <a:pt x="7698" y="3716"/>
                  </a:lnTo>
                  <a:lnTo>
                    <a:pt x="7830" y="2787"/>
                  </a:lnTo>
                  <a:lnTo>
                    <a:pt x="7830" y="2787"/>
                  </a:lnTo>
                  <a:lnTo>
                    <a:pt x="7698" y="1858"/>
                  </a:lnTo>
                  <a:lnTo>
                    <a:pt x="7565" y="1195"/>
                  </a:lnTo>
                  <a:lnTo>
                    <a:pt x="7167" y="531"/>
                  </a:lnTo>
                  <a:lnTo>
                    <a:pt x="6636" y="266"/>
                  </a:lnTo>
                  <a:lnTo>
                    <a:pt x="6105" y="0"/>
                  </a:lnTo>
                  <a:lnTo>
                    <a:pt x="5442" y="0"/>
                  </a:lnTo>
                  <a:lnTo>
                    <a:pt x="4645" y="133"/>
                  </a:lnTo>
                  <a:lnTo>
                    <a:pt x="3849" y="53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4030;p40">
              <a:extLst>
                <a:ext uri="{FF2B5EF4-FFF2-40B4-BE49-F238E27FC236}">
                  <a16:creationId xmlns:a16="http://schemas.microsoft.com/office/drawing/2014/main" id="{38D390B9-041A-3B6E-B85A-5B5DC92F025D}"/>
                </a:ext>
              </a:extLst>
            </p:cNvPr>
            <p:cNvSpPr/>
            <p:nvPr/>
          </p:nvSpPr>
          <p:spPr>
            <a:xfrm>
              <a:off x="7034323" y="2221454"/>
              <a:ext cx="103426" cy="149635"/>
            </a:xfrm>
            <a:custGeom>
              <a:avLst/>
              <a:gdLst/>
              <a:ahLst/>
              <a:cxnLst/>
              <a:rect l="l" t="t" r="r" b="b"/>
              <a:pathLst>
                <a:path w="6238" h="9025" extrusionOk="0">
                  <a:moveTo>
                    <a:pt x="5707" y="0"/>
                  </a:moveTo>
                  <a:lnTo>
                    <a:pt x="4778" y="133"/>
                  </a:lnTo>
                  <a:lnTo>
                    <a:pt x="3849" y="531"/>
                  </a:lnTo>
                  <a:lnTo>
                    <a:pt x="3053" y="1062"/>
                  </a:lnTo>
                  <a:lnTo>
                    <a:pt x="2389" y="1725"/>
                  </a:lnTo>
                  <a:lnTo>
                    <a:pt x="1726" y="2522"/>
                  </a:lnTo>
                  <a:lnTo>
                    <a:pt x="1195" y="3451"/>
                  </a:lnTo>
                  <a:lnTo>
                    <a:pt x="664" y="4380"/>
                  </a:lnTo>
                  <a:lnTo>
                    <a:pt x="399" y="5309"/>
                  </a:lnTo>
                  <a:lnTo>
                    <a:pt x="133" y="6370"/>
                  </a:lnTo>
                  <a:lnTo>
                    <a:pt x="0" y="7299"/>
                  </a:lnTo>
                  <a:lnTo>
                    <a:pt x="133" y="8361"/>
                  </a:lnTo>
                  <a:lnTo>
                    <a:pt x="531" y="9025"/>
                  </a:lnTo>
                  <a:lnTo>
                    <a:pt x="531" y="7565"/>
                  </a:lnTo>
                  <a:lnTo>
                    <a:pt x="929" y="6105"/>
                  </a:lnTo>
                  <a:lnTo>
                    <a:pt x="1460" y="4778"/>
                  </a:lnTo>
                  <a:lnTo>
                    <a:pt x="2124" y="3583"/>
                  </a:lnTo>
                  <a:lnTo>
                    <a:pt x="2920" y="2522"/>
                  </a:lnTo>
                  <a:lnTo>
                    <a:pt x="3982" y="1593"/>
                  </a:lnTo>
                  <a:lnTo>
                    <a:pt x="5043" y="664"/>
                  </a:lnTo>
                  <a:lnTo>
                    <a:pt x="6238"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4031;p40">
              <a:extLst>
                <a:ext uri="{FF2B5EF4-FFF2-40B4-BE49-F238E27FC236}">
                  <a16:creationId xmlns:a16="http://schemas.microsoft.com/office/drawing/2014/main" id="{8B1F5CFD-1DB8-FCAE-9168-758D22465E17}"/>
                </a:ext>
              </a:extLst>
            </p:cNvPr>
            <p:cNvSpPr/>
            <p:nvPr/>
          </p:nvSpPr>
          <p:spPr>
            <a:xfrm>
              <a:off x="7034323" y="2221454"/>
              <a:ext cx="103426" cy="149635"/>
            </a:xfrm>
            <a:custGeom>
              <a:avLst/>
              <a:gdLst/>
              <a:ahLst/>
              <a:cxnLst/>
              <a:rect l="l" t="t" r="r" b="b"/>
              <a:pathLst>
                <a:path w="6238" h="9025" fill="none" extrusionOk="0">
                  <a:moveTo>
                    <a:pt x="5707" y="0"/>
                  </a:moveTo>
                  <a:lnTo>
                    <a:pt x="5707" y="0"/>
                  </a:lnTo>
                  <a:lnTo>
                    <a:pt x="4778" y="133"/>
                  </a:lnTo>
                  <a:lnTo>
                    <a:pt x="3849" y="531"/>
                  </a:lnTo>
                  <a:lnTo>
                    <a:pt x="3849" y="531"/>
                  </a:lnTo>
                  <a:lnTo>
                    <a:pt x="3053" y="1062"/>
                  </a:lnTo>
                  <a:lnTo>
                    <a:pt x="2389" y="1725"/>
                  </a:lnTo>
                  <a:lnTo>
                    <a:pt x="1726" y="2522"/>
                  </a:lnTo>
                  <a:lnTo>
                    <a:pt x="1195" y="3451"/>
                  </a:lnTo>
                  <a:lnTo>
                    <a:pt x="664" y="4380"/>
                  </a:lnTo>
                  <a:lnTo>
                    <a:pt x="399" y="5309"/>
                  </a:lnTo>
                  <a:lnTo>
                    <a:pt x="133" y="6370"/>
                  </a:lnTo>
                  <a:lnTo>
                    <a:pt x="0" y="7299"/>
                  </a:lnTo>
                  <a:lnTo>
                    <a:pt x="0" y="7299"/>
                  </a:lnTo>
                  <a:lnTo>
                    <a:pt x="0" y="7299"/>
                  </a:lnTo>
                  <a:lnTo>
                    <a:pt x="0" y="7299"/>
                  </a:lnTo>
                  <a:lnTo>
                    <a:pt x="133" y="8361"/>
                  </a:lnTo>
                  <a:lnTo>
                    <a:pt x="531" y="9025"/>
                  </a:lnTo>
                  <a:lnTo>
                    <a:pt x="531" y="9025"/>
                  </a:lnTo>
                  <a:lnTo>
                    <a:pt x="531" y="9025"/>
                  </a:lnTo>
                  <a:lnTo>
                    <a:pt x="531" y="7565"/>
                  </a:lnTo>
                  <a:lnTo>
                    <a:pt x="929" y="6105"/>
                  </a:lnTo>
                  <a:lnTo>
                    <a:pt x="1460" y="4778"/>
                  </a:lnTo>
                  <a:lnTo>
                    <a:pt x="2124" y="3583"/>
                  </a:lnTo>
                  <a:lnTo>
                    <a:pt x="2920" y="2522"/>
                  </a:lnTo>
                  <a:lnTo>
                    <a:pt x="3982" y="1593"/>
                  </a:lnTo>
                  <a:lnTo>
                    <a:pt x="5043" y="664"/>
                  </a:lnTo>
                  <a:lnTo>
                    <a:pt x="6238" y="0"/>
                  </a:lnTo>
                  <a:lnTo>
                    <a:pt x="6238" y="0"/>
                  </a:lnTo>
                  <a:lnTo>
                    <a:pt x="570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4032;p40">
              <a:extLst>
                <a:ext uri="{FF2B5EF4-FFF2-40B4-BE49-F238E27FC236}">
                  <a16:creationId xmlns:a16="http://schemas.microsoft.com/office/drawing/2014/main" id="{8A391CEA-58F8-65A6-695B-0489A2F6A0A7}"/>
                </a:ext>
              </a:extLst>
            </p:cNvPr>
            <p:cNvSpPr/>
            <p:nvPr/>
          </p:nvSpPr>
          <p:spPr>
            <a:xfrm>
              <a:off x="6955104" y="2652716"/>
              <a:ext cx="499506" cy="257454"/>
            </a:xfrm>
            <a:custGeom>
              <a:avLst/>
              <a:gdLst/>
              <a:ahLst/>
              <a:cxnLst/>
              <a:rect l="l" t="t" r="r" b="b"/>
              <a:pathLst>
                <a:path w="30127" h="15528" extrusionOk="0">
                  <a:moveTo>
                    <a:pt x="13670" y="1"/>
                  </a:moveTo>
                  <a:lnTo>
                    <a:pt x="12210" y="133"/>
                  </a:lnTo>
                  <a:lnTo>
                    <a:pt x="10883" y="399"/>
                  </a:lnTo>
                  <a:lnTo>
                    <a:pt x="9423" y="664"/>
                  </a:lnTo>
                  <a:lnTo>
                    <a:pt x="8096" y="929"/>
                  </a:lnTo>
                  <a:lnTo>
                    <a:pt x="6769" y="1460"/>
                  </a:lnTo>
                  <a:lnTo>
                    <a:pt x="5575" y="1991"/>
                  </a:lnTo>
                  <a:lnTo>
                    <a:pt x="4513" y="2522"/>
                  </a:lnTo>
                  <a:lnTo>
                    <a:pt x="3319" y="3186"/>
                  </a:lnTo>
                  <a:lnTo>
                    <a:pt x="1" y="3186"/>
                  </a:lnTo>
                  <a:lnTo>
                    <a:pt x="1" y="7698"/>
                  </a:lnTo>
                  <a:lnTo>
                    <a:pt x="134" y="8361"/>
                  </a:lnTo>
                  <a:lnTo>
                    <a:pt x="266" y="9025"/>
                  </a:lnTo>
                  <a:lnTo>
                    <a:pt x="664" y="9688"/>
                  </a:lnTo>
                  <a:lnTo>
                    <a:pt x="1063" y="10352"/>
                  </a:lnTo>
                  <a:lnTo>
                    <a:pt x="1726" y="11015"/>
                  </a:lnTo>
                  <a:lnTo>
                    <a:pt x="2522" y="11679"/>
                  </a:lnTo>
                  <a:lnTo>
                    <a:pt x="3451" y="12343"/>
                  </a:lnTo>
                  <a:lnTo>
                    <a:pt x="4513" y="13006"/>
                  </a:lnTo>
                  <a:lnTo>
                    <a:pt x="5575" y="13537"/>
                  </a:lnTo>
                  <a:lnTo>
                    <a:pt x="6769" y="14068"/>
                  </a:lnTo>
                  <a:lnTo>
                    <a:pt x="8096" y="14466"/>
                  </a:lnTo>
                  <a:lnTo>
                    <a:pt x="9423" y="14864"/>
                  </a:lnTo>
                  <a:lnTo>
                    <a:pt x="10883" y="15130"/>
                  </a:lnTo>
                  <a:lnTo>
                    <a:pt x="12210" y="15395"/>
                  </a:lnTo>
                  <a:lnTo>
                    <a:pt x="13670" y="15395"/>
                  </a:lnTo>
                  <a:lnTo>
                    <a:pt x="15130" y="15528"/>
                  </a:lnTo>
                  <a:lnTo>
                    <a:pt x="16590" y="15395"/>
                  </a:lnTo>
                  <a:lnTo>
                    <a:pt x="18049" y="15395"/>
                  </a:lnTo>
                  <a:lnTo>
                    <a:pt x="19377" y="15130"/>
                  </a:lnTo>
                  <a:lnTo>
                    <a:pt x="20836" y="14864"/>
                  </a:lnTo>
                  <a:lnTo>
                    <a:pt x="22163" y="14466"/>
                  </a:lnTo>
                  <a:lnTo>
                    <a:pt x="23358" y="14068"/>
                  </a:lnTo>
                  <a:lnTo>
                    <a:pt x="24685" y="13537"/>
                  </a:lnTo>
                  <a:lnTo>
                    <a:pt x="25747" y="13006"/>
                  </a:lnTo>
                  <a:lnTo>
                    <a:pt x="26808" y="12343"/>
                  </a:lnTo>
                  <a:lnTo>
                    <a:pt x="27737" y="11679"/>
                  </a:lnTo>
                  <a:lnTo>
                    <a:pt x="28534" y="11015"/>
                  </a:lnTo>
                  <a:lnTo>
                    <a:pt x="29064" y="10352"/>
                  </a:lnTo>
                  <a:lnTo>
                    <a:pt x="29595" y="9688"/>
                  </a:lnTo>
                  <a:lnTo>
                    <a:pt x="29993" y="9025"/>
                  </a:lnTo>
                  <a:lnTo>
                    <a:pt x="30126" y="8361"/>
                  </a:lnTo>
                  <a:lnTo>
                    <a:pt x="30126" y="7698"/>
                  </a:lnTo>
                  <a:lnTo>
                    <a:pt x="30126" y="3186"/>
                  </a:lnTo>
                  <a:lnTo>
                    <a:pt x="26808" y="3186"/>
                  </a:lnTo>
                  <a:lnTo>
                    <a:pt x="25747" y="2522"/>
                  </a:lnTo>
                  <a:lnTo>
                    <a:pt x="24685" y="1991"/>
                  </a:lnTo>
                  <a:lnTo>
                    <a:pt x="23358" y="1460"/>
                  </a:lnTo>
                  <a:lnTo>
                    <a:pt x="22163" y="929"/>
                  </a:lnTo>
                  <a:lnTo>
                    <a:pt x="20836" y="664"/>
                  </a:lnTo>
                  <a:lnTo>
                    <a:pt x="19377" y="399"/>
                  </a:lnTo>
                  <a:lnTo>
                    <a:pt x="18049" y="133"/>
                  </a:lnTo>
                  <a:lnTo>
                    <a:pt x="1659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4033;p40">
              <a:extLst>
                <a:ext uri="{FF2B5EF4-FFF2-40B4-BE49-F238E27FC236}">
                  <a16:creationId xmlns:a16="http://schemas.microsoft.com/office/drawing/2014/main" id="{A3AEAB93-B22F-66F3-1418-60A4549B7744}"/>
                </a:ext>
              </a:extLst>
            </p:cNvPr>
            <p:cNvSpPr/>
            <p:nvPr/>
          </p:nvSpPr>
          <p:spPr>
            <a:xfrm>
              <a:off x="6955104" y="2652716"/>
              <a:ext cx="499506" cy="257454"/>
            </a:xfrm>
            <a:custGeom>
              <a:avLst/>
              <a:gdLst/>
              <a:ahLst/>
              <a:cxnLst/>
              <a:rect l="l" t="t" r="r" b="b"/>
              <a:pathLst>
                <a:path w="30127" h="15528" fill="none" extrusionOk="0">
                  <a:moveTo>
                    <a:pt x="30126" y="7698"/>
                  </a:moveTo>
                  <a:lnTo>
                    <a:pt x="30126" y="7698"/>
                  </a:lnTo>
                  <a:lnTo>
                    <a:pt x="30126" y="3186"/>
                  </a:lnTo>
                  <a:lnTo>
                    <a:pt x="26808" y="3186"/>
                  </a:lnTo>
                  <a:lnTo>
                    <a:pt x="26808" y="3186"/>
                  </a:lnTo>
                  <a:lnTo>
                    <a:pt x="25747" y="2522"/>
                  </a:lnTo>
                  <a:lnTo>
                    <a:pt x="25747" y="2522"/>
                  </a:lnTo>
                  <a:lnTo>
                    <a:pt x="24685" y="1991"/>
                  </a:lnTo>
                  <a:lnTo>
                    <a:pt x="23358" y="1460"/>
                  </a:lnTo>
                  <a:lnTo>
                    <a:pt x="22163" y="929"/>
                  </a:lnTo>
                  <a:lnTo>
                    <a:pt x="20836" y="664"/>
                  </a:lnTo>
                  <a:lnTo>
                    <a:pt x="19377" y="399"/>
                  </a:lnTo>
                  <a:lnTo>
                    <a:pt x="18049" y="133"/>
                  </a:lnTo>
                  <a:lnTo>
                    <a:pt x="16590" y="1"/>
                  </a:lnTo>
                  <a:lnTo>
                    <a:pt x="15130" y="1"/>
                  </a:lnTo>
                  <a:lnTo>
                    <a:pt x="13670" y="1"/>
                  </a:lnTo>
                  <a:lnTo>
                    <a:pt x="12210" y="133"/>
                  </a:lnTo>
                  <a:lnTo>
                    <a:pt x="10883" y="399"/>
                  </a:lnTo>
                  <a:lnTo>
                    <a:pt x="9423" y="664"/>
                  </a:lnTo>
                  <a:lnTo>
                    <a:pt x="8096" y="929"/>
                  </a:lnTo>
                  <a:lnTo>
                    <a:pt x="6769" y="1460"/>
                  </a:lnTo>
                  <a:lnTo>
                    <a:pt x="5575" y="1991"/>
                  </a:lnTo>
                  <a:lnTo>
                    <a:pt x="4513" y="2522"/>
                  </a:lnTo>
                  <a:lnTo>
                    <a:pt x="4513" y="2522"/>
                  </a:lnTo>
                  <a:lnTo>
                    <a:pt x="3319" y="3186"/>
                  </a:lnTo>
                  <a:lnTo>
                    <a:pt x="1" y="3186"/>
                  </a:lnTo>
                  <a:lnTo>
                    <a:pt x="1" y="7698"/>
                  </a:lnTo>
                  <a:lnTo>
                    <a:pt x="1" y="7698"/>
                  </a:lnTo>
                  <a:lnTo>
                    <a:pt x="1" y="7698"/>
                  </a:lnTo>
                  <a:lnTo>
                    <a:pt x="134" y="8361"/>
                  </a:lnTo>
                  <a:lnTo>
                    <a:pt x="266" y="9025"/>
                  </a:lnTo>
                  <a:lnTo>
                    <a:pt x="664" y="9688"/>
                  </a:lnTo>
                  <a:lnTo>
                    <a:pt x="1063" y="10352"/>
                  </a:lnTo>
                  <a:lnTo>
                    <a:pt x="1726" y="11015"/>
                  </a:lnTo>
                  <a:lnTo>
                    <a:pt x="2522" y="11679"/>
                  </a:lnTo>
                  <a:lnTo>
                    <a:pt x="3451" y="12343"/>
                  </a:lnTo>
                  <a:lnTo>
                    <a:pt x="4513" y="13006"/>
                  </a:lnTo>
                  <a:lnTo>
                    <a:pt x="4513" y="13006"/>
                  </a:lnTo>
                  <a:lnTo>
                    <a:pt x="5575" y="13537"/>
                  </a:lnTo>
                  <a:lnTo>
                    <a:pt x="6769" y="14068"/>
                  </a:lnTo>
                  <a:lnTo>
                    <a:pt x="8096" y="14466"/>
                  </a:lnTo>
                  <a:lnTo>
                    <a:pt x="9423" y="14864"/>
                  </a:lnTo>
                  <a:lnTo>
                    <a:pt x="10883" y="15130"/>
                  </a:lnTo>
                  <a:lnTo>
                    <a:pt x="12210" y="15395"/>
                  </a:lnTo>
                  <a:lnTo>
                    <a:pt x="13670" y="15395"/>
                  </a:lnTo>
                  <a:lnTo>
                    <a:pt x="15130" y="15528"/>
                  </a:lnTo>
                  <a:lnTo>
                    <a:pt x="16590" y="15395"/>
                  </a:lnTo>
                  <a:lnTo>
                    <a:pt x="18049" y="15395"/>
                  </a:lnTo>
                  <a:lnTo>
                    <a:pt x="19377" y="15130"/>
                  </a:lnTo>
                  <a:lnTo>
                    <a:pt x="20836" y="14864"/>
                  </a:lnTo>
                  <a:lnTo>
                    <a:pt x="22163" y="14466"/>
                  </a:lnTo>
                  <a:lnTo>
                    <a:pt x="23358" y="14068"/>
                  </a:lnTo>
                  <a:lnTo>
                    <a:pt x="24685" y="13537"/>
                  </a:lnTo>
                  <a:lnTo>
                    <a:pt x="25747" y="13006"/>
                  </a:lnTo>
                  <a:lnTo>
                    <a:pt x="25747" y="13006"/>
                  </a:lnTo>
                  <a:lnTo>
                    <a:pt x="26808" y="12343"/>
                  </a:lnTo>
                  <a:lnTo>
                    <a:pt x="27737" y="11679"/>
                  </a:lnTo>
                  <a:lnTo>
                    <a:pt x="28534" y="11015"/>
                  </a:lnTo>
                  <a:lnTo>
                    <a:pt x="29064" y="10352"/>
                  </a:lnTo>
                  <a:lnTo>
                    <a:pt x="29595" y="9688"/>
                  </a:lnTo>
                  <a:lnTo>
                    <a:pt x="29993" y="9025"/>
                  </a:lnTo>
                  <a:lnTo>
                    <a:pt x="30126" y="8361"/>
                  </a:lnTo>
                  <a:lnTo>
                    <a:pt x="30126" y="769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4034;p40">
              <a:extLst>
                <a:ext uri="{FF2B5EF4-FFF2-40B4-BE49-F238E27FC236}">
                  <a16:creationId xmlns:a16="http://schemas.microsoft.com/office/drawing/2014/main" id="{4DCD5164-8CE0-153E-5F57-8592DABE9856}"/>
                </a:ext>
              </a:extLst>
            </p:cNvPr>
            <p:cNvSpPr/>
            <p:nvPr/>
          </p:nvSpPr>
          <p:spPr>
            <a:xfrm>
              <a:off x="6955104" y="2562504"/>
              <a:ext cx="499506" cy="288260"/>
            </a:xfrm>
            <a:custGeom>
              <a:avLst/>
              <a:gdLst/>
              <a:ahLst/>
              <a:cxnLst/>
              <a:rect l="l" t="t" r="r" b="b"/>
              <a:pathLst>
                <a:path w="30127" h="17386" extrusionOk="0">
                  <a:moveTo>
                    <a:pt x="13670" y="0"/>
                  </a:moveTo>
                  <a:lnTo>
                    <a:pt x="12210" y="133"/>
                  </a:lnTo>
                  <a:lnTo>
                    <a:pt x="10883" y="399"/>
                  </a:lnTo>
                  <a:lnTo>
                    <a:pt x="9423" y="664"/>
                  </a:lnTo>
                  <a:lnTo>
                    <a:pt x="8096" y="929"/>
                  </a:lnTo>
                  <a:lnTo>
                    <a:pt x="6769" y="1460"/>
                  </a:lnTo>
                  <a:lnTo>
                    <a:pt x="5575" y="1991"/>
                  </a:lnTo>
                  <a:lnTo>
                    <a:pt x="4513" y="2522"/>
                  </a:lnTo>
                  <a:lnTo>
                    <a:pt x="3451" y="3185"/>
                  </a:lnTo>
                  <a:lnTo>
                    <a:pt x="2522" y="3849"/>
                  </a:lnTo>
                  <a:lnTo>
                    <a:pt x="1726" y="4645"/>
                  </a:lnTo>
                  <a:lnTo>
                    <a:pt x="1195" y="5442"/>
                  </a:lnTo>
                  <a:lnTo>
                    <a:pt x="664" y="6238"/>
                  </a:lnTo>
                  <a:lnTo>
                    <a:pt x="266" y="7034"/>
                  </a:lnTo>
                  <a:lnTo>
                    <a:pt x="134" y="7830"/>
                  </a:lnTo>
                  <a:lnTo>
                    <a:pt x="1" y="8627"/>
                  </a:lnTo>
                  <a:lnTo>
                    <a:pt x="134" y="9556"/>
                  </a:lnTo>
                  <a:lnTo>
                    <a:pt x="266" y="10352"/>
                  </a:lnTo>
                  <a:lnTo>
                    <a:pt x="664" y="11148"/>
                  </a:lnTo>
                  <a:lnTo>
                    <a:pt x="1195" y="11944"/>
                  </a:lnTo>
                  <a:lnTo>
                    <a:pt x="1726" y="12741"/>
                  </a:lnTo>
                  <a:lnTo>
                    <a:pt x="2522" y="13404"/>
                  </a:lnTo>
                  <a:lnTo>
                    <a:pt x="3451" y="14200"/>
                  </a:lnTo>
                  <a:lnTo>
                    <a:pt x="4513" y="14864"/>
                  </a:lnTo>
                  <a:lnTo>
                    <a:pt x="5575" y="15395"/>
                  </a:lnTo>
                  <a:lnTo>
                    <a:pt x="6769" y="15926"/>
                  </a:lnTo>
                  <a:lnTo>
                    <a:pt x="8096" y="16324"/>
                  </a:lnTo>
                  <a:lnTo>
                    <a:pt x="9423" y="16722"/>
                  </a:lnTo>
                  <a:lnTo>
                    <a:pt x="10883" y="16987"/>
                  </a:lnTo>
                  <a:lnTo>
                    <a:pt x="12210" y="17253"/>
                  </a:lnTo>
                  <a:lnTo>
                    <a:pt x="13670" y="17385"/>
                  </a:lnTo>
                  <a:lnTo>
                    <a:pt x="16590" y="17385"/>
                  </a:lnTo>
                  <a:lnTo>
                    <a:pt x="18049" y="17253"/>
                  </a:lnTo>
                  <a:lnTo>
                    <a:pt x="19377" y="16987"/>
                  </a:lnTo>
                  <a:lnTo>
                    <a:pt x="20836" y="16722"/>
                  </a:lnTo>
                  <a:lnTo>
                    <a:pt x="22163" y="16324"/>
                  </a:lnTo>
                  <a:lnTo>
                    <a:pt x="23358" y="15926"/>
                  </a:lnTo>
                  <a:lnTo>
                    <a:pt x="24685" y="15395"/>
                  </a:lnTo>
                  <a:lnTo>
                    <a:pt x="25747" y="14864"/>
                  </a:lnTo>
                  <a:lnTo>
                    <a:pt x="26808" y="14200"/>
                  </a:lnTo>
                  <a:lnTo>
                    <a:pt x="27737" y="13404"/>
                  </a:lnTo>
                  <a:lnTo>
                    <a:pt x="28401" y="12741"/>
                  </a:lnTo>
                  <a:lnTo>
                    <a:pt x="29064" y="11944"/>
                  </a:lnTo>
                  <a:lnTo>
                    <a:pt x="29595" y="11148"/>
                  </a:lnTo>
                  <a:lnTo>
                    <a:pt x="29861" y="10352"/>
                  </a:lnTo>
                  <a:lnTo>
                    <a:pt x="30126" y="9556"/>
                  </a:lnTo>
                  <a:lnTo>
                    <a:pt x="30126" y="8627"/>
                  </a:lnTo>
                  <a:lnTo>
                    <a:pt x="30126" y="7830"/>
                  </a:lnTo>
                  <a:lnTo>
                    <a:pt x="29861" y="7034"/>
                  </a:lnTo>
                  <a:lnTo>
                    <a:pt x="29595" y="6238"/>
                  </a:lnTo>
                  <a:lnTo>
                    <a:pt x="29064" y="5442"/>
                  </a:lnTo>
                  <a:lnTo>
                    <a:pt x="28401" y="4645"/>
                  </a:lnTo>
                  <a:lnTo>
                    <a:pt x="27737" y="3849"/>
                  </a:lnTo>
                  <a:lnTo>
                    <a:pt x="26808" y="3185"/>
                  </a:lnTo>
                  <a:lnTo>
                    <a:pt x="25747" y="2522"/>
                  </a:lnTo>
                  <a:lnTo>
                    <a:pt x="24685" y="1858"/>
                  </a:lnTo>
                  <a:lnTo>
                    <a:pt x="23358" y="1460"/>
                  </a:lnTo>
                  <a:lnTo>
                    <a:pt x="22163" y="929"/>
                  </a:lnTo>
                  <a:lnTo>
                    <a:pt x="20836" y="664"/>
                  </a:lnTo>
                  <a:lnTo>
                    <a:pt x="19377" y="399"/>
                  </a:lnTo>
                  <a:lnTo>
                    <a:pt x="18049" y="133"/>
                  </a:lnTo>
                  <a:lnTo>
                    <a:pt x="16590"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4035;p40">
              <a:extLst>
                <a:ext uri="{FF2B5EF4-FFF2-40B4-BE49-F238E27FC236}">
                  <a16:creationId xmlns:a16="http://schemas.microsoft.com/office/drawing/2014/main" id="{8A5B543E-60F8-C10B-A07F-CFD852635FA3}"/>
                </a:ext>
              </a:extLst>
            </p:cNvPr>
            <p:cNvSpPr/>
            <p:nvPr/>
          </p:nvSpPr>
          <p:spPr>
            <a:xfrm>
              <a:off x="6955104" y="2562504"/>
              <a:ext cx="499506" cy="288260"/>
            </a:xfrm>
            <a:custGeom>
              <a:avLst/>
              <a:gdLst/>
              <a:ahLst/>
              <a:cxnLst/>
              <a:rect l="l" t="t" r="r" b="b"/>
              <a:pathLst>
                <a:path w="30127" h="17386" fill="none" extrusionOk="0">
                  <a:moveTo>
                    <a:pt x="4513" y="14864"/>
                  </a:moveTo>
                  <a:lnTo>
                    <a:pt x="4513" y="14864"/>
                  </a:lnTo>
                  <a:lnTo>
                    <a:pt x="3451" y="14200"/>
                  </a:lnTo>
                  <a:lnTo>
                    <a:pt x="2522" y="13404"/>
                  </a:lnTo>
                  <a:lnTo>
                    <a:pt x="1726" y="12741"/>
                  </a:lnTo>
                  <a:lnTo>
                    <a:pt x="1195" y="11944"/>
                  </a:lnTo>
                  <a:lnTo>
                    <a:pt x="664" y="11148"/>
                  </a:lnTo>
                  <a:lnTo>
                    <a:pt x="266" y="10352"/>
                  </a:lnTo>
                  <a:lnTo>
                    <a:pt x="134" y="9556"/>
                  </a:lnTo>
                  <a:lnTo>
                    <a:pt x="1" y="8627"/>
                  </a:lnTo>
                  <a:lnTo>
                    <a:pt x="134" y="7830"/>
                  </a:lnTo>
                  <a:lnTo>
                    <a:pt x="266" y="7034"/>
                  </a:lnTo>
                  <a:lnTo>
                    <a:pt x="664" y="6238"/>
                  </a:lnTo>
                  <a:lnTo>
                    <a:pt x="1195" y="5442"/>
                  </a:lnTo>
                  <a:lnTo>
                    <a:pt x="1726" y="4645"/>
                  </a:lnTo>
                  <a:lnTo>
                    <a:pt x="2522" y="3849"/>
                  </a:lnTo>
                  <a:lnTo>
                    <a:pt x="3451" y="3185"/>
                  </a:lnTo>
                  <a:lnTo>
                    <a:pt x="4513" y="2522"/>
                  </a:lnTo>
                  <a:lnTo>
                    <a:pt x="4513" y="2522"/>
                  </a:lnTo>
                  <a:lnTo>
                    <a:pt x="5575" y="1991"/>
                  </a:lnTo>
                  <a:lnTo>
                    <a:pt x="6769" y="1460"/>
                  </a:lnTo>
                  <a:lnTo>
                    <a:pt x="8096" y="929"/>
                  </a:lnTo>
                  <a:lnTo>
                    <a:pt x="9423" y="664"/>
                  </a:lnTo>
                  <a:lnTo>
                    <a:pt x="10883" y="399"/>
                  </a:lnTo>
                  <a:lnTo>
                    <a:pt x="12210" y="133"/>
                  </a:lnTo>
                  <a:lnTo>
                    <a:pt x="13670" y="0"/>
                  </a:lnTo>
                  <a:lnTo>
                    <a:pt x="15130" y="0"/>
                  </a:lnTo>
                  <a:lnTo>
                    <a:pt x="16590" y="0"/>
                  </a:lnTo>
                  <a:lnTo>
                    <a:pt x="18049" y="133"/>
                  </a:lnTo>
                  <a:lnTo>
                    <a:pt x="19377" y="399"/>
                  </a:lnTo>
                  <a:lnTo>
                    <a:pt x="20836" y="664"/>
                  </a:lnTo>
                  <a:lnTo>
                    <a:pt x="22163" y="929"/>
                  </a:lnTo>
                  <a:lnTo>
                    <a:pt x="23358" y="1460"/>
                  </a:lnTo>
                  <a:lnTo>
                    <a:pt x="24685" y="1858"/>
                  </a:lnTo>
                  <a:lnTo>
                    <a:pt x="25747" y="2522"/>
                  </a:lnTo>
                  <a:lnTo>
                    <a:pt x="25747" y="2522"/>
                  </a:lnTo>
                  <a:lnTo>
                    <a:pt x="26808" y="3185"/>
                  </a:lnTo>
                  <a:lnTo>
                    <a:pt x="27737" y="3849"/>
                  </a:lnTo>
                  <a:lnTo>
                    <a:pt x="28401" y="4645"/>
                  </a:lnTo>
                  <a:lnTo>
                    <a:pt x="29064" y="5442"/>
                  </a:lnTo>
                  <a:lnTo>
                    <a:pt x="29595" y="6238"/>
                  </a:lnTo>
                  <a:lnTo>
                    <a:pt x="29861" y="7034"/>
                  </a:lnTo>
                  <a:lnTo>
                    <a:pt x="30126" y="7830"/>
                  </a:lnTo>
                  <a:lnTo>
                    <a:pt x="30126" y="8627"/>
                  </a:lnTo>
                  <a:lnTo>
                    <a:pt x="30126" y="9556"/>
                  </a:lnTo>
                  <a:lnTo>
                    <a:pt x="29861" y="10352"/>
                  </a:lnTo>
                  <a:lnTo>
                    <a:pt x="29595" y="11148"/>
                  </a:lnTo>
                  <a:lnTo>
                    <a:pt x="29064" y="11944"/>
                  </a:lnTo>
                  <a:lnTo>
                    <a:pt x="28401" y="12741"/>
                  </a:lnTo>
                  <a:lnTo>
                    <a:pt x="27737" y="13404"/>
                  </a:lnTo>
                  <a:lnTo>
                    <a:pt x="26808" y="14200"/>
                  </a:lnTo>
                  <a:lnTo>
                    <a:pt x="25747" y="14864"/>
                  </a:lnTo>
                  <a:lnTo>
                    <a:pt x="25747" y="14864"/>
                  </a:lnTo>
                  <a:lnTo>
                    <a:pt x="24685" y="15395"/>
                  </a:lnTo>
                  <a:lnTo>
                    <a:pt x="23358" y="15926"/>
                  </a:lnTo>
                  <a:lnTo>
                    <a:pt x="22163" y="16324"/>
                  </a:lnTo>
                  <a:lnTo>
                    <a:pt x="20836" y="16722"/>
                  </a:lnTo>
                  <a:lnTo>
                    <a:pt x="19377" y="16987"/>
                  </a:lnTo>
                  <a:lnTo>
                    <a:pt x="18049" y="17253"/>
                  </a:lnTo>
                  <a:lnTo>
                    <a:pt x="16590" y="17385"/>
                  </a:lnTo>
                  <a:lnTo>
                    <a:pt x="15130" y="17385"/>
                  </a:lnTo>
                  <a:lnTo>
                    <a:pt x="13670" y="17385"/>
                  </a:lnTo>
                  <a:lnTo>
                    <a:pt x="12210" y="17253"/>
                  </a:lnTo>
                  <a:lnTo>
                    <a:pt x="10883" y="16987"/>
                  </a:lnTo>
                  <a:lnTo>
                    <a:pt x="9423" y="16722"/>
                  </a:lnTo>
                  <a:lnTo>
                    <a:pt x="8096" y="16324"/>
                  </a:lnTo>
                  <a:lnTo>
                    <a:pt x="6769" y="15926"/>
                  </a:lnTo>
                  <a:lnTo>
                    <a:pt x="5575" y="15395"/>
                  </a:lnTo>
                  <a:lnTo>
                    <a:pt x="4513" y="1486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4036;p40">
              <a:extLst>
                <a:ext uri="{FF2B5EF4-FFF2-40B4-BE49-F238E27FC236}">
                  <a16:creationId xmlns:a16="http://schemas.microsoft.com/office/drawing/2014/main" id="{E3DECC4C-7CE7-DE1C-D63B-625F0A75F678}"/>
                </a:ext>
              </a:extLst>
            </p:cNvPr>
            <p:cNvSpPr/>
            <p:nvPr/>
          </p:nvSpPr>
          <p:spPr>
            <a:xfrm>
              <a:off x="7043127" y="2208239"/>
              <a:ext cx="325664" cy="591923"/>
            </a:xfrm>
            <a:custGeom>
              <a:avLst/>
              <a:gdLst/>
              <a:ahLst/>
              <a:cxnLst/>
              <a:rect l="l" t="t" r="r" b="b"/>
              <a:pathLst>
                <a:path w="19642" h="35701" extrusionOk="0">
                  <a:moveTo>
                    <a:pt x="8759" y="1"/>
                  </a:moveTo>
                  <a:lnTo>
                    <a:pt x="7830" y="134"/>
                  </a:lnTo>
                  <a:lnTo>
                    <a:pt x="6901" y="399"/>
                  </a:lnTo>
                  <a:lnTo>
                    <a:pt x="5972" y="797"/>
                  </a:lnTo>
                  <a:lnTo>
                    <a:pt x="5043" y="1195"/>
                  </a:lnTo>
                  <a:lnTo>
                    <a:pt x="4247" y="1593"/>
                  </a:lnTo>
                  <a:lnTo>
                    <a:pt x="3583" y="2257"/>
                  </a:lnTo>
                  <a:lnTo>
                    <a:pt x="2787" y="2788"/>
                  </a:lnTo>
                  <a:lnTo>
                    <a:pt x="2124" y="3584"/>
                  </a:lnTo>
                  <a:lnTo>
                    <a:pt x="1593" y="4248"/>
                  </a:lnTo>
                  <a:lnTo>
                    <a:pt x="1195" y="5177"/>
                  </a:lnTo>
                  <a:lnTo>
                    <a:pt x="664" y="5973"/>
                  </a:lnTo>
                  <a:lnTo>
                    <a:pt x="398" y="6902"/>
                  </a:lnTo>
                  <a:lnTo>
                    <a:pt x="133" y="7831"/>
                  </a:lnTo>
                  <a:lnTo>
                    <a:pt x="0" y="8760"/>
                  </a:lnTo>
                  <a:lnTo>
                    <a:pt x="0" y="9822"/>
                  </a:lnTo>
                  <a:lnTo>
                    <a:pt x="0" y="30126"/>
                  </a:lnTo>
                  <a:lnTo>
                    <a:pt x="0" y="30657"/>
                  </a:lnTo>
                  <a:lnTo>
                    <a:pt x="133" y="31188"/>
                  </a:lnTo>
                  <a:lnTo>
                    <a:pt x="398" y="31719"/>
                  </a:lnTo>
                  <a:lnTo>
                    <a:pt x="664" y="32250"/>
                  </a:lnTo>
                  <a:lnTo>
                    <a:pt x="1062" y="32648"/>
                  </a:lnTo>
                  <a:lnTo>
                    <a:pt x="1593" y="33179"/>
                  </a:lnTo>
                  <a:lnTo>
                    <a:pt x="2787" y="34108"/>
                  </a:lnTo>
                  <a:lnTo>
                    <a:pt x="4380" y="34771"/>
                  </a:lnTo>
                  <a:lnTo>
                    <a:pt x="6105" y="35302"/>
                  </a:lnTo>
                  <a:lnTo>
                    <a:pt x="7963" y="35567"/>
                  </a:lnTo>
                  <a:lnTo>
                    <a:pt x="9821" y="35700"/>
                  </a:lnTo>
                  <a:lnTo>
                    <a:pt x="11679" y="35567"/>
                  </a:lnTo>
                  <a:lnTo>
                    <a:pt x="13537" y="35302"/>
                  </a:lnTo>
                  <a:lnTo>
                    <a:pt x="15262" y="34771"/>
                  </a:lnTo>
                  <a:lnTo>
                    <a:pt x="16722" y="33975"/>
                  </a:lnTo>
                  <a:lnTo>
                    <a:pt x="18049" y="33179"/>
                  </a:lnTo>
                  <a:lnTo>
                    <a:pt x="18845" y="32250"/>
                  </a:lnTo>
                  <a:lnTo>
                    <a:pt x="19243" y="31719"/>
                  </a:lnTo>
                  <a:lnTo>
                    <a:pt x="19376" y="31188"/>
                  </a:lnTo>
                  <a:lnTo>
                    <a:pt x="19509" y="30657"/>
                  </a:lnTo>
                  <a:lnTo>
                    <a:pt x="19641" y="30126"/>
                  </a:lnTo>
                  <a:lnTo>
                    <a:pt x="19641" y="29994"/>
                  </a:lnTo>
                  <a:lnTo>
                    <a:pt x="19641" y="9822"/>
                  </a:lnTo>
                  <a:lnTo>
                    <a:pt x="19509" y="8760"/>
                  </a:lnTo>
                  <a:lnTo>
                    <a:pt x="19376" y="7831"/>
                  </a:lnTo>
                  <a:lnTo>
                    <a:pt x="19111" y="6902"/>
                  </a:lnTo>
                  <a:lnTo>
                    <a:pt x="18845" y="5973"/>
                  </a:lnTo>
                  <a:lnTo>
                    <a:pt x="18447" y="5177"/>
                  </a:lnTo>
                  <a:lnTo>
                    <a:pt x="17916" y="4248"/>
                  </a:lnTo>
                  <a:lnTo>
                    <a:pt x="17385" y="3584"/>
                  </a:lnTo>
                  <a:lnTo>
                    <a:pt x="16722" y="2788"/>
                  </a:lnTo>
                  <a:lnTo>
                    <a:pt x="16058" y="2257"/>
                  </a:lnTo>
                  <a:lnTo>
                    <a:pt x="15262" y="1593"/>
                  </a:lnTo>
                  <a:lnTo>
                    <a:pt x="14466" y="1195"/>
                  </a:lnTo>
                  <a:lnTo>
                    <a:pt x="13537" y="797"/>
                  </a:lnTo>
                  <a:lnTo>
                    <a:pt x="12740" y="399"/>
                  </a:lnTo>
                  <a:lnTo>
                    <a:pt x="11811" y="134"/>
                  </a:lnTo>
                  <a:lnTo>
                    <a:pt x="10750"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4037;p40">
              <a:extLst>
                <a:ext uri="{FF2B5EF4-FFF2-40B4-BE49-F238E27FC236}">
                  <a16:creationId xmlns:a16="http://schemas.microsoft.com/office/drawing/2014/main" id="{C2FDD93A-3004-4905-5084-0A9312445B8D}"/>
                </a:ext>
              </a:extLst>
            </p:cNvPr>
            <p:cNvSpPr/>
            <p:nvPr/>
          </p:nvSpPr>
          <p:spPr>
            <a:xfrm>
              <a:off x="7043127" y="2208239"/>
              <a:ext cx="325664" cy="591923"/>
            </a:xfrm>
            <a:custGeom>
              <a:avLst/>
              <a:gdLst/>
              <a:ahLst/>
              <a:cxnLst/>
              <a:rect l="l" t="t" r="r" b="b"/>
              <a:pathLst>
                <a:path w="19642" h="35701" fill="none" extrusionOk="0">
                  <a:moveTo>
                    <a:pt x="19641" y="29994"/>
                  </a:moveTo>
                  <a:lnTo>
                    <a:pt x="19641" y="29994"/>
                  </a:lnTo>
                  <a:lnTo>
                    <a:pt x="19641" y="9822"/>
                  </a:lnTo>
                  <a:lnTo>
                    <a:pt x="19641" y="9822"/>
                  </a:lnTo>
                  <a:lnTo>
                    <a:pt x="19641" y="9822"/>
                  </a:lnTo>
                  <a:lnTo>
                    <a:pt x="19509" y="8760"/>
                  </a:lnTo>
                  <a:lnTo>
                    <a:pt x="19376" y="7831"/>
                  </a:lnTo>
                  <a:lnTo>
                    <a:pt x="19111" y="6902"/>
                  </a:lnTo>
                  <a:lnTo>
                    <a:pt x="18845" y="5973"/>
                  </a:lnTo>
                  <a:lnTo>
                    <a:pt x="18447" y="5177"/>
                  </a:lnTo>
                  <a:lnTo>
                    <a:pt x="17916" y="4248"/>
                  </a:lnTo>
                  <a:lnTo>
                    <a:pt x="17385" y="3584"/>
                  </a:lnTo>
                  <a:lnTo>
                    <a:pt x="16722" y="2788"/>
                  </a:lnTo>
                  <a:lnTo>
                    <a:pt x="16058" y="2257"/>
                  </a:lnTo>
                  <a:lnTo>
                    <a:pt x="15262" y="1593"/>
                  </a:lnTo>
                  <a:lnTo>
                    <a:pt x="14466" y="1195"/>
                  </a:lnTo>
                  <a:lnTo>
                    <a:pt x="13537" y="797"/>
                  </a:lnTo>
                  <a:lnTo>
                    <a:pt x="12740" y="399"/>
                  </a:lnTo>
                  <a:lnTo>
                    <a:pt x="11811" y="134"/>
                  </a:lnTo>
                  <a:lnTo>
                    <a:pt x="10750" y="1"/>
                  </a:lnTo>
                  <a:lnTo>
                    <a:pt x="9821" y="1"/>
                  </a:lnTo>
                  <a:lnTo>
                    <a:pt x="9821" y="1"/>
                  </a:lnTo>
                  <a:lnTo>
                    <a:pt x="8759" y="1"/>
                  </a:lnTo>
                  <a:lnTo>
                    <a:pt x="7830" y="134"/>
                  </a:lnTo>
                  <a:lnTo>
                    <a:pt x="6901" y="399"/>
                  </a:lnTo>
                  <a:lnTo>
                    <a:pt x="5972" y="797"/>
                  </a:lnTo>
                  <a:lnTo>
                    <a:pt x="5043" y="1195"/>
                  </a:lnTo>
                  <a:lnTo>
                    <a:pt x="4247" y="1593"/>
                  </a:lnTo>
                  <a:lnTo>
                    <a:pt x="3583" y="2257"/>
                  </a:lnTo>
                  <a:lnTo>
                    <a:pt x="2787" y="2788"/>
                  </a:lnTo>
                  <a:lnTo>
                    <a:pt x="2124" y="3584"/>
                  </a:lnTo>
                  <a:lnTo>
                    <a:pt x="1593" y="4248"/>
                  </a:lnTo>
                  <a:lnTo>
                    <a:pt x="1195" y="5177"/>
                  </a:lnTo>
                  <a:lnTo>
                    <a:pt x="664" y="5973"/>
                  </a:lnTo>
                  <a:lnTo>
                    <a:pt x="398" y="6902"/>
                  </a:lnTo>
                  <a:lnTo>
                    <a:pt x="133" y="7831"/>
                  </a:lnTo>
                  <a:lnTo>
                    <a:pt x="0" y="8760"/>
                  </a:lnTo>
                  <a:lnTo>
                    <a:pt x="0" y="9822"/>
                  </a:lnTo>
                  <a:lnTo>
                    <a:pt x="0" y="30126"/>
                  </a:lnTo>
                  <a:lnTo>
                    <a:pt x="0" y="30126"/>
                  </a:lnTo>
                  <a:lnTo>
                    <a:pt x="0" y="30126"/>
                  </a:lnTo>
                  <a:lnTo>
                    <a:pt x="0" y="30657"/>
                  </a:lnTo>
                  <a:lnTo>
                    <a:pt x="133" y="31188"/>
                  </a:lnTo>
                  <a:lnTo>
                    <a:pt x="398" y="31719"/>
                  </a:lnTo>
                  <a:lnTo>
                    <a:pt x="664" y="32250"/>
                  </a:lnTo>
                  <a:lnTo>
                    <a:pt x="1062" y="32648"/>
                  </a:lnTo>
                  <a:lnTo>
                    <a:pt x="1593" y="33179"/>
                  </a:lnTo>
                  <a:lnTo>
                    <a:pt x="2787" y="34108"/>
                  </a:lnTo>
                  <a:lnTo>
                    <a:pt x="2787" y="34108"/>
                  </a:lnTo>
                  <a:lnTo>
                    <a:pt x="4380" y="34771"/>
                  </a:lnTo>
                  <a:lnTo>
                    <a:pt x="6105" y="35302"/>
                  </a:lnTo>
                  <a:lnTo>
                    <a:pt x="7963" y="35567"/>
                  </a:lnTo>
                  <a:lnTo>
                    <a:pt x="9821" y="35700"/>
                  </a:lnTo>
                  <a:lnTo>
                    <a:pt x="11679" y="35567"/>
                  </a:lnTo>
                  <a:lnTo>
                    <a:pt x="13537" y="35302"/>
                  </a:lnTo>
                  <a:lnTo>
                    <a:pt x="15262" y="34771"/>
                  </a:lnTo>
                  <a:lnTo>
                    <a:pt x="16722" y="33975"/>
                  </a:lnTo>
                  <a:lnTo>
                    <a:pt x="16722" y="33975"/>
                  </a:lnTo>
                  <a:lnTo>
                    <a:pt x="18049" y="33179"/>
                  </a:lnTo>
                  <a:lnTo>
                    <a:pt x="18845" y="32250"/>
                  </a:lnTo>
                  <a:lnTo>
                    <a:pt x="19243" y="31719"/>
                  </a:lnTo>
                  <a:lnTo>
                    <a:pt x="19376" y="31188"/>
                  </a:lnTo>
                  <a:lnTo>
                    <a:pt x="19509" y="30657"/>
                  </a:lnTo>
                  <a:lnTo>
                    <a:pt x="19641" y="30126"/>
                  </a:lnTo>
                  <a:lnTo>
                    <a:pt x="19641" y="30126"/>
                  </a:lnTo>
                  <a:lnTo>
                    <a:pt x="19641" y="2999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4038;p40">
              <a:extLst>
                <a:ext uri="{FF2B5EF4-FFF2-40B4-BE49-F238E27FC236}">
                  <a16:creationId xmlns:a16="http://schemas.microsoft.com/office/drawing/2014/main" id="{864D700A-D947-C541-B69A-B2B6D52A0BE3}"/>
                </a:ext>
              </a:extLst>
            </p:cNvPr>
            <p:cNvSpPr/>
            <p:nvPr/>
          </p:nvSpPr>
          <p:spPr>
            <a:xfrm>
              <a:off x="7216952" y="2322658"/>
              <a:ext cx="129838" cy="173858"/>
            </a:xfrm>
            <a:custGeom>
              <a:avLst/>
              <a:gdLst/>
              <a:ahLst/>
              <a:cxnLst/>
              <a:rect l="l" t="t" r="r" b="b"/>
              <a:pathLst>
                <a:path w="7831" h="10486" extrusionOk="0">
                  <a:moveTo>
                    <a:pt x="5442" y="1"/>
                  </a:moveTo>
                  <a:lnTo>
                    <a:pt x="4645" y="266"/>
                  </a:lnTo>
                  <a:lnTo>
                    <a:pt x="3849" y="532"/>
                  </a:lnTo>
                  <a:lnTo>
                    <a:pt x="3053" y="1195"/>
                  </a:lnTo>
                  <a:lnTo>
                    <a:pt x="2389" y="1859"/>
                  </a:lnTo>
                  <a:lnTo>
                    <a:pt x="1726" y="2655"/>
                  </a:lnTo>
                  <a:lnTo>
                    <a:pt x="1195" y="3584"/>
                  </a:lnTo>
                  <a:lnTo>
                    <a:pt x="664" y="4513"/>
                  </a:lnTo>
                  <a:lnTo>
                    <a:pt x="266" y="5442"/>
                  </a:lnTo>
                  <a:lnTo>
                    <a:pt x="133" y="6371"/>
                  </a:lnTo>
                  <a:lnTo>
                    <a:pt x="0" y="7433"/>
                  </a:lnTo>
                  <a:lnTo>
                    <a:pt x="133" y="8229"/>
                  </a:lnTo>
                  <a:lnTo>
                    <a:pt x="399" y="9025"/>
                  </a:lnTo>
                  <a:lnTo>
                    <a:pt x="664" y="9556"/>
                  </a:lnTo>
                  <a:lnTo>
                    <a:pt x="1195" y="9954"/>
                  </a:lnTo>
                  <a:lnTo>
                    <a:pt x="2124" y="10485"/>
                  </a:lnTo>
                  <a:lnTo>
                    <a:pt x="2256" y="10220"/>
                  </a:lnTo>
                  <a:lnTo>
                    <a:pt x="3053" y="9954"/>
                  </a:lnTo>
                  <a:lnTo>
                    <a:pt x="3982" y="9689"/>
                  </a:lnTo>
                  <a:lnTo>
                    <a:pt x="4778" y="9025"/>
                  </a:lnTo>
                  <a:lnTo>
                    <a:pt x="5442" y="8362"/>
                  </a:lnTo>
                  <a:lnTo>
                    <a:pt x="6105" y="7565"/>
                  </a:lnTo>
                  <a:lnTo>
                    <a:pt x="6636" y="6636"/>
                  </a:lnTo>
                  <a:lnTo>
                    <a:pt x="7167" y="5707"/>
                  </a:lnTo>
                  <a:lnTo>
                    <a:pt x="7565" y="4779"/>
                  </a:lnTo>
                  <a:lnTo>
                    <a:pt x="7698" y="3850"/>
                  </a:lnTo>
                  <a:lnTo>
                    <a:pt x="7830" y="2788"/>
                  </a:lnTo>
                  <a:lnTo>
                    <a:pt x="7698" y="1859"/>
                  </a:lnTo>
                  <a:lnTo>
                    <a:pt x="7432" y="1195"/>
                  </a:lnTo>
                  <a:lnTo>
                    <a:pt x="7565" y="797"/>
                  </a:lnTo>
                  <a:lnTo>
                    <a:pt x="6769" y="399"/>
                  </a:lnTo>
                  <a:lnTo>
                    <a:pt x="6105" y="134"/>
                  </a:lnTo>
                  <a:lnTo>
                    <a:pt x="5442"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5" name="Google Shape;4039;p40">
              <a:extLst>
                <a:ext uri="{FF2B5EF4-FFF2-40B4-BE49-F238E27FC236}">
                  <a16:creationId xmlns:a16="http://schemas.microsoft.com/office/drawing/2014/main" id="{985E799F-530A-359E-3E66-B700422E2477}"/>
                </a:ext>
              </a:extLst>
            </p:cNvPr>
            <p:cNvSpPr/>
            <p:nvPr/>
          </p:nvSpPr>
          <p:spPr>
            <a:xfrm>
              <a:off x="7216952" y="2322658"/>
              <a:ext cx="129838" cy="173858"/>
            </a:xfrm>
            <a:custGeom>
              <a:avLst/>
              <a:gdLst/>
              <a:ahLst/>
              <a:cxnLst/>
              <a:rect l="l" t="t" r="r" b="b"/>
              <a:pathLst>
                <a:path w="7831" h="10486" fill="none" extrusionOk="0">
                  <a:moveTo>
                    <a:pt x="7830" y="2788"/>
                  </a:moveTo>
                  <a:lnTo>
                    <a:pt x="7830" y="2788"/>
                  </a:lnTo>
                  <a:lnTo>
                    <a:pt x="7698" y="1859"/>
                  </a:lnTo>
                  <a:lnTo>
                    <a:pt x="7432" y="1195"/>
                  </a:lnTo>
                  <a:lnTo>
                    <a:pt x="7565" y="797"/>
                  </a:lnTo>
                  <a:lnTo>
                    <a:pt x="6769" y="399"/>
                  </a:lnTo>
                  <a:lnTo>
                    <a:pt x="6769" y="399"/>
                  </a:lnTo>
                  <a:lnTo>
                    <a:pt x="6105" y="134"/>
                  </a:lnTo>
                  <a:lnTo>
                    <a:pt x="5442" y="1"/>
                  </a:lnTo>
                  <a:lnTo>
                    <a:pt x="4645" y="266"/>
                  </a:lnTo>
                  <a:lnTo>
                    <a:pt x="3849" y="532"/>
                  </a:lnTo>
                  <a:lnTo>
                    <a:pt x="3849" y="532"/>
                  </a:lnTo>
                  <a:lnTo>
                    <a:pt x="3053" y="1195"/>
                  </a:lnTo>
                  <a:lnTo>
                    <a:pt x="2389" y="1859"/>
                  </a:lnTo>
                  <a:lnTo>
                    <a:pt x="1726" y="2655"/>
                  </a:lnTo>
                  <a:lnTo>
                    <a:pt x="1195" y="3584"/>
                  </a:lnTo>
                  <a:lnTo>
                    <a:pt x="664" y="4513"/>
                  </a:lnTo>
                  <a:lnTo>
                    <a:pt x="266" y="5442"/>
                  </a:lnTo>
                  <a:lnTo>
                    <a:pt x="133" y="6371"/>
                  </a:lnTo>
                  <a:lnTo>
                    <a:pt x="0" y="7433"/>
                  </a:lnTo>
                  <a:lnTo>
                    <a:pt x="0" y="7433"/>
                  </a:lnTo>
                  <a:lnTo>
                    <a:pt x="133" y="8229"/>
                  </a:lnTo>
                  <a:lnTo>
                    <a:pt x="399" y="9025"/>
                  </a:lnTo>
                  <a:lnTo>
                    <a:pt x="664" y="9556"/>
                  </a:lnTo>
                  <a:lnTo>
                    <a:pt x="1195" y="9954"/>
                  </a:lnTo>
                  <a:lnTo>
                    <a:pt x="2124" y="10485"/>
                  </a:lnTo>
                  <a:lnTo>
                    <a:pt x="2256" y="10220"/>
                  </a:lnTo>
                  <a:lnTo>
                    <a:pt x="2256" y="10220"/>
                  </a:lnTo>
                  <a:lnTo>
                    <a:pt x="3053" y="9954"/>
                  </a:lnTo>
                  <a:lnTo>
                    <a:pt x="3982" y="9689"/>
                  </a:lnTo>
                  <a:lnTo>
                    <a:pt x="3982" y="9689"/>
                  </a:lnTo>
                  <a:lnTo>
                    <a:pt x="4778" y="9025"/>
                  </a:lnTo>
                  <a:lnTo>
                    <a:pt x="5442" y="8362"/>
                  </a:lnTo>
                  <a:lnTo>
                    <a:pt x="6105" y="7565"/>
                  </a:lnTo>
                  <a:lnTo>
                    <a:pt x="6636" y="6636"/>
                  </a:lnTo>
                  <a:lnTo>
                    <a:pt x="7167" y="5707"/>
                  </a:lnTo>
                  <a:lnTo>
                    <a:pt x="7565" y="4779"/>
                  </a:lnTo>
                  <a:lnTo>
                    <a:pt x="7698" y="3850"/>
                  </a:lnTo>
                  <a:lnTo>
                    <a:pt x="7830" y="278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6" name="Google Shape;4040;p40">
              <a:extLst>
                <a:ext uri="{FF2B5EF4-FFF2-40B4-BE49-F238E27FC236}">
                  <a16:creationId xmlns:a16="http://schemas.microsoft.com/office/drawing/2014/main" id="{C8600514-33CA-8B69-752B-4794631F6015}"/>
                </a:ext>
              </a:extLst>
            </p:cNvPr>
            <p:cNvSpPr/>
            <p:nvPr/>
          </p:nvSpPr>
          <p:spPr>
            <a:xfrm>
              <a:off x="7216952" y="2322658"/>
              <a:ext cx="125428" cy="173858"/>
            </a:xfrm>
            <a:custGeom>
              <a:avLst/>
              <a:gdLst/>
              <a:ahLst/>
              <a:cxnLst/>
              <a:rect l="l" t="t" r="r" b="b"/>
              <a:pathLst>
                <a:path w="7565" h="10486" extrusionOk="0">
                  <a:moveTo>
                    <a:pt x="5707" y="1"/>
                  </a:moveTo>
                  <a:lnTo>
                    <a:pt x="4778" y="134"/>
                  </a:lnTo>
                  <a:lnTo>
                    <a:pt x="3849" y="532"/>
                  </a:lnTo>
                  <a:lnTo>
                    <a:pt x="3053" y="1195"/>
                  </a:lnTo>
                  <a:lnTo>
                    <a:pt x="2389" y="1859"/>
                  </a:lnTo>
                  <a:lnTo>
                    <a:pt x="1726" y="2655"/>
                  </a:lnTo>
                  <a:lnTo>
                    <a:pt x="1195" y="3584"/>
                  </a:lnTo>
                  <a:lnTo>
                    <a:pt x="664" y="4513"/>
                  </a:lnTo>
                  <a:lnTo>
                    <a:pt x="266" y="5442"/>
                  </a:lnTo>
                  <a:lnTo>
                    <a:pt x="133" y="6371"/>
                  </a:lnTo>
                  <a:lnTo>
                    <a:pt x="0" y="7433"/>
                  </a:lnTo>
                  <a:lnTo>
                    <a:pt x="133" y="8229"/>
                  </a:lnTo>
                  <a:lnTo>
                    <a:pt x="399" y="9025"/>
                  </a:lnTo>
                  <a:lnTo>
                    <a:pt x="664" y="9556"/>
                  </a:lnTo>
                  <a:lnTo>
                    <a:pt x="1195" y="9954"/>
                  </a:lnTo>
                  <a:lnTo>
                    <a:pt x="2124" y="10485"/>
                  </a:lnTo>
                  <a:lnTo>
                    <a:pt x="1593" y="10087"/>
                  </a:lnTo>
                  <a:lnTo>
                    <a:pt x="1327" y="9556"/>
                  </a:lnTo>
                  <a:lnTo>
                    <a:pt x="1062" y="8760"/>
                  </a:lnTo>
                  <a:lnTo>
                    <a:pt x="929" y="7964"/>
                  </a:lnTo>
                  <a:lnTo>
                    <a:pt x="1062" y="7035"/>
                  </a:lnTo>
                  <a:lnTo>
                    <a:pt x="1327" y="5973"/>
                  </a:lnTo>
                  <a:lnTo>
                    <a:pt x="1593" y="5044"/>
                  </a:lnTo>
                  <a:lnTo>
                    <a:pt x="2124" y="4115"/>
                  </a:lnTo>
                  <a:lnTo>
                    <a:pt x="2655" y="3186"/>
                  </a:lnTo>
                  <a:lnTo>
                    <a:pt x="3318" y="2390"/>
                  </a:lnTo>
                  <a:lnTo>
                    <a:pt x="4114" y="1726"/>
                  </a:lnTo>
                  <a:lnTo>
                    <a:pt x="4911" y="1195"/>
                  </a:lnTo>
                  <a:lnTo>
                    <a:pt x="5840" y="797"/>
                  </a:lnTo>
                  <a:lnTo>
                    <a:pt x="6636" y="664"/>
                  </a:lnTo>
                  <a:lnTo>
                    <a:pt x="7167" y="664"/>
                  </a:lnTo>
                  <a:lnTo>
                    <a:pt x="7565" y="797"/>
                  </a:lnTo>
                  <a:lnTo>
                    <a:pt x="7565" y="797"/>
                  </a:lnTo>
                  <a:lnTo>
                    <a:pt x="6769" y="399"/>
                  </a:lnTo>
                  <a:lnTo>
                    <a:pt x="6238" y="134"/>
                  </a:lnTo>
                  <a:lnTo>
                    <a:pt x="5707" y="1"/>
                  </a:lnTo>
                  <a:close/>
                </a:path>
              </a:pathLst>
            </a:custGeom>
            <a:solidFill>
              <a:srgbClr val="F685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4041;p40">
              <a:extLst>
                <a:ext uri="{FF2B5EF4-FFF2-40B4-BE49-F238E27FC236}">
                  <a16:creationId xmlns:a16="http://schemas.microsoft.com/office/drawing/2014/main" id="{45050305-BBEE-2702-D112-938EFE9AE7D0}"/>
                </a:ext>
              </a:extLst>
            </p:cNvPr>
            <p:cNvSpPr/>
            <p:nvPr/>
          </p:nvSpPr>
          <p:spPr>
            <a:xfrm>
              <a:off x="7216952" y="2322658"/>
              <a:ext cx="125428" cy="173858"/>
            </a:xfrm>
            <a:custGeom>
              <a:avLst/>
              <a:gdLst/>
              <a:ahLst/>
              <a:cxnLst/>
              <a:rect l="l" t="t" r="r" b="b"/>
              <a:pathLst>
                <a:path w="7565" h="10486" fill="none" extrusionOk="0">
                  <a:moveTo>
                    <a:pt x="5707" y="1"/>
                  </a:moveTo>
                  <a:lnTo>
                    <a:pt x="5707" y="1"/>
                  </a:lnTo>
                  <a:lnTo>
                    <a:pt x="4778" y="134"/>
                  </a:lnTo>
                  <a:lnTo>
                    <a:pt x="3849" y="532"/>
                  </a:lnTo>
                  <a:lnTo>
                    <a:pt x="3849" y="532"/>
                  </a:lnTo>
                  <a:lnTo>
                    <a:pt x="3053" y="1195"/>
                  </a:lnTo>
                  <a:lnTo>
                    <a:pt x="2389" y="1859"/>
                  </a:lnTo>
                  <a:lnTo>
                    <a:pt x="1726" y="2655"/>
                  </a:lnTo>
                  <a:lnTo>
                    <a:pt x="1195" y="3584"/>
                  </a:lnTo>
                  <a:lnTo>
                    <a:pt x="664" y="4513"/>
                  </a:lnTo>
                  <a:lnTo>
                    <a:pt x="266" y="5442"/>
                  </a:lnTo>
                  <a:lnTo>
                    <a:pt x="133" y="6371"/>
                  </a:lnTo>
                  <a:lnTo>
                    <a:pt x="0" y="7433"/>
                  </a:lnTo>
                  <a:lnTo>
                    <a:pt x="0" y="7433"/>
                  </a:lnTo>
                  <a:lnTo>
                    <a:pt x="133" y="8229"/>
                  </a:lnTo>
                  <a:lnTo>
                    <a:pt x="399" y="9025"/>
                  </a:lnTo>
                  <a:lnTo>
                    <a:pt x="664" y="9556"/>
                  </a:lnTo>
                  <a:lnTo>
                    <a:pt x="1195" y="9954"/>
                  </a:lnTo>
                  <a:lnTo>
                    <a:pt x="2124" y="10485"/>
                  </a:lnTo>
                  <a:lnTo>
                    <a:pt x="2124" y="10485"/>
                  </a:lnTo>
                  <a:lnTo>
                    <a:pt x="1593" y="10087"/>
                  </a:lnTo>
                  <a:lnTo>
                    <a:pt x="1327" y="9556"/>
                  </a:lnTo>
                  <a:lnTo>
                    <a:pt x="1062" y="8760"/>
                  </a:lnTo>
                  <a:lnTo>
                    <a:pt x="929" y="7964"/>
                  </a:lnTo>
                  <a:lnTo>
                    <a:pt x="929" y="7964"/>
                  </a:lnTo>
                  <a:lnTo>
                    <a:pt x="929" y="7964"/>
                  </a:lnTo>
                  <a:lnTo>
                    <a:pt x="929" y="7964"/>
                  </a:lnTo>
                  <a:lnTo>
                    <a:pt x="1062" y="7035"/>
                  </a:lnTo>
                  <a:lnTo>
                    <a:pt x="1327" y="5973"/>
                  </a:lnTo>
                  <a:lnTo>
                    <a:pt x="1593" y="5044"/>
                  </a:lnTo>
                  <a:lnTo>
                    <a:pt x="2124" y="4115"/>
                  </a:lnTo>
                  <a:lnTo>
                    <a:pt x="2655" y="3186"/>
                  </a:lnTo>
                  <a:lnTo>
                    <a:pt x="3318" y="2390"/>
                  </a:lnTo>
                  <a:lnTo>
                    <a:pt x="4114" y="1726"/>
                  </a:lnTo>
                  <a:lnTo>
                    <a:pt x="4911" y="1195"/>
                  </a:lnTo>
                  <a:lnTo>
                    <a:pt x="4911" y="1195"/>
                  </a:lnTo>
                  <a:lnTo>
                    <a:pt x="5840" y="797"/>
                  </a:lnTo>
                  <a:lnTo>
                    <a:pt x="6636" y="664"/>
                  </a:lnTo>
                  <a:lnTo>
                    <a:pt x="6636" y="664"/>
                  </a:lnTo>
                  <a:lnTo>
                    <a:pt x="7167" y="664"/>
                  </a:lnTo>
                  <a:lnTo>
                    <a:pt x="7565" y="797"/>
                  </a:lnTo>
                  <a:lnTo>
                    <a:pt x="6769" y="399"/>
                  </a:lnTo>
                  <a:lnTo>
                    <a:pt x="6769" y="399"/>
                  </a:lnTo>
                  <a:lnTo>
                    <a:pt x="6238" y="134"/>
                  </a:lnTo>
                  <a:lnTo>
                    <a:pt x="570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4042;p40">
              <a:extLst>
                <a:ext uri="{FF2B5EF4-FFF2-40B4-BE49-F238E27FC236}">
                  <a16:creationId xmlns:a16="http://schemas.microsoft.com/office/drawing/2014/main" id="{A2BB8076-6B1B-9D8D-4886-3424F4E35D82}"/>
                </a:ext>
              </a:extLst>
            </p:cNvPr>
            <p:cNvSpPr/>
            <p:nvPr/>
          </p:nvSpPr>
          <p:spPr>
            <a:xfrm>
              <a:off x="7232355" y="2333667"/>
              <a:ext cx="129838" cy="167242"/>
            </a:xfrm>
            <a:custGeom>
              <a:avLst/>
              <a:gdLst/>
              <a:ahLst/>
              <a:cxnLst/>
              <a:rect l="l" t="t" r="r" b="b"/>
              <a:pathLst>
                <a:path w="7831" h="10087" extrusionOk="0">
                  <a:moveTo>
                    <a:pt x="5441" y="0"/>
                  </a:moveTo>
                  <a:lnTo>
                    <a:pt x="4778" y="133"/>
                  </a:lnTo>
                  <a:lnTo>
                    <a:pt x="3982" y="531"/>
                  </a:lnTo>
                  <a:lnTo>
                    <a:pt x="3185" y="1062"/>
                  </a:lnTo>
                  <a:lnTo>
                    <a:pt x="2389" y="1726"/>
                  </a:lnTo>
                  <a:lnTo>
                    <a:pt x="1726" y="2522"/>
                  </a:lnTo>
                  <a:lnTo>
                    <a:pt x="1195" y="3451"/>
                  </a:lnTo>
                  <a:lnTo>
                    <a:pt x="664" y="4380"/>
                  </a:lnTo>
                  <a:lnTo>
                    <a:pt x="398" y="5309"/>
                  </a:lnTo>
                  <a:lnTo>
                    <a:pt x="133" y="6371"/>
                  </a:lnTo>
                  <a:lnTo>
                    <a:pt x="0" y="7300"/>
                  </a:lnTo>
                  <a:lnTo>
                    <a:pt x="133" y="8096"/>
                  </a:lnTo>
                  <a:lnTo>
                    <a:pt x="398" y="8892"/>
                  </a:lnTo>
                  <a:lnTo>
                    <a:pt x="797" y="9423"/>
                  </a:lnTo>
                  <a:lnTo>
                    <a:pt x="1195" y="9821"/>
                  </a:lnTo>
                  <a:lnTo>
                    <a:pt x="1726" y="10086"/>
                  </a:lnTo>
                  <a:lnTo>
                    <a:pt x="2389" y="10086"/>
                  </a:lnTo>
                  <a:lnTo>
                    <a:pt x="3185" y="9954"/>
                  </a:lnTo>
                  <a:lnTo>
                    <a:pt x="3982" y="9556"/>
                  </a:lnTo>
                  <a:lnTo>
                    <a:pt x="4778" y="9025"/>
                  </a:lnTo>
                  <a:lnTo>
                    <a:pt x="5441" y="8229"/>
                  </a:lnTo>
                  <a:lnTo>
                    <a:pt x="6105" y="7432"/>
                  </a:lnTo>
                  <a:lnTo>
                    <a:pt x="6769" y="6636"/>
                  </a:lnTo>
                  <a:lnTo>
                    <a:pt x="7167" y="5707"/>
                  </a:lnTo>
                  <a:lnTo>
                    <a:pt x="7565" y="4645"/>
                  </a:lnTo>
                  <a:lnTo>
                    <a:pt x="7830" y="3716"/>
                  </a:lnTo>
                  <a:lnTo>
                    <a:pt x="7830" y="2787"/>
                  </a:lnTo>
                  <a:lnTo>
                    <a:pt x="7830" y="1858"/>
                  </a:lnTo>
                  <a:lnTo>
                    <a:pt x="7565" y="1195"/>
                  </a:lnTo>
                  <a:lnTo>
                    <a:pt x="7167" y="664"/>
                  </a:lnTo>
                  <a:lnTo>
                    <a:pt x="6769" y="266"/>
                  </a:lnTo>
                  <a:lnTo>
                    <a:pt x="6105"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4043;p40">
              <a:extLst>
                <a:ext uri="{FF2B5EF4-FFF2-40B4-BE49-F238E27FC236}">
                  <a16:creationId xmlns:a16="http://schemas.microsoft.com/office/drawing/2014/main" id="{08924AD1-C221-69DB-97AC-069661DE4863}"/>
                </a:ext>
              </a:extLst>
            </p:cNvPr>
            <p:cNvSpPr/>
            <p:nvPr/>
          </p:nvSpPr>
          <p:spPr>
            <a:xfrm>
              <a:off x="7232355" y="2333667"/>
              <a:ext cx="129838" cy="167242"/>
            </a:xfrm>
            <a:custGeom>
              <a:avLst/>
              <a:gdLst/>
              <a:ahLst/>
              <a:cxnLst/>
              <a:rect l="l" t="t" r="r" b="b"/>
              <a:pathLst>
                <a:path w="7831" h="10087" fill="none" extrusionOk="0">
                  <a:moveTo>
                    <a:pt x="3982" y="531"/>
                  </a:moveTo>
                  <a:lnTo>
                    <a:pt x="3982" y="531"/>
                  </a:lnTo>
                  <a:lnTo>
                    <a:pt x="3185" y="1062"/>
                  </a:lnTo>
                  <a:lnTo>
                    <a:pt x="2389" y="1726"/>
                  </a:lnTo>
                  <a:lnTo>
                    <a:pt x="1726" y="2522"/>
                  </a:lnTo>
                  <a:lnTo>
                    <a:pt x="1195" y="3451"/>
                  </a:lnTo>
                  <a:lnTo>
                    <a:pt x="664" y="4380"/>
                  </a:lnTo>
                  <a:lnTo>
                    <a:pt x="398" y="5309"/>
                  </a:lnTo>
                  <a:lnTo>
                    <a:pt x="133" y="6371"/>
                  </a:lnTo>
                  <a:lnTo>
                    <a:pt x="0" y="7300"/>
                  </a:lnTo>
                  <a:lnTo>
                    <a:pt x="0" y="7300"/>
                  </a:lnTo>
                  <a:lnTo>
                    <a:pt x="133" y="8096"/>
                  </a:lnTo>
                  <a:lnTo>
                    <a:pt x="398" y="8892"/>
                  </a:lnTo>
                  <a:lnTo>
                    <a:pt x="797" y="9423"/>
                  </a:lnTo>
                  <a:lnTo>
                    <a:pt x="1195" y="9821"/>
                  </a:lnTo>
                  <a:lnTo>
                    <a:pt x="1726" y="10086"/>
                  </a:lnTo>
                  <a:lnTo>
                    <a:pt x="2389" y="10086"/>
                  </a:lnTo>
                  <a:lnTo>
                    <a:pt x="3185" y="9954"/>
                  </a:lnTo>
                  <a:lnTo>
                    <a:pt x="3982" y="9556"/>
                  </a:lnTo>
                  <a:lnTo>
                    <a:pt x="3982" y="9556"/>
                  </a:lnTo>
                  <a:lnTo>
                    <a:pt x="4778" y="9025"/>
                  </a:lnTo>
                  <a:lnTo>
                    <a:pt x="5441" y="8229"/>
                  </a:lnTo>
                  <a:lnTo>
                    <a:pt x="6105" y="7432"/>
                  </a:lnTo>
                  <a:lnTo>
                    <a:pt x="6769" y="6636"/>
                  </a:lnTo>
                  <a:lnTo>
                    <a:pt x="7167" y="5707"/>
                  </a:lnTo>
                  <a:lnTo>
                    <a:pt x="7565" y="4645"/>
                  </a:lnTo>
                  <a:lnTo>
                    <a:pt x="7830" y="3716"/>
                  </a:lnTo>
                  <a:lnTo>
                    <a:pt x="7830" y="2787"/>
                  </a:lnTo>
                  <a:lnTo>
                    <a:pt x="7830" y="2787"/>
                  </a:lnTo>
                  <a:lnTo>
                    <a:pt x="7830" y="1858"/>
                  </a:lnTo>
                  <a:lnTo>
                    <a:pt x="7565" y="1195"/>
                  </a:lnTo>
                  <a:lnTo>
                    <a:pt x="7167" y="664"/>
                  </a:lnTo>
                  <a:lnTo>
                    <a:pt x="6769" y="266"/>
                  </a:lnTo>
                  <a:lnTo>
                    <a:pt x="6105" y="0"/>
                  </a:lnTo>
                  <a:lnTo>
                    <a:pt x="5441" y="0"/>
                  </a:lnTo>
                  <a:lnTo>
                    <a:pt x="4778" y="133"/>
                  </a:lnTo>
                  <a:lnTo>
                    <a:pt x="3982" y="53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4044;p40">
              <a:extLst>
                <a:ext uri="{FF2B5EF4-FFF2-40B4-BE49-F238E27FC236}">
                  <a16:creationId xmlns:a16="http://schemas.microsoft.com/office/drawing/2014/main" id="{C17569FC-C6ED-E108-0287-41CBB1D83086}"/>
                </a:ext>
              </a:extLst>
            </p:cNvPr>
            <p:cNvSpPr/>
            <p:nvPr/>
          </p:nvSpPr>
          <p:spPr>
            <a:xfrm>
              <a:off x="7232355" y="2333667"/>
              <a:ext cx="129838" cy="167242"/>
            </a:xfrm>
            <a:custGeom>
              <a:avLst/>
              <a:gdLst/>
              <a:ahLst/>
              <a:cxnLst/>
              <a:rect l="l" t="t" r="r" b="b"/>
              <a:pathLst>
                <a:path w="7831" h="10087" extrusionOk="0">
                  <a:moveTo>
                    <a:pt x="5707" y="0"/>
                  </a:moveTo>
                  <a:lnTo>
                    <a:pt x="4911" y="133"/>
                  </a:lnTo>
                  <a:lnTo>
                    <a:pt x="3982" y="531"/>
                  </a:lnTo>
                  <a:lnTo>
                    <a:pt x="3185" y="1062"/>
                  </a:lnTo>
                  <a:lnTo>
                    <a:pt x="2389" y="1726"/>
                  </a:lnTo>
                  <a:lnTo>
                    <a:pt x="1726" y="2522"/>
                  </a:lnTo>
                  <a:lnTo>
                    <a:pt x="1195" y="3451"/>
                  </a:lnTo>
                  <a:lnTo>
                    <a:pt x="664" y="4380"/>
                  </a:lnTo>
                  <a:lnTo>
                    <a:pt x="398" y="5309"/>
                  </a:lnTo>
                  <a:lnTo>
                    <a:pt x="133" y="6371"/>
                  </a:lnTo>
                  <a:lnTo>
                    <a:pt x="0" y="7300"/>
                  </a:lnTo>
                  <a:lnTo>
                    <a:pt x="133" y="7963"/>
                  </a:lnTo>
                  <a:lnTo>
                    <a:pt x="266" y="8494"/>
                  </a:lnTo>
                  <a:lnTo>
                    <a:pt x="398" y="8892"/>
                  </a:lnTo>
                  <a:lnTo>
                    <a:pt x="664" y="9290"/>
                  </a:lnTo>
                  <a:lnTo>
                    <a:pt x="929" y="9688"/>
                  </a:lnTo>
                  <a:lnTo>
                    <a:pt x="1327" y="9821"/>
                  </a:lnTo>
                  <a:lnTo>
                    <a:pt x="1726" y="9954"/>
                  </a:lnTo>
                  <a:lnTo>
                    <a:pt x="2256" y="10086"/>
                  </a:lnTo>
                  <a:lnTo>
                    <a:pt x="3053" y="9954"/>
                  </a:lnTo>
                  <a:lnTo>
                    <a:pt x="3982" y="9556"/>
                  </a:lnTo>
                  <a:lnTo>
                    <a:pt x="4778" y="9025"/>
                  </a:lnTo>
                  <a:lnTo>
                    <a:pt x="5441" y="8229"/>
                  </a:lnTo>
                  <a:lnTo>
                    <a:pt x="6105" y="7432"/>
                  </a:lnTo>
                  <a:lnTo>
                    <a:pt x="6769" y="6636"/>
                  </a:lnTo>
                  <a:lnTo>
                    <a:pt x="7167" y="5707"/>
                  </a:lnTo>
                  <a:lnTo>
                    <a:pt x="7565" y="4645"/>
                  </a:lnTo>
                  <a:lnTo>
                    <a:pt x="7830" y="3716"/>
                  </a:lnTo>
                  <a:lnTo>
                    <a:pt x="7830" y="2787"/>
                  </a:lnTo>
                  <a:lnTo>
                    <a:pt x="7830" y="2124"/>
                  </a:lnTo>
                  <a:lnTo>
                    <a:pt x="7698" y="1593"/>
                  </a:lnTo>
                  <a:lnTo>
                    <a:pt x="7565" y="1062"/>
                  </a:lnTo>
                  <a:lnTo>
                    <a:pt x="7299" y="664"/>
                  </a:lnTo>
                  <a:lnTo>
                    <a:pt x="6901" y="399"/>
                  </a:lnTo>
                  <a:lnTo>
                    <a:pt x="6636" y="133"/>
                  </a:lnTo>
                  <a:lnTo>
                    <a:pt x="6105"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4045;p40">
              <a:extLst>
                <a:ext uri="{FF2B5EF4-FFF2-40B4-BE49-F238E27FC236}">
                  <a16:creationId xmlns:a16="http://schemas.microsoft.com/office/drawing/2014/main" id="{7B8B29F0-32CA-D550-AE4E-D6E040908764}"/>
                </a:ext>
              </a:extLst>
            </p:cNvPr>
            <p:cNvSpPr/>
            <p:nvPr/>
          </p:nvSpPr>
          <p:spPr>
            <a:xfrm>
              <a:off x="7232355" y="2333667"/>
              <a:ext cx="129838" cy="167242"/>
            </a:xfrm>
            <a:custGeom>
              <a:avLst/>
              <a:gdLst/>
              <a:ahLst/>
              <a:cxnLst/>
              <a:rect l="l" t="t" r="r" b="b"/>
              <a:pathLst>
                <a:path w="7831" h="10087" fill="none" extrusionOk="0">
                  <a:moveTo>
                    <a:pt x="5707" y="0"/>
                  </a:moveTo>
                  <a:lnTo>
                    <a:pt x="5707" y="0"/>
                  </a:lnTo>
                  <a:lnTo>
                    <a:pt x="4911" y="133"/>
                  </a:lnTo>
                  <a:lnTo>
                    <a:pt x="3982" y="531"/>
                  </a:lnTo>
                  <a:lnTo>
                    <a:pt x="3982" y="531"/>
                  </a:lnTo>
                  <a:lnTo>
                    <a:pt x="3185" y="1062"/>
                  </a:lnTo>
                  <a:lnTo>
                    <a:pt x="2389" y="1726"/>
                  </a:lnTo>
                  <a:lnTo>
                    <a:pt x="1726" y="2522"/>
                  </a:lnTo>
                  <a:lnTo>
                    <a:pt x="1195" y="3451"/>
                  </a:lnTo>
                  <a:lnTo>
                    <a:pt x="664" y="4380"/>
                  </a:lnTo>
                  <a:lnTo>
                    <a:pt x="398" y="5309"/>
                  </a:lnTo>
                  <a:lnTo>
                    <a:pt x="133" y="6371"/>
                  </a:lnTo>
                  <a:lnTo>
                    <a:pt x="0" y="7300"/>
                  </a:lnTo>
                  <a:lnTo>
                    <a:pt x="0" y="7300"/>
                  </a:lnTo>
                  <a:lnTo>
                    <a:pt x="133" y="7963"/>
                  </a:lnTo>
                  <a:lnTo>
                    <a:pt x="266" y="8494"/>
                  </a:lnTo>
                  <a:lnTo>
                    <a:pt x="398" y="8892"/>
                  </a:lnTo>
                  <a:lnTo>
                    <a:pt x="664" y="9290"/>
                  </a:lnTo>
                  <a:lnTo>
                    <a:pt x="929" y="9688"/>
                  </a:lnTo>
                  <a:lnTo>
                    <a:pt x="1327" y="9821"/>
                  </a:lnTo>
                  <a:lnTo>
                    <a:pt x="1726" y="9954"/>
                  </a:lnTo>
                  <a:lnTo>
                    <a:pt x="2256" y="10086"/>
                  </a:lnTo>
                  <a:lnTo>
                    <a:pt x="2256" y="10086"/>
                  </a:lnTo>
                  <a:lnTo>
                    <a:pt x="3053" y="9954"/>
                  </a:lnTo>
                  <a:lnTo>
                    <a:pt x="3982" y="9556"/>
                  </a:lnTo>
                  <a:lnTo>
                    <a:pt x="3982" y="9556"/>
                  </a:lnTo>
                  <a:lnTo>
                    <a:pt x="4778" y="9025"/>
                  </a:lnTo>
                  <a:lnTo>
                    <a:pt x="5441" y="8229"/>
                  </a:lnTo>
                  <a:lnTo>
                    <a:pt x="6105" y="7432"/>
                  </a:lnTo>
                  <a:lnTo>
                    <a:pt x="6769" y="6636"/>
                  </a:lnTo>
                  <a:lnTo>
                    <a:pt x="7167" y="5707"/>
                  </a:lnTo>
                  <a:lnTo>
                    <a:pt x="7565" y="4645"/>
                  </a:lnTo>
                  <a:lnTo>
                    <a:pt x="7830" y="3716"/>
                  </a:lnTo>
                  <a:lnTo>
                    <a:pt x="7830" y="2787"/>
                  </a:lnTo>
                  <a:lnTo>
                    <a:pt x="7830" y="2787"/>
                  </a:lnTo>
                  <a:lnTo>
                    <a:pt x="7830" y="2124"/>
                  </a:lnTo>
                  <a:lnTo>
                    <a:pt x="7698" y="1593"/>
                  </a:lnTo>
                  <a:lnTo>
                    <a:pt x="7565" y="1062"/>
                  </a:lnTo>
                  <a:lnTo>
                    <a:pt x="7299" y="664"/>
                  </a:lnTo>
                  <a:lnTo>
                    <a:pt x="6901" y="399"/>
                  </a:lnTo>
                  <a:lnTo>
                    <a:pt x="6636" y="133"/>
                  </a:lnTo>
                  <a:lnTo>
                    <a:pt x="6105" y="0"/>
                  </a:lnTo>
                  <a:lnTo>
                    <a:pt x="570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4046;p40">
              <a:extLst>
                <a:ext uri="{FF2B5EF4-FFF2-40B4-BE49-F238E27FC236}">
                  <a16:creationId xmlns:a16="http://schemas.microsoft.com/office/drawing/2014/main" id="{76BB0A76-A0DA-940D-BF7B-C682D7DFC086}"/>
                </a:ext>
              </a:extLst>
            </p:cNvPr>
            <p:cNvSpPr/>
            <p:nvPr/>
          </p:nvSpPr>
          <p:spPr>
            <a:xfrm>
              <a:off x="7267554" y="2377670"/>
              <a:ext cx="61628" cy="79236"/>
            </a:xfrm>
            <a:custGeom>
              <a:avLst/>
              <a:gdLst/>
              <a:ahLst/>
              <a:cxnLst/>
              <a:rect l="l" t="t" r="r" b="b"/>
              <a:pathLst>
                <a:path w="3717" h="4779" extrusionOk="0">
                  <a:moveTo>
                    <a:pt x="2390" y="1"/>
                  </a:moveTo>
                  <a:lnTo>
                    <a:pt x="1859" y="133"/>
                  </a:lnTo>
                  <a:lnTo>
                    <a:pt x="1062" y="797"/>
                  </a:lnTo>
                  <a:lnTo>
                    <a:pt x="532" y="1593"/>
                  </a:lnTo>
                  <a:lnTo>
                    <a:pt x="133" y="2522"/>
                  </a:lnTo>
                  <a:lnTo>
                    <a:pt x="1" y="3451"/>
                  </a:lnTo>
                  <a:lnTo>
                    <a:pt x="1" y="3849"/>
                  </a:lnTo>
                  <a:lnTo>
                    <a:pt x="133" y="4247"/>
                  </a:lnTo>
                  <a:lnTo>
                    <a:pt x="399" y="4513"/>
                  </a:lnTo>
                  <a:lnTo>
                    <a:pt x="797" y="4778"/>
                  </a:lnTo>
                  <a:lnTo>
                    <a:pt x="1328" y="4778"/>
                  </a:lnTo>
                  <a:lnTo>
                    <a:pt x="1859" y="4513"/>
                  </a:lnTo>
                  <a:lnTo>
                    <a:pt x="2522" y="3982"/>
                  </a:lnTo>
                  <a:lnTo>
                    <a:pt x="3186" y="3053"/>
                  </a:lnTo>
                  <a:lnTo>
                    <a:pt x="3584" y="2257"/>
                  </a:lnTo>
                  <a:lnTo>
                    <a:pt x="3717" y="1328"/>
                  </a:lnTo>
                  <a:lnTo>
                    <a:pt x="3584" y="797"/>
                  </a:lnTo>
                  <a:lnTo>
                    <a:pt x="3451" y="399"/>
                  </a:lnTo>
                  <a:lnTo>
                    <a:pt x="3186" y="133"/>
                  </a:lnTo>
                  <a:lnTo>
                    <a:pt x="2788"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4047;p40">
              <a:extLst>
                <a:ext uri="{FF2B5EF4-FFF2-40B4-BE49-F238E27FC236}">
                  <a16:creationId xmlns:a16="http://schemas.microsoft.com/office/drawing/2014/main" id="{06789C96-CC32-3285-E0F0-ACC32D81C4FB}"/>
                </a:ext>
              </a:extLst>
            </p:cNvPr>
            <p:cNvSpPr/>
            <p:nvPr/>
          </p:nvSpPr>
          <p:spPr>
            <a:xfrm>
              <a:off x="7267554" y="2377670"/>
              <a:ext cx="48430" cy="70432"/>
            </a:xfrm>
            <a:custGeom>
              <a:avLst/>
              <a:gdLst/>
              <a:ahLst/>
              <a:cxnLst/>
              <a:rect l="l" t="t" r="r" b="b"/>
              <a:pathLst>
                <a:path w="2921" h="4248" extrusionOk="0">
                  <a:moveTo>
                    <a:pt x="2390" y="1"/>
                  </a:moveTo>
                  <a:lnTo>
                    <a:pt x="1859" y="133"/>
                  </a:lnTo>
                  <a:lnTo>
                    <a:pt x="1062" y="797"/>
                  </a:lnTo>
                  <a:lnTo>
                    <a:pt x="532" y="1593"/>
                  </a:lnTo>
                  <a:lnTo>
                    <a:pt x="133" y="2522"/>
                  </a:lnTo>
                  <a:lnTo>
                    <a:pt x="1" y="3451"/>
                  </a:lnTo>
                  <a:lnTo>
                    <a:pt x="1" y="3849"/>
                  </a:lnTo>
                  <a:lnTo>
                    <a:pt x="133" y="4247"/>
                  </a:lnTo>
                  <a:lnTo>
                    <a:pt x="532" y="4115"/>
                  </a:lnTo>
                  <a:lnTo>
                    <a:pt x="1062" y="3982"/>
                  </a:lnTo>
                  <a:lnTo>
                    <a:pt x="1859" y="3318"/>
                  </a:lnTo>
                  <a:lnTo>
                    <a:pt x="2390" y="2522"/>
                  </a:lnTo>
                  <a:lnTo>
                    <a:pt x="2788" y="1593"/>
                  </a:lnTo>
                  <a:lnTo>
                    <a:pt x="2920" y="664"/>
                  </a:lnTo>
                  <a:lnTo>
                    <a:pt x="2920" y="266"/>
                  </a:lnTo>
                  <a:lnTo>
                    <a:pt x="2788"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4048;p40">
              <a:extLst>
                <a:ext uri="{FF2B5EF4-FFF2-40B4-BE49-F238E27FC236}">
                  <a16:creationId xmlns:a16="http://schemas.microsoft.com/office/drawing/2014/main" id="{9B5DCF46-82A4-5A7B-965D-B9D79850820B}"/>
                </a:ext>
              </a:extLst>
            </p:cNvPr>
            <p:cNvSpPr/>
            <p:nvPr/>
          </p:nvSpPr>
          <p:spPr>
            <a:xfrm>
              <a:off x="7263161" y="2566898"/>
              <a:ext cx="48414" cy="61628"/>
            </a:xfrm>
            <a:custGeom>
              <a:avLst/>
              <a:gdLst/>
              <a:ahLst/>
              <a:cxnLst/>
              <a:rect l="l" t="t" r="r" b="b"/>
              <a:pathLst>
                <a:path w="2920" h="3717" extrusionOk="0">
                  <a:moveTo>
                    <a:pt x="1858" y="1"/>
                  </a:moveTo>
                  <a:lnTo>
                    <a:pt x="1327" y="266"/>
                  </a:lnTo>
                  <a:lnTo>
                    <a:pt x="797" y="664"/>
                  </a:lnTo>
                  <a:lnTo>
                    <a:pt x="398" y="1195"/>
                  </a:lnTo>
                  <a:lnTo>
                    <a:pt x="133" y="1859"/>
                  </a:lnTo>
                  <a:lnTo>
                    <a:pt x="0" y="2522"/>
                  </a:lnTo>
                  <a:lnTo>
                    <a:pt x="133" y="3053"/>
                  </a:lnTo>
                  <a:lnTo>
                    <a:pt x="398" y="3319"/>
                  </a:lnTo>
                  <a:lnTo>
                    <a:pt x="1062" y="3717"/>
                  </a:lnTo>
                  <a:lnTo>
                    <a:pt x="1327" y="3186"/>
                  </a:lnTo>
                  <a:lnTo>
                    <a:pt x="1858" y="2788"/>
                  </a:lnTo>
                  <a:lnTo>
                    <a:pt x="2256" y="2257"/>
                  </a:lnTo>
                  <a:lnTo>
                    <a:pt x="2522" y="1593"/>
                  </a:lnTo>
                  <a:lnTo>
                    <a:pt x="2655" y="930"/>
                  </a:lnTo>
                  <a:lnTo>
                    <a:pt x="2920" y="532"/>
                  </a:lnTo>
                  <a:lnTo>
                    <a:pt x="2256" y="134"/>
                  </a:lnTo>
                  <a:lnTo>
                    <a:pt x="1858"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4049;p40">
              <a:extLst>
                <a:ext uri="{FF2B5EF4-FFF2-40B4-BE49-F238E27FC236}">
                  <a16:creationId xmlns:a16="http://schemas.microsoft.com/office/drawing/2014/main" id="{B264626D-1BF8-BF0F-D5EF-E0E7F1C69BA1}"/>
                </a:ext>
              </a:extLst>
            </p:cNvPr>
            <p:cNvSpPr/>
            <p:nvPr/>
          </p:nvSpPr>
          <p:spPr>
            <a:xfrm>
              <a:off x="7263161" y="2566898"/>
              <a:ext cx="48414" cy="61628"/>
            </a:xfrm>
            <a:custGeom>
              <a:avLst/>
              <a:gdLst/>
              <a:ahLst/>
              <a:cxnLst/>
              <a:rect l="l" t="t" r="r" b="b"/>
              <a:pathLst>
                <a:path w="2920" h="3717" fill="none" extrusionOk="0">
                  <a:moveTo>
                    <a:pt x="0" y="2522"/>
                  </a:moveTo>
                  <a:lnTo>
                    <a:pt x="0" y="2522"/>
                  </a:lnTo>
                  <a:lnTo>
                    <a:pt x="133" y="1859"/>
                  </a:lnTo>
                  <a:lnTo>
                    <a:pt x="398" y="1195"/>
                  </a:lnTo>
                  <a:lnTo>
                    <a:pt x="797" y="664"/>
                  </a:lnTo>
                  <a:lnTo>
                    <a:pt x="1327" y="266"/>
                  </a:lnTo>
                  <a:lnTo>
                    <a:pt x="1327" y="266"/>
                  </a:lnTo>
                  <a:lnTo>
                    <a:pt x="1858" y="1"/>
                  </a:lnTo>
                  <a:lnTo>
                    <a:pt x="2256" y="134"/>
                  </a:lnTo>
                  <a:lnTo>
                    <a:pt x="2256" y="134"/>
                  </a:lnTo>
                  <a:lnTo>
                    <a:pt x="2920" y="532"/>
                  </a:lnTo>
                  <a:lnTo>
                    <a:pt x="2655" y="930"/>
                  </a:lnTo>
                  <a:lnTo>
                    <a:pt x="2655" y="930"/>
                  </a:lnTo>
                  <a:lnTo>
                    <a:pt x="2655" y="930"/>
                  </a:lnTo>
                  <a:lnTo>
                    <a:pt x="2522" y="1593"/>
                  </a:lnTo>
                  <a:lnTo>
                    <a:pt x="2256" y="2257"/>
                  </a:lnTo>
                  <a:lnTo>
                    <a:pt x="1858" y="2788"/>
                  </a:lnTo>
                  <a:lnTo>
                    <a:pt x="1327" y="3186"/>
                  </a:lnTo>
                  <a:lnTo>
                    <a:pt x="1327" y="3186"/>
                  </a:lnTo>
                  <a:lnTo>
                    <a:pt x="1062" y="3717"/>
                  </a:lnTo>
                  <a:lnTo>
                    <a:pt x="398" y="3319"/>
                  </a:lnTo>
                  <a:lnTo>
                    <a:pt x="398" y="3319"/>
                  </a:lnTo>
                  <a:lnTo>
                    <a:pt x="398" y="3319"/>
                  </a:lnTo>
                  <a:lnTo>
                    <a:pt x="398" y="3319"/>
                  </a:lnTo>
                  <a:lnTo>
                    <a:pt x="398" y="3319"/>
                  </a:lnTo>
                  <a:lnTo>
                    <a:pt x="133" y="3053"/>
                  </a:lnTo>
                  <a:lnTo>
                    <a:pt x="0" y="252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4050;p40">
              <a:extLst>
                <a:ext uri="{FF2B5EF4-FFF2-40B4-BE49-F238E27FC236}">
                  <a16:creationId xmlns:a16="http://schemas.microsoft.com/office/drawing/2014/main" id="{261176AD-8750-231C-CA6C-E346C594AA53}"/>
                </a:ext>
              </a:extLst>
            </p:cNvPr>
            <p:cNvSpPr/>
            <p:nvPr/>
          </p:nvSpPr>
          <p:spPr>
            <a:xfrm>
              <a:off x="7263161" y="2566898"/>
              <a:ext cx="48414" cy="61628"/>
            </a:xfrm>
            <a:custGeom>
              <a:avLst/>
              <a:gdLst/>
              <a:ahLst/>
              <a:cxnLst/>
              <a:rect l="l" t="t" r="r" b="b"/>
              <a:pathLst>
                <a:path w="2920" h="3717" extrusionOk="0">
                  <a:moveTo>
                    <a:pt x="1991" y="1"/>
                  </a:moveTo>
                  <a:lnTo>
                    <a:pt x="1726" y="134"/>
                  </a:lnTo>
                  <a:lnTo>
                    <a:pt x="1327" y="266"/>
                  </a:lnTo>
                  <a:lnTo>
                    <a:pt x="797" y="664"/>
                  </a:lnTo>
                  <a:lnTo>
                    <a:pt x="398" y="1195"/>
                  </a:lnTo>
                  <a:lnTo>
                    <a:pt x="133" y="1859"/>
                  </a:lnTo>
                  <a:lnTo>
                    <a:pt x="0" y="2522"/>
                  </a:lnTo>
                  <a:lnTo>
                    <a:pt x="133" y="3053"/>
                  </a:lnTo>
                  <a:lnTo>
                    <a:pt x="398" y="3319"/>
                  </a:lnTo>
                  <a:lnTo>
                    <a:pt x="1062" y="3717"/>
                  </a:lnTo>
                  <a:lnTo>
                    <a:pt x="1327" y="3186"/>
                  </a:lnTo>
                  <a:lnTo>
                    <a:pt x="1858" y="2788"/>
                  </a:lnTo>
                  <a:lnTo>
                    <a:pt x="2256" y="2257"/>
                  </a:lnTo>
                  <a:lnTo>
                    <a:pt x="2522" y="1593"/>
                  </a:lnTo>
                  <a:lnTo>
                    <a:pt x="2655" y="930"/>
                  </a:lnTo>
                  <a:lnTo>
                    <a:pt x="2920" y="532"/>
                  </a:lnTo>
                  <a:lnTo>
                    <a:pt x="2256" y="134"/>
                  </a:lnTo>
                  <a:lnTo>
                    <a:pt x="1991" y="1"/>
                  </a:lnTo>
                  <a:close/>
                </a:path>
              </a:pathLst>
            </a:custGeom>
            <a:solidFill>
              <a:srgbClr val="A9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4051;p40">
              <a:extLst>
                <a:ext uri="{FF2B5EF4-FFF2-40B4-BE49-F238E27FC236}">
                  <a16:creationId xmlns:a16="http://schemas.microsoft.com/office/drawing/2014/main" id="{FEBAD778-74A8-0DBF-45BA-7CF7C3F3E895}"/>
                </a:ext>
              </a:extLst>
            </p:cNvPr>
            <p:cNvSpPr/>
            <p:nvPr/>
          </p:nvSpPr>
          <p:spPr>
            <a:xfrm>
              <a:off x="7263161" y="2566898"/>
              <a:ext cx="48414" cy="61628"/>
            </a:xfrm>
            <a:custGeom>
              <a:avLst/>
              <a:gdLst/>
              <a:ahLst/>
              <a:cxnLst/>
              <a:rect l="l" t="t" r="r" b="b"/>
              <a:pathLst>
                <a:path w="2920" h="3717" fill="none" extrusionOk="0">
                  <a:moveTo>
                    <a:pt x="1991" y="1"/>
                  </a:moveTo>
                  <a:lnTo>
                    <a:pt x="1991" y="1"/>
                  </a:lnTo>
                  <a:lnTo>
                    <a:pt x="1726" y="134"/>
                  </a:lnTo>
                  <a:lnTo>
                    <a:pt x="1327" y="266"/>
                  </a:lnTo>
                  <a:lnTo>
                    <a:pt x="1327" y="266"/>
                  </a:lnTo>
                  <a:lnTo>
                    <a:pt x="797" y="664"/>
                  </a:lnTo>
                  <a:lnTo>
                    <a:pt x="398" y="1195"/>
                  </a:lnTo>
                  <a:lnTo>
                    <a:pt x="133" y="1859"/>
                  </a:lnTo>
                  <a:lnTo>
                    <a:pt x="0" y="2522"/>
                  </a:lnTo>
                  <a:lnTo>
                    <a:pt x="0" y="2522"/>
                  </a:lnTo>
                  <a:lnTo>
                    <a:pt x="133" y="3053"/>
                  </a:lnTo>
                  <a:lnTo>
                    <a:pt x="398" y="3319"/>
                  </a:lnTo>
                  <a:lnTo>
                    <a:pt x="398" y="3319"/>
                  </a:lnTo>
                  <a:lnTo>
                    <a:pt x="398" y="3319"/>
                  </a:lnTo>
                  <a:lnTo>
                    <a:pt x="398" y="3319"/>
                  </a:lnTo>
                  <a:lnTo>
                    <a:pt x="398" y="3319"/>
                  </a:lnTo>
                  <a:lnTo>
                    <a:pt x="398" y="3319"/>
                  </a:lnTo>
                  <a:lnTo>
                    <a:pt x="1062" y="3717"/>
                  </a:lnTo>
                  <a:lnTo>
                    <a:pt x="1327" y="3186"/>
                  </a:lnTo>
                  <a:lnTo>
                    <a:pt x="1327" y="3186"/>
                  </a:lnTo>
                  <a:lnTo>
                    <a:pt x="1327" y="3186"/>
                  </a:lnTo>
                  <a:lnTo>
                    <a:pt x="1858" y="2788"/>
                  </a:lnTo>
                  <a:lnTo>
                    <a:pt x="2256" y="2257"/>
                  </a:lnTo>
                  <a:lnTo>
                    <a:pt x="2522" y="1593"/>
                  </a:lnTo>
                  <a:lnTo>
                    <a:pt x="2655" y="930"/>
                  </a:lnTo>
                  <a:lnTo>
                    <a:pt x="2655" y="930"/>
                  </a:lnTo>
                  <a:lnTo>
                    <a:pt x="2920" y="532"/>
                  </a:lnTo>
                  <a:lnTo>
                    <a:pt x="2256" y="134"/>
                  </a:lnTo>
                  <a:lnTo>
                    <a:pt x="2256" y="134"/>
                  </a:lnTo>
                  <a:lnTo>
                    <a:pt x="2256" y="134"/>
                  </a:lnTo>
                  <a:lnTo>
                    <a:pt x="199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4052;p40">
              <a:extLst>
                <a:ext uri="{FF2B5EF4-FFF2-40B4-BE49-F238E27FC236}">
                  <a16:creationId xmlns:a16="http://schemas.microsoft.com/office/drawing/2014/main" id="{19C517F7-F550-8519-7CD1-8A4DAAE2AB72}"/>
                </a:ext>
              </a:extLst>
            </p:cNvPr>
            <p:cNvSpPr/>
            <p:nvPr/>
          </p:nvSpPr>
          <p:spPr>
            <a:xfrm>
              <a:off x="7274153" y="2573497"/>
              <a:ext cx="44036" cy="57234"/>
            </a:xfrm>
            <a:custGeom>
              <a:avLst/>
              <a:gdLst/>
              <a:ahLst/>
              <a:cxnLst/>
              <a:rect l="l" t="t" r="r" b="b"/>
              <a:pathLst>
                <a:path w="2656" h="3452" extrusionOk="0">
                  <a:moveTo>
                    <a:pt x="1859" y="1"/>
                  </a:moveTo>
                  <a:lnTo>
                    <a:pt x="1328" y="266"/>
                  </a:lnTo>
                  <a:lnTo>
                    <a:pt x="797" y="664"/>
                  </a:lnTo>
                  <a:lnTo>
                    <a:pt x="399" y="1195"/>
                  </a:lnTo>
                  <a:lnTo>
                    <a:pt x="134" y="1859"/>
                  </a:lnTo>
                  <a:lnTo>
                    <a:pt x="1" y="2522"/>
                  </a:lnTo>
                  <a:lnTo>
                    <a:pt x="134" y="3053"/>
                  </a:lnTo>
                  <a:lnTo>
                    <a:pt x="399" y="3319"/>
                  </a:lnTo>
                  <a:lnTo>
                    <a:pt x="797" y="3451"/>
                  </a:lnTo>
                  <a:lnTo>
                    <a:pt x="1328" y="3186"/>
                  </a:lnTo>
                  <a:lnTo>
                    <a:pt x="1859" y="2788"/>
                  </a:lnTo>
                  <a:lnTo>
                    <a:pt x="2257" y="2257"/>
                  </a:lnTo>
                  <a:lnTo>
                    <a:pt x="2522" y="1593"/>
                  </a:lnTo>
                  <a:lnTo>
                    <a:pt x="2655" y="930"/>
                  </a:lnTo>
                  <a:lnTo>
                    <a:pt x="2522" y="399"/>
                  </a:lnTo>
                  <a:lnTo>
                    <a:pt x="2257" y="134"/>
                  </a:lnTo>
                  <a:lnTo>
                    <a:pt x="1859"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9" name="Google Shape;4053;p40">
              <a:extLst>
                <a:ext uri="{FF2B5EF4-FFF2-40B4-BE49-F238E27FC236}">
                  <a16:creationId xmlns:a16="http://schemas.microsoft.com/office/drawing/2014/main" id="{BD5F53BC-5A82-CAD9-554B-503F789F5385}"/>
                </a:ext>
              </a:extLst>
            </p:cNvPr>
            <p:cNvSpPr/>
            <p:nvPr/>
          </p:nvSpPr>
          <p:spPr>
            <a:xfrm>
              <a:off x="7263161" y="2661520"/>
              <a:ext cx="48414" cy="59423"/>
            </a:xfrm>
            <a:custGeom>
              <a:avLst/>
              <a:gdLst/>
              <a:ahLst/>
              <a:cxnLst/>
              <a:rect l="l" t="t" r="r" b="b"/>
              <a:pathLst>
                <a:path w="2920" h="3584" extrusionOk="0">
                  <a:moveTo>
                    <a:pt x="1858" y="0"/>
                  </a:moveTo>
                  <a:lnTo>
                    <a:pt x="1327" y="133"/>
                  </a:lnTo>
                  <a:lnTo>
                    <a:pt x="797" y="531"/>
                  </a:lnTo>
                  <a:lnTo>
                    <a:pt x="398" y="1062"/>
                  </a:lnTo>
                  <a:lnTo>
                    <a:pt x="133" y="1726"/>
                  </a:lnTo>
                  <a:lnTo>
                    <a:pt x="0" y="2389"/>
                  </a:lnTo>
                  <a:lnTo>
                    <a:pt x="133" y="2920"/>
                  </a:lnTo>
                  <a:lnTo>
                    <a:pt x="398" y="3185"/>
                  </a:lnTo>
                  <a:lnTo>
                    <a:pt x="398" y="3318"/>
                  </a:lnTo>
                  <a:lnTo>
                    <a:pt x="1062" y="3584"/>
                  </a:lnTo>
                  <a:lnTo>
                    <a:pt x="1327" y="3185"/>
                  </a:lnTo>
                  <a:lnTo>
                    <a:pt x="1858" y="2787"/>
                  </a:lnTo>
                  <a:lnTo>
                    <a:pt x="2256" y="2124"/>
                  </a:lnTo>
                  <a:lnTo>
                    <a:pt x="2522" y="1593"/>
                  </a:lnTo>
                  <a:lnTo>
                    <a:pt x="2655" y="929"/>
                  </a:lnTo>
                  <a:lnTo>
                    <a:pt x="2655" y="797"/>
                  </a:lnTo>
                  <a:lnTo>
                    <a:pt x="2920" y="398"/>
                  </a:lnTo>
                  <a:lnTo>
                    <a:pt x="2256" y="133"/>
                  </a:lnTo>
                  <a:lnTo>
                    <a:pt x="1858" y="0"/>
                  </a:ln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0" name="Google Shape;4054;p40">
              <a:extLst>
                <a:ext uri="{FF2B5EF4-FFF2-40B4-BE49-F238E27FC236}">
                  <a16:creationId xmlns:a16="http://schemas.microsoft.com/office/drawing/2014/main" id="{B2A129E7-F62A-8A73-C5AA-CAE15BCC0272}"/>
                </a:ext>
              </a:extLst>
            </p:cNvPr>
            <p:cNvSpPr/>
            <p:nvPr/>
          </p:nvSpPr>
          <p:spPr>
            <a:xfrm>
              <a:off x="7274153" y="2668119"/>
              <a:ext cx="44036" cy="55029"/>
            </a:xfrm>
            <a:custGeom>
              <a:avLst/>
              <a:gdLst/>
              <a:ahLst/>
              <a:cxnLst/>
              <a:rect l="l" t="t" r="r" b="b"/>
              <a:pathLst>
                <a:path w="2656" h="3319" extrusionOk="0">
                  <a:moveTo>
                    <a:pt x="1859" y="0"/>
                  </a:moveTo>
                  <a:lnTo>
                    <a:pt x="1328" y="133"/>
                  </a:lnTo>
                  <a:lnTo>
                    <a:pt x="797" y="531"/>
                  </a:lnTo>
                  <a:lnTo>
                    <a:pt x="399" y="1062"/>
                  </a:lnTo>
                  <a:lnTo>
                    <a:pt x="134" y="1726"/>
                  </a:lnTo>
                  <a:lnTo>
                    <a:pt x="1" y="2389"/>
                  </a:lnTo>
                  <a:lnTo>
                    <a:pt x="134" y="2920"/>
                  </a:lnTo>
                  <a:lnTo>
                    <a:pt x="399" y="3186"/>
                  </a:lnTo>
                  <a:lnTo>
                    <a:pt x="797" y="3318"/>
                  </a:lnTo>
                  <a:lnTo>
                    <a:pt x="1328" y="3186"/>
                  </a:lnTo>
                  <a:lnTo>
                    <a:pt x="1859" y="2787"/>
                  </a:lnTo>
                  <a:lnTo>
                    <a:pt x="2257" y="2124"/>
                  </a:lnTo>
                  <a:lnTo>
                    <a:pt x="2522" y="1460"/>
                  </a:lnTo>
                  <a:lnTo>
                    <a:pt x="2655" y="929"/>
                  </a:lnTo>
                  <a:lnTo>
                    <a:pt x="2522" y="399"/>
                  </a:lnTo>
                  <a:lnTo>
                    <a:pt x="2257"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4055;p40">
              <a:extLst>
                <a:ext uri="{FF2B5EF4-FFF2-40B4-BE49-F238E27FC236}">
                  <a16:creationId xmlns:a16="http://schemas.microsoft.com/office/drawing/2014/main" id="{857641DF-C7CF-8112-74B0-C784B3796E88}"/>
                </a:ext>
              </a:extLst>
            </p:cNvPr>
            <p:cNvSpPr/>
            <p:nvPr/>
          </p:nvSpPr>
          <p:spPr>
            <a:xfrm>
              <a:off x="6937513" y="1860590"/>
              <a:ext cx="33011" cy="171653"/>
            </a:xfrm>
            <a:custGeom>
              <a:avLst/>
              <a:gdLst/>
              <a:ahLst/>
              <a:cxnLst/>
              <a:rect l="l" t="t" r="r" b="b"/>
              <a:pathLst>
                <a:path w="1991" h="10353" extrusionOk="0">
                  <a:moveTo>
                    <a:pt x="0" y="1"/>
                  </a:moveTo>
                  <a:lnTo>
                    <a:pt x="0" y="9158"/>
                  </a:lnTo>
                  <a:lnTo>
                    <a:pt x="1991" y="10352"/>
                  </a:lnTo>
                  <a:lnTo>
                    <a:pt x="1991" y="1062"/>
                  </a:lnTo>
                  <a:lnTo>
                    <a:pt x="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4056;p40">
              <a:extLst>
                <a:ext uri="{FF2B5EF4-FFF2-40B4-BE49-F238E27FC236}">
                  <a16:creationId xmlns:a16="http://schemas.microsoft.com/office/drawing/2014/main" id="{3AE5C5E5-18DD-8669-4226-8AF21237332A}"/>
                </a:ext>
              </a:extLst>
            </p:cNvPr>
            <p:cNvSpPr/>
            <p:nvPr/>
          </p:nvSpPr>
          <p:spPr>
            <a:xfrm>
              <a:off x="6937513" y="1860590"/>
              <a:ext cx="33011" cy="171653"/>
            </a:xfrm>
            <a:custGeom>
              <a:avLst/>
              <a:gdLst/>
              <a:ahLst/>
              <a:cxnLst/>
              <a:rect l="l" t="t" r="r" b="b"/>
              <a:pathLst>
                <a:path w="1991" h="10353" fill="none" extrusionOk="0">
                  <a:moveTo>
                    <a:pt x="1991" y="1062"/>
                  </a:moveTo>
                  <a:lnTo>
                    <a:pt x="1991" y="10352"/>
                  </a:lnTo>
                  <a:lnTo>
                    <a:pt x="0" y="9158"/>
                  </a:lnTo>
                  <a:lnTo>
                    <a:pt x="0" y="1"/>
                  </a:lnTo>
                  <a:lnTo>
                    <a:pt x="1991" y="106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4057;p40">
              <a:extLst>
                <a:ext uri="{FF2B5EF4-FFF2-40B4-BE49-F238E27FC236}">
                  <a16:creationId xmlns:a16="http://schemas.microsoft.com/office/drawing/2014/main" id="{8C04659B-383B-6536-D2A0-129CC7E9F371}"/>
                </a:ext>
              </a:extLst>
            </p:cNvPr>
            <p:cNvSpPr/>
            <p:nvPr/>
          </p:nvSpPr>
          <p:spPr>
            <a:xfrm>
              <a:off x="6871491" y="2012413"/>
              <a:ext cx="99032" cy="134248"/>
            </a:xfrm>
            <a:custGeom>
              <a:avLst/>
              <a:gdLst/>
              <a:ahLst/>
              <a:cxnLst/>
              <a:rect l="l" t="t" r="r" b="b"/>
              <a:pathLst>
                <a:path w="5973" h="8097" extrusionOk="0">
                  <a:moveTo>
                    <a:pt x="3982" y="1"/>
                  </a:moveTo>
                  <a:lnTo>
                    <a:pt x="1" y="6902"/>
                  </a:lnTo>
                  <a:lnTo>
                    <a:pt x="1992" y="8096"/>
                  </a:lnTo>
                  <a:lnTo>
                    <a:pt x="5973" y="1195"/>
                  </a:lnTo>
                  <a:lnTo>
                    <a:pt x="3982"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4058;p40">
              <a:extLst>
                <a:ext uri="{FF2B5EF4-FFF2-40B4-BE49-F238E27FC236}">
                  <a16:creationId xmlns:a16="http://schemas.microsoft.com/office/drawing/2014/main" id="{96EDBA32-02B0-66E7-06A3-A477FC1D780A}"/>
                </a:ext>
              </a:extLst>
            </p:cNvPr>
            <p:cNvSpPr/>
            <p:nvPr/>
          </p:nvSpPr>
          <p:spPr>
            <a:xfrm>
              <a:off x="6904502" y="1867189"/>
              <a:ext cx="85835" cy="299269"/>
            </a:xfrm>
            <a:custGeom>
              <a:avLst/>
              <a:gdLst/>
              <a:ahLst/>
              <a:cxnLst/>
              <a:rect l="l" t="t" r="r" b="b"/>
              <a:pathLst>
                <a:path w="5177" h="18050" extrusionOk="0">
                  <a:moveTo>
                    <a:pt x="5176" y="1"/>
                  </a:moveTo>
                  <a:lnTo>
                    <a:pt x="3982" y="664"/>
                  </a:lnTo>
                  <a:lnTo>
                    <a:pt x="3982" y="9954"/>
                  </a:lnTo>
                  <a:lnTo>
                    <a:pt x="1" y="16855"/>
                  </a:lnTo>
                  <a:lnTo>
                    <a:pt x="664" y="18049"/>
                  </a:lnTo>
                  <a:lnTo>
                    <a:pt x="5176" y="10618"/>
                  </a:lnTo>
                  <a:lnTo>
                    <a:pt x="5176"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4059;p40">
              <a:extLst>
                <a:ext uri="{FF2B5EF4-FFF2-40B4-BE49-F238E27FC236}">
                  <a16:creationId xmlns:a16="http://schemas.microsoft.com/office/drawing/2014/main" id="{1EE3897B-BC1C-C6ED-F3C1-2A3384825BBB}"/>
                </a:ext>
              </a:extLst>
            </p:cNvPr>
            <p:cNvSpPr/>
            <p:nvPr/>
          </p:nvSpPr>
          <p:spPr>
            <a:xfrm>
              <a:off x="6904502" y="1867189"/>
              <a:ext cx="85835" cy="299269"/>
            </a:xfrm>
            <a:custGeom>
              <a:avLst/>
              <a:gdLst/>
              <a:ahLst/>
              <a:cxnLst/>
              <a:rect l="l" t="t" r="r" b="b"/>
              <a:pathLst>
                <a:path w="5177" h="18050" fill="none" extrusionOk="0">
                  <a:moveTo>
                    <a:pt x="3982" y="664"/>
                  </a:moveTo>
                  <a:lnTo>
                    <a:pt x="3982" y="9954"/>
                  </a:lnTo>
                  <a:lnTo>
                    <a:pt x="1" y="16855"/>
                  </a:lnTo>
                  <a:lnTo>
                    <a:pt x="664" y="18049"/>
                  </a:lnTo>
                  <a:lnTo>
                    <a:pt x="5176" y="10618"/>
                  </a:lnTo>
                  <a:lnTo>
                    <a:pt x="5176" y="1"/>
                  </a:lnTo>
                  <a:lnTo>
                    <a:pt x="3982" y="66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4060;p40">
              <a:extLst>
                <a:ext uri="{FF2B5EF4-FFF2-40B4-BE49-F238E27FC236}">
                  <a16:creationId xmlns:a16="http://schemas.microsoft.com/office/drawing/2014/main" id="{4E83C356-5A85-F367-C252-501245822185}"/>
                </a:ext>
              </a:extLst>
            </p:cNvPr>
            <p:cNvSpPr/>
            <p:nvPr/>
          </p:nvSpPr>
          <p:spPr>
            <a:xfrm>
              <a:off x="6871491" y="2126832"/>
              <a:ext cx="44036" cy="39626"/>
            </a:xfrm>
            <a:custGeom>
              <a:avLst/>
              <a:gdLst/>
              <a:ahLst/>
              <a:cxnLst/>
              <a:rect l="l" t="t" r="r" b="b"/>
              <a:pathLst>
                <a:path w="2656" h="2390" extrusionOk="0">
                  <a:moveTo>
                    <a:pt x="1" y="1"/>
                  </a:moveTo>
                  <a:lnTo>
                    <a:pt x="664" y="1328"/>
                  </a:lnTo>
                  <a:lnTo>
                    <a:pt x="2655" y="2389"/>
                  </a:lnTo>
                  <a:lnTo>
                    <a:pt x="1992" y="1195"/>
                  </a:lnTo>
                  <a:lnTo>
                    <a:pt x="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4061;p40">
              <a:extLst>
                <a:ext uri="{FF2B5EF4-FFF2-40B4-BE49-F238E27FC236}">
                  <a16:creationId xmlns:a16="http://schemas.microsoft.com/office/drawing/2014/main" id="{2ABB665F-F349-E424-5A38-0B97634A7DB0}"/>
                </a:ext>
              </a:extLst>
            </p:cNvPr>
            <p:cNvSpPr/>
            <p:nvPr/>
          </p:nvSpPr>
          <p:spPr>
            <a:xfrm>
              <a:off x="7245553" y="1660370"/>
              <a:ext cx="215656" cy="250855"/>
            </a:xfrm>
            <a:custGeom>
              <a:avLst/>
              <a:gdLst/>
              <a:ahLst/>
              <a:cxnLst/>
              <a:rect l="l" t="t" r="r" b="b"/>
              <a:pathLst>
                <a:path w="13007" h="15130" extrusionOk="0">
                  <a:moveTo>
                    <a:pt x="5044" y="0"/>
                  </a:moveTo>
                  <a:lnTo>
                    <a:pt x="4247" y="398"/>
                  </a:lnTo>
                  <a:lnTo>
                    <a:pt x="3318" y="929"/>
                  </a:lnTo>
                  <a:lnTo>
                    <a:pt x="2522" y="1725"/>
                  </a:lnTo>
                  <a:lnTo>
                    <a:pt x="1859" y="2654"/>
                  </a:lnTo>
                  <a:lnTo>
                    <a:pt x="1195" y="3716"/>
                  </a:lnTo>
                  <a:lnTo>
                    <a:pt x="664" y="4910"/>
                  </a:lnTo>
                  <a:lnTo>
                    <a:pt x="399" y="6105"/>
                  </a:lnTo>
                  <a:lnTo>
                    <a:pt x="133" y="7299"/>
                  </a:lnTo>
                  <a:lnTo>
                    <a:pt x="1" y="8494"/>
                  </a:lnTo>
                  <a:lnTo>
                    <a:pt x="133" y="9688"/>
                  </a:lnTo>
                  <a:lnTo>
                    <a:pt x="399" y="10617"/>
                  </a:lnTo>
                  <a:lnTo>
                    <a:pt x="797" y="11413"/>
                  </a:lnTo>
                  <a:lnTo>
                    <a:pt x="1460" y="12077"/>
                  </a:lnTo>
                  <a:lnTo>
                    <a:pt x="2124" y="12342"/>
                  </a:lnTo>
                  <a:lnTo>
                    <a:pt x="7698" y="15129"/>
                  </a:lnTo>
                  <a:lnTo>
                    <a:pt x="7963" y="14731"/>
                  </a:lnTo>
                  <a:lnTo>
                    <a:pt x="8760" y="14465"/>
                  </a:lnTo>
                  <a:lnTo>
                    <a:pt x="9688" y="13802"/>
                  </a:lnTo>
                  <a:lnTo>
                    <a:pt x="10485" y="13006"/>
                  </a:lnTo>
                  <a:lnTo>
                    <a:pt x="11281" y="12077"/>
                  </a:lnTo>
                  <a:lnTo>
                    <a:pt x="11812" y="11015"/>
                  </a:lnTo>
                  <a:lnTo>
                    <a:pt x="12343" y="9821"/>
                  </a:lnTo>
                  <a:lnTo>
                    <a:pt x="12741" y="8626"/>
                  </a:lnTo>
                  <a:lnTo>
                    <a:pt x="13006" y="7432"/>
                  </a:lnTo>
                  <a:lnTo>
                    <a:pt x="13006" y="6237"/>
                  </a:lnTo>
                  <a:lnTo>
                    <a:pt x="12874" y="5043"/>
                  </a:lnTo>
                  <a:lnTo>
                    <a:pt x="12608" y="3981"/>
                  </a:lnTo>
                  <a:lnTo>
                    <a:pt x="12077" y="3185"/>
                  </a:lnTo>
                  <a:lnTo>
                    <a:pt x="12210" y="2787"/>
                  </a:lnTo>
                  <a:lnTo>
                    <a:pt x="6503" y="133"/>
                  </a:lnTo>
                  <a:lnTo>
                    <a:pt x="5840"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8" name="Google Shape;4062;p40">
              <a:extLst>
                <a:ext uri="{FF2B5EF4-FFF2-40B4-BE49-F238E27FC236}">
                  <a16:creationId xmlns:a16="http://schemas.microsoft.com/office/drawing/2014/main" id="{6D2226BB-84BC-C529-9444-9409275FA5F2}"/>
                </a:ext>
              </a:extLst>
            </p:cNvPr>
            <p:cNvSpPr/>
            <p:nvPr/>
          </p:nvSpPr>
          <p:spPr>
            <a:xfrm>
              <a:off x="7245553" y="1660370"/>
              <a:ext cx="215656" cy="250855"/>
            </a:xfrm>
            <a:custGeom>
              <a:avLst/>
              <a:gdLst/>
              <a:ahLst/>
              <a:cxnLst/>
              <a:rect l="l" t="t" r="r" b="b"/>
              <a:pathLst>
                <a:path w="13007" h="15130" fill="none" extrusionOk="0">
                  <a:moveTo>
                    <a:pt x="3318" y="929"/>
                  </a:moveTo>
                  <a:lnTo>
                    <a:pt x="3318" y="929"/>
                  </a:lnTo>
                  <a:lnTo>
                    <a:pt x="4247" y="398"/>
                  </a:lnTo>
                  <a:lnTo>
                    <a:pt x="5044" y="0"/>
                  </a:lnTo>
                  <a:lnTo>
                    <a:pt x="5840" y="0"/>
                  </a:lnTo>
                  <a:lnTo>
                    <a:pt x="6503" y="133"/>
                  </a:lnTo>
                  <a:lnTo>
                    <a:pt x="6503" y="133"/>
                  </a:lnTo>
                  <a:lnTo>
                    <a:pt x="12210" y="2787"/>
                  </a:lnTo>
                  <a:lnTo>
                    <a:pt x="12077" y="3185"/>
                  </a:lnTo>
                  <a:lnTo>
                    <a:pt x="12077" y="3185"/>
                  </a:lnTo>
                  <a:lnTo>
                    <a:pt x="12608" y="3981"/>
                  </a:lnTo>
                  <a:lnTo>
                    <a:pt x="12874" y="5043"/>
                  </a:lnTo>
                  <a:lnTo>
                    <a:pt x="12874" y="5043"/>
                  </a:lnTo>
                  <a:lnTo>
                    <a:pt x="13006" y="6237"/>
                  </a:lnTo>
                  <a:lnTo>
                    <a:pt x="13006" y="7432"/>
                  </a:lnTo>
                  <a:lnTo>
                    <a:pt x="12741" y="8626"/>
                  </a:lnTo>
                  <a:lnTo>
                    <a:pt x="12343" y="9821"/>
                  </a:lnTo>
                  <a:lnTo>
                    <a:pt x="11812" y="11015"/>
                  </a:lnTo>
                  <a:lnTo>
                    <a:pt x="11281" y="12077"/>
                  </a:lnTo>
                  <a:lnTo>
                    <a:pt x="10485" y="13006"/>
                  </a:lnTo>
                  <a:lnTo>
                    <a:pt x="9688" y="13802"/>
                  </a:lnTo>
                  <a:lnTo>
                    <a:pt x="9688" y="13802"/>
                  </a:lnTo>
                  <a:lnTo>
                    <a:pt x="8760" y="14465"/>
                  </a:lnTo>
                  <a:lnTo>
                    <a:pt x="7963" y="14731"/>
                  </a:lnTo>
                  <a:lnTo>
                    <a:pt x="7698" y="15129"/>
                  </a:lnTo>
                  <a:lnTo>
                    <a:pt x="2124" y="12342"/>
                  </a:lnTo>
                  <a:lnTo>
                    <a:pt x="2124" y="12342"/>
                  </a:lnTo>
                  <a:lnTo>
                    <a:pt x="1460" y="12077"/>
                  </a:lnTo>
                  <a:lnTo>
                    <a:pt x="797" y="11413"/>
                  </a:lnTo>
                  <a:lnTo>
                    <a:pt x="399" y="10617"/>
                  </a:lnTo>
                  <a:lnTo>
                    <a:pt x="133" y="9688"/>
                  </a:lnTo>
                  <a:lnTo>
                    <a:pt x="133" y="9688"/>
                  </a:lnTo>
                  <a:lnTo>
                    <a:pt x="1" y="8494"/>
                  </a:lnTo>
                  <a:lnTo>
                    <a:pt x="133" y="7299"/>
                  </a:lnTo>
                  <a:lnTo>
                    <a:pt x="399" y="6105"/>
                  </a:lnTo>
                  <a:lnTo>
                    <a:pt x="664" y="4910"/>
                  </a:lnTo>
                  <a:lnTo>
                    <a:pt x="1195" y="3716"/>
                  </a:lnTo>
                  <a:lnTo>
                    <a:pt x="1859" y="2654"/>
                  </a:lnTo>
                  <a:lnTo>
                    <a:pt x="2522" y="1725"/>
                  </a:lnTo>
                  <a:lnTo>
                    <a:pt x="3318" y="92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4063;p40">
              <a:extLst>
                <a:ext uri="{FF2B5EF4-FFF2-40B4-BE49-F238E27FC236}">
                  <a16:creationId xmlns:a16="http://schemas.microsoft.com/office/drawing/2014/main" id="{787E8FE2-3E79-FD91-ADEB-880F19674356}"/>
                </a:ext>
              </a:extLst>
            </p:cNvPr>
            <p:cNvSpPr/>
            <p:nvPr/>
          </p:nvSpPr>
          <p:spPr>
            <a:xfrm>
              <a:off x="7247758" y="1660370"/>
              <a:ext cx="200237" cy="248650"/>
            </a:xfrm>
            <a:custGeom>
              <a:avLst/>
              <a:gdLst/>
              <a:ahLst/>
              <a:cxnLst/>
              <a:rect l="l" t="t" r="r" b="b"/>
              <a:pathLst>
                <a:path w="12077" h="14997" extrusionOk="0">
                  <a:moveTo>
                    <a:pt x="5043" y="0"/>
                  </a:moveTo>
                  <a:lnTo>
                    <a:pt x="4380" y="133"/>
                  </a:lnTo>
                  <a:lnTo>
                    <a:pt x="3849" y="531"/>
                  </a:lnTo>
                  <a:lnTo>
                    <a:pt x="3185" y="929"/>
                  </a:lnTo>
                  <a:lnTo>
                    <a:pt x="2256" y="1991"/>
                  </a:lnTo>
                  <a:lnTo>
                    <a:pt x="1460" y="3052"/>
                  </a:lnTo>
                  <a:lnTo>
                    <a:pt x="797" y="4379"/>
                  </a:lnTo>
                  <a:lnTo>
                    <a:pt x="266" y="5839"/>
                  </a:lnTo>
                  <a:lnTo>
                    <a:pt x="2920" y="5441"/>
                  </a:lnTo>
                  <a:lnTo>
                    <a:pt x="3185" y="5441"/>
                  </a:lnTo>
                  <a:lnTo>
                    <a:pt x="3849" y="5574"/>
                  </a:lnTo>
                  <a:lnTo>
                    <a:pt x="4512" y="5972"/>
                  </a:lnTo>
                  <a:lnTo>
                    <a:pt x="4911" y="6370"/>
                  </a:lnTo>
                  <a:lnTo>
                    <a:pt x="5176" y="7034"/>
                  </a:lnTo>
                  <a:lnTo>
                    <a:pt x="5176" y="7432"/>
                  </a:lnTo>
                  <a:lnTo>
                    <a:pt x="5043" y="8095"/>
                  </a:lnTo>
                  <a:lnTo>
                    <a:pt x="4645" y="8626"/>
                  </a:lnTo>
                  <a:lnTo>
                    <a:pt x="4247" y="9024"/>
                  </a:lnTo>
                  <a:lnTo>
                    <a:pt x="3584" y="9290"/>
                  </a:lnTo>
                  <a:lnTo>
                    <a:pt x="0" y="9555"/>
                  </a:lnTo>
                  <a:lnTo>
                    <a:pt x="0" y="9688"/>
                  </a:lnTo>
                  <a:lnTo>
                    <a:pt x="266" y="10617"/>
                  </a:lnTo>
                  <a:lnTo>
                    <a:pt x="664" y="11413"/>
                  </a:lnTo>
                  <a:lnTo>
                    <a:pt x="1327" y="12077"/>
                  </a:lnTo>
                  <a:lnTo>
                    <a:pt x="1991" y="12342"/>
                  </a:lnTo>
                  <a:lnTo>
                    <a:pt x="7299" y="14996"/>
                  </a:lnTo>
                  <a:lnTo>
                    <a:pt x="6769" y="14598"/>
                  </a:lnTo>
                  <a:lnTo>
                    <a:pt x="6370" y="14067"/>
                  </a:lnTo>
                  <a:lnTo>
                    <a:pt x="6105" y="13271"/>
                  </a:lnTo>
                  <a:lnTo>
                    <a:pt x="5840" y="12342"/>
                  </a:lnTo>
                  <a:lnTo>
                    <a:pt x="5707" y="11280"/>
                  </a:lnTo>
                  <a:lnTo>
                    <a:pt x="5840" y="10086"/>
                  </a:lnTo>
                  <a:lnTo>
                    <a:pt x="5972" y="8892"/>
                  </a:lnTo>
                  <a:lnTo>
                    <a:pt x="6370" y="7697"/>
                  </a:lnTo>
                  <a:lnTo>
                    <a:pt x="6901" y="6503"/>
                  </a:lnTo>
                  <a:lnTo>
                    <a:pt x="7432" y="5441"/>
                  </a:lnTo>
                  <a:lnTo>
                    <a:pt x="8228" y="4512"/>
                  </a:lnTo>
                  <a:lnTo>
                    <a:pt x="9025" y="3716"/>
                  </a:lnTo>
                  <a:lnTo>
                    <a:pt x="9688" y="3318"/>
                  </a:lnTo>
                  <a:lnTo>
                    <a:pt x="10219" y="2920"/>
                  </a:lnTo>
                  <a:lnTo>
                    <a:pt x="10883" y="2787"/>
                  </a:lnTo>
                  <a:lnTo>
                    <a:pt x="11413" y="2654"/>
                  </a:lnTo>
                  <a:lnTo>
                    <a:pt x="12077" y="2787"/>
                  </a:lnTo>
                  <a:lnTo>
                    <a:pt x="6370" y="133"/>
                  </a:lnTo>
                  <a:lnTo>
                    <a:pt x="5972"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4064;p40">
              <a:extLst>
                <a:ext uri="{FF2B5EF4-FFF2-40B4-BE49-F238E27FC236}">
                  <a16:creationId xmlns:a16="http://schemas.microsoft.com/office/drawing/2014/main" id="{0CDAF796-5B5A-AF1E-6DC1-14253320BA96}"/>
                </a:ext>
              </a:extLst>
            </p:cNvPr>
            <p:cNvSpPr/>
            <p:nvPr/>
          </p:nvSpPr>
          <p:spPr>
            <a:xfrm>
              <a:off x="7247758" y="1660370"/>
              <a:ext cx="200237" cy="248650"/>
            </a:xfrm>
            <a:custGeom>
              <a:avLst/>
              <a:gdLst/>
              <a:ahLst/>
              <a:cxnLst/>
              <a:rect l="l" t="t" r="r" b="b"/>
              <a:pathLst>
                <a:path w="12077" h="14997" fill="none" extrusionOk="0">
                  <a:moveTo>
                    <a:pt x="5574" y="0"/>
                  </a:moveTo>
                  <a:lnTo>
                    <a:pt x="5574" y="0"/>
                  </a:lnTo>
                  <a:lnTo>
                    <a:pt x="5043" y="0"/>
                  </a:lnTo>
                  <a:lnTo>
                    <a:pt x="4380" y="133"/>
                  </a:lnTo>
                  <a:lnTo>
                    <a:pt x="3849" y="531"/>
                  </a:lnTo>
                  <a:lnTo>
                    <a:pt x="3185" y="929"/>
                  </a:lnTo>
                  <a:lnTo>
                    <a:pt x="3185" y="929"/>
                  </a:lnTo>
                  <a:lnTo>
                    <a:pt x="2256" y="1991"/>
                  </a:lnTo>
                  <a:lnTo>
                    <a:pt x="1460" y="3052"/>
                  </a:lnTo>
                  <a:lnTo>
                    <a:pt x="797" y="4379"/>
                  </a:lnTo>
                  <a:lnTo>
                    <a:pt x="266" y="5839"/>
                  </a:lnTo>
                  <a:lnTo>
                    <a:pt x="2920" y="5441"/>
                  </a:lnTo>
                  <a:lnTo>
                    <a:pt x="2920" y="5441"/>
                  </a:lnTo>
                  <a:lnTo>
                    <a:pt x="2920" y="5441"/>
                  </a:lnTo>
                  <a:lnTo>
                    <a:pt x="3185" y="5441"/>
                  </a:lnTo>
                  <a:lnTo>
                    <a:pt x="3185" y="5441"/>
                  </a:lnTo>
                  <a:lnTo>
                    <a:pt x="3849" y="5574"/>
                  </a:lnTo>
                  <a:lnTo>
                    <a:pt x="4512" y="5972"/>
                  </a:lnTo>
                  <a:lnTo>
                    <a:pt x="4911" y="6370"/>
                  </a:lnTo>
                  <a:lnTo>
                    <a:pt x="5176" y="7034"/>
                  </a:lnTo>
                  <a:lnTo>
                    <a:pt x="5176" y="7034"/>
                  </a:lnTo>
                  <a:lnTo>
                    <a:pt x="5176" y="7432"/>
                  </a:lnTo>
                  <a:lnTo>
                    <a:pt x="5176" y="7432"/>
                  </a:lnTo>
                  <a:lnTo>
                    <a:pt x="5043" y="8095"/>
                  </a:lnTo>
                  <a:lnTo>
                    <a:pt x="4645" y="8626"/>
                  </a:lnTo>
                  <a:lnTo>
                    <a:pt x="4247" y="9024"/>
                  </a:lnTo>
                  <a:lnTo>
                    <a:pt x="3584" y="9290"/>
                  </a:lnTo>
                  <a:lnTo>
                    <a:pt x="0" y="9555"/>
                  </a:lnTo>
                  <a:lnTo>
                    <a:pt x="0" y="9555"/>
                  </a:lnTo>
                  <a:lnTo>
                    <a:pt x="0" y="9688"/>
                  </a:lnTo>
                  <a:lnTo>
                    <a:pt x="0" y="9688"/>
                  </a:lnTo>
                  <a:lnTo>
                    <a:pt x="266" y="10617"/>
                  </a:lnTo>
                  <a:lnTo>
                    <a:pt x="664" y="11413"/>
                  </a:lnTo>
                  <a:lnTo>
                    <a:pt x="1327" y="12077"/>
                  </a:lnTo>
                  <a:lnTo>
                    <a:pt x="1991" y="12342"/>
                  </a:lnTo>
                  <a:lnTo>
                    <a:pt x="7299" y="14996"/>
                  </a:lnTo>
                  <a:lnTo>
                    <a:pt x="7299" y="14996"/>
                  </a:lnTo>
                  <a:lnTo>
                    <a:pt x="6769" y="14598"/>
                  </a:lnTo>
                  <a:lnTo>
                    <a:pt x="6370" y="14067"/>
                  </a:lnTo>
                  <a:lnTo>
                    <a:pt x="6105" y="13271"/>
                  </a:lnTo>
                  <a:lnTo>
                    <a:pt x="5840" y="12342"/>
                  </a:lnTo>
                  <a:lnTo>
                    <a:pt x="5840" y="12342"/>
                  </a:lnTo>
                  <a:lnTo>
                    <a:pt x="5707" y="11280"/>
                  </a:lnTo>
                  <a:lnTo>
                    <a:pt x="5840" y="10086"/>
                  </a:lnTo>
                  <a:lnTo>
                    <a:pt x="5972" y="8892"/>
                  </a:lnTo>
                  <a:lnTo>
                    <a:pt x="6370" y="7697"/>
                  </a:lnTo>
                  <a:lnTo>
                    <a:pt x="6901" y="6503"/>
                  </a:lnTo>
                  <a:lnTo>
                    <a:pt x="7432" y="5441"/>
                  </a:lnTo>
                  <a:lnTo>
                    <a:pt x="8228" y="4512"/>
                  </a:lnTo>
                  <a:lnTo>
                    <a:pt x="9025" y="3716"/>
                  </a:lnTo>
                  <a:lnTo>
                    <a:pt x="9025" y="3716"/>
                  </a:lnTo>
                  <a:lnTo>
                    <a:pt x="9688" y="3318"/>
                  </a:lnTo>
                  <a:lnTo>
                    <a:pt x="10219" y="2920"/>
                  </a:lnTo>
                  <a:lnTo>
                    <a:pt x="10883" y="2787"/>
                  </a:lnTo>
                  <a:lnTo>
                    <a:pt x="11413" y="2654"/>
                  </a:lnTo>
                  <a:lnTo>
                    <a:pt x="11413" y="2654"/>
                  </a:lnTo>
                  <a:lnTo>
                    <a:pt x="12077" y="2787"/>
                  </a:lnTo>
                  <a:lnTo>
                    <a:pt x="6370" y="133"/>
                  </a:lnTo>
                  <a:lnTo>
                    <a:pt x="6370" y="133"/>
                  </a:lnTo>
                  <a:lnTo>
                    <a:pt x="6370" y="133"/>
                  </a:lnTo>
                  <a:lnTo>
                    <a:pt x="5972" y="0"/>
                  </a:lnTo>
                  <a:lnTo>
                    <a:pt x="557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4065;p40">
              <a:extLst>
                <a:ext uri="{FF2B5EF4-FFF2-40B4-BE49-F238E27FC236}">
                  <a16:creationId xmlns:a16="http://schemas.microsoft.com/office/drawing/2014/main" id="{15F09CFA-1EDC-DD62-8ABE-DC0DF04F5D24}"/>
                </a:ext>
              </a:extLst>
            </p:cNvPr>
            <p:cNvSpPr/>
            <p:nvPr/>
          </p:nvSpPr>
          <p:spPr>
            <a:xfrm>
              <a:off x="7342363" y="1704373"/>
              <a:ext cx="138642" cy="209041"/>
            </a:xfrm>
            <a:custGeom>
              <a:avLst/>
              <a:gdLst/>
              <a:ahLst/>
              <a:cxnLst/>
              <a:rect l="l" t="t" r="r" b="b"/>
              <a:pathLst>
                <a:path w="8362" h="12608" extrusionOk="0">
                  <a:moveTo>
                    <a:pt x="5707" y="0"/>
                  </a:moveTo>
                  <a:lnTo>
                    <a:pt x="5044" y="133"/>
                  </a:lnTo>
                  <a:lnTo>
                    <a:pt x="4115" y="531"/>
                  </a:lnTo>
                  <a:lnTo>
                    <a:pt x="3319" y="1062"/>
                  </a:lnTo>
                  <a:lnTo>
                    <a:pt x="2522" y="1858"/>
                  </a:lnTo>
                  <a:lnTo>
                    <a:pt x="1726" y="2787"/>
                  </a:lnTo>
                  <a:lnTo>
                    <a:pt x="1195" y="3849"/>
                  </a:lnTo>
                  <a:lnTo>
                    <a:pt x="664" y="5043"/>
                  </a:lnTo>
                  <a:lnTo>
                    <a:pt x="266" y="6238"/>
                  </a:lnTo>
                  <a:lnTo>
                    <a:pt x="134" y="7432"/>
                  </a:lnTo>
                  <a:lnTo>
                    <a:pt x="1" y="8626"/>
                  </a:lnTo>
                  <a:lnTo>
                    <a:pt x="134" y="9688"/>
                  </a:lnTo>
                  <a:lnTo>
                    <a:pt x="399" y="10750"/>
                  </a:lnTo>
                  <a:lnTo>
                    <a:pt x="797" y="11546"/>
                  </a:lnTo>
                  <a:lnTo>
                    <a:pt x="1328" y="12077"/>
                  </a:lnTo>
                  <a:lnTo>
                    <a:pt x="1992" y="12475"/>
                  </a:lnTo>
                  <a:lnTo>
                    <a:pt x="2655" y="12608"/>
                  </a:lnTo>
                  <a:lnTo>
                    <a:pt x="3451" y="12475"/>
                  </a:lnTo>
                  <a:lnTo>
                    <a:pt x="4248" y="12210"/>
                  </a:lnTo>
                  <a:lnTo>
                    <a:pt x="5177" y="11546"/>
                  </a:lnTo>
                  <a:lnTo>
                    <a:pt x="5973" y="10750"/>
                  </a:lnTo>
                  <a:lnTo>
                    <a:pt x="6636" y="9821"/>
                  </a:lnTo>
                  <a:lnTo>
                    <a:pt x="7300" y="8759"/>
                  </a:lnTo>
                  <a:lnTo>
                    <a:pt x="7831" y="7565"/>
                  </a:lnTo>
                  <a:lnTo>
                    <a:pt x="8096" y="6370"/>
                  </a:lnTo>
                  <a:lnTo>
                    <a:pt x="8362" y="5176"/>
                  </a:lnTo>
                  <a:lnTo>
                    <a:pt x="8362" y="3982"/>
                  </a:lnTo>
                  <a:lnTo>
                    <a:pt x="8362" y="2920"/>
                  </a:lnTo>
                  <a:lnTo>
                    <a:pt x="8096" y="1858"/>
                  </a:lnTo>
                  <a:lnTo>
                    <a:pt x="7698" y="1062"/>
                  </a:lnTo>
                  <a:lnTo>
                    <a:pt x="7167" y="531"/>
                  </a:lnTo>
                  <a:lnTo>
                    <a:pt x="6504" y="133"/>
                  </a:lnTo>
                  <a:lnTo>
                    <a:pt x="5707"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4066;p40">
              <a:extLst>
                <a:ext uri="{FF2B5EF4-FFF2-40B4-BE49-F238E27FC236}">
                  <a16:creationId xmlns:a16="http://schemas.microsoft.com/office/drawing/2014/main" id="{39C665C2-F125-BAEA-552C-6E0A8825A505}"/>
                </a:ext>
              </a:extLst>
            </p:cNvPr>
            <p:cNvSpPr/>
            <p:nvPr/>
          </p:nvSpPr>
          <p:spPr>
            <a:xfrm>
              <a:off x="7342363" y="1704373"/>
              <a:ext cx="138642" cy="209041"/>
            </a:xfrm>
            <a:custGeom>
              <a:avLst/>
              <a:gdLst/>
              <a:ahLst/>
              <a:cxnLst/>
              <a:rect l="l" t="t" r="r" b="b"/>
              <a:pathLst>
                <a:path w="8362" h="12608" fill="none" extrusionOk="0">
                  <a:moveTo>
                    <a:pt x="3319" y="1062"/>
                  </a:moveTo>
                  <a:lnTo>
                    <a:pt x="3319" y="1062"/>
                  </a:lnTo>
                  <a:lnTo>
                    <a:pt x="2522" y="1858"/>
                  </a:lnTo>
                  <a:lnTo>
                    <a:pt x="1726" y="2787"/>
                  </a:lnTo>
                  <a:lnTo>
                    <a:pt x="1195" y="3849"/>
                  </a:lnTo>
                  <a:lnTo>
                    <a:pt x="664" y="5043"/>
                  </a:lnTo>
                  <a:lnTo>
                    <a:pt x="266" y="6238"/>
                  </a:lnTo>
                  <a:lnTo>
                    <a:pt x="134" y="7432"/>
                  </a:lnTo>
                  <a:lnTo>
                    <a:pt x="1" y="8626"/>
                  </a:lnTo>
                  <a:lnTo>
                    <a:pt x="134" y="9688"/>
                  </a:lnTo>
                  <a:lnTo>
                    <a:pt x="134" y="9688"/>
                  </a:lnTo>
                  <a:lnTo>
                    <a:pt x="399" y="10750"/>
                  </a:lnTo>
                  <a:lnTo>
                    <a:pt x="797" y="11546"/>
                  </a:lnTo>
                  <a:lnTo>
                    <a:pt x="1328" y="12077"/>
                  </a:lnTo>
                  <a:lnTo>
                    <a:pt x="1992" y="12475"/>
                  </a:lnTo>
                  <a:lnTo>
                    <a:pt x="2655" y="12608"/>
                  </a:lnTo>
                  <a:lnTo>
                    <a:pt x="3451" y="12475"/>
                  </a:lnTo>
                  <a:lnTo>
                    <a:pt x="4248" y="12210"/>
                  </a:lnTo>
                  <a:lnTo>
                    <a:pt x="5177" y="11546"/>
                  </a:lnTo>
                  <a:lnTo>
                    <a:pt x="5177" y="11546"/>
                  </a:lnTo>
                  <a:lnTo>
                    <a:pt x="5973" y="10750"/>
                  </a:lnTo>
                  <a:lnTo>
                    <a:pt x="6636" y="9821"/>
                  </a:lnTo>
                  <a:lnTo>
                    <a:pt x="7300" y="8759"/>
                  </a:lnTo>
                  <a:lnTo>
                    <a:pt x="7831" y="7565"/>
                  </a:lnTo>
                  <a:lnTo>
                    <a:pt x="8096" y="6370"/>
                  </a:lnTo>
                  <a:lnTo>
                    <a:pt x="8362" y="5176"/>
                  </a:lnTo>
                  <a:lnTo>
                    <a:pt x="8362" y="3982"/>
                  </a:lnTo>
                  <a:lnTo>
                    <a:pt x="8362" y="2920"/>
                  </a:lnTo>
                  <a:lnTo>
                    <a:pt x="8362" y="2920"/>
                  </a:lnTo>
                  <a:lnTo>
                    <a:pt x="8096" y="1858"/>
                  </a:lnTo>
                  <a:lnTo>
                    <a:pt x="7698" y="1062"/>
                  </a:lnTo>
                  <a:lnTo>
                    <a:pt x="7167" y="531"/>
                  </a:lnTo>
                  <a:lnTo>
                    <a:pt x="6504" y="133"/>
                  </a:lnTo>
                  <a:lnTo>
                    <a:pt x="5707" y="0"/>
                  </a:lnTo>
                  <a:lnTo>
                    <a:pt x="5044" y="133"/>
                  </a:lnTo>
                  <a:lnTo>
                    <a:pt x="4115" y="531"/>
                  </a:lnTo>
                  <a:lnTo>
                    <a:pt x="3319" y="106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3" name="Google Shape;4067;p40">
              <a:extLst>
                <a:ext uri="{FF2B5EF4-FFF2-40B4-BE49-F238E27FC236}">
                  <a16:creationId xmlns:a16="http://schemas.microsoft.com/office/drawing/2014/main" id="{4B56768C-B9F7-47D9-8087-7046FA71DC71}"/>
                </a:ext>
              </a:extLst>
            </p:cNvPr>
            <p:cNvSpPr/>
            <p:nvPr/>
          </p:nvSpPr>
          <p:spPr>
            <a:xfrm>
              <a:off x="7379768" y="1759386"/>
              <a:ext cx="66038" cy="99016"/>
            </a:xfrm>
            <a:custGeom>
              <a:avLst/>
              <a:gdLst/>
              <a:ahLst/>
              <a:cxnLst/>
              <a:rect l="l" t="t" r="r" b="b"/>
              <a:pathLst>
                <a:path w="3983" h="5972" extrusionOk="0">
                  <a:moveTo>
                    <a:pt x="2655" y="0"/>
                  </a:moveTo>
                  <a:lnTo>
                    <a:pt x="2124" y="133"/>
                  </a:lnTo>
                  <a:lnTo>
                    <a:pt x="1593" y="531"/>
                  </a:lnTo>
                  <a:lnTo>
                    <a:pt x="1195" y="929"/>
                  </a:lnTo>
                  <a:lnTo>
                    <a:pt x="797" y="1327"/>
                  </a:lnTo>
                  <a:lnTo>
                    <a:pt x="266" y="2389"/>
                  </a:lnTo>
                  <a:lnTo>
                    <a:pt x="1" y="3583"/>
                  </a:lnTo>
                  <a:lnTo>
                    <a:pt x="1" y="4114"/>
                  </a:lnTo>
                  <a:lnTo>
                    <a:pt x="1" y="4645"/>
                  </a:lnTo>
                  <a:lnTo>
                    <a:pt x="134" y="5176"/>
                  </a:lnTo>
                  <a:lnTo>
                    <a:pt x="266" y="5441"/>
                  </a:lnTo>
                  <a:lnTo>
                    <a:pt x="665" y="5839"/>
                  </a:lnTo>
                  <a:lnTo>
                    <a:pt x="1195" y="5972"/>
                  </a:lnTo>
                  <a:lnTo>
                    <a:pt x="1859" y="5839"/>
                  </a:lnTo>
                  <a:lnTo>
                    <a:pt x="2390" y="5574"/>
                  </a:lnTo>
                  <a:lnTo>
                    <a:pt x="2788" y="5176"/>
                  </a:lnTo>
                  <a:lnTo>
                    <a:pt x="3186" y="4645"/>
                  </a:lnTo>
                  <a:lnTo>
                    <a:pt x="3717" y="3583"/>
                  </a:lnTo>
                  <a:lnTo>
                    <a:pt x="3982" y="2522"/>
                  </a:lnTo>
                  <a:lnTo>
                    <a:pt x="3982" y="1858"/>
                  </a:lnTo>
                  <a:lnTo>
                    <a:pt x="3982" y="1327"/>
                  </a:lnTo>
                  <a:lnTo>
                    <a:pt x="3717" y="796"/>
                  </a:lnTo>
                  <a:lnTo>
                    <a:pt x="3451" y="398"/>
                  </a:lnTo>
                  <a:lnTo>
                    <a:pt x="3053" y="133"/>
                  </a:lnTo>
                  <a:lnTo>
                    <a:pt x="2655"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4" name="Google Shape;4068;p40">
              <a:extLst>
                <a:ext uri="{FF2B5EF4-FFF2-40B4-BE49-F238E27FC236}">
                  <a16:creationId xmlns:a16="http://schemas.microsoft.com/office/drawing/2014/main" id="{CA4A040D-7F99-4BF8-DE35-9104FB03EC3E}"/>
                </a:ext>
              </a:extLst>
            </p:cNvPr>
            <p:cNvSpPr/>
            <p:nvPr/>
          </p:nvSpPr>
          <p:spPr>
            <a:xfrm>
              <a:off x="7379768" y="1759386"/>
              <a:ext cx="66038" cy="99016"/>
            </a:xfrm>
            <a:custGeom>
              <a:avLst/>
              <a:gdLst/>
              <a:ahLst/>
              <a:cxnLst/>
              <a:rect l="l" t="t" r="r" b="b"/>
              <a:pathLst>
                <a:path w="3983" h="5972" fill="none" extrusionOk="0">
                  <a:moveTo>
                    <a:pt x="1" y="4645"/>
                  </a:moveTo>
                  <a:lnTo>
                    <a:pt x="1" y="4645"/>
                  </a:lnTo>
                  <a:lnTo>
                    <a:pt x="134" y="5176"/>
                  </a:lnTo>
                  <a:lnTo>
                    <a:pt x="266" y="5441"/>
                  </a:lnTo>
                  <a:lnTo>
                    <a:pt x="266" y="5441"/>
                  </a:lnTo>
                  <a:lnTo>
                    <a:pt x="665" y="5839"/>
                  </a:lnTo>
                  <a:lnTo>
                    <a:pt x="1195" y="5972"/>
                  </a:lnTo>
                  <a:lnTo>
                    <a:pt x="1859" y="5839"/>
                  </a:lnTo>
                  <a:lnTo>
                    <a:pt x="2390" y="5574"/>
                  </a:lnTo>
                  <a:lnTo>
                    <a:pt x="2390" y="5574"/>
                  </a:lnTo>
                  <a:lnTo>
                    <a:pt x="2788" y="5176"/>
                  </a:lnTo>
                  <a:lnTo>
                    <a:pt x="3186" y="4645"/>
                  </a:lnTo>
                  <a:lnTo>
                    <a:pt x="3717" y="3583"/>
                  </a:lnTo>
                  <a:lnTo>
                    <a:pt x="3982" y="2522"/>
                  </a:lnTo>
                  <a:lnTo>
                    <a:pt x="3982" y="1858"/>
                  </a:lnTo>
                  <a:lnTo>
                    <a:pt x="3982" y="1327"/>
                  </a:lnTo>
                  <a:lnTo>
                    <a:pt x="3982" y="1327"/>
                  </a:lnTo>
                  <a:lnTo>
                    <a:pt x="3717" y="796"/>
                  </a:lnTo>
                  <a:lnTo>
                    <a:pt x="3451" y="398"/>
                  </a:lnTo>
                  <a:lnTo>
                    <a:pt x="3053" y="133"/>
                  </a:lnTo>
                  <a:lnTo>
                    <a:pt x="2655" y="0"/>
                  </a:lnTo>
                  <a:lnTo>
                    <a:pt x="2655" y="0"/>
                  </a:lnTo>
                  <a:lnTo>
                    <a:pt x="2124" y="133"/>
                  </a:lnTo>
                  <a:lnTo>
                    <a:pt x="1593" y="531"/>
                  </a:lnTo>
                  <a:lnTo>
                    <a:pt x="1593" y="531"/>
                  </a:lnTo>
                  <a:lnTo>
                    <a:pt x="1195" y="929"/>
                  </a:lnTo>
                  <a:lnTo>
                    <a:pt x="797" y="1327"/>
                  </a:lnTo>
                  <a:lnTo>
                    <a:pt x="266" y="2389"/>
                  </a:lnTo>
                  <a:lnTo>
                    <a:pt x="1" y="3583"/>
                  </a:lnTo>
                  <a:lnTo>
                    <a:pt x="1" y="4114"/>
                  </a:lnTo>
                  <a:lnTo>
                    <a:pt x="1" y="464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4069;p40">
              <a:extLst>
                <a:ext uri="{FF2B5EF4-FFF2-40B4-BE49-F238E27FC236}">
                  <a16:creationId xmlns:a16="http://schemas.microsoft.com/office/drawing/2014/main" id="{C12A4369-501B-84B7-535F-930C894EBECB}"/>
                </a:ext>
              </a:extLst>
            </p:cNvPr>
            <p:cNvSpPr/>
            <p:nvPr/>
          </p:nvSpPr>
          <p:spPr>
            <a:xfrm>
              <a:off x="7379768" y="1759386"/>
              <a:ext cx="66038" cy="99016"/>
            </a:xfrm>
            <a:custGeom>
              <a:avLst/>
              <a:gdLst/>
              <a:ahLst/>
              <a:cxnLst/>
              <a:rect l="l" t="t" r="r" b="b"/>
              <a:pathLst>
                <a:path w="3983" h="5972" extrusionOk="0">
                  <a:moveTo>
                    <a:pt x="2655" y="0"/>
                  </a:moveTo>
                  <a:lnTo>
                    <a:pt x="2124" y="133"/>
                  </a:lnTo>
                  <a:lnTo>
                    <a:pt x="1593" y="531"/>
                  </a:lnTo>
                  <a:lnTo>
                    <a:pt x="930" y="1194"/>
                  </a:lnTo>
                  <a:lnTo>
                    <a:pt x="399" y="2123"/>
                  </a:lnTo>
                  <a:lnTo>
                    <a:pt x="134" y="3052"/>
                  </a:lnTo>
                  <a:lnTo>
                    <a:pt x="1" y="4114"/>
                  </a:lnTo>
                  <a:lnTo>
                    <a:pt x="1" y="4645"/>
                  </a:lnTo>
                  <a:lnTo>
                    <a:pt x="134" y="5176"/>
                  </a:lnTo>
                  <a:lnTo>
                    <a:pt x="266" y="5441"/>
                  </a:lnTo>
                  <a:lnTo>
                    <a:pt x="797" y="5839"/>
                  </a:lnTo>
                  <a:lnTo>
                    <a:pt x="1328" y="5972"/>
                  </a:lnTo>
                  <a:lnTo>
                    <a:pt x="1859" y="5839"/>
                  </a:lnTo>
                  <a:lnTo>
                    <a:pt x="2390" y="5574"/>
                  </a:lnTo>
                  <a:lnTo>
                    <a:pt x="3053" y="4778"/>
                  </a:lnTo>
                  <a:lnTo>
                    <a:pt x="3584" y="3981"/>
                  </a:lnTo>
                  <a:lnTo>
                    <a:pt x="3850" y="2920"/>
                  </a:lnTo>
                  <a:lnTo>
                    <a:pt x="3982" y="1991"/>
                  </a:lnTo>
                  <a:lnTo>
                    <a:pt x="3982" y="1327"/>
                  </a:lnTo>
                  <a:lnTo>
                    <a:pt x="3717" y="796"/>
                  </a:lnTo>
                  <a:lnTo>
                    <a:pt x="3451" y="398"/>
                  </a:lnTo>
                  <a:lnTo>
                    <a:pt x="3053" y="133"/>
                  </a:lnTo>
                  <a:lnTo>
                    <a:pt x="2655" y="0"/>
                  </a:lnTo>
                  <a:close/>
                </a:path>
              </a:pathLst>
            </a:custGeom>
            <a:solidFill>
              <a:srgbClr val="A9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4070;p40">
              <a:extLst>
                <a:ext uri="{FF2B5EF4-FFF2-40B4-BE49-F238E27FC236}">
                  <a16:creationId xmlns:a16="http://schemas.microsoft.com/office/drawing/2014/main" id="{58710B6A-0209-022C-0B71-303E858CE0A3}"/>
                </a:ext>
              </a:extLst>
            </p:cNvPr>
            <p:cNvSpPr/>
            <p:nvPr/>
          </p:nvSpPr>
          <p:spPr>
            <a:xfrm>
              <a:off x="7379768" y="1759386"/>
              <a:ext cx="66038" cy="99016"/>
            </a:xfrm>
            <a:custGeom>
              <a:avLst/>
              <a:gdLst/>
              <a:ahLst/>
              <a:cxnLst/>
              <a:rect l="l" t="t" r="r" b="b"/>
              <a:pathLst>
                <a:path w="3983" h="5972" fill="none" extrusionOk="0">
                  <a:moveTo>
                    <a:pt x="2655" y="0"/>
                  </a:moveTo>
                  <a:lnTo>
                    <a:pt x="2655" y="0"/>
                  </a:lnTo>
                  <a:lnTo>
                    <a:pt x="2655" y="0"/>
                  </a:lnTo>
                  <a:lnTo>
                    <a:pt x="2655" y="0"/>
                  </a:lnTo>
                  <a:lnTo>
                    <a:pt x="2124" y="133"/>
                  </a:lnTo>
                  <a:lnTo>
                    <a:pt x="1593" y="531"/>
                  </a:lnTo>
                  <a:lnTo>
                    <a:pt x="1593" y="531"/>
                  </a:lnTo>
                  <a:lnTo>
                    <a:pt x="930" y="1194"/>
                  </a:lnTo>
                  <a:lnTo>
                    <a:pt x="399" y="2123"/>
                  </a:lnTo>
                  <a:lnTo>
                    <a:pt x="134" y="3052"/>
                  </a:lnTo>
                  <a:lnTo>
                    <a:pt x="1" y="4114"/>
                  </a:lnTo>
                  <a:lnTo>
                    <a:pt x="1" y="4114"/>
                  </a:lnTo>
                  <a:lnTo>
                    <a:pt x="1" y="4645"/>
                  </a:lnTo>
                  <a:lnTo>
                    <a:pt x="1" y="4645"/>
                  </a:lnTo>
                  <a:lnTo>
                    <a:pt x="134" y="5176"/>
                  </a:lnTo>
                  <a:lnTo>
                    <a:pt x="266" y="5441"/>
                  </a:lnTo>
                  <a:lnTo>
                    <a:pt x="266" y="5441"/>
                  </a:lnTo>
                  <a:lnTo>
                    <a:pt x="797" y="5839"/>
                  </a:lnTo>
                  <a:lnTo>
                    <a:pt x="1328" y="5972"/>
                  </a:lnTo>
                  <a:lnTo>
                    <a:pt x="1328" y="5972"/>
                  </a:lnTo>
                  <a:lnTo>
                    <a:pt x="1859" y="5839"/>
                  </a:lnTo>
                  <a:lnTo>
                    <a:pt x="2390" y="5574"/>
                  </a:lnTo>
                  <a:lnTo>
                    <a:pt x="2390" y="5574"/>
                  </a:lnTo>
                  <a:lnTo>
                    <a:pt x="3053" y="4778"/>
                  </a:lnTo>
                  <a:lnTo>
                    <a:pt x="3584" y="3981"/>
                  </a:lnTo>
                  <a:lnTo>
                    <a:pt x="3850" y="2920"/>
                  </a:lnTo>
                  <a:lnTo>
                    <a:pt x="3982" y="1991"/>
                  </a:lnTo>
                  <a:lnTo>
                    <a:pt x="3982" y="1991"/>
                  </a:lnTo>
                  <a:lnTo>
                    <a:pt x="3982" y="1327"/>
                  </a:lnTo>
                  <a:lnTo>
                    <a:pt x="3982" y="1327"/>
                  </a:lnTo>
                  <a:lnTo>
                    <a:pt x="3717" y="796"/>
                  </a:lnTo>
                  <a:lnTo>
                    <a:pt x="3451" y="398"/>
                  </a:lnTo>
                  <a:lnTo>
                    <a:pt x="3053" y="133"/>
                  </a:lnTo>
                  <a:lnTo>
                    <a:pt x="265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4071;p40">
              <a:extLst>
                <a:ext uri="{FF2B5EF4-FFF2-40B4-BE49-F238E27FC236}">
                  <a16:creationId xmlns:a16="http://schemas.microsoft.com/office/drawing/2014/main" id="{3A15B95E-6F20-AB46-A396-F5169E5B858B}"/>
                </a:ext>
              </a:extLst>
            </p:cNvPr>
            <p:cNvSpPr/>
            <p:nvPr/>
          </p:nvSpPr>
          <p:spPr>
            <a:xfrm>
              <a:off x="7379768" y="1759386"/>
              <a:ext cx="50635" cy="90228"/>
            </a:xfrm>
            <a:custGeom>
              <a:avLst/>
              <a:gdLst/>
              <a:ahLst/>
              <a:cxnLst/>
              <a:rect l="l" t="t" r="r" b="b"/>
              <a:pathLst>
                <a:path w="3054" h="5442" extrusionOk="0">
                  <a:moveTo>
                    <a:pt x="2655" y="0"/>
                  </a:moveTo>
                  <a:lnTo>
                    <a:pt x="2124" y="133"/>
                  </a:lnTo>
                  <a:lnTo>
                    <a:pt x="1593" y="531"/>
                  </a:lnTo>
                  <a:lnTo>
                    <a:pt x="1195" y="929"/>
                  </a:lnTo>
                  <a:lnTo>
                    <a:pt x="797" y="1327"/>
                  </a:lnTo>
                  <a:lnTo>
                    <a:pt x="266" y="2389"/>
                  </a:lnTo>
                  <a:lnTo>
                    <a:pt x="1" y="3583"/>
                  </a:lnTo>
                  <a:lnTo>
                    <a:pt x="1" y="4114"/>
                  </a:lnTo>
                  <a:lnTo>
                    <a:pt x="1" y="4645"/>
                  </a:lnTo>
                  <a:lnTo>
                    <a:pt x="134" y="5176"/>
                  </a:lnTo>
                  <a:lnTo>
                    <a:pt x="266" y="5441"/>
                  </a:lnTo>
                  <a:lnTo>
                    <a:pt x="930" y="5308"/>
                  </a:lnTo>
                  <a:lnTo>
                    <a:pt x="1461" y="5043"/>
                  </a:lnTo>
                  <a:lnTo>
                    <a:pt x="1859" y="4645"/>
                  </a:lnTo>
                  <a:lnTo>
                    <a:pt x="2124" y="4114"/>
                  </a:lnTo>
                  <a:lnTo>
                    <a:pt x="2655" y="3185"/>
                  </a:lnTo>
                  <a:lnTo>
                    <a:pt x="2921" y="1991"/>
                  </a:lnTo>
                  <a:lnTo>
                    <a:pt x="3053" y="1460"/>
                  </a:lnTo>
                  <a:lnTo>
                    <a:pt x="2921" y="929"/>
                  </a:lnTo>
                  <a:lnTo>
                    <a:pt x="2788" y="398"/>
                  </a:lnTo>
                  <a:lnTo>
                    <a:pt x="2655"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4072;p40">
              <a:extLst>
                <a:ext uri="{FF2B5EF4-FFF2-40B4-BE49-F238E27FC236}">
                  <a16:creationId xmlns:a16="http://schemas.microsoft.com/office/drawing/2014/main" id="{6B96D026-FE0A-EB14-456E-576CDE0A5D13}"/>
                </a:ext>
              </a:extLst>
            </p:cNvPr>
            <p:cNvSpPr/>
            <p:nvPr/>
          </p:nvSpPr>
          <p:spPr>
            <a:xfrm>
              <a:off x="6968318" y="1750582"/>
              <a:ext cx="365274" cy="88023"/>
            </a:xfrm>
            <a:custGeom>
              <a:avLst/>
              <a:gdLst/>
              <a:ahLst/>
              <a:cxnLst/>
              <a:rect l="l" t="t" r="r" b="b"/>
              <a:pathLst>
                <a:path w="22031" h="5309" extrusionOk="0">
                  <a:moveTo>
                    <a:pt x="19774" y="0"/>
                  </a:moveTo>
                  <a:lnTo>
                    <a:pt x="1195" y="2522"/>
                  </a:lnTo>
                  <a:lnTo>
                    <a:pt x="664" y="2654"/>
                  </a:lnTo>
                  <a:lnTo>
                    <a:pt x="266" y="3053"/>
                  </a:lnTo>
                  <a:lnTo>
                    <a:pt x="0" y="3583"/>
                  </a:lnTo>
                  <a:lnTo>
                    <a:pt x="0" y="4114"/>
                  </a:lnTo>
                  <a:lnTo>
                    <a:pt x="266" y="4645"/>
                  </a:lnTo>
                  <a:lnTo>
                    <a:pt x="664" y="5043"/>
                  </a:lnTo>
                  <a:lnTo>
                    <a:pt x="1195" y="5309"/>
                  </a:lnTo>
                  <a:lnTo>
                    <a:pt x="1725" y="5309"/>
                  </a:lnTo>
                  <a:lnTo>
                    <a:pt x="20438" y="3849"/>
                  </a:lnTo>
                  <a:lnTo>
                    <a:pt x="21101" y="3583"/>
                  </a:lnTo>
                  <a:lnTo>
                    <a:pt x="21632" y="3053"/>
                  </a:lnTo>
                  <a:lnTo>
                    <a:pt x="21897" y="2389"/>
                  </a:lnTo>
                  <a:lnTo>
                    <a:pt x="22030" y="1593"/>
                  </a:lnTo>
                  <a:lnTo>
                    <a:pt x="21765" y="929"/>
                  </a:lnTo>
                  <a:lnTo>
                    <a:pt x="21234" y="398"/>
                  </a:lnTo>
                  <a:lnTo>
                    <a:pt x="20570" y="133"/>
                  </a:lnTo>
                  <a:lnTo>
                    <a:pt x="19774"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9" name="Google Shape;4073;p40">
              <a:extLst>
                <a:ext uri="{FF2B5EF4-FFF2-40B4-BE49-F238E27FC236}">
                  <a16:creationId xmlns:a16="http://schemas.microsoft.com/office/drawing/2014/main" id="{08A75498-F33E-3FF8-0D6D-AFDA5A06243A}"/>
                </a:ext>
              </a:extLst>
            </p:cNvPr>
            <p:cNvSpPr/>
            <p:nvPr/>
          </p:nvSpPr>
          <p:spPr>
            <a:xfrm>
              <a:off x="6968318" y="1750582"/>
              <a:ext cx="365274" cy="88023"/>
            </a:xfrm>
            <a:custGeom>
              <a:avLst/>
              <a:gdLst/>
              <a:ahLst/>
              <a:cxnLst/>
              <a:rect l="l" t="t" r="r" b="b"/>
              <a:pathLst>
                <a:path w="22031" h="5309" fill="none" extrusionOk="0">
                  <a:moveTo>
                    <a:pt x="1725" y="5309"/>
                  </a:moveTo>
                  <a:lnTo>
                    <a:pt x="20438" y="3849"/>
                  </a:lnTo>
                  <a:lnTo>
                    <a:pt x="20438" y="3849"/>
                  </a:lnTo>
                  <a:lnTo>
                    <a:pt x="21101" y="3583"/>
                  </a:lnTo>
                  <a:lnTo>
                    <a:pt x="21632" y="3053"/>
                  </a:lnTo>
                  <a:lnTo>
                    <a:pt x="21897" y="2389"/>
                  </a:lnTo>
                  <a:lnTo>
                    <a:pt x="22030" y="1593"/>
                  </a:lnTo>
                  <a:lnTo>
                    <a:pt x="22030" y="1593"/>
                  </a:lnTo>
                  <a:lnTo>
                    <a:pt x="21765" y="929"/>
                  </a:lnTo>
                  <a:lnTo>
                    <a:pt x="21234" y="398"/>
                  </a:lnTo>
                  <a:lnTo>
                    <a:pt x="20570" y="133"/>
                  </a:lnTo>
                  <a:lnTo>
                    <a:pt x="19774" y="0"/>
                  </a:lnTo>
                  <a:lnTo>
                    <a:pt x="19774" y="0"/>
                  </a:lnTo>
                  <a:lnTo>
                    <a:pt x="1195" y="2522"/>
                  </a:lnTo>
                  <a:lnTo>
                    <a:pt x="1195" y="2522"/>
                  </a:lnTo>
                  <a:lnTo>
                    <a:pt x="664" y="2654"/>
                  </a:lnTo>
                  <a:lnTo>
                    <a:pt x="266" y="3053"/>
                  </a:lnTo>
                  <a:lnTo>
                    <a:pt x="0" y="3583"/>
                  </a:lnTo>
                  <a:lnTo>
                    <a:pt x="0" y="4114"/>
                  </a:lnTo>
                  <a:lnTo>
                    <a:pt x="0" y="4114"/>
                  </a:lnTo>
                  <a:lnTo>
                    <a:pt x="266" y="4645"/>
                  </a:lnTo>
                  <a:lnTo>
                    <a:pt x="664" y="5043"/>
                  </a:lnTo>
                  <a:lnTo>
                    <a:pt x="1195" y="5309"/>
                  </a:lnTo>
                  <a:lnTo>
                    <a:pt x="1725" y="530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0" name="Google Shape;4074;p40">
              <a:extLst>
                <a:ext uri="{FF2B5EF4-FFF2-40B4-BE49-F238E27FC236}">
                  <a16:creationId xmlns:a16="http://schemas.microsoft.com/office/drawing/2014/main" id="{1E9E468D-B2C4-2A0C-5D04-2F65F163AEE5}"/>
                </a:ext>
              </a:extLst>
            </p:cNvPr>
            <p:cNvSpPr/>
            <p:nvPr/>
          </p:nvSpPr>
          <p:spPr>
            <a:xfrm>
              <a:off x="7043127" y="1750582"/>
              <a:ext cx="290465" cy="85818"/>
            </a:xfrm>
            <a:custGeom>
              <a:avLst/>
              <a:gdLst/>
              <a:ahLst/>
              <a:cxnLst/>
              <a:rect l="l" t="t" r="r" b="b"/>
              <a:pathLst>
                <a:path w="17519" h="5176" extrusionOk="0">
                  <a:moveTo>
                    <a:pt x="15262" y="0"/>
                  </a:moveTo>
                  <a:lnTo>
                    <a:pt x="133" y="1991"/>
                  </a:lnTo>
                  <a:lnTo>
                    <a:pt x="266" y="2256"/>
                  </a:lnTo>
                  <a:lnTo>
                    <a:pt x="266" y="2920"/>
                  </a:lnTo>
                  <a:lnTo>
                    <a:pt x="266" y="3583"/>
                  </a:lnTo>
                  <a:lnTo>
                    <a:pt x="0" y="5176"/>
                  </a:lnTo>
                  <a:lnTo>
                    <a:pt x="15926" y="3849"/>
                  </a:lnTo>
                  <a:lnTo>
                    <a:pt x="16589" y="3583"/>
                  </a:lnTo>
                  <a:lnTo>
                    <a:pt x="16987" y="3185"/>
                  </a:lnTo>
                  <a:lnTo>
                    <a:pt x="17385" y="2654"/>
                  </a:lnTo>
                  <a:lnTo>
                    <a:pt x="17518" y="1991"/>
                  </a:lnTo>
                  <a:lnTo>
                    <a:pt x="17518" y="1593"/>
                  </a:lnTo>
                  <a:lnTo>
                    <a:pt x="17253" y="929"/>
                  </a:lnTo>
                  <a:lnTo>
                    <a:pt x="16854" y="531"/>
                  </a:lnTo>
                  <a:lnTo>
                    <a:pt x="16191" y="133"/>
                  </a:lnTo>
                  <a:lnTo>
                    <a:pt x="15527"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4075;p40">
              <a:extLst>
                <a:ext uri="{FF2B5EF4-FFF2-40B4-BE49-F238E27FC236}">
                  <a16:creationId xmlns:a16="http://schemas.microsoft.com/office/drawing/2014/main" id="{AF245C15-4263-D1AF-9A99-C1D99BF06129}"/>
                </a:ext>
              </a:extLst>
            </p:cNvPr>
            <p:cNvSpPr/>
            <p:nvPr/>
          </p:nvSpPr>
          <p:spPr>
            <a:xfrm>
              <a:off x="7043127" y="1750582"/>
              <a:ext cx="290465" cy="85818"/>
            </a:xfrm>
            <a:custGeom>
              <a:avLst/>
              <a:gdLst/>
              <a:ahLst/>
              <a:cxnLst/>
              <a:rect l="l" t="t" r="r" b="b"/>
              <a:pathLst>
                <a:path w="17519" h="5176" fill="none" extrusionOk="0">
                  <a:moveTo>
                    <a:pt x="15527" y="0"/>
                  </a:moveTo>
                  <a:lnTo>
                    <a:pt x="15527" y="0"/>
                  </a:lnTo>
                  <a:lnTo>
                    <a:pt x="15262" y="0"/>
                  </a:lnTo>
                  <a:lnTo>
                    <a:pt x="15262" y="0"/>
                  </a:lnTo>
                  <a:lnTo>
                    <a:pt x="133" y="1991"/>
                  </a:lnTo>
                  <a:lnTo>
                    <a:pt x="133" y="1991"/>
                  </a:lnTo>
                  <a:lnTo>
                    <a:pt x="266" y="2256"/>
                  </a:lnTo>
                  <a:lnTo>
                    <a:pt x="266" y="2256"/>
                  </a:lnTo>
                  <a:lnTo>
                    <a:pt x="266" y="2920"/>
                  </a:lnTo>
                  <a:lnTo>
                    <a:pt x="266" y="3583"/>
                  </a:lnTo>
                  <a:lnTo>
                    <a:pt x="0" y="5176"/>
                  </a:lnTo>
                  <a:lnTo>
                    <a:pt x="15926" y="3849"/>
                  </a:lnTo>
                  <a:lnTo>
                    <a:pt x="15926" y="3849"/>
                  </a:lnTo>
                  <a:lnTo>
                    <a:pt x="16589" y="3583"/>
                  </a:lnTo>
                  <a:lnTo>
                    <a:pt x="16987" y="3185"/>
                  </a:lnTo>
                  <a:lnTo>
                    <a:pt x="17385" y="2654"/>
                  </a:lnTo>
                  <a:lnTo>
                    <a:pt x="17518" y="1991"/>
                  </a:lnTo>
                  <a:lnTo>
                    <a:pt x="17518" y="1991"/>
                  </a:lnTo>
                  <a:lnTo>
                    <a:pt x="17518" y="1593"/>
                  </a:lnTo>
                  <a:lnTo>
                    <a:pt x="17518" y="1593"/>
                  </a:lnTo>
                  <a:lnTo>
                    <a:pt x="17253" y="929"/>
                  </a:lnTo>
                  <a:lnTo>
                    <a:pt x="16854" y="531"/>
                  </a:lnTo>
                  <a:lnTo>
                    <a:pt x="16191" y="133"/>
                  </a:lnTo>
                  <a:lnTo>
                    <a:pt x="1552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4076;p40">
              <a:extLst>
                <a:ext uri="{FF2B5EF4-FFF2-40B4-BE49-F238E27FC236}">
                  <a16:creationId xmlns:a16="http://schemas.microsoft.com/office/drawing/2014/main" id="{D4B8B235-CAAC-29BC-352C-DA28663DAB68}"/>
                </a:ext>
              </a:extLst>
            </p:cNvPr>
            <p:cNvSpPr/>
            <p:nvPr/>
          </p:nvSpPr>
          <p:spPr>
            <a:xfrm>
              <a:off x="6880295" y="1719776"/>
              <a:ext cx="151840" cy="180440"/>
            </a:xfrm>
            <a:custGeom>
              <a:avLst/>
              <a:gdLst/>
              <a:ahLst/>
              <a:cxnLst/>
              <a:rect l="l" t="t" r="r" b="b"/>
              <a:pathLst>
                <a:path w="9158" h="10883" extrusionOk="0">
                  <a:moveTo>
                    <a:pt x="3584" y="0"/>
                  </a:moveTo>
                  <a:lnTo>
                    <a:pt x="2920" y="266"/>
                  </a:lnTo>
                  <a:lnTo>
                    <a:pt x="2389" y="664"/>
                  </a:lnTo>
                  <a:lnTo>
                    <a:pt x="1726" y="1195"/>
                  </a:lnTo>
                  <a:lnTo>
                    <a:pt x="1328" y="1991"/>
                  </a:lnTo>
                  <a:lnTo>
                    <a:pt x="797" y="2654"/>
                  </a:lnTo>
                  <a:lnTo>
                    <a:pt x="532" y="3451"/>
                  </a:lnTo>
                  <a:lnTo>
                    <a:pt x="266" y="4380"/>
                  </a:lnTo>
                  <a:lnTo>
                    <a:pt x="1" y="5176"/>
                  </a:lnTo>
                  <a:lnTo>
                    <a:pt x="1" y="6105"/>
                  </a:lnTo>
                  <a:lnTo>
                    <a:pt x="133" y="6901"/>
                  </a:lnTo>
                  <a:lnTo>
                    <a:pt x="266" y="7565"/>
                  </a:lnTo>
                  <a:lnTo>
                    <a:pt x="532" y="8228"/>
                  </a:lnTo>
                  <a:lnTo>
                    <a:pt x="930" y="8626"/>
                  </a:lnTo>
                  <a:lnTo>
                    <a:pt x="1461" y="8759"/>
                  </a:lnTo>
                  <a:lnTo>
                    <a:pt x="5442" y="10882"/>
                  </a:lnTo>
                  <a:lnTo>
                    <a:pt x="5575" y="10617"/>
                  </a:lnTo>
                  <a:lnTo>
                    <a:pt x="6238" y="10352"/>
                  </a:lnTo>
                  <a:lnTo>
                    <a:pt x="6902" y="9954"/>
                  </a:lnTo>
                  <a:lnTo>
                    <a:pt x="7432" y="9423"/>
                  </a:lnTo>
                  <a:lnTo>
                    <a:pt x="7963" y="8759"/>
                  </a:lnTo>
                  <a:lnTo>
                    <a:pt x="8361" y="7963"/>
                  </a:lnTo>
                  <a:lnTo>
                    <a:pt x="8760" y="7167"/>
                  </a:lnTo>
                  <a:lnTo>
                    <a:pt x="9025" y="6238"/>
                  </a:lnTo>
                  <a:lnTo>
                    <a:pt x="9158" y="5441"/>
                  </a:lnTo>
                  <a:lnTo>
                    <a:pt x="9158" y="4512"/>
                  </a:lnTo>
                  <a:lnTo>
                    <a:pt x="9158" y="3716"/>
                  </a:lnTo>
                  <a:lnTo>
                    <a:pt x="8892" y="3053"/>
                  </a:lnTo>
                  <a:lnTo>
                    <a:pt x="8627" y="2389"/>
                  </a:lnTo>
                  <a:lnTo>
                    <a:pt x="8627" y="2124"/>
                  </a:lnTo>
                  <a:lnTo>
                    <a:pt x="4646" y="133"/>
                  </a:lnTo>
                  <a:lnTo>
                    <a:pt x="4115"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4077;p40">
              <a:extLst>
                <a:ext uri="{FF2B5EF4-FFF2-40B4-BE49-F238E27FC236}">
                  <a16:creationId xmlns:a16="http://schemas.microsoft.com/office/drawing/2014/main" id="{1B27BA0D-8F57-C875-A836-B6771329755B}"/>
                </a:ext>
              </a:extLst>
            </p:cNvPr>
            <p:cNvSpPr/>
            <p:nvPr/>
          </p:nvSpPr>
          <p:spPr>
            <a:xfrm>
              <a:off x="6880295" y="1719776"/>
              <a:ext cx="151840" cy="180440"/>
            </a:xfrm>
            <a:custGeom>
              <a:avLst/>
              <a:gdLst/>
              <a:ahLst/>
              <a:cxnLst/>
              <a:rect l="l" t="t" r="r" b="b"/>
              <a:pathLst>
                <a:path w="9158" h="10883" fill="none" extrusionOk="0">
                  <a:moveTo>
                    <a:pt x="2389" y="664"/>
                  </a:moveTo>
                  <a:lnTo>
                    <a:pt x="2389" y="664"/>
                  </a:lnTo>
                  <a:lnTo>
                    <a:pt x="2920" y="266"/>
                  </a:lnTo>
                  <a:lnTo>
                    <a:pt x="3584" y="0"/>
                  </a:lnTo>
                  <a:lnTo>
                    <a:pt x="4115" y="0"/>
                  </a:lnTo>
                  <a:lnTo>
                    <a:pt x="4646" y="133"/>
                  </a:lnTo>
                  <a:lnTo>
                    <a:pt x="4646" y="133"/>
                  </a:lnTo>
                  <a:lnTo>
                    <a:pt x="8627" y="2124"/>
                  </a:lnTo>
                  <a:lnTo>
                    <a:pt x="8627" y="2389"/>
                  </a:lnTo>
                  <a:lnTo>
                    <a:pt x="8627" y="2389"/>
                  </a:lnTo>
                  <a:lnTo>
                    <a:pt x="8892" y="3053"/>
                  </a:lnTo>
                  <a:lnTo>
                    <a:pt x="9158" y="3716"/>
                  </a:lnTo>
                  <a:lnTo>
                    <a:pt x="9158" y="3716"/>
                  </a:lnTo>
                  <a:lnTo>
                    <a:pt x="9158" y="4512"/>
                  </a:lnTo>
                  <a:lnTo>
                    <a:pt x="9158" y="5441"/>
                  </a:lnTo>
                  <a:lnTo>
                    <a:pt x="9025" y="6238"/>
                  </a:lnTo>
                  <a:lnTo>
                    <a:pt x="8760" y="7167"/>
                  </a:lnTo>
                  <a:lnTo>
                    <a:pt x="8361" y="7963"/>
                  </a:lnTo>
                  <a:lnTo>
                    <a:pt x="7963" y="8759"/>
                  </a:lnTo>
                  <a:lnTo>
                    <a:pt x="7432" y="9423"/>
                  </a:lnTo>
                  <a:lnTo>
                    <a:pt x="6902" y="9954"/>
                  </a:lnTo>
                  <a:lnTo>
                    <a:pt x="6902" y="9954"/>
                  </a:lnTo>
                  <a:lnTo>
                    <a:pt x="6238" y="10352"/>
                  </a:lnTo>
                  <a:lnTo>
                    <a:pt x="5575" y="10617"/>
                  </a:lnTo>
                  <a:lnTo>
                    <a:pt x="5442" y="10882"/>
                  </a:lnTo>
                  <a:lnTo>
                    <a:pt x="1461" y="8759"/>
                  </a:lnTo>
                  <a:lnTo>
                    <a:pt x="1461" y="8759"/>
                  </a:lnTo>
                  <a:lnTo>
                    <a:pt x="1461" y="8759"/>
                  </a:lnTo>
                  <a:lnTo>
                    <a:pt x="930" y="8626"/>
                  </a:lnTo>
                  <a:lnTo>
                    <a:pt x="532" y="8228"/>
                  </a:lnTo>
                  <a:lnTo>
                    <a:pt x="266" y="7565"/>
                  </a:lnTo>
                  <a:lnTo>
                    <a:pt x="133" y="6901"/>
                  </a:lnTo>
                  <a:lnTo>
                    <a:pt x="133" y="6901"/>
                  </a:lnTo>
                  <a:lnTo>
                    <a:pt x="1" y="6105"/>
                  </a:lnTo>
                  <a:lnTo>
                    <a:pt x="1" y="5176"/>
                  </a:lnTo>
                  <a:lnTo>
                    <a:pt x="266" y="4380"/>
                  </a:lnTo>
                  <a:lnTo>
                    <a:pt x="532" y="3451"/>
                  </a:lnTo>
                  <a:lnTo>
                    <a:pt x="797" y="2654"/>
                  </a:lnTo>
                  <a:lnTo>
                    <a:pt x="1328" y="1991"/>
                  </a:lnTo>
                  <a:lnTo>
                    <a:pt x="1726" y="1195"/>
                  </a:lnTo>
                  <a:lnTo>
                    <a:pt x="2389" y="66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4078;p40">
              <a:extLst>
                <a:ext uri="{FF2B5EF4-FFF2-40B4-BE49-F238E27FC236}">
                  <a16:creationId xmlns:a16="http://schemas.microsoft.com/office/drawing/2014/main" id="{D3407E47-76D0-BA69-D46F-B1439604C2EB}"/>
                </a:ext>
              </a:extLst>
            </p:cNvPr>
            <p:cNvSpPr/>
            <p:nvPr/>
          </p:nvSpPr>
          <p:spPr>
            <a:xfrm>
              <a:off x="6880295" y="1719776"/>
              <a:ext cx="143036" cy="178235"/>
            </a:xfrm>
            <a:custGeom>
              <a:avLst/>
              <a:gdLst/>
              <a:ahLst/>
              <a:cxnLst/>
              <a:rect l="l" t="t" r="r" b="b"/>
              <a:pathLst>
                <a:path w="8627" h="10750" extrusionOk="0">
                  <a:moveTo>
                    <a:pt x="3584" y="0"/>
                  </a:moveTo>
                  <a:lnTo>
                    <a:pt x="3186" y="133"/>
                  </a:lnTo>
                  <a:lnTo>
                    <a:pt x="2389" y="664"/>
                  </a:lnTo>
                  <a:lnTo>
                    <a:pt x="1859" y="1195"/>
                  </a:lnTo>
                  <a:lnTo>
                    <a:pt x="1461" y="1725"/>
                  </a:lnTo>
                  <a:lnTo>
                    <a:pt x="664" y="3053"/>
                  </a:lnTo>
                  <a:lnTo>
                    <a:pt x="133" y="4512"/>
                  </a:lnTo>
                  <a:lnTo>
                    <a:pt x="1" y="5309"/>
                  </a:lnTo>
                  <a:lnTo>
                    <a:pt x="1" y="5972"/>
                  </a:lnTo>
                  <a:lnTo>
                    <a:pt x="133" y="6901"/>
                  </a:lnTo>
                  <a:lnTo>
                    <a:pt x="266" y="7565"/>
                  </a:lnTo>
                  <a:lnTo>
                    <a:pt x="532" y="8228"/>
                  </a:lnTo>
                  <a:lnTo>
                    <a:pt x="930" y="8626"/>
                  </a:lnTo>
                  <a:lnTo>
                    <a:pt x="1461" y="8759"/>
                  </a:lnTo>
                  <a:lnTo>
                    <a:pt x="5176" y="10750"/>
                  </a:lnTo>
                  <a:lnTo>
                    <a:pt x="4778" y="10484"/>
                  </a:lnTo>
                  <a:lnTo>
                    <a:pt x="4513" y="10086"/>
                  </a:lnTo>
                  <a:lnTo>
                    <a:pt x="4380" y="9555"/>
                  </a:lnTo>
                  <a:lnTo>
                    <a:pt x="4247" y="9025"/>
                  </a:lnTo>
                  <a:lnTo>
                    <a:pt x="4115" y="8096"/>
                  </a:lnTo>
                  <a:lnTo>
                    <a:pt x="4115" y="7299"/>
                  </a:lnTo>
                  <a:lnTo>
                    <a:pt x="4380" y="6503"/>
                  </a:lnTo>
                  <a:lnTo>
                    <a:pt x="4646" y="5574"/>
                  </a:lnTo>
                  <a:lnTo>
                    <a:pt x="4911" y="4778"/>
                  </a:lnTo>
                  <a:lnTo>
                    <a:pt x="5309" y="3982"/>
                  </a:lnTo>
                  <a:lnTo>
                    <a:pt x="5840" y="3318"/>
                  </a:lnTo>
                  <a:lnTo>
                    <a:pt x="6504" y="2787"/>
                  </a:lnTo>
                  <a:lnTo>
                    <a:pt x="7300" y="2256"/>
                  </a:lnTo>
                  <a:lnTo>
                    <a:pt x="7698" y="2124"/>
                  </a:lnTo>
                  <a:lnTo>
                    <a:pt x="8627" y="2124"/>
                  </a:lnTo>
                  <a:lnTo>
                    <a:pt x="4646" y="133"/>
                  </a:lnTo>
                  <a:lnTo>
                    <a:pt x="3982"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4079;p40">
              <a:extLst>
                <a:ext uri="{FF2B5EF4-FFF2-40B4-BE49-F238E27FC236}">
                  <a16:creationId xmlns:a16="http://schemas.microsoft.com/office/drawing/2014/main" id="{2C6A018A-EA91-2410-A5E3-E5FE571512F0}"/>
                </a:ext>
              </a:extLst>
            </p:cNvPr>
            <p:cNvSpPr/>
            <p:nvPr/>
          </p:nvSpPr>
          <p:spPr>
            <a:xfrm>
              <a:off x="6880295" y="1719776"/>
              <a:ext cx="143036" cy="178235"/>
            </a:xfrm>
            <a:custGeom>
              <a:avLst/>
              <a:gdLst/>
              <a:ahLst/>
              <a:cxnLst/>
              <a:rect l="l" t="t" r="r" b="b"/>
              <a:pathLst>
                <a:path w="8627" h="10750" fill="none" extrusionOk="0">
                  <a:moveTo>
                    <a:pt x="3982" y="0"/>
                  </a:moveTo>
                  <a:lnTo>
                    <a:pt x="3982" y="0"/>
                  </a:lnTo>
                  <a:lnTo>
                    <a:pt x="3584" y="0"/>
                  </a:lnTo>
                  <a:lnTo>
                    <a:pt x="3186" y="133"/>
                  </a:lnTo>
                  <a:lnTo>
                    <a:pt x="2389" y="664"/>
                  </a:lnTo>
                  <a:lnTo>
                    <a:pt x="2389" y="664"/>
                  </a:lnTo>
                  <a:lnTo>
                    <a:pt x="1859" y="1195"/>
                  </a:lnTo>
                  <a:lnTo>
                    <a:pt x="1461" y="1725"/>
                  </a:lnTo>
                  <a:lnTo>
                    <a:pt x="664" y="3053"/>
                  </a:lnTo>
                  <a:lnTo>
                    <a:pt x="133" y="4512"/>
                  </a:lnTo>
                  <a:lnTo>
                    <a:pt x="1" y="5309"/>
                  </a:lnTo>
                  <a:lnTo>
                    <a:pt x="1" y="5972"/>
                  </a:lnTo>
                  <a:lnTo>
                    <a:pt x="1" y="5972"/>
                  </a:lnTo>
                  <a:lnTo>
                    <a:pt x="133" y="6901"/>
                  </a:lnTo>
                  <a:lnTo>
                    <a:pt x="133" y="6901"/>
                  </a:lnTo>
                  <a:lnTo>
                    <a:pt x="266" y="7565"/>
                  </a:lnTo>
                  <a:lnTo>
                    <a:pt x="532" y="8228"/>
                  </a:lnTo>
                  <a:lnTo>
                    <a:pt x="930" y="8626"/>
                  </a:lnTo>
                  <a:lnTo>
                    <a:pt x="1461" y="8759"/>
                  </a:lnTo>
                  <a:lnTo>
                    <a:pt x="1461" y="8759"/>
                  </a:lnTo>
                  <a:lnTo>
                    <a:pt x="1461" y="8759"/>
                  </a:lnTo>
                  <a:lnTo>
                    <a:pt x="1461" y="8759"/>
                  </a:lnTo>
                  <a:lnTo>
                    <a:pt x="5176" y="10750"/>
                  </a:lnTo>
                  <a:lnTo>
                    <a:pt x="5176" y="10750"/>
                  </a:lnTo>
                  <a:lnTo>
                    <a:pt x="4778" y="10484"/>
                  </a:lnTo>
                  <a:lnTo>
                    <a:pt x="4513" y="10086"/>
                  </a:lnTo>
                  <a:lnTo>
                    <a:pt x="4380" y="9555"/>
                  </a:lnTo>
                  <a:lnTo>
                    <a:pt x="4247" y="9025"/>
                  </a:lnTo>
                  <a:lnTo>
                    <a:pt x="4247" y="9025"/>
                  </a:lnTo>
                  <a:lnTo>
                    <a:pt x="4115" y="8096"/>
                  </a:lnTo>
                  <a:lnTo>
                    <a:pt x="4115" y="7299"/>
                  </a:lnTo>
                  <a:lnTo>
                    <a:pt x="4380" y="6503"/>
                  </a:lnTo>
                  <a:lnTo>
                    <a:pt x="4646" y="5574"/>
                  </a:lnTo>
                  <a:lnTo>
                    <a:pt x="4911" y="4778"/>
                  </a:lnTo>
                  <a:lnTo>
                    <a:pt x="5309" y="3982"/>
                  </a:lnTo>
                  <a:lnTo>
                    <a:pt x="5840" y="3318"/>
                  </a:lnTo>
                  <a:lnTo>
                    <a:pt x="6504" y="2787"/>
                  </a:lnTo>
                  <a:lnTo>
                    <a:pt x="6504" y="2787"/>
                  </a:lnTo>
                  <a:lnTo>
                    <a:pt x="7300" y="2256"/>
                  </a:lnTo>
                  <a:lnTo>
                    <a:pt x="7698" y="2124"/>
                  </a:lnTo>
                  <a:lnTo>
                    <a:pt x="8096" y="2124"/>
                  </a:lnTo>
                  <a:lnTo>
                    <a:pt x="8096" y="2124"/>
                  </a:lnTo>
                  <a:lnTo>
                    <a:pt x="8627" y="2124"/>
                  </a:lnTo>
                  <a:lnTo>
                    <a:pt x="8627" y="2124"/>
                  </a:lnTo>
                  <a:lnTo>
                    <a:pt x="4646" y="133"/>
                  </a:lnTo>
                  <a:lnTo>
                    <a:pt x="4646" y="133"/>
                  </a:lnTo>
                  <a:lnTo>
                    <a:pt x="4646" y="133"/>
                  </a:lnTo>
                  <a:lnTo>
                    <a:pt x="398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4080;p40">
              <a:extLst>
                <a:ext uri="{FF2B5EF4-FFF2-40B4-BE49-F238E27FC236}">
                  <a16:creationId xmlns:a16="http://schemas.microsoft.com/office/drawing/2014/main" id="{F0B0AD6F-1C08-1B3E-20D2-86F5A380C5CB}"/>
                </a:ext>
              </a:extLst>
            </p:cNvPr>
            <p:cNvSpPr/>
            <p:nvPr/>
          </p:nvSpPr>
          <p:spPr>
            <a:xfrm>
              <a:off x="6948505" y="1754975"/>
              <a:ext cx="99032" cy="147446"/>
            </a:xfrm>
            <a:custGeom>
              <a:avLst/>
              <a:gdLst/>
              <a:ahLst/>
              <a:cxnLst/>
              <a:rect l="l" t="t" r="r" b="b"/>
              <a:pathLst>
                <a:path w="5973" h="8893" extrusionOk="0">
                  <a:moveTo>
                    <a:pt x="3584" y="1"/>
                  </a:moveTo>
                  <a:lnTo>
                    <a:pt x="2920" y="266"/>
                  </a:lnTo>
                  <a:lnTo>
                    <a:pt x="2390" y="664"/>
                  </a:lnTo>
                  <a:lnTo>
                    <a:pt x="1726" y="1195"/>
                  </a:lnTo>
                  <a:lnTo>
                    <a:pt x="1195" y="1859"/>
                  </a:lnTo>
                  <a:lnTo>
                    <a:pt x="797" y="2655"/>
                  </a:lnTo>
                  <a:lnTo>
                    <a:pt x="532" y="3451"/>
                  </a:lnTo>
                  <a:lnTo>
                    <a:pt x="266" y="4380"/>
                  </a:lnTo>
                  <a:lnTo>
                    <a:pt x="1" y="5176"/>
                  </a:lnTo>
                  <a:lnTo>
                    <a:pt x="1" y="5973"/>
                  </a:lnTo>
                  <a:lnTo>
                    <a:pt x="133" y="6902"/>
                  </a:lnTo>
                  <a:lnTo>
                    <a:pt x="266" y="7565"/>
                  </a:lnTo>
                  <a:lnTo>
                    <a:pt x="532" y="8096"/>
                  </a:lnTo>
                  <a:lnTo>
                    <a:pt x="930" y="8494"/>
                  </a:lnTo>
                  <a:lnTo>
                    <a:pt x="1328" y="8759"/>
                  </a:lnTo>
                  <a:lnTo>
                    <a:pt x="1859" y="8892"/>
                  </a:lnTo>
                  <a:lnTo>
                    <a:pt x="2390" y="8759"/>
                  </a:lnTo>
                  <a:lnTo>
                    <a:pt x="3053" y="8627"/>
                  </a:lnTo>
                  <a:lnTo>
                    <a:pt x="3584" y="8096"/>
                  </a:lnTo>
                  <a:lnTo>
                    <a:pt x="4247" y="7565"/>
                  </a:lnTo>
                  <a:lnTo>
                    <a:pt x="4778" y="6902"/>
                  </a:lnTo>
                  <a:lnTo>
                    <a:pt x="5176" y="6105"/>
                  </a:lnTo>
                  <a:lnTo>
                    <a:pt x="5575" y="5309"/>
                  </a:lnTo>
                  <a:lnTo>
                    <a:pt x="5840" y="4513"/>
                  </a:lnTo>
                  <a:lnTo>
                    <a:pt x="5973" y="3584"/>
                  </a:lnTo>
                  <a:lnTo>
                    <a:pt x="5973" y="2788"/>
                  </a:lnTo>
                  <a:lnTo>
                    <a:pt x="5973" y="1991"/>
                  </a:lnTo>
                  <a:lnTo>
                    <a:pt x="5707" y="1328"/>
                  </a:lnTo>
                  <a:lnTo>
                    <a:pt x="5442" y="664"/>
                  </a:lnTo>
                  <a:lnTo>
                    <a:pt x="5044" y="266"/>
                  </a:lnTo>
                  <a:lnTo>
                    <a:pt x="4646"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7" name="Google Shape;4081;p40">
              <a:extLst>
                <a:ext uri="{FF2B5EF4-FFF2-40B4-BE49-F238E27FC236}">
                  <a16:creationId xmlns:a16="http://schemas.microsoft.com/office/drawing/2014/main" id="{3329273E-AFAA-B961-648A-B27E84A98B6D}"/>
                </a:ext>
              </a:extLst>
            </p:cNvPr>
            <p:cNvSpPr/>
            <p:nvPr/>
          </p:nvSpPr>
          <p:spPr>
            <a:xfrm>
              <a:off x="6948505" y="1754975"/>
              <a:ext cx="99032" cy="147446"/>
            </a:xfrm>
            <a:custGeom>
              <a:avLst/>
              <a:gdLst/>
              <a:ahLst/>
              <a:cxnLst/>
              <a:rect l="l" t="t" r="r" b="b"/>
              <a:pathLst>
                <a:path w="5973" h="8893" fill="none" extrusionOk="0">
                  <a:moveTo>
                    <a:pt x="2390" y="664"/>
                  </a:moveTo>
                  <a:lnTo>
                    <a:pt x="2390" y="664"/>
                  </a:lnTo>
                  <a:lnTo>
                    <a:pt x="1726" y="1195"/>
                  </a:lnTo>
                  <a:lnTo>
                    <a:pt x="1195" y="1859"/>
                  </a:lnTo>
                  <a:lnTo>
                    <a:pt x="797" y="2655"/>
                  </a:lnTo>
                  <a:lnTo>
                    <a:pt x="532" y="3451"/>
                  </a:lnTo>
                  <a:lnTo>
                    <a:pt x="266" y="4380"/>
                  </a:lnTo>
                  <a:lnTo>
                    <a:pt x="1" y="5176"/>
                  </a:lnTo>
                  <a:lnTo>
                    <a:pt x="1" y="5973"/>
                  </a:lnTo>
                  <a:lnTo>
                    <a:pt x="133" y="6902"/>
                  </a:lnTo>
                  <a:lnTo>
                    <a:pt x="133" y="6902"/>
                  </a:lnTo>
                  <a:lnTo>
                    <a:pt x="266" y="7565"/>
                  </a:lnTo>
                  <a:lnTo>
                    <a:pt x="532" y="8096"/>
                  </a:lnTo>
                  <a:lnTo>
                    <a:pt x="930" y="8494"/>
                  </a:lnTo>
                  <a:lnTo>
                    <a:pt x="1328" y="8759"/>
                  </a:lnTo>
                  <a:lnTo>
                    <a:pt x="1859" y="8892"/>
                  </a:lnTo>
                  <a:lnTo>
                    <a:pt x="2390" y="8759"/>
                  </a:lnTo>
                  <a:lnTo>
                    <a:pt x="3053" y="8627"/>
                  </a:lnTo>
                  <a:lnTo>
                    <a:pt x="3584" y="8096"/>
                  </a:lnTo>
                  <a:lnTo>
                    <a:pt x="3584" y="8096"/>
                  </a:lnTo>
                  <a:lnTo>
                    <a:pt x="4247" y="7565"/>
                  </a:lnTo>
                  <a:lnTo>
                    <a:pt x="4778" y="6902"/>
                  </a:lnTo>
                  <a:lnTo>
                    <a:pt x="5176" y="6105"/>
                  </a:lnTo>
                  <a:lnTo>
                    <a:pt x="5575" y="5309"/>
                  </a:lnTo>
                  <a:lnTo>
                    <a:pt x="5840" y="4513"/>
                  </a:lnTo>
                  <a:lnTo>
                    <a:pt x="5973" y="3584"/>
                  </a:lnTo>
                  <a:lnTo>
                    <a:pt x="5973" y="2788"/>
                  </a:lnTo>
                  <a:lnTo>
                    <a:pt x="5973" y="1991"/>
                  </a:lnTo>
                  <a:lnTo>
                    <a:pt x="5973" y="1991"/>
                  </a:lnTo>
                  <a:lnTo>
                    <a:pt x="5707" y="1328"/>
                  </a:lnTo>
                  <a:lnTo>
                    <a:pt x="5442" y="664"/>
                  </a:lnTo>
                  <a:lnTo>
                    <a:pt x="5044" y="266"/>
                  </a:lnTo>
                  <a:lnTo>
                    <a:pt x="4646" y="1"/>
                  </a:lnTo>
                  <a:lnTo>
                    <a:pt x="4115" y="1"/>
                  </a:lnTo>
                  <a:lnTo>
                    <a:pt x="3584" y="1"/>
                  </a:lnTo>
                  <a:lnTo>
                    <a:pt x="2920" y="266"/>
                  </a:lnTo>
                  <a:lnTo>
                    <a:pt x="2390" y="66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8" name="Google Shape;4082;p40">
              <a:extLst>
                <a:ext uri="{FF2B5EF4-FFF2-40B4-BE49-F238E27FC236}">
                  <a16:creationId xmlns:a16="http://schemas.microsoft.com/office/drawing/2014/main" id="{CAD55E34-DDDA-9E62-828D-E312A1118A62}"/>
                </a:ext>
              </a:extLst>
            </p:cNvPr>
            <p:cNvSpPr/>
            <p:nvPr/>
          </p:nvSpPr>
          <p:spPr>
            <a:xfrm>
              <a:off x="6974917" y="1792380"/>
              <a:ext cx="46225" cy="70432"/>
            </a:xfrm>
            <a:custGeom>
              <a:avLst/>
              <a:gdLst/>
              <a:ahLst/>
              <a:cxnLst/>
              <a:rect l="l" t="t" r="r" b="b"/>
              <a:pathLst>
                <a:path w="2788" h="4248" extrusionOk="0">
                  <a:moveTo>
                    <a:pt x="1858" y="1"/>
                  </a:moveTo>
                  <a:lnTo>
                    <a:pt x="1460" y="133"/>
                  </a:lnTo>
                  <a:lnTo>
                    <a:pt x="1062" y="399"/>
                  </a:lnTo>
                  <a:lnTo>
                    <a:pt x="531" y="930"/>
                  </a:lnTo>
                  <a:lnTo>
                    <a:pt x="133" y="1726"/>
                  </a:lnTo>
                  <a:lnTo>
                    <a:pt x="0" y="2522"/>
                  </a:lnTo>
                  <a:lnTo>
                    <a:pt x="0" y="3318"/>
                  </a:lnTo>
                  <a:lnTo>
                    <a:pt x="266" y="3982"/>
                  </a:lnTo>
                  <a:lnTo>
                    <a:pt x="531" y="4247"/>
                  </a:lnTo>
                  <a:lnTo>
                    <a:pt x="1327" y="4247"/>
                  </a:lnTo>
                  <a:lnTo>
                    <a:pt x="1725" y="3982"/>
                  </a:lnTo>
                  <a:lnTo>
                    <a:pt x="2256" y="3318"/>
                  </a:lnTo>
                  <a:lnTo>
                    <a:pt x="2654" y="2655"/>
                  </a:lnTo>
                  <a:lnTo>
                    <a:pt x="2787" y="1726"/>
                  </a:lnTo>
                  <a:lnTo>
                    <a:pt x="2787" y="930"/>
                  </a:lnTo>
                  <a:lnTo>
                    <a:pt x="2654" y="532"/>
                  </a:lnTo>
                  <a:lnTo>
                    <a:pt x="2522" y="266"/>
                  </a:lnTo>
                  <a:lnTo>
                    <a:pt x="2256" y="133"/>
                  </a:lnTo>
                  <a:lnTo>
                    <a:pt x="1858"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9" name="Google Shape;4083;p40">
              <a:extLst>
                <a:ext uri="{FF2B5EF4-FFF2-40B4-BE49-F238E27FC236}">
                  <a16:creationId xmlns:a16="http://schemas.microsoft.com/office/drawing/2014/main" id="{3D1A829D-2AF4-DD03-CE68-35CF2783BD20}"/>
                </a:ext>
              </a:extLst>
            </p:cNvPr>
            <p:cNvSpPr/>
            <p:nvPr/>
          </p:nvSpPr>
          <p:spPr>
            <a:xfrm>
              <a:off x="6974917" y="1792380"/>
              <a:ext cx="46225" cy="70432"/>
            </a:xfrm>
            <a:custGeom>
              <a:avLst/>
              <a:gdLst/>
              <a:ahLst/>
              <a:cxnLst/>
              <a:rect l="l" t="t" r="r" b="b"/>
              <a:pathLst>
                <a:path w="2788" h="4248" fill="none" extrusionOk="0">
                  <a:moveTo>
                    <a:pt x="0" y="3318"/>
                  </a:moveTo>
                  <a:lnTo>
                    <a:pt x="0" y="3318"/>
                  </a:lnTo>
                  <a:lnTo>
                    <a:pt x="266" y="3982"/>
                  </a:lnTo>
                  <a:lnTo>
                    <a:pt x="266" y="3982"/>
                  </a:lnTo>
                  <a:lnTo>
                    <a:pt x="531" y="4247"/>
                  </a:lnTo>
                  <a:lnTo>
                    <a:pt x="929" y="4247"/>
                  </a:lnTo>
                  <a:lnTo>
                    <a:pt x="1327" y="4247"/>
                  </a:lnTo>
                  <a:lnTo>
                    <a:pt x="1725" y="3982"/>
                  </a:lnTo>
                  <a:lnTo>
                    <a:pt x="1725" y="3982"/>
                  </a:lnTo>
                  <a:lnTo>
                    <a:pt x="2256" y="3318"/>
                  </a:lnTo>
                  <a:lnTo>
                    <a:pt x="2654" y="2655"/>
                  </a:lnTo>
                  <a:lnTo>
                    <a:pt x="2787" y="1726"/>
                  </a:lnTo>
                  <a:lnTo>
                    <a:pt x="2787" y="930"/>
                  </a:lnTo>
                  <a:lnTo>
                    <a:pt x="2787" y="930"/>
                  </a:lnTo>
                  <a:lnTo>
                    <a:pt x="2654" y="532"/>
                  </a:lnTo>
                  <a:lnTo>
                    <a:pt x="2522" y="266"/>
                  </a:lnTo>
                  <a:lnTo>
                    <a:pt x="2256" y="133"/>
                  </a:lnTo>
                  <a:lnTo>
                    <a:pt x="1858" y="1"/>
                  </a:lnTo>
                  <a:lnTo>
                    <a:pt x="1858" y="1"/>
                  </a:lnTo>
                  <a:lnTo>
                    <a:pt x="1460" y="133"/>
                  </a:lnTo>
                  <a:lnTo>
                    <a:pt x="1062" y="399"/>
                  </a:lnTo>
                  <a:lnTo>
                    <a:pt x="1062" y="399"/>
                  </a:lnTo>
                  <a:lnTo>
                    <a:pt x="531" y="930"/>
                  </a:lnTo>
                  <a:lnTo>
                    <a:pt x="133" y="1726"/>
                  </a:lnTo>
                  <a:lnTo>
                    <a:pt x="0" y="2522"/>
                  </a:lnTo>
                  <a:lnTo>
                    <a:pt x="0" y="331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4084;p40">
              <a:extLst>
                <a:ext uri="{FF2B5EF4-FFF2-40B4-BE49-F238E27FC236}">
                  <a16:creationId xmlns:a16="http://schemas.microsoft.com/office/drawing/2014/main" id="{7C19B861-4C4A-2219-3AAE-76E610541E9A}"/>
                </a:ext>
              </a:extLst>
            </p:cNvPr>
            <p:cNvSpPr/>
            <p:nvPr/>
          </p:nvSpPr>
          <p:spPr>
            <a:xfrm>
              <a:off x="6974917" y="1792380"/>
              <a:ext cx="46225" cy="70432"/>
            </a:xfrm>
            <a:custGeom>
              <a:avLst/>
              <a:gdLst/>
              <a:ahLst/>
              <a:cxnLst/>
              <a:rect l="l" t="t" r="r" b="b"/>
              <a:pathLst>
                <a:path w="2788" h="4248" extrusionOk="0">
                  <a:moveTo>
                    <a:pt x="1858" y="1"/>
                  </a:moveTo>
                  <a:lnTo>
                    <a:pt x="1460" y="133"/>
                  </a:lnTo>
                  <a:lnTo>
                    <a:pt x="1062" y="399"/>
                  </a:lnTo>
                  <a:lnTo>
                    <a:pt x="664" y="797"/>
                  </a:lnTo>
                  <a:lnTo>
                    <a:pt x="266" y="1460"/>
                  </a:lnTo>
                  <a:lnTo>
                    <a:pt x="0" y="2124"/>
                  </a:lnTo>
                  <a:lnTo>
                    <a:pt x="0" y="2920"/>
                  </a:lnTo>
                  <a:lnTo>
                    <a:pt x="0" y="3318"/>
                  </a:lnTo>
                  <a:lnTo>
                    <a:pt x="266" y="3982"/>
                  </a:lnTo>
                  <a:lnTo>
                    <a:pt x="531" y="4247"/>
                  </a:lnTo>
                  <a:lnTo>
                    <a:pt x="1327" y="4247"/>
                  </a:lnTo>
                  <a:lnTo>
                    <a:pt x="1725" y="3982"/>
                  </a:lnTo>
                  <a:lnTo>
                    <a:pt x="2124" y="3451"/>
                  </a:lnTo>
                  <a:lnTo>
                    <a:pt x="2522" y="2788"/>
                  </a:lnTo>
                  <a:lnTo>
                    <a:pt x="2787" y="2124"/>
                  </a:lnTo>
                  <a:lnTo>
                    <a:pt x="2787" y="1460"/>
                  </a:lnTo>
                  <a:lnTo>
                    <a:pt x="2787" y="930"/>
                  </a:lnTo>
                  <a:lnTo>
                    <a:pt x="2654" y="532"/>
                  </a:lnTo>
                  <a:lnTo>
                    <a:pt x="2522" y="266"/>
                  </a:lnTo>
                  <a:lnTo>
                    <a:pt x="2256" y="133"/>
                  </a:lnTo>
                  <a:lnTo>
                    <a:pt x="1858" y="1"/>
                  </a:lnTo>
                  <a:close/>
                </a:path>
              </a:pathLst>
            </a:custGeom>
            <a:solidFill>
              <a:srgbClr val="A9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4085;p40">
              <a:extLst>
                <a:ext uri="{FF2B5EF4-FFF2-40B4-BE49-F238E27FC236}">
                  <a16:creationId xmlns:a16="http://schemas.microsoft.com/office/drawing/2014/main" id="{F46B8F43-0674-491E-4304-659908112B9A}"/>
                </a:ext>
              </a:extLst>
            </p:cNvPr>
            <p:cNvSpPr/>
            <p:nvPr/>
          </p:nvSpPr>
          <p:spPr>
            <a:xfrm>
              <a:off x="6974917" y="1792380"/>
              <a:ext cx="46225" cy="70432"/>
            </a:xfrm>
            <a:custGeom>
              <a:avLst/>
              <a:gdLst/>
              <a:ahLst/>
              <a:cxnLst/>
              <a:rect l="l" t="t" r="r" b="b"/>
              <a:pathLst>
                <a:path w="2788" h="4248" fill="none" extrusionOk="0">
                  <a:moveTo>
                    <a:pt x="1858" y="1"/>
                  </a:moveTo>
                  <a:lnTo>
                    <a:pt x="1858" y="1"/>
                  </a:lnTo>
                  <a:lnTo>
                    <a:pt x="1858" y="1"/>
                  </a:lnTo>
                  <a:lnTo>
                    <a:pt x="1858" y="1"/>
                  </a:lnTo>
                  <a:lnTo>
                    <a:pt x="1460" y="133"/>
                  </a:lnTo>
                  <a:lnTo>
                    <a:pt x="1062" y="399"/>
                  </a:lnTo>
                  <a:lnTo>
                    <a:pt x="1062" y="399"/>
                  </a:lnTo>
                  <a:lnTo>
                    <a:pt x="664" y="797"/>
                  </a:lnTo>
                  <a:lnTo>
                    <a:pt x="266" y="1460"/>
                  </a:lnTo>
                  <a:lnTo>
                    <a:pt x="0" y="2124"/>
                  </a:lnTo>
                  <a:lnTo>
                    <a:pt x="0" y="2920"/>
                  </a:lnTo>
                  <a:lnTo>
                    <a:pt x="0" y="2920"/>
                  </a:lnTo>
                  <a:lnTo>
                    <a:pt x="0" y="3318"/>
                  </a:lnTo>
                  <a:lnTo>
                    <a:pt x="0" y="3318"/>
                  </a:lnTo>
                  <a:lnTo>
                    <a:pt x="266" y="3982"/>
                  </a:lnTo>
                  <a:lnTo>
                    <a:pt x="266" y="3982"/>
                  </a:lnTo>
                  <a:lnTo>
                    <a:pt x="531" y="4247"/>
                  </a:lnTo>
                  <a:lnTo>
                    <a:pt x="929" y="4247"/>
                  </a:lnTo>
                  <a:lnTo>
                    <a:pt x="929" y="4247"/>
                  </a:lnTo>
                  <a:lnTo>
                    <a:pt x="1327" y="4247"/>
                  </a:lnTo>
                  <a:lnTo>
                    <a:pt x="1725" y="3982"/>
                  </a:lnTo>
                  <a:lnTo>
                    <a:pt x="1725" y="3982"/>
                  </a:lnTo>
                  <a:lnTo>
                    <a:pt x="2124" y="3451"/>
                  </a:lnTo>
                  <a:lnTo>
                    <a:pt x="2522" y="2788"/>
                  </a:lnTo>
                  <a:lnTo>
                    <a:pt x="2787" y="2124"/>
                  </a:lnTo>
                  <a:lnTo>
                    <a:pt x="2787" y="1460"/>
                  </a:lnTo>
                  <a:lnTo>
                    <a:pt x="2787" y="1460"/>
                  </a:lnTo>
                  <a:lnTo>
                    <a:pt x="2787" y="930"/>
                  </a:lnTo>
                  <a:lnTo>
                    <a:pt x="2787" y="930"/>
                  </a:lnTo>
                  <a:lnTo>
                    <a:pt x="2654" y="532"/>
                  </a:lnTo>
                  <a:lnTo>
                    <a:pt x="2522" y="266"/>
                  </a:lnTo>
                  <a:lnTo>
                    <a:pt x="2256" y="133"/>
                  </a:lnTo>
                  <a:lnTo>
                    <a:pt x="185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4086;p40">
              <a:extLst>
                <a:ext uri="{FF2B5EF4-FFF2-40B4-BE49-F238E27FC236}">
                  <a16:creationId xmlns:a16="http://schemas.microsoft.com/office/drawing/2014/main" id="{8F963DAD-0FAD-5AD8-53F1-DC097325FE98}"/>
                </a:ext>
              </a:extLst>
            </p:cNvPr>
            <p:cNvSpPr/>
            <p:nvPr/>
          </p:nvSpPr>
          <p:spPr>
            <a:xfrm>
              <a:off x="6974917" y="1792380"/>
              <a:ext cx="35216" cy="66022"/>
            </a:xfrm>
            <a:custGeom>
              <a:avLst/>
              <a:gdLst/>
              <a:ahLst/>
              <a:cxnLst/>
              <a:rect l="l" t="t" r="r" b="b"/>
              <a:pathLst>
                <a:path w="2124" h="3982" extrusionOk="0">
                  <a:moveTo>
                    <a:pt x="1858" y="1"/>
                  </a:moveTo>
                  <a:lnTo>
                    <a:pt x="1460" y="133"/>
                  </a:lnTo>
                  <a:lnTo>
                    <a:pt x="1062" y="399"/>
                  </a:lnTo>
                  <a:lnTo>
                    <a:pt x="531" y="930"/>
                  </a:lnTo>
                  <a:lnTo>
                    <a:pt x="133" y="1726"/>
                  </a:lnTo>
                  <a:lnTo>
                    <a:pt x="0" y="2522"/>
                  </a:lnTo>
                  <a:lnTo>
                    <a:pt x="0" y="3318"/>
                  </a:lnTo>
                  <a:lnTo>
                    <a:pt x="266" y="3982"/>
                  </a:lnTo>
                  <a:lnTo>
                    <a:pt x="664" y="3849"/>
                  </a:lnTo>
                  <a:lnTo>
                    <a:pt x="1062" y="3584"/>
                  </a:lnTo>
                  <a:lnTo>
                    <a:pt x="1593" y="2920"/>
                  </a:lnTo>
                  <a:lnTo>
                    <a:pt x="1858" y="2257"/>
                  </a:lnTo>
                  <a:lnTo>
                    <a:pt x="2124" y="1460"/>
                  </a:lnTo>
                  <a:lnTo>
                    <a:pt x="2124" y="664"/>
                  </a:lnTo>
                  <a:lnTo>
                    <a:pt x="1858"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4087;p40">
              <a:extLst>
                <a:ext uri="{FF2B5EF4-FFF2-40B4-BE49-F238E27FC236}">
                  <a16:creationId xmlns:a16="http://schemas.microsoft.com/office/drawing/2014/main" id="{BD6237E0-60F5-6549-381B-08617DB752C9}"/>
                </a:ext>
              </a:extLst>
            </p:cNvPr>
            <p:cNvSpPr/>
            <p:nvPr/>
          </p:nvSpPr>
          <p:spPr>
            <a:xfrm>
              <a:off x="6739481" y="1803389"/>
              <a:ext cx="198048" cy="37421"/>
            </a:xfrm>
            <a:custGeom>
              <a:avLst/>
              <a:gdLst/>
              <a:ahLst/>
              <a:cxnLst/>
              <a:rect l="l" t="t" r="r" b="b"/>
              <a:pathLst>
                <a:path w="11945" h="2257" extrusionOk="0">
                  <a:moveTo>
                    <a:pt x="9954" y="0"/>
                  </a:moveTo>
                  <a:lnTo>
                    <a:pt x="0" y="1062"/>
                  </a:lnTo>
                  <a:lnTo>
                    <a:pt x="1991" y="2256"/>
                  </a:lnTo>
                  <a:lnTo>
                    <a:pt x="11944" y="1062"/>
                  </a:lnTo>
                  <a:lnTo>
                    <a:pt x="9954"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4088;p40">
              <a:extLst>
                <a:ext uri="{FF2B5EF4-FFF2-40B4-BE49-F238E27FC236}">
                  <a16:creationId xmlns:a16="http://schemas.microsoft.com/office/drawing/2014/main" id="{D50E222A-E90F-9DED-DF07-282446023961}"/>
                </a:ext>
              </a:extLst>
            </p:cNvPr>
            <p:cNvSpPr/>
            <p:nvPr/>
          </p:nvSpPr>
          <p:spPr>
            <a:xfrm>
              <a:off x="6706470" y="1820980"/>
              <a:ext cx="66022" cy="154045"/>
            </a:xfrm>
            <a:custGeom>
              <a:avLst/>
              <a:gdLst/>
              <a:ahLst/>
              <a:cxnLst/>
              <a:rect l="l" t="t" r="r" b="b"/>
              <a:pathLst>
                <a:path w="3982" h="9291" extrusionOk="0">
                  <a:moveTo>
                    <a:pt x="1991" y="1"/>
                  </a:moveTo>
                  <a:lnTo>
                    <a:pt x="1" y="8096"/>
                  </a:lnTo>
                  <a:lnTo>
                    <a:pt x="1991" y="9291"/>
                  </a:lnTo>
                  <a:lnTo>
                    <a:pt x="3982" y="1195"/>
                  </a:lnTo>
                  <a:lnTo>
                    <a:pt x="199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5" name="Google Shape;4089;p40">
              <a:extLst>
                <a:ext uri="{FF2B5EF4-FFF2-40B4-BE49-F238E27FC236}">
                  <a16:creationId xmlns:a16="http://schemas.microsoft.com/office/drawing/2014/main" id="{9BF00A4D-9888-1C26-14EE-E1FD8421BD78}"/>
                </a:ext>
              </a:extLst>
            </p:cNvPr>
            <p:cNvSpPr/>
            <p:nvPr/>
          </p:nvSpPr>
          <p:spPr>
            <a:xfrm>
              <a:off x="6739481" y="1820980"/>
              <a:ext cx="198048" cy="154045"/>
            </a:xfrm>
            <a:custGeom>
              <a:avLst/>
              <a:gdLst/>
              <a:ahLst/>
              <a:cxnLst/>
              <a:rect l="l" t="t" r="r" b="b"/>
              <a:pathLst>
                <a:path w="11945" h="9291" extrusionOk="0">
                  <a:moveTo>
                    <a:pt x="11944" y="1"/>
                  </a:moveTo>
                  <a:lnTo>
                    <a:pt x="1991" y="1195"/>
                  </a:lnTo>
                  <a:lnTo>
                    <a:pt x="0" y="9291"/>
                  </a:lnTo>
                  <a:lnTo>
                    <a:pt x="1327" y="9291"/>
                  </a:lnTo>
                  <a:lnTo>
                    <a:pt x="3053" y="2522"/>
                  </a:lnTo>
                  <a:lnTo>
                    <a:pt x="11944" y="1461"/>
                  </a:lnTo>
                  <a:lnTo>
                    <a:pt x="11944"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6" name="Google Shape;4090;p40">
              <a:extLst>
                <a:ext uri="{FF2B5EF4-FFF2-40B4-BE49-F238E27FC236}">
                  <a16:creationId xmlns:a16="http://schemas.microsoft.com/office/drawing/2014/main" id="{019B8EAA-EFB2-EEA0-CD26-038E69D137D6}"/>
                </a:ext>
              </a:extLst>
            </p:cNvPr>
            <p:cNvSpPr/>
            <p:nvPr/>
          </p:nvSpPr>
          <p:spPr>
            <a:xfrm>
              <a:off x="7747230" y="2162047"/>
              <a:ext cx="11026" cy="22018"/>
            </a:xfrm>
            <a:custGeom>
              <a:avLst/>
              <a:gdLst/>
              <a:ahLst/>
              <a:cxnLst/>
              <a:rect l="l" t="t" r="r" b="b"/>
              <a:pathLst>
                <a:path w="665" h="1328" extrusionOk="0">
                  <a:moveTo>
                    <a:pt x="133" y="0"/>
                  </a:moveTo>
                  <a:lnTo>
                    <a:pt x="1" y="1327"/>
                  </a:lnTo>
                  <a:lnTo>
                    <a:pt x="266" y="1062"/>
                  </a:lnTo>
                  <a:lnTo>
                    <a:pt x="531" y="796"/>
                  </a:lnTo>
                  <a:lnTo>
                    <a:pt x="664" y="664"/>
                  </a:lnTo>
                  <a:lnTo>
                    <a:pt x="133"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4091;p40">
              <a:extLst>
                <a:ext uri="{FF2B5EF4-FFF2-40B4-BE49-F238E27FC236}">
                  <a16:creationId xmlns:a16="http://schemas.microsoft.com/office/drawing/2014/main" id="{DDEDE4E1-A1DD-280A-60C8-355DE57C655D}"/>
                </a:ext>
              </a:extLst>
            </p:cNvPr>
            <p:cNvSpPr/>
            <p:nvPr/>
          </p:nvSpPr>
          <p:spPr>
            <a:xfrm>
              <a:off x="7747230" y="2162047"/>
              <a:ext cx="11026" cy="22018"/>
            </a:xfrm>
            <a:custGeom>
              <a:avLst/>
              <a:gdLst/>
              <a:ahLst/>
              <a:cxnLst/>
              <a:rect l="l" t="t" r="r" b="b"/>
              <a:pathLst>
                <a:path w="665" h="1328" fill="none" extrusionOk="0">
                  <a:moveTo>
                    <a:pt x="664" y="664"/>
                  </a:moveTo>
                  <a:lnTo>
                    <a:pt x="664" y="664"/>
                  </a:lnTo>
                  <a:lnTo>
                    <a:pt x="531" y="796"/>
                  </a:lnTo>
                  <a:lnTo>
                    <a:pt x="266" y="1062"/>
                  </a:lnTo>
                  <a:lnTo>
                    <a:pt x="1" y="1327"/>
                  </a:lnTo>
                  <a:lnTo>
                    <a:pt x="133" y="0"/>
                  </a:lnTo>
                  <a:lnTo>
                    <a:pt x="664" y="66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4092;p40">
              <a:extLst>
                <a:ext uri="{FF2B5EF4-FFF2-40B4-BE49-F238E27FC236}">
                  <a16:creationId xmlns:a16="http://schemas.microsoft.com/office/drawing/2014/main" id="{38BD4B0A-D4D1-6D79-4583-24B830BE9FC9}"/>
                </a:ext>
              </a:extLst>
            </p:cNvPr>
            <p:cNvSpPr/>
            <p:nvPr/>
          </p:nvSpPr>
          <p:spPr>
            <a:xfrm>
              <a:off x="7747230" y="2164236"/>
              <a:ext cx="11026" cy="19830"/>
            </a:xfrm>
            <a:custGeom>
              <a:avLst/>
              <a:gdLst/>
              <a:ahLst/>
              <a:cxnLst/>
              <a:rect l="l" t="t" r="r" b="b"/>
              <a:pathLst>
                <a:path w="665" h="1196" extrusionOk="0">
                  <a:moveTo>
                    <a:pt x="133" y="1"/>
                  </a:moveTo>
                  <a:lnTo>
                    <a:pt x="1" y="1195"/>
                  </a:lnTo>
                  <a:lnTo>
                    <a:pt x="266" y="930"/>
                  </a:lnTo>
                  <a:lnTo>
                    <a:pt x="531" y="797"/>
                  </a:lnTo>
                  <a:lnTo>
                    <a:pt x="664" y="532"/>
                  </a:lnTo>
                  <a:lnTo>
                    <a:pt x="133" y="133"/>
                  </a:lnTo>
                  <a:lnTo>
                    <a:pt x="133" y="1"/>
                  </a:lnTo>
                  <a:close/>
                </a:path>
              </a:pathLst>
            </a:custGeom>
            <a:solidFill>
              <a:srgbClr val="A9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4093;p40">
              <a:extLst>
                <a:ext uri="{FF2B5EF4-FFF2-40B4-BE49-F238E27FC236}">
                  <a16:creationId xmlns:a16="http://schemas.microsoft.com/office/drawing/2014/main" id="{B86E4D30-EEAF-3C5D-310C-6BC6E6D5EFD3}"/>
                </a:ext>
              </a:extLst>
            </p:cNvPr>
            <p:cNvSpPr/>
            <p:nvPr/>
          </p:nvSpPr>
          <p:spPr>
            <a:xfrm>
              <a:off x="7747230" y="2164236"/>
              <a:ext cx="11026" cy="19830"/>
            </a:xfrm>
            <a:custGeom>
              <a:avLst/>
              <a:gdLst/>
              <a:ahLst/>
              <a:cxnLst/>
              <a:rect l="l" t="t" r="r" b="b"/>
              <a:pathLst>
                <a:path w="665" h="1196" fill="none" extrusionOk="0">
                  <a:moveTo>
                    <a:pt x="133" y="1"/>
                  </a:moveTo>
                  <a:lnTo>
                    <a:pt x="1" y="1195"/>
                  </a:lnTo>
                  <a:lnTo>
                    <a:pt x="1" y="1195"/>
                  </a:lnTo>
                  <a:lnTo>
                    <a:pt x="266" y="930"/>
                  </a:lnTo>
                  <a:lnTo>
                    <a:pt x="531" y="797"/>
                  </a:lnTo>
                  <a:lnTo>
                    <a:pt x="664" y="532"/>
                  </a:lnTo>
                  <a:lnTo>
                    <a:pt x="664" y="532"/>
                  </a:lnTo>
                  <a:lnTo>
                    <a:pt x="664" y="532"/>
                  </a:lnTo>
                  <a:lnTo>
                    <a:pt x="664" y="532"/>
                  </a:lnTo>
                  <a:lnTo>
                    <a:pt x="664" y="532"/>
                  </a:lnTo>
                  <a:lnTo>
                    <a:pt x="133" y="133"/>
                  </a:lnTo>
                  <a:lnTo>
                    <a:pt x="133" y="133"/>
                  </a:lnTo>
                  <a:lnTo>
                    <a:pt x="13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4094;p40">
              <a:extLst>
                <a:ext uri="{FF2B5EF4-FFF2-40B4-BE49-F238E27FC236}">
                  <a16:creationId xmlns:a16="http://schemas.microsoft.com/office/drawing/2014/main" id="{6AC29881-AE2A-0BF1-E93D-AFE97CF827FD}"/>
                </a:ext>
              </a:extLst>
            </p:cNvPr>
            <p:cNvSpPr/>
            <p:nvPr/>
          </p:nvSpPr>
          <p:spPr>
            <a:xfrm>
              <a:off x="7194950" y="2322658"/>
              <a:ext cx="411482" cy="286071"/>
            </a:xfrm>
            <a:custGeom>
              <a:avLst/>
              <a:gdLst/>
              <a:ahLst/>
              <a:cxnLst/>
              <a:rect l="l" t="t" r="r" b="b"/>
              <a:pathLst>
                <a:path w="24818" h="17254" extrusionOk="0">
                  <a:moveTo>
                    <a:pt x="24817" y="1"/>
                  </a:moveTo>
                  <a:lnTo>
                    <a:pt x="23623" y="399"/>
                  </a:lnTo>
                  <a:lnTo>
                    <a:pt x="22694" y="930"/>
                  </a:lnTo>
                  <a:lnTo>
                    <a:pt x="21898" y="1726"/>
                  </a:lnTo>
                  <a:lnTo>
                    <a:pt x="20969" y="2921"/>
                  </a:lnTo>
                  <a:lnTo>
                    <a:pt x="19907" y="4779"/>
                  </a:lnTo>
                  <a:lnTo>
                    <a:pt x="18978" y="7035"/>
                  </a:lnTo>
                  <a:lnTo>
                    <a:pt x="16987" y="11945"/>
                  </a:lnTo>
                  <a:lnTo>
                    <a:pt x="12608" y="10750"/>
                  </a:lnTo>
                  <a:lnTo>
                    <a:pt x="10219" y="10087"/>
                  </a:lnTo>
                  <a:lnTo>
                    <a:pt x="9290" y="9689"/>
                  </a:lnTo>
                  <a:lnTo>
                    <a:pt x="8626" y="9291"/>
                  </a:lnTo>
                  <a:lnTo>
                    <a:pt x="7697" y="8760"/>
                  </a:lnTo>
                  <a:lnTo>
                    <a:pt x="7299" y="8229"/>
                  </a:lnTo>
                  <a:lnTo>
                    <a:pt x="6901" y="7698"/>
                  </a:lnTo>
                  <a:lnTo>
                    <a:pt x="6636" y="7300"/>
                  </a:lnTo>
                  <a:lnTo>
                    <a:pt x="6105" y="6636"/>
                  </a:lnTo>
                  <a:lnTo>
                    <a:pt x="5574" y="5973"/>
                  </a:lnTo>
                  <a:lnTo>
                    <a:pt x="5309" y="5707"/>
                  </a:lnTo>
                  <a:lnTo>
                    <a:pt x="5043" y="5575"/>
                  </a:lnTo>
                  <a:lnTo>
                    <a:pt x="4778" y="5575"/>
                  </a:lnTo>
                  <a:lnTo>
                    <a:pt x="4512" y="5840"/>
                  </a:lnTo>
                  <a:lnTo>
                    <a:pt x="4380" y="6106"/>
                  </a:lnTo>
                  <a:lnTo>
                    <a:pt x="4380" y="6238"/>
                  </a:lnTo>
                  <a:lnTo>
                    <a:pt x="4512" y="6636"/>
                  </a:lnTo>
                  <a:lnTo>
                    <a:pt x="4778" y="7035"/>
                  </a:lnTo>
                  <a:lnTo>
                    <a:pt x="4911" y="7565"/>
                  </a:lnTo>
                  <a:lnTo>
                    <a:pt x="4778" y="7698"/>
                  </a:lnTo>
                  <a:lnTo>
                    <a:pt x="4512" y="7698"/>
                  </a:lnTo>
                  <a:lnTo>
                    <a:pt x="3583" y="7300"/>
                  </a:lnTo>
                  <a:lnTo>
                    <a:pt x="1593" y="5840"/>
                  </a:lnTo>
                  <a:lnTo>
                    <a:pt x="1062" y="5840"/>
                  </a:lnTo>
                  <a:lnTo>
                    <a:pt x="664" y="6106"/>
                  </a:lnTo>
                  <a:lnTo>
                    <a:pt x="398" y="6371"/>
                  </a:lnTo>
                  <a:lnTo>
                    <a:pt x="133" y="6769"/>
                  </a:lnTo>
                  <a:lnTo>
                    <a:pt x="0" y="7300"/>
                  </a:lnTo>
                  <a:lnTo>
                    <a:pt x="0" y="7831"/>
                  </a:lnTo>
                  <a:lnTo>
                    <a:pt x="133" y="8362"/>
                  </a:lnTo>
                  <a:lnTo>
                    <a:pt x="531" y="9291"/>
                  </a:lnTo>
                  <a:lnTo>
                    <a:pt x="1195" y="9954"/>
                  </a:lnTo>
                  <a:lnTo>
                    <a:pt x="1991" y="10618"/>
                  </a:lnTo>
                  <a:lnTo>
                    <a:pt x="2920" y="11149"/>
                  </a:lnTo>
                  <a:lnTo>
                    <a:pt x="7299" y="13007"/>
                  </a:lnTo>
                  <a:lnTo>
                    <a:pt x="9821" y="14201"/>
                  </a:lnTo>
                  <a:lnTo>
                    <a:pt x="13537" y="15661"/>
                  </a:lnTo>
                  <a:lnTo>
                    <a:pt x="16855" y="16855"/>
                  </a:lnTo>
                  <a:lnTo>
                    <a:pt x="18049" y="17253"/>
                  </a:lnTo>
                  <a:lnTo>
                    <a:pt x="18712" y="17253"/>
                  </a:lnTo>
                  <a:lnTo>
                    <a:pt x="19111" y="16988"/>
                  </a:lnTo>
                  <a:lnTo>
                    <a:pt x="19509" y="16590"/>
                  </a:lnTo>
                  <a:lnTo>
                    <a:pt x="20172" y="15661"/>
                  </a:lnTo>
                  <a:lnTo>
                    <a:pt x="20836" y="14466"/>
                  </a:lnTo>
                  <a:lnTo>
                    <a:pt x="21499" y="13139"/>
                  </a:lnTo>
                  <a:lnTo>
                    <a:pt x="22561" y="10220"/>
                  </a:lnTo>
                  <a:lnTo>
                    <a:pt x="23623" y="7698"/>
                  </a:lnTo>
                  <a:lnTo>
                    <a:pt x="23888" y="6769"/>
                  </a:lnTo>
                  <a:lnTo>
                    <a:pt x="24154" y="5840"/>
                  </a:lnTo>
                  <a:lnTo>
                    <a:pt x="24286" y="3850"/>
                  </a:lnTo>
                  <a:lnTo>
                    <a:pt x="24419" y="1859"/>
                  </a:lnTo>
                  <a:lnTo>
                    <a:pt x="24552" y="930"/>
                  </a:lnTo>
                  <a:lnTo>
                    <a:pt x="24817" y="1"/>
                  </a:lnTo>
                  <a:close/>
                </a:path>
              </a:pathLst>
            </a:custGeom>
            <a:solidFill>
              <a:srgbClr val="FFB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4095;p40">
              <a:extLst>
                <a:ext uri="{FF2B5EF4-FFF2-40B4-BE49-F238E27FC236}">
                  <a16:creationId xmlns:a16="http://schemas.microsoft.com/office/drawing/2014/main" id="{DD110D37-85E9-0EC0-FCF7-807826AA294A}"/>
                </a:ext>
              </a:extLst>
            </p:cNvPr>
            <p:cNvSpPr/>
            <p:nvPr/>
          </p:nvSpPr>
          <p:spPr>
            <a:xfrm>
              <a:off x="7311558" y="2318264"/>
              <a:ext cx="303663" cy="297064"/>
            </a:xfrm>
            <a:custGeom>
              <a:avLst/>
              <a:gdLst/>
              <a:ahLst/>
              <a:cxnLst/>
              <a:rect l="l" t="t" r="r" b="b"/>
              <a:pathLst>
                <a:path w="18315" h="17917" extrusionOk="0">
                  <a:moveTo>
                    <a:pt x="16988" y="1"/>
                  </a:moveTo>
                  <a:lnTo>
                    <a:pt x="16059" y="266"/>
                  </a:lnTo>
                  <a:lnTo>
                    <a:pt x="15130" y="664"/>
                  </a:lnTo>
                  <a:lnTo>
                    <a:pt x="14466" y="1460"/>
                  </a:lnTo>
                  <a:lnTo>
                    <a:pt x="13803" y="2257"/>
                  </a:lnTo>
                  <a:lnTo>
                    <a:pt x="13272" y="3451"/>
                  </a:lnTo>
                  <a:lnTo>
                    <a:pt x="12210" y="5972"/>
                  </a:lnTo>
                  <a:lnTo>
                    <a:pt x="11016" y="9025"/>
                  </a:lnTo>
                  <a:lnTo>
                    <a:pt x="9822" y="11944"/>
                  </a:lnTo>
                  <a:lnTo>
                    <a:pt x="6106" y="11015"/>
                  </a:lnTo>
                  <a:lnTo>
                    <a:pt x="3717" y="10352"/>
                  </a:lnTo>
                  <a:lnTo>
                    <a:pt x="1593" y="9556"/>
                  </a:lnTo>
                  <a:lnTo>
                    <a:pt x="1328" y="10617"/>
                  </a:lnTo>
                  <a:lnTo>
                    <a:pt x="930" y="11546"/>
                  </a:lnTo>
                  <a:lnTo>
                    <a:pt x="532" y="12343"/>
                  </a:lnTo>
                  <a:lnTo>
                    <a:pt x="1" y="13139"/>
                  </a:lnTo>
                  <a:lnTo>
                    <a:pt x="2522" y="14466"/>
                  </a:lnTo>
                  <a:lnTo>
                    <a:pt x="6106" y="16058"/>
                  </a:lnTo>
                  <a:lnTo>
                    <a:pt x="9689" y="17518"/>
                  </a:lnTo>
                  <a:lnTo>
                    <a:pt x="10883" y="17916"/>
                  </a:lnTo>
                  <a:lnTo>
                    <a:pt x="11679" y="17916"/>
                  </a:lnTo>
                  <a:lnTo>
                    <a:pt x="12210" y="17651"/>
                  </a:lnTo>
                  <a:lnTo>
                    <a:pt x="12741" y="17120"/>
                  </a:lnTo>
                  <a:lnTo>
                    <a:pt x="13139" y="16457"/>
                  </a:lnTo>
                  <a:lnTo>
                    <a:pt x="13670" y="15528"/>
                  </a:lnTo>
                  <a:lnTo>
                    <a:pt x="14599" y="13139"/>
                  </a:lnTo>
                  <a:lnTo>
                    <a:pt x="15528" y="10485"/>
                  </a:lnTo>
                  <a:lnTo>
                    <a:pt x="16324" y="7830"/>
                  </a:lnTo>
                  <a:lnTo>
                    <a:pt x="16855" y="5309"/>
                  </a:lnTo>
                  <a:lnTo>
                    <a:pt x="17519" y="2389"/>
                  </a:lnTo>
                  <a:lnTo>
                    <a:pt x="17651" y="929"/>
                  </a:lnTo>
                  <a:lnTo>
                    <a:pt x="17784" y="664"/>
                  </a:lnTo>
                  <a:lnTo>
                    <a:pt x="18315"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4096;p40">
              <a:extLst>
                <a:ext uri="{FF2B5EF4-FFF2-40B4-BE49-F238E27FC236}">
                  <a16:creationId xmlns:a16="http://schemas.microsoft.com/office/drawing/2014/main" id="{ECEB3259-EE8A-1E95-21CA-4E9C29EFC7FA}"/>
                </a:ext>
              </a:extLst>
            </p:cNvPr>
            <p:cNvSpPr/>
            <p:nvPr/>
          </p:nvSpPr>
          <p:spPr>
            <a:xfrm>
              <a:off x="7751641" y="3337022"/>
              <a:ext cx="52824" cy="92433"/>
            </a:xfrm>
            <a:custGeom>
              <a:avLst/>
              <a:gdLst/>
              <a:ahLst/>
              <a:cxnLst/>
              <a:rect l="l" t="t" r="r" b="b"/>
              <a:pathLst>
                <a:path w="3186" h="5575" extrusionOk="0">
                  <a:moveTo>
                    <a:pt x="0" y="1"/>
                  </a:moveTo>
                  <a:lnTo>
                    <a:pt x="0" y="5574"/>
                  </a:lnTo>
                  <a:lnTo>
                    <a:pt x="3185" y="5574"/>
                  </a:lnTo>
                  <a:lnTo>
                    <a:pt x="3185" y="1"/>
                  </a:lnTo>
                  <a:close/>
                </a:path>
              </a:pathLst>
            </a:custGeom>
            <a:solidFill>
              <a:srgbClr val="F09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4097;p40">
              <a:extLst>
                <a:ext uri="{FF2B5EF4-FFF2-40B4-BE49-F238E27FC236}">
                  <a16:creationId xmlns:a16="http://schemas.microsoft.com/office/drawing/2014/main" id="{CDE0EBC1-B204-745E-4966-6B744E63557E}"/>
                </a:ext>
              </a:extLst>
            </p:cNvPr>
            <p:cNvSpPr/>
            <p:nvPr/>
          </p:nvSpPr>
          <p:spPr>
            <a:xfrm>
              <a:off x="7751641" y="3337022"/>
              <a:ext cx="52824" cy="92433"/>
            </a:xfrm>
            <a:custGeom>
              <a:avLst/>
              <a:gdLst/>
              <a:ahLst/>
              <a:cxnLst/>
              <a:rect l="l" t="t" r="r" b="b"/>
              <a:pathLst>
                <a:path w="3186" h="5575" fill="none" extrusionOk="0">
                  <a:moveTo>
                    <a:pt x="3185" y="5574"/>
                  </a:moveTo>
                  <a:lnTo>
                    <a:pt x="0" y="5574"/>
                  </a:lnTo>
                  <a:lnTo>
                    <a:pt x="0" y="1"/>
                  </a:lnTo>
                  <a:lnTo>
                    <a:pt x="3185" y="1"/>
                  </a:lnTo>
                  <a:lnTo>
                    <a:pt x="3185" y="557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4098;p40">
              <a:extLst>
                <a:ext uri="{FF2B5EF4-FFF2-40B4-BE49-F238E27FC236}">
                  <a16:creationId xmlns:a16="http://schemas.microsoft.com/office/drawing/2014/main" id="{B881605A-240A-EF5A-00BE-ED4D8B9D43E6}"/>
                </a:ext>
              </a:extLst>
            </p:cNvPr>
            <p:cNvSpPr/>
            <p:nvPr/>
          </p:nvSpPr>
          <p:spPr>
            <a:xfrm>
              <a:off x="7538206" y="3262213"/>
              <a:ext cx="68227" cy="112230"/>
            </a:xfrm>
            <a:custGeom>
              <a:avLst/>
              <a:gdLst/>
              <a:ahLst/>
              <a:cxnLst/>
              <a:rect l="l" t="t" r="r" b="b"/>
              <a:pathLst>
                <a:path w="4115" h="6769" extrusionOk="0">
                  <a:moveTo>
                    <a:pt x="4114" y="0"/>
                  </a:moveTo>
                  <a:lnTo>
                    <a:pt x="0" y="133"/>
                  </a:lnTo>
                  <a:lnTo>
                    <a:pt x="266" y="6769"/>
                  </a:lnTo>
                  <a:lnTo>
                    <a:pt x="3849" y="6636"/>
                  </a:lnTo>
                  <a:lnTo>
                    <a:pt x="4114" y="0"/>
                  </a:lnTo>
                  <a:close/>
                </a:path>
              </a:pathLst>
            </a:custGeom>
            <a:solidFill>
              <a:srgbClr val="F09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5" name="Google Shape;4099;p40">
              <a:extLst>
                <a:ext uri="{FF2B5EF4-FFF2-40B4-BE49-F238E27FC236}">
                  <a16:creationId xmlns:a16="http://schemas.microsoft.com/office/drawing/2014/main" id="{299DECE7-6413-B822-9A14-728C290FF0BD}"/>
                </a:ext>
              </a:extLst>
            </p:cNvPr>
            <p:cNvSpPr/>
            <p:nvPr/>
          </p:nvSpPr>
          <p:spPr>
            <a:xfrm>
              <a:off x="7538206" y="3262213"/>
              <a:ext cx="68227" cy="112230"/>
            </a:xfrm>
            <a:custGeom>
              <a:avLst/>
              <a:gdLst/>
              <a:ahLst/>
              <a:cxnLst/>
              <a:rect l="l" t="t" r="r" b="b"/>
              <a:pathLst>
                <a:path w="4115" h="6769" fill="none" extrusionOk="0">
                  <a:moveTo>
                    <a:pt x="3849" y="6636"/>
                  </a:moveTo>
                  <a:lnTo>
                    <a:pt x="266" y="6769"/>
                  </a:lnTo>
                  <a:lnTo>
                    <a:pt x="0" y="133"/>
                  </a:lnTo>
                  <a:lnTo>
                    <a:pt x="4114" y="0"/>
                  </a:lnTo>
                  <a:lnTo>
                    <a:pt x="3849" y="663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6" name="Google Shape;4100;p40">
              <a:extLst>
                <a:ext uri="{FF2B5EF4-FFF2-40B4-BE49-F238E27FC236}">
                  <a16:creationId xmlns:a16="http://schemas.microsoft.com/office/drawing/2014/main" id="{806CF925-8EE0-3757-F4E0-DDF771894DFC}"/>
                </a:ext>
              </a:extLst>
            </p:cNvPr>
            <p:cNvSpPr/>
            <p:nvPr/>
          </p:nvSpPr>
          <p:spPr>
            <a:xfrm>
              <a:off x="7531591" y="2687915"/>
              <a:ext cx="286071" cy="699726"/>
            </a:xfrm>
            <a:custGeom>
              <a:avLst/>
              <a:gdLst/>
              <a:ahLst/>
              <a:cxnLst/>
              <a:rect l="l" t="t" r="r" b="b"/>
              <a:pathLst>
                <a:path w="17254" h="42203" extrusionOk="0">
                  <a:moveTo>
                    <a:pt x="930" y="1"/>
                  </a:moveTo>
                  <a:lnTo>
                    <a:pt x="399" y="9556"/>
                  </a:lnTo>
                  <a:lnTo>
                    <a:pt x="134" y="16590"/>
                  </a:lnTo>
                  <a:lnTo>
                    <a:pt x="1" y="20704"/>
                  </a:lnTo>
                  <a:lnTo>
                    <a:pt x="399" y="38620"/>
                  </a:lnTo>
                  <a:lnTo>
                    <a:pt x="1195" y="38885"/>
                  </a:lnTo>
                  <a:lnTo>
                    <a:pt x="1992" y="39018"/>
                  </a:lnTo>
                  <a:lnTo>
                    <a:pt x="3319" y="38885"/>
                  </a:lnTo>
                  <a:lnTo>
                    <a:pt x="4248" y="38752"/>
                  </a:lnTo>
                  <a:lnTo>
                    <a:pt x="4646" y="38620"/>
                  </a:lnTo>
                  <a:lnTo>
                    <a:pt x="5442" y="33311"/>
                  </a:lnTo>
                  <a:lnTo>
                    <a:pt x="5973" y="29064"/>
                  </a:lnTo>
                  <a:lnTo>
                    <a:pt x="6238" y="26278"/>
                  </a:lnTo>
                  <a:lnTo>
                    <a:pt x="6371" y="24420"/>
                  </a:lnTo>
                  <a:lnTo>
                    <a:pt x="6238" y="22827"/>
                  </a:lnTo>
                  <a:lnTo>
                    <a:pt x="6106" y="21500"/>
                  </a:lnTo>
                  <a:lnTo>
                    <a:pt x="8229" y="8229"/>
                  </a:lnTo>
                  <a:lnTo>
                    <a:pt x="10087" y="22296"/>
                  </a:lnTo>
                  <a:lnTo>
                    <a:pt x="10883" y="27339"/>
                  </a:lnTo>
                  <a:lnTo>
                    <a:pt x="11812" y="33842"/>
                  </a:lnTo>
                  <a:lnTo>
                    <a:pt x="13139" y="41937"/>
                  </a:lnTo>
                  <a:lnTo>
                    <a:pt x="13936" y="42070"/>
                  </a:lnTo>
                  <a:lnTo>
                    <a:pt x="14599" y="42203"/>
                  </a:lnTo>
                  <a:lnTo>
                    <a:pt x="15661" y="42203"/>
                  </a:lnTo>
                  <a:lnTo>
                    <a:pt x="16457" y="41937"/>
                  </a:lnTo>
                  <a:lnTo>
                    <a:pt x="16723" y="41805"/>
                  </a:lnTo>
                  <a:lnTo>
                    <a:pt x="16988" y="35965"/>
                  </a:lnTo>
                  <a:lnTo>
                    <a:pt x="17253" y="30922"/>
                  </a:lnTo>
                  <a:lnTo>
                    <a:pt x="17253" y="26676"/>
                  </a:lnTo>
                  <a:lnTo>
                    <a:pt x="17121" y="24552"/>
                  </a:lnTo>
                  <a:lnTo>
                    <a:pt x="16855" y="23093"/>
                  </a:lnTo>
                  <a:lnTo>
                    <a:pt x="16457" y="21898"/>
                  </a:lnTo>
                  <a:lnTo>
                    <a:pt x="16324" y="21102"/>
                  </a:lnTo>
                  <a:lnTo>
                    <a:pt x="16059" y="664"/>
                  </a:lnTo>
                  <a:lnTo>
                    <a:pt x="930"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4101;p40">
              <a:extLst>
                <a:ext uri="{FF2B5EF4-FFF2-40B4-BE49-F238E27FC236}">
                  <a16:creationId xmlns:a16="http://schemas.microsoft.com/office/drawing/2014/main" id="{D5667686-A253-A12D-91D9-2CFEC0A3F8E5}"/>
                </a:ext>
              </a:extLst>
            </p:cNvPr>
            <p:cNvSpPr/>
            <p:nvPr/>
          </p:nvSpPr>
          <p:spPr>
            <a:xfrm>
              <a:off x="7531591" y="2687915"/>
              <a:ext cx="286071" cy="699726"/>
            </a:xfrm>
            <a:custGeom>
              <a:avLst/>
              <a:gdLst/>
              <a:ahLst/>
              <a:cxnLst/>
              <a:rect l="l" t="t" r="r" b="b"/>
              <a:pathLst>
                <a:path w="17254" h="42203" fill="none" extrusionOk="0">
                  <a:moveTo>
                    <a:pt x="16059" y="664"/>
                  </a:moveTo>
                  <a:lnTo>
                    <a:pt x="16059" y="664"/>
                  </a:lnTo>
                  <a:lnTo>
                    <a:pt x="16324" y="21102"/>
                  </a:lnTo>
                  <a:lnTo>
                    <a:pt x="16324" y="21102"/>
                  </a:lnTo>
                  <a:lnTo>
                    <a:pt x="16457" y="21898"/>
                  </a:lnTo>
                  <a:lnTo>
                    <a:pt x="16855" y="23093"/>
                  </a:lnTo>
                  <a:lnTo>
                    <a:pt x="17121" y="24552"/>
                  </a:lnTo>
                  <a:lnTo>
                    <a:pt x="17253" y="26676"/>
                  </a:lnTo>
                  <a:lnTo>
                    <a:pt x="17253" y="26676"/>
                  </a:lnTo>
                  <a:lnTo>
                    <a:pt x="17253" y="30922"/>
                  </a:lnTo>
                  <a:lnTo>
                    <a:pt x="16988" y="35965"/>
                  </a:lnTo>
                  <a:lnTo>
                    <a:pt x="16723" y="41805"/>
                  </a:lnTo>
                  <a:lnTo>
                    <a:pt x="16723" y="41805"/>
                  </a:lnTo>
                  <a:lnTo>
                    <a:pt x="16457" y="41937"/>
                  </a:lnTo>
                  <a:lnTo>
                    <a:pt x="15661" y="42203"/>
                  </a:lnTo>
                  <a:lnTo>
                    <a:pt x="15130" y="42203"/>
                  </a:lnTo>
                  <a:lnTo>
                    <a:pt x="14599" y="42203"/>
                  </a:lnTo>
                  <a:lnTo>
                    <a:pt x="13936" y="42070"/>
                  </a:lnTo>
                  <a:lnTo>
                    <a:pt x="13139" y="41937"/>
                  </a:lnTo>
                  <a:lnTo>
                    <a:pt x="13139" y="41937"/>
                  </a:lnTo>
                  <a:lnTo>
                    <a:pt x="11812" y="33842"/>
                  </a:lnTo>
                  <a:lnTo>
                    <a:pt x="10883" y="27339"/>
                  </a:lnTo>
                  <a:lnTo>
                    <a:pt x="10087" y="22296"/>
                  </a:lnTo>
                  <a:lnTo>
                    <a:pt x="10087" y="22296"/>
                  </a:lnTo>
                  <a:lnTo>
                    <a:pt x="8229" y="8229"/>
                  </a:lnTo>
                  <a:lnTo>
                    <a:pt x="6106" y="21500"/>
                  </a:lnTo>
                  <a:lnTo>
                    <a:pt x="6106" y="21500"/>
                  </a:lnTo>
                  <a:lnTo>
                    <a:pt x="6238" y="22827"/>
                  </a:lnTo>
                  <a:lnTo>
                    <a:pt x="6371" y="24420"/>
                  </a:lnTo>
                  <a:lnTo>
                    <a:pt x="6238" y="26278"/>
                  </a:lnTo>
                  <a:lnTo>
                    <a:pt x="6238" y="26278"/>
                  </a:lnTo>
                  <a:lnTo>
                    <a:pt x="5973" y="29064"/>
                  </a:lnTo>
                  <a:lnTo>
                    <a:pt x="5442" y="33311"/>
                  </a:lnTo>
                  <a:lnTo>
                    <a:pt x="4646" y="38620"/>
                  </a:lnTo>
                  <a:lnTo>
                    <a:pt x="4646" y="38620"/>
                  </a:lnTo>
                  <a:lnTo>
                    <a:pt x="4248" y="38752"/>
                  </a:lnTo>
                  <a:lnTo>
                    <a:pt x="3319" y="38885"/>
                  </a:lnTo>
                  <a:lnTo>
                    <a:pt x="1992" y="39018"/>
                  </a:lnTo>
                  <a:lnTo>
                    <a:pt x="1195" y="38885"/>
                  </a:lnTo>
                  <a:lnTo>
                    <a:pt x="399" y="38620"/>
                  </a:lnTo>
                  <a:lnTo>
                    <a:pt x="399" y="38620"/>
                  </a:lnTo>
                  <a:lnTo>
                    <a:pt x="1" y="20704"/>
                  </a:lnTo>
                  <a:lnTo>
                    <a:pt x="1" y="20704"/>
                  </a:lnTo>
                  <a:lnTo>
                    <a:pt x="134" y="16590"/>
                  </a:lnTo>
                  <a:lnTo>
                    <a:pt x="399" y="9556"/>
                  </a:lnTo>
                  <a:lnTo>
                    <a:pt x="930" y="1"/>
                  </a:lnTo>
                  <a:lnTo>
                    <a:pt x="16059" y="66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4102;p40">
              <a:extLst>
                <a:ext uri="{FF2B5EF4-FFF2-40B4-BE49-F238E27FC236}">
                  <a16:creationId xmlns:a16="http://schemas.microsoft.com/office/drawing/2014/main" id="{3898DA52-B359-1913-2821-0390C4548CE4}"/>
                </a:ext>
              </a:extLst>
            </p:cNvPr>
            <p:cNvSpPr/>
            <p:nvPr/>
          </p:nvSpPr>
          <p:spPr>
            <a:xfrm>
              <a:off x="7531591" y="2703318"/>
              <a:ext cx="286071" cy="466495"/>
            </a:xfrm>
            <a:custGeom>
              <a:avLst/>
              <a:gdLst/>
              <a:ahLst/>
              <a:cxnLst/>
              <a:rect l="l" t="t" r="r" b="b"/>
              <a:pathLst>
                <a:path w="17254" h="28136" extrusionOk="0">
                  <a:moveTo>
                    <a:pt x="8229" y="7300"/>
                  </a:moveTo>
                  <a:lnTo>
                    <a:pt x="6392" y="18780"/>
                  </a:lnTo>
                  <a:lnTo>
                    <a:pt x="6371" y="19244"/>
                  </a:lnTo>
                  <a:lnTo>
                    <a:pt x="8229" y="7300"/>
                  </a:lnTo>
                  <a:close/>
                  <a:moveTo>
                    <a:pt x="930" y="1"/>
                  </a:moveTo>
                  <a:lnTo>
                    <a:pt x="399" y="8627"/>
                  </a:lnTo>
                  <a:lnTo>
                    <a:pt x="1" y="18182"/>
                  </a:lnTo>
                  <a:lnTo>
                    <a:pt x="5973" y="21633"/>
                  </a:lnTo>
                  <a:lnTo>
                    <a:pt x="6238" y="21765"/>
                  </a:lnTo>
                  <a:lnTo>
                    <a:pt x="6106" y="20571"/>
                  </a:lnTo>
                  <a:lnTo>
                    <a:pt x="6392" y="18780"/>
                  </a:lnTo>
                  <a:lnTo>
                    <a:pt x="6902" y="7565"/>
                  </a:lnTo>
                  <a:lnTo>
                    <a:pt x="6106" y="7035"/>
                  </a:lnTo>
                  <a:lnTo>
                    <a:pt x="5309" y="6504"/>
                  </a:lnTo>
                  <a:lnTo>
                    <a:pt x="4248" y="5575"/>
                  </a:lnTo>
                  <a:lnTo>
                    <a:pt x="3717" y="4778"/>
                  </a:lnTo>
                  <a:lnTo>
                    <a:pt x="3584" y="4513"/>
                  </a:lnTo>
                  <a:lnTo>
                    <a:pt x="4248" y="5177"/>
                  </a:lnTo>
                  <a:lnTo>
                    <a:pt x="5044" y="5707"/>
                  </a:lnTo>
                  <a:lnTo>
                    <a:pt x="6637" y="6636"/>
                  </a:lnTo>
                  <a:lnTo>
                    <a:pt x="7831" y="7167"/>
                  </a:lnTo>
                  <a:lnTo>
                    <a:pt x="8229" y="7300"/>
                  </a:lnTo>
                  <a:lnTo>
                    <a:pt x="10087" y="20571"/>
                  </a:lnTo>
                  <a:lnTo>
                    <a:pt x="13670" y="18448"/>
                  </a:lnTo>
                  <a:lnTo>
                    <a:pt x="13670" y="26012"/>
                  </a:lnTo>
                  <a:lnTo>
                    <a:pt x="16590" y="27737"/>
                  </a:lnTo>
                  <a:lnTo>
                    <a:pt x="17121" y="28135"/>
                  </a:lnTo>
                  <a:lnTo>
                    <a:pt x="17253" y="28135"/>
                  </a:lnTo>
                  <a:lnTo>
                    <a:pt x="17253" y="26676"/>
                  </a:lnTo>
                  <a:lnTo>
                    <a:pt x="17253" y="25747"/>
                  </a:lnTo>
                  <a:lnTo>
                    <a:pt x="17121" y="23623"/>
                  </a:lnTo>
                  <a:lnTo>
                    <a:pt x="16855" y="22164"/>
                  </a:lnTo>
                  <a:lnTo>
                    <a:pt x="16457" y="20969"/>
                  </a:lnTo>
                  <a:lnTo>
                    <a:pt x="16324" y="20173"/>
                  </a:lnTo>
                  <a:lnTo>
                    <a:pt x="16059" y="930"/>
                  </a:lnTo>
                  <a:lnTo>
                    <a:pt x="14201" y="1461"/>
                  </a:lnTo>
                  <a:lnTo>
                    <a:pt x="12343" y="1859"/>
                  </a:lnTo>
                  <a:lnTo>
                    <a:pt x="10618" y="2124"/>
                  </a:lnTo>
                  <a:lnTo>
                    <a:pt x="7433" y="2124"/>
                  </a:lnTo>
                  <a:lnTo>
                    <a:pt x="6106" y="1859"/>
                  </a:lnTo>
                  <a:lnTo>
                    <a:pt x="4911" y="1593"/>
                  </a:lnTo>
                  <a:lnTo>
                    <a:pt x="3850" y="1328"/>
                  </a:lnTo>
                  <a:lnTo>
                    <a:pt x="1992" y="664"/>
                  </a:lnTo>
                  <a:lnTo>
                    <a:pt x="930"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4103;p40">
              <a:extLst>
                <a:ext uri="{FF2B5EF4-FFF2-40B4-BE49-F238E27FC236}">
                  <a16:creationId xmlns:a16="http://schemas.microsoft.com/office/drawing/2014/main" id="{85A24C35-D57A-14DE-4474-6CA94CC5CFA7}"/>
                </a:ext>
              </a:extLst>
            </p:cNvPr>
            <p:cNvSpPr/>
            <p:nvPr/>
          </p:nvSpPr>
          <p:spPr>
            <a:xfrm>
              <a:off x="7591013" y="2778144"/>
              <a:ext cx="77031" cy="244240"/>
            </a:xfrm>
            <a:custGeom>
              <a:avLst/>
              <a:gdLst/>
              <a:ahLst/>
              <a:cxnLst/>
              <a:rect l="l" t="t" r="r" b="b"/>
              <a:pathLst>
                <a:path w="4646" h="14731" fill="none" extrusionOk="0">
                  <a:moveTo>
                    <a:pt x="2787" y="14731"/>
                  </a:moveTo>
                  <a:lnTo>
                    <a:pt x="3318" y="3052"/>
                  </a:lnTo>
                  <a:lnTo>
                    <a:pt x="3318" y="3052"/>
                  </a:lnTo>
                  <a:lnTo>
                    <a:pt x="2522" y="2522"/>
                  </a:lnTo>
                  <a:lnTo>
                    <a:pt x="1725" y="1991"/>
                  </a:lnTo>
                  <a:lnTo>
                    <a:pt x="664" y="1062"/>
                  </a:lnTo>
                  <a:lnTo>
                    <a:pt x="133" y="265"/>
                  </a:lnTo>
                  <a:lnTo>
                    <a:pt x="0" y="0"/>
                  </a:lnTo>
                  <a:lnTo>
                    <a:pt x="0" y="0"/>
                  </a:lnTo>
                  <a:lnTo>
                    <a:pt x="664" y="664"/>
                  </a:lnTo>
                  <a:lnTo>
                    <a:pt x="1460" y="1194"/>
                  </a:lnTo>
                  <a:lnTo>
                    <a:pt x="3053" y="2123"/>
                  </a:lnTo>
                  <a:lnTo>
                    <a:pt x="4247" y="2654"/>
                  </a:lnTo>
                  <a:lnTo>
                    <a:pt x="4645" y="2787"/>
                  </a:lnTo>
                  <a:lnTo>
                    <a:pt x="2787" y="1473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4104;p40">
              <a:extLst>
                <a:ext uri="{FF2B5EF4-FFF2-40B4-BE49-F238E27FC236}">
                  <a16:creationId xmlns:a16="http://schemas.microsoft.com/office/drawing/2014/main" id="{6896AF9E-21D0-B55C-A0D7-3F50264EB9FC}"/>
                </a:ext>
              </a:extLst>
            </p:cNvPr>
            <p:cNvSpPr/>
            <p:nvPr/>
          </p:nvSpPr>
          <p:spPr>
            <a:xfrm>
              <a:off x="7531591" y="2703318"/>
              <a:ext cx="286071" cy="466495"/>
            </a:xfrm>
            <a:custGeom>
              <a:avLst/>
              <a:gdLst/>
              <a:ahLst/>
              <a:cxnLst/>
              <a:rect l="l" t="t" r="r" b="b"/>
              <a:pathLst>
                <a:path w="17254" h="28136" fill="none" extrusionOk="0">
                  <a:moveTo>
                    <a:pt x="930" y="1"/>
                  </a:moveTo>
                  <a:lnTo>
                    <a:pt x="930" y="1"/>
                  </a:lnTo>
                  <a:lnTo>
                    <a:pt x="399" y="8627"/>
                  </a:lnTo>
                  <a:lnTo>
                    <a:pt x="1" y="18182"/>
                  </a:lnTo>
                  <a:lnTo>
                    <a:pt x="5973" y="21633"/>
                  </a:lnTo>
                  <a:lnTo>
                    <a:pt x="5973" y="21633"/>
                  </a:lnTo>
                  <a:lnTo>
                    <a:pt x="6238" y="21765"/>
                  </a:lnTo>
                  <a:lnTo>
                    <a:pt x="6238" y="21765"/>
                  </a:lnTo>
                  <a:lnTo>
                    <a:pt x="6106" y="20571"/>
                  </a:lnTo>
                  <a:lnTo>
                    <a:pt x="6106" y="20571"/>
                  </a:lnTo>
                  <a:lnTo>
                    <a:pt x="6106" y="20571"/>
                  </a:lnTo>
                  <a:lnTo>
                    <a:pt x="8229" y="7300"/>
                  </a:lnTo>
                  <a:lnTo>
                    <a:pt x="8229" y="7300"/>
                  </a:lnTo>
                  <a:lnTo>
                    <a:pt x="10087" y="20571"/>
                  </a:lnTo>
                  <a:lnTo>
                    <a:pt x="13670" y="18448"/>
                  </a:lnTo>
                  <a:lnTo>
                    <a:pt x="13670" y="26012"/>
                  </a:lnTo>
                  <a:lnTo>
                    <a:pt x="16590" y="27737"/>
                  </a:lnTo>
                  <a:lnTo>
                    <a:pt x="16590" y="27737"/>
                  </a:lnTo>
                  <a:lnTo>
                    <a:pt x="17121" y="28135"/>
                  </a:lnTo>
                  <a:lnTo>
                    <a:pt x="17253" y="28135"/>
                  </a:lnTo>
                  <a:lnTo>
                    <a:pt x="17253" y="28135"/>
                  </a:lnTo>
                  <a:lnTo>
                    <a:pt x="17253" y="26676"/>
                  </a:lnTo>
                  <a:lnTo>
                    <a:pt x="17253" y="26676"/>
                  </a:lnTo>
                  <a:lnTo>
                    <a:pt x="17253" y="25747"/>
                  </a:lnTo>
                  <a:lnTo>
                    <a:pt x="17253" y="25747"/>
                  </a:lnTo>
                  <a:lnTo>
                    <a:pt x="17121" y="23623"/>
                  </a:lnTo>
                  <a:lnTo>
                    <a:pt x="16855" y="22164"/>
                  </a:lnTo>
                  <a:lnTo>
                    <a:pt x="16457" y="20969"/>
                  </a:lnTo>
                  <a:lnTo>
                    <a:pt x="16324" y="20173"/>
                  </a:lnTo>
                  <a:lnTo>
                    <a:pt x="16324" y="20173"/>
                  </a:lnTo>
                  <a:lnTo>
                    <a:pt x="16059" y="930"/>
                  </a:lnTo>
                  <a:lnTo>
                    <a:pt x="16059" y="930"/>
                  </a:lnTo>
                  <a:lnTo>
                    <a:pt x="14201" y="1461"/>
                  </a:lnTo>
                  <a:lnTo>
                    <a:pt x="12343" y="1859"/>
                  </a:lnTo>
                  <a:lnTo>
                    <a:pt x="10618" y="2124"/>
                  </a:lnTo>
                  <a:lnTo>
                    <a:pt x="9025" y="2124"/>
                  </a:lnTo>
                  <a:lnTo>
                    <a:pt x="9025" y="2124"/>
                  </a:lnTo>
                  <a:lnTo>
                    <a:pt x="7433" y="2124"/>
                  </a:lnTo>
                  <a:lnTo>
                    <a:pt x="6106" y="1859"/>
                  </a:lnTo>
                  <a:lnTo>
                    <a:pt x="4911" y="1593"/>
                  </a:lnTo>
                  <a:lnTo>
                    <a:pt x="3850" y="1328"/>
                  </a:lnTo>
                  <a:lnTo>
                    <a:pt x="1992" y="664"/>
                  </a:lnTo>
                  <a:lnTo>
                    <a:pt x="93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4105;p40">
              <a:extLst>
                <a:ext uri="{FF2B5EF4-FFF2-40B4-BE49-F238E27FC236}">
                  <a16:creationId xmlns:a16="http://schemas.microsoft.com/office/drawing/2014/main" id="{6284F40D-0FE7-C82A-6327-56910FD71EB4}"/>
                </a:ext>
              </a:extLst>
            </p:cNvPr>
            <p:cNvSpPr/>
            <p:nvPr/>
          </p:nvSpPr>
          <p:spPr>
            <a:xfrm>
              <a:off x="7681225" y="3394223"/>
              <a:ext cx="136437" cy="160644"/>
            </a:xfrm>
            <a:custGeom>
              <a:avLst/>
              <a:gdLst/>
              <a:ahLst/>
              <a:cxnLst/>
              <a:rect l="l" t="t" r="r" b="b"/>
              <a:pathLst>
                <a:path w="8229" h="9689" extrusionOk="0">
                  <a:moveTo>
                    <a:pt x="4247" y="1"/>
                  </a:moveTo>
                  <a:lnTo>
                    <a:pt x="3982" y="134"/>
                  </a:lnTo>
                  <a:lnTo>
                    <a:pt x="3849" y="665"/>
                  </a:lnTo>
                  <a:lnTo>
                    <a:pt x="3583" y="1594"/>
                  </a:lnTo>
                  <a:lnTo>
                    <a:pt x="3053" y="3319"/>
                  </a:lnTo>
                  <a:lnTo>
                    <a:pt x="2655" y="3982"/>
                  </a:lnTo>
                  <a:lnTo>
                    <a:pt x="2389" y="4646"/>
                  </a:lnTo>
                  <a:lnTo>
                    <a:pt x="1195" y="6238"/>
                  </a:lnTo>
                  <a:lnTo>
                    <a:pt x="664" y="6769"/>
                  </a:lnTo>
                  <a:lnTo>
                    <a:pt x="133" y="7433"/>
                  </a:lnTo>
                  <a:lnTo>
                    <a:pt x="0" y="7698"/>
                  </a:lnTo>
                  <a:lnTo>
                    <a:pt x="0" y="8229"/>
                  </a:lnTo>
                  <a:lnTo>
                    <a:pt x="0" y="8627"/>
                  </a:lnTo>
                  <a:lnTo>
                    <a:pt x="133" y="9025"/>
                  </a:lnTo>
                  <a:lnTo>
                    <a:pt x="664" y="9291"/>
                  </a:lnTo>
                  <a:lnTo>
                    <a:pt x="1195" y="9423"/>
                  </a:lnTo>
                  <a:lnTo>
                    <a:pt x="2389" y="9689"/>
                  </a:lnTo>
                  <a:lnTo>
                    <a:pt x="3583" y="9689"/>
                  </a:lnTo>
                  <a:lnTo>
                    <a:pt x="4645" y="9423"/>
                  </a:lnTo>
                  <a:lnTo>
                    <a:pt x="5441" y="9158"/>
                  </a:lnTo>
                  <a:lnTo>
                    <a:pt x="5972" y="8627"/>
                  </a:lnTo>
                  <a:lnTo>
                    <a:pt x="6370" y="7964"/>
                  </a:lnTo>
                  <a:lnTo>
                    <a:pt x="6636" y="7300"/>
                  </a:lnTo>
                  <a:lnTo>
                    <a:pt x="6636" y="6371"/>
                  </a:lnTo>
                  <a:lnTo>
                    <a:pt x="6769" y="5840"/>
                  </a:lnTo>
                  <a:lnTo>
                    <a:pt x="7034" y="5309"/>
                  </a:lnTo>
                  <a:lnTo>
                    <a:pt x="7565" y="4380"/>
                  </a:lnTo>
                  <a:lnTo>
                    <a:pt x="7830" y="3850"/>
                  </a:lnTo>
                  <a:lnTo>
                    <a:pt x="8096" y="3319"/>
                  </a:lnTo>
                  <a:lnTo>
                    <a:pt x="8228" y="2788"/>
                  </a:lnTo>
                  <a:lnTo>
                    <a:pt x="8228" y="2257"/>
                  </a:lnTo>
                  <a:lnTo>
                    <a:pt x="7963" y="1195"/>
                  </a:lnTo>
                  <a:lnTo>
                    <a:pt x="7830" y="399"/>
                  </a:lnTo>
                  <a:lnTo>
                    <a:pt x="7698" y="134"/>
                  </a:lnTo>
                  <a:lnTo>
                    <a:pt x="7432" y="1"/>
                  </a:lnTo>
                  <a:lnTo>
                    <a:pt x="7432" y="399"/>
                  </a:lnTo>
                  <a:lnTo>
                    <a:pt x="7299" y="665"/>
                  </a:lnTo>
                  <a:lnTo>
                    <a:pt x="6901" y="797"/>
                  </a:lnTo>
                  <a:lnTo>
                    <a:pt x="6370" y="930"/>
                  </a:lnTo>
                  <a:lnTo>
                    <a:pt x="4778" y="930"/>
                  </a:lnTo>
                  <a:lnTo>
                    <a:pt x="4380" y="797"/>
                  </a:lnTo>
                  <a:lnTo>
                    <a:pt x="4247" y="665"/>
                  </a:lnTo>
                  <a:lnTo>
                    <a:pt x="4247" y="532"/>
                  </a:lnTo>
                  <a:lnTo>
                    <a:pt x="424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4106;p40">
              <a:extLst>
                <a:ext uri="{FF2B5EF4-FFF2-40B4-BE49-F238E27FC236}">
                  <a16:creationId xmlns:a16="http://schemas.microsoft.com/office/drawing/2014/main" id="{501FE8C0-E408-DD36-B696-817CD09107C8}"/>
                </a:ext>
              </a:extLst>
            </p:cNvPr>
            <p:cNvSpPr/>
            <p:nvPr/>
          </p:nvSpPr>
          <p:spPr>
            <a:xfrm>
              <a:off x="7681225" y="3394223"/>
              <a:ext cx="136437" cy="160644"/>
            </a:xfrm>
            <a:custGeom>
              <a:avLst/>
              <a:gdLst/>
              <a:ahLst/>
              <a:cxnLst/>
              <a:rect l="l" t="t" r="r" b="b"/>
              <a:pathLst>
                <a:path w="8229" h="9689" fill="none" extrusionOk="0">
                  <a:moveTo>
                    <a:pt x="4247" y="532"/>
                  </a:moveTo>
                  <a:lnTo>
                    <a:pt x="4247" y="1"/>
                  </a:lnTo>
                  <a:lnTo>
                    <a:pt x="4247" y="1"/>
                  </a:lnTo>
                  <a:lnTo>
                    <a:pt x="3982" y="134"/>
                  </a:lnTo>
                  <a:lnTo>
                    <a:pt x="3849" y="665"/>
                  </a:lnTo>
                  <a:lnTo>
                    <a:pt x="3849" y="665"/>
                  </a:lnTo>
                  <a:lnTo>
                    <a:pt x="3583" y="1594"/>
                  </a:lnTo>
                  <a:lnTo>
                    <a:pt x="3583" y="1594"/>
                  </a:lnTo>
                  <a:lnTo>
                    <a:pt x="3053" y="3319"/>
                  </a:lnTo>
                  <a:lnTo>
                    <a:pt x="3053" y="3319"/>
                  </a:lnTo>
                  <a:lnTo>
                    <a:pt x="2655" y="3982"/>
                  </a:lnTo>
                  <a:lnTo>
                    <a:pt x="2389" y="4646"/>
                  </a:lnTo>
                  <a:lnTo>
                    <a:pt x="1195" y="6238"/>
                  </a:lnTo>
                  <a:lnTo>
                    <a:pt x="1195" y="6238"/>
                  </a:lnTo>
                  <a:lnTo>
                    <a:pt x="664" y="6769"/>
                  </a:lnTo>
                  <a:lnTo>
                    <a:pt x="133" y="7433"/>
                  </a:lnTo>
                  <a:lnTo>
                    <a:pt x="133" y="7433"/>
                  </a:lnTo>
                  <a:lnTo>
                    <a:pt x="0" y="7698"/>
                  </a:lnTo>
                  <a:lnTo>
                    <a:pt x="0" y="8229"/>
                  </a:lnTo>
                  <a:lnTo>
                    <a:pt x="0" y="8627"/>
                  </a:lnTo>
                  <a:lnTo>
                    <a:pt x="133" y="9025"/>
                  </a:lnTo>
                  <a:lnTo>
                    <a:pt x="133" y="9025"/>
                  </a:lnTo>
                  <a:lnTo>
                    <a:pt x="664" y="9291"/>
                  </a:lnTo>
                  <a:lnTo>
                    <a:pt x="1195" y="9423"/>
                  </a:lnTo>
                  <a:lnTo>
                    <a:pt x="2389" y="9689"/>
                  </a:lnTo>
                  <a:lnTo>
                    <a:pt x="3583" y="9689"/>
                  </a:lnTo>
                  <a:lnTo>
                    <a:pt x="4645" y="9423"/>
                  </a:lnTo>
                  <a:lnTo>
                    <a:pt x="4645" y="9423"/>
                  </a:lnTo>
                  <a:lnTo>
                    <a:pt x="5441" y="9158"/>
                  </a:lnTo>
                  <a:lnTo>
                    <a:pt x="5972" y="8627"/>
                  </a:lnTo>
                  <a:lnTo>
                    <a:pt x="6370" y="7964"/>
                  </a:lnTo>
                  <a:lnTo>
                    <a:pt x="6636" y="7300"/>
                  </a:lnTo>
                  <a:lnTo>
                    <a:pt x="6636" y="7300"/>
                  </a:lnTo>
                  <a:lnTo>
                    <a:pt x="6636" y="6371"/>
                  </a:lnTo>
                  <a:lnTo>
                    <a:pt x="6636" y="6371"/>
                  </a:lnTo>
                  <a:lnTo>
                    <a:pt x="6769" y="5840"/>
                  </a:lnTo>
                  <a:lnTo>
                    <a:pt x="7034" y="5309"/>
                  </a:lnTo>
                  <a:lnTo>
                    <a:pt x="7565" y="4380"/>
                  </a:lnTo>
                  <a:lnTo>
                    <a:pt x="7565" y="4380"/>
                  </a:lnTo>
                  <a:lnTo>
                    <a:pt x="7830" y="3850"/>
                  </a:lnTo>
                  <a:lnTo>
                    <a:pt x="8096" y="3319"/>
                  </a:lnTo>
                  <a:lnTo>
                    <a:pt x="8096" y="3319"/>
                  </a:lnTo>
                  <a:lnTo>
                    <a:pt x="8228" y="2788"/>
                  </a:lnTo>
                  <a:lnTo>
                    <a:pt x="8228" y="2257"/>
                  </a:lnTo>
                  <a:lnTo>
                    <a:pt x="7963" y="1195"/>
                  </a:lnTo>
                  <a:lnTo>
                    <a:pt x="7963" y="1195"/>
                  </a:lnTo>
                  <a:lnTo>
                    <a:pt x="7830" y="399"/>
                  </a:lnTo>
                  <a:lnTo>
                    <a:pt x="7698" y="134"/>
                  </a:lnTo>
                  <a:lnTo>
                    <a:pt x="7432" y="1"/>
                  </a:lnTo>
                  <a:lnTo>
                    <a:pt x="7432" y="1"/>
                  </a:lnTo>
                  <a:lnTo>
                    <a:pt x="7432" y="399"/>
                  </a:lnTo>
                  <a:lnTo>
                    <a:pt x="7432" y="399"/>
                  </a:lnTo>
                  <a:lnTo>
                    <a:pt x="7299" y="665"/>
                  </a:lnTo>
                  <a:lnTo>
                    <a:pt x="6901" y="797"/>
                  </a:lnTo>
                  <a:lnTo>
                    <a:pt x="6370" y="930"/>
                  </a:lnTo>
                  <a:lnTo>
                    <a:pt x="5840" y="930"/>
                  </a:lnTo>
                  <a:lnTo>
                    <a:pt x="5840" y="930"/>
                  </a:lnTo>
                  <a:lnTo>
                    <a:pt x="4778" y="930"/>
                  </a:lnTo>
                  <a:lnTo>
                    <a:pt x="4380" y="797"/>
                  </a:lnTo>
                  <a:lnTo>
                    <a:pt x="4247" y="665"/>
                  </a:lnTo>
                  <a:lnTo>
                    <a:pt x="4247" y="53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4107;p40">
              <a:extLst>
                <a:ext uri="{FF2B5EF4-FFF2-40B4-BE49-F238E27FC236}">
                  <a16:creationId xmlns:a16="http://schemas.microsoft.com/office/drawing/2014/main" id="{8D5DB83E-817C-5BF9-6E54-88ADCC88F009}"/>
                </a:ext>
              </a:extLst>
            </p:cNvPr>
            <p:cNvSpPr/>
            <p:nvPr/>
          </p:nvSpPr>
          <p:spPr>
            <a:xfrm>
              <a:off x="7399581" y="3352425"/>
              <a:ext cx="220050" cy="116640"/>
            </a:xfrm>
            <a:custGeom>
              <a:avLst/>
              <a:gdLst/>
              <a:ahLst/>
              <a:cxnLst/>
              <a:rect l="l" t="t" r="r" b="b"/>
              <a:pathLst>
                <a:path w="13272" h="7035" extrusionOk="0">
                  <a:moveTo>
                    <a:pt x="12210" y="0"/>
                  </a:moveTo>
                  <a:lnTo>
                    <a:pt x="12210" y="266"/>
                  </a:lnTo>
                  <a:lnTo>
                    <a:pt x="11944" y="531"/>
                  </a:lnTo>
                  <a:lnTo>
                    <a:pt x="11679" y="797"/>
                  </a:lnTo>
                  <a:lnTo>
                    <a:pt x="10617" y="929"/>
                  </a:lnTo>
                  <a:lnTo>
                    <a:pt x="9025" y="929"/>
                  </a:lnTo>
                  <a:lnTo>
                    <a:pt x="8627" y="797"/>
                  </a:lnTo>
                  <a:lnTo>
                    <a:pt x="8627" y="133"/>
                  </a:lnTo>
                  <a:lnTo>
                    <a:pt x="8228" y="399"/>
                  </a:lnTo>
                  <a:lnTo>
                    <a:pt x="7830" y="929"/>
                  </a:lnTo>
                  <a:lnTo>
                    <a:pt x="6901" y="1726"/>
                  </a:lnTo>
                  <a:lnTo>
                    <a:pt x="5707" y="2389"/>
                  </a:lnTo>
                  <a:lnTo>
                    <a:pt x="3053" y="3584"/>
                  </a:lnTo>
                  <a:lnTo>
                    <a:pt x="531" y="4645"/>
                  </a:lnTo>
                  <a:lnTo>
                    <a:pt x="266" y="4778"/>
                  </a:lnTo>
                  <a:lnTo>
                    <a:pt x="133" y="5043"/>
                  </a:lnTo>
                  <a:lnTo>
                    <a:pt x="0" y="5442"/>
                  </a:lnTo>
                  <a:lnTo>
                    <a:pt x="133" y="5972"/>
                  </a:lnTo>
                  <a:lnTo>
                    <a:pt x="531" y="6371"/>
                  </a:lnTo>
                  <a:lnTo>
                    <a:pt x="1327" y="6769"/>
                  </a:lnTo>
                  <a:lnTo>
                    <a:pt x="2522" y="7034"/>
                  </a:lnTo>
                  <a:lnTo>
                    <a:pt x="3849" y="7034"/>
                  </a:lnTo>
                  <a:lnTo>
                    <a:pt x="5441" y="6769"/>
                  </a:lnTo>
                  <a:lnTo>
                    <a:pt x="6370" y="6503"/>
                  </a:lnTo>
                  <a:lnTo>
                    <a:pt x="7432" y="5972"/>
                  </a:lnTo>
                  <a:lnTo>
                    <a:pt x="8361" y="5574"/>
                  </a:lnTo>
                  <a:lnTo>
                    <a:pt x="8759" y="5442"/>
                  </a:lnTo>
                  <a:lnTo>
                    <a:pt x="11148" y="5442"/>
                  </a:lnTo>
                  <a:lnTo>
                    <a:pt x="12077" y="5309"/>
                  </a:lnTo>
                  <a:lnTo>
                    <a:pt x="12873" y="5043"/>
                  </a:lnTo>
                  <a:lnTo>
                    <a:pt x="13006" y="4778"/>
                  </a:lnTo>
                  <a:lnTo>
                    <a:pt x="13139" y="4513"/>
                  </a:lnTo>
                  <a:lnTo>
                    <a:pt x="13271" y="3849"/>
                  </a:lnTo>
                  <a:lnTo>
                    <a:pt x="13271" y="3186"/>
                  </a:lnTo>
                  <a:lnTo>
                    <a:pt x="13006" y="2522"/>
                  </a:lnTo>
                  <a:lnTo>
                    <a:pt x="12741" y="797"/>
                  </a:lnTo>
                  <a:lnTo>
                    <a:pt x="12475" y="133"/>
                  </a:lnTo>
                  <a:lnTo>
                    <a:pt x="1234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4108;p40">
              <a:extLst>
                <a:ext uri="{FF2B5EF4-FFF2-40B4-BE49-F238E27FC236}">
                  <a16:creationId xmlns:a16="http://schemas.microsoft.com/office/drawing/2014/main" id="{9AECAAC5-26E4-4242-0B75-93A307E5DB5C}"/>
                </a:ext>
              </a:extLst>
            </p:cNvPr>
            <p:cNvSpPr/>
            <p:nvPr/>
          </p:nvSpPr>
          <p:spPr>
            <a:xfrm>
              <a:off x="7399581" y="3352425"/>
              <a:ext cx="220050" cy="116640"/>
            </a:xfrm>
            <a:custGeom>
              <a:avLst/>
              <a:gdLst/>
              <a:ahLst/>
              <a:cxnLst/>
              <a:rect l="l" t="t" r="r" b="b"/>
              <a:pathLst>
                <a:path w="13272" h="7035" fill="none" extrusionOk="0">
                  <a:moveTo>
                    <a:pt x="8627" y="133"/>
                  </a:moveTo>
                  <a:lnTo>
                    <a:pt x="8627" y="133"/>
                  </a:lnTo>
                  <a:lnTo>
                    <a:pt x="8228" y="399"/>
                  </a:lnTo>
                  <a:lnTo>
                    <a:pt x="7830" y="929"/>
                  </a:lnTo>
                  <a:lnTo>
                    <a:pt x="7830" y="929"/>
                  </a:lnTo>
                  <a:lnTo>
                    <a:pt x="6901" y="1726"/>
                  </a:lnTo>
                  <a:lnTo>
                    <a:pt x="5707" y="2389"/>
                  </a:lnTo>
                  <a:lnTo>
                    <a:pt x="5707" y="2389"/>
                  </a:lnTo>
                  <a:lnTo>
                    <a:pt x="3053" y="3584"/>
                  </a:lnTo>
                  <a:lnTo>
                    <a:pt x="531" y="4645"/>
                  </a:lnTo>
                  <a:lnTo>
                    <a:pt x="531" y="4645"/>
                  </a:lnTo>
                  <a:lnTo>
                    <a:pt x="266" y="4778"/>
                  </a:lnTo>
                  <a:lnTo>
                    <a:pt x="133" y="5043"/>
                  </a:lnTo>
                  <a:lnTo>
                    <a:pt x="0" y="5442"/>
                  </a:lnTo>
                  <a:lnTo>
                    <a:pt x="133" y="5972"/>
                  </a:lnTo>
                  <a:lnTo>
                    <a:pt x="531" y="6371"/>
                  </a:lnTo>
                  <a:lnTo>
                    <a:pt x="531" y="6371"/>
                  </a:lnTo>
                  <a:lnTo>
                    <a:pt x="1327" y="6769"/>
                  </a:lnTo>
                  <a:lnTo>
                    <a:pt x="2522" y="7034"/>
                  </a:lnTo>
                  <a:lnTo>
                    <a:pt x="3849" y="7034"/>
                  </a:lnTo>
                  <a:lnTo>
                    <a:pt x="5441" y="6769"/>
                  </a:lnTo>
                  <a:lnTo>
                    <a:pt x="5441" y="6769"/>
                  </a:lnTo>
                  <a:lnTo>
                    <a:pt x="6370" y="6503"/>
                  </a:lnTo>
                  <a:lnTo>
                    <a:pt x="7432" y="5972"/>
                  </a:lnTo>
                  <a:lnTo>
                    <a:pt x="8361" y="5574"/>
                  </a:lnTo>
                  <a:lnTo>
                    <a:pt x="8759" y="5442"/>
                  </a:lnTo>
                  <a:lnTo>
                    <a:pt x="9157" y="5442"/>
                  </a:lnTo>
                  <a:lnTo>
                    <a:pt x="9157" y="5442"/>
                  </a:lnTo>
                  <a:lnTo>
                    <a:pt x="10086" y="5442"/>
                  </a:lnTo>
                  <a:lnTo>
                    <a:pt x="11148" y="5442"/>
                  </a:lnTo>
                  <a:lnTo>
                    <a:pt x="12077" y="5309"/>
                  </a:lnTo>
                  <a:lnTo>
                    <a:pt x="12873" y="5043"/>
                  </a:lnTo>
                  <a:lnTo>
                    <a:pt x="12873" y="5043"/>
                  </a:lnTo>
                  <a:lnTo>
                    <a:pt x="13006" y="4778"/>
                  </a:lnTo>
                  <a:lnTo>
                    <a:pt x="13139" y="4513"/>
                  </a:lnTo>
                  <a:lnTo>
                    <a:pt x="13271" y="3849"/>
                  </a:lnTo>
                  <a:lnTo>
                    <a:pt x="13271" y="3186"/>
                  </a:lnTo>
                  <a:lnTo>
                    <a:pt x="13006" y="2522"/>
                  </a:lnTo>
                  <a:lnTo>
                    <a:pt x="13006" y="2522"/>
                  </a:lnTo>
                  <a:lnTo>
                    <a:pt x="12741" y="797"/>
                  </a:lnTo>
                  <a:lnTo>
                    <a:pt x="12475" y="133"/>
                  </a:lnTo>
                  <a:lnTo>
                    <a:pt x="12342" y="0"/>
                  </a:lnTo>
                  <a:lnTo>
                    <a:pt x="12210" y="0"/>
                  </a:lnTo>
                  <a:lnTo>
                    <a:pt x="12210" y="266"/>
                  </a:lnTo>
                  <a:lnTo>
                    <a:pt x="12210" y="266"/>
                  </a:lnTo>
                  <a:lnTo>
                    <a:pt x="11944" y="531"/>
                  </a:lnTo>
                  <a:lnTo>
                    <a:pt x="11679" y="797"/>
                  </a:lnTo>
                  <a:lnTo>
                    <a:pt x="10617" y="929"/>
                  </a:lnTo>
                  <a:lnTo>
                    <a:pt x="9556" y="929"/>
                  </a:lnTo>
                  <a:lnTo>
                    <a:pt x="9025" y="929"/>
                  </a:lnTo>
                  <a:lnTo>
                    <a:pt x="8627" y="797"/>
                  </a:lnTo>
                  <a:lnTo>
                    <a:pt x="8627" y="13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5" name="Google Shape;4109;p40">
              <a:extLst>
                <a:ext uri="{FF2B5EF4-FFF2-40B4-BE49-F238E27FC236}">
                  <a16:creationId xmlns:a16="http://schemas.microsoft.com/office/drawing/2014/main" id="{8B341624-404F-6A36-9C84-C24710A0A1BC}"/>
                </a:ext>
              </a:extLst>
            </p:cNvPr>
            <p:cNvSpPr/>
            <p:nvPr/>
          </p:nvSpPr>
          <p:spPr>
            <a:xfrm>
              <a:off x="7591013" y="2778144"/>
              <a:ext cx="77031" cy="244240"/>
            </a:xfrm>
            <a:custGeom>
              <a:avLst/>
              <a:gdLst/>
              <a:ahLst/>
              <a:cxnLst/>
              <a:rect l="l" t="t" r="r" b="b"/>
              <a:pathLst>
                <a:path w="4646" h="14731" extrusionOk="0">
                  <a:moveTo>
                    <a:pt x="0" y="0"/>
                  </a:moveTo>
                  <a:lnTo>
                    <a:pt x="133" y="265"/>
                  </a:lnTo>
                  <a:lnTo>
                    <a:pt x="664" y="1062"/>
                  </a:lnTo>
                  <a:lnTo>
                    <a:pt x="1725" y="1991"/>
                  </a:lnTo>
                  <a:lnTo>
                    <a:pt x="2522" y="2522"/>
                  </a:lnTo>
                  <a:lnTo>
                    <a:pt x="3318" y="3052"/>
                  </a:lnTo>
                  <a:lnTo>
                    <a:pt x="2787" y="14731"/>
                  </a:lnTo>
                  <a:lnTo>
                    <a:pt x="4645" y="2787"/>
                  </a:lnTo>
                  <a:lnTo>
                    <a:pt x="4247" y="2654"/>
                  </a:lnTo>
                  <a:lnTo>
                    <a:pt x="3053" y="2123"/>
                  </a:lnTo>
                  <a:lnTo>
                    <a:pt x="1460" y="1194"/>
                  </a:lnTo>
                  <a:lnTo>
                    <a:pt x="664" y="664"/>
                  </a:lnTo>
                  <a:lnTo>
                    <a:pt x="0" y="0"/>
                  </a:lnTo>
                  <a:close/>
                </a:path>
              </a:pathLst>
            </a:custGeom>
            <a:solidFill>
              <a:srgbClr val="7B29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6" name="Google Shape;4110;p40">
              <a:extLst>
                <a:ext uri="{FF2B5EF4-FFF2-40B4-BE49-F238E27FC236}">
                  <a16:creationId xmlns:a16="http://schemas.microsoft.com/office/drawing/2014/main" id="{F019E1D2-71D3-BBEB-CA96-AD210111F95B}"/>
                </a:ext>
              </a:extLst>
            </p:cNvPr>
            <p:cNvSpPr/>
            <p:nvPr/>
          </p:nvSpPr>
          <p:spPr>
            <a:xfrm>
              <a:off x="7591013" y="2778144"/>
              <a:ext cx="77031" cy="244240"/>
            </a:xfrm>
            <a:custGeom>
              <a:avLst/>
              <a:gdLst/>
              <a:ahLst/>
              <a:cxnLst/>
              <a:rect l="l" t="t" r="r" b="b"/>
              <a:pathLst>
                <a:path w="4646" h="14731" fill="none" extrusionOk="0">
                  <a:moveTo>
                    <a:pt x="0" y="0"/>
                  </a:moveTo>
                  <a:lnTo>
                    <a:pt x="0" y="0"/>
                  </a:lnTo>
                  <a:lnTo>
                    <a:pt x="133" y="265"/>
                  </a:lnTo>
                  <a:lnTo>
                    <a:pt x="664" y="1062"/>
                  </a:lnTo>
                  <a:lnTo>
                    <a:pt x="1725" y="1991"/>
                  </a:lnTo>
                  <a:lnTo>
                    <a:pt x="2522" y="2522"/>
                  </a:lnTo>
                  <a:lnTo>
                    <a:pt x="3318" y="3052"/>
                  </a:lnTo>
                  <a:lnTo>
                    <a:pt x="2787" y="14731"/>
                  </a:lnTo>
                  <a:lnTo>
                    <a:pt x="4645" y="2787"/>
                  </a:lnTo>
                  <a:lnTo>
                    <a:pt x="4645" y="2787"/>
                  </a:lnTo>
                  <a:lnTo>
                    <a:pt x="4247" y="2654"/>
                  </a:lnTo>
                  <a:lnTo>
                    <a:pt x="3053" y="2123"/>
                  </a:lnTo>
                  <a:lnTo>
                    <a:pt x="1460" y="1194"/>
                  </a:lnTo>
                  <a:lnTo>
                    <a:pt x="664" y="664"/>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4111;p40">
              <a:extLst>
                <a:ext uri="{FF2B5EF4-FFF2-40B4-BE49-F238E27FC236}">
                  <a16:creationId xmlns:a16="http://schemas.microsoft.com/office/drawing/2014/main" id="{81A012CE-D14B-BFC8-1955-50BD8D0EB56E}"/>
                </a:ext>
              </a:extLst>
            </p:cNvPr>
            <p:cNvSpPr/>
            <p:nvPr/>
          </p:nvSpPr>
          <p:spPr>
            <a:xfrm>
              <a:off x="7542600" y="2313871"/>
              <a:ext cx="259659" cy="411466"/>
            </a:xfrm>
            <a:custGeom>
              <a:avLst/>
              <a:gdLst/>
              <a:ahLst/>
              <a:cxnLst/>
              <a:rect l="l" t="t" r="r" b="b"/>
              <a:pathLst>
                <a:path w="15661" h="24817" extrusionOk="0">
                  <a:moveTo>
                    <a:pt x="5442" y="0"/>
                  </a:moveTo>
                  <a:lnTo>
                    <a:pt x="4115" y="133"/>
                  </a:lnTo>
                  <a:lnTo>
                    <a:pt x="3186" y="531"/>
                  </a:lnTo>
                  <a:lnTo>
                    <a:pt x="2257" y="1194"/>
                  </a:lnTo>
                  <a:lnTo>
                    <a:pt x="1593" y="1858"/>
                  </a:lnTo>
                  <a:lnTo>
                    <a:pt x="1195" y="2654"/>
                  </a:lnTo>
                  <a:lnTo>
                    <a:pt x="797" y="3583"/>
                  </a:lnTo>
                  <a:lnTo>
                    <a:pt x="664" y="4380"/>
                  </a:lnTo>
                  <a:lnTo>
                    <a:pt x="531" y="5309"/>
                  </a:lnTo>
                  <a:lnTo>
                    <a:pt x="266" y="14731"/>
                  </a:lnTo>
                  <a:lnTo>
                    <a:pt x="1" y="22561"/>
                  </a:lnTo>
                  <a:lnTo>
                    <a:pt x="930" y="23092"/>
                  </a:lnTo>
                  <a:lnTo>
                    <a:pt x="1858" y="23623"/>
                  </a:lnTo>
                  <a:lnTo>
                    <a:pt x="2920" y="24021"/>
                  </a:lnTo>
                  <a:lnTo>
                    <a:pt x="3982" y="24286"/>
                  </a:lnTo>
                  <a:lnTo>
                    <a:pt x="6371" y="24684"/>
                  </a:lnTo>
                  <a:lnTo>
                    <a:pt x="8759" y="24817"/>
                  </a:lnTo>
                  <a:lnTo>
                    <a:pt x="10883" y="24817"/>
                  </a:lnTo>
                  <a:lnTo>
                    <a:pt x="12873" y="24419"/>
                  </a:lnTo>
                  <a:lnTo>
                    <a:pt x="14466" y="24021"/>
                  </a:lnTo>
                  <a:lnTo>
                    <a:pt x="15130" y="23755"/>
                  </a:lnTo>
                  <a:lnTo>
                    <a:pt x="15660" y="23490"/>
                  </a:lnTo>
                  <a:lnTo>
                    <a:pt x="15528" y="11015"/>
                  </a:lnTo>
                  <a:lnTo>
                    <a:pt x="15528" y="7963"/>
                  </a:lnTo>
                  <a:lnTo>
                    <a:pt x="15262" y="5309"/>
                  </a:lnTo>
                  <a:lnTo>
                    <a:pt x="14864" y="3052"/>
                  </a:lnTo>
                  <a:lnTo>
                    <a:pt x="14731" y="2389"/>
                  </a:lnTo>
                  <a:lnTo>
                    <a:pt x="14466" y="1725"/>
                  </a:lnTo>
                  <a:lnTo>
                    <a:pt x="14068" y="1194"/>
                  </a:lnTo>
                  <a:lnTo>
                    <a:pt x="13802" y="1062"/>
                  </a:lnTo>
                  <a:lnTo>
                    <a:pt x="13537" y="929"/>
                  </a:lnTo>
                  <a:lnTo>
                    <a:pt x="11546" y="531"/>
                  </a:lnTo>
                  <a:lnTo>
                    <a:pt x="10087" y="266"/>
                  </a:lnTo>
                  <a:lnTo>
                    <a:pt x="5442"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4112;p40">
              <a:extLst>
                <a:ext uri="{FF2B5EF4-FFF2-40B4-BE49-F238E27FC236}">
                  <a16:creationId xmlns:a16="http://schemas.microsoft.com/office/drawing/2014/main" id="{09D69ACA-A8CC-CD2A-7E5E-0EECB8E10CD5}"/>
                </a:ext>
              </a:extLst>
            </p:cNvPr>
            <p:cNvSpPr/>
            <p:nvPr/>
          </p:nvSpPr>
          <p:spPr>
            <a:xfrm>
              <a:off x="7542600" y="2313871"/>
              <a:ext cx="259659" cy="411466"/>
            </a:xfrm>
            <a:custGeom>
              <a:avLst/>
              <a:gdLst/>
              <a:ahLst/>
              <a:cxnLst/>
              <a:rect l="l" t="t" r="r" b="b"/>
              <a:pathLst>
                <a:path w="15661" h="24817" fill="none" extrusionOk="0">
                  <a:moveTo>
                    <a:pt x="10087" y="266"/>
                  </a:moveTo>
                  <a:lnTo>
                    <a:pt x="10087" y="266"/>
                  </a:lnTo>
                  <a:lnTo>
                    <a:pt x="11546" y="531"/>
                  </a:lnTo>
                  <a:lnTo>
                    <a:pt x="13537" y="929"/>
                  </a:lnTo>
                  <a:lnTo>
                    <a:pt x="13537" y="929"/>
                  </a:lnTo>
                  <a:lnTo>
                    <a:pt x="13802" y="1062"/>
                  </a:lnTo>
                  <a:lnTo>
                    <a:pt x="14068" y="1194"/>
                  </a:lnTo>
                  <a:lnTo>
                    <a:pt x="14466" y="1725"/>
                  </a:lnTo>
                  <a:lnTo>
                    <a:pt x="14731" y="2389"/>
                  </a:lnTo>
                  <a:lnTo>
                    <a:pt x="14864" y="3052"/>
                  </a:lnTo>
                  <a:lnTo>
                    <a:pt x="14864" y="3052"/>
                  </a:lnTo>
                  <a:lnTo>
                    <a:pt x="15262" y="5309"/>
                  </a:lnTo>
                  <a:lnTo>
                    <a:pt x="15528" y="7963"/>
                  </a:lnTo>
                  <a:lnTo>
                    <a:pt x="15528" y="11015"/>
                  </a:lnTo>
                  <a:lnTo>
                    <a:pt x="15660" y="23490"/>
                  </a:lnTo>
                  <a:lnTo>
                    <a:pt x="15660" y="23490"/>
                  </a:lnTo>
                  <a:lnTo>
                    <a:pt x="15130" y="23755"/>
                  </a:lnTo>
                  <a:lnTo>
                    <a:pt x="14466" y="24021"/>
                  </a:lnTo>
                  <a:lnTo>
                    <a:pt x="12873" y="24419"/>
                  </a:lnTo>
                  <a:lnTo>
                    <a:pt x="10883" y="24817"/>
                  </a:lnTo>
                  <a:lnTo>
                    <a:pt x="8759" y="24817"/>
                  </a:lnTo>
                  <a:lnTo>
                    <a:pt x="6371" y="24684"/>
                  </a:lnTo>
                  <a:lnTo>
                    <a:pt x="3982" y="24286"/>
                  </a:lnTo>
                  <a:lnTo>
                    <a:pt x="2920" y="24021"/>
                  </a:lnTo>
                  <a:lnTo>
                    <a:pt x="1858" y="23623"/>
                  </a:lnTo>
                  <a:lnTo>
                    <a:pt x="930" y="23092"/>
                  </a:lnTo>
                  <a:lnTo>
                    <a:pt x="1" y="22561"/>
                  </a:lnTo>
                  <a:lnTo>
                    <a:pt x="1" y="22561"/>
                  </a:lnTo>
                  <a:lnTo>
                    <a:pt x="266" y="14731"/>
                  </a:lnTo>
                  <a:lnTo>
                    <a:pt x="531" y="5309"/>
                  </a:lnTo>
                  <a:lnTo>
                    <a:pt x="531" y="5309"/>
                  </a:lnTo>
                  <a:lnTo>
                    <a:pt x="664" y="4380"/>
                  </a:lnTo>
                  <a:lnTo>
                    <a:pt x="797" y="3583"/>
                  </a:lnTo>
                  <a:lnTo>
                    <a:pt x="1195" y="2654"/>
                  </a:lnTo>
                  <a:lnTo>
                    <a:pt x="1593" y="1858"/>
                  </a:lnTo>
                  <a:lnTo>
                    <a:pt x="2257" y="1194"/>
                  </a:lnTo>
                  <a:lnTo>
                    <a:pt x="3186" y="531"/>
                  </a:lnTo>
                  <a:lnTo>
                    <a:pt x="4115" y="133"/>
                  </a:lnTo>
                  <a:lnTo>
                    <a:pt x="5442" y="0"/>
                  </a:lnTo>
                  <a:lnTo>
                    <a:pt x="10087" y="26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4113;p40">
              <a:extLst>
                <a:ext uri="{FF2B5EF4-FFF2-40B4-BE49-F238E27FC236}">
                  <a16:creationId xmlns:a16="http://schemas.microsoft.com/office/drawing/2014/main" id="{D70ADDB5-6A2B-ACA2-B5B4-2AE89488EAC7}"/>
                </a:ext>
              </a:extLst>
            </p:cNvPr>
            <p:cNvSpPr/>
            <p:nvPr/>
          </p:nvSpPr>
          <p:spPr>
            <a:xfrm>
              <a:off x="7536001" y="2309460"/>
              <a:ext cx="270652" cy="429090"/>
            </a:xfrm>
            <a:custGeom>
              <a:avLst/>
              <a:gdLst/>
              <a:ahLst/>
              <a:cxnLst/>
              <a:rect l="l" t="t" r="r" b="b"/>
              <a:pathLst>
                <a:path w="16324" h="25880" extrusionOk="0">
                  <a:moveTo>
                    <a:pt x="5574" y="1"/>
                  </a:moveTo>
                  <a:lnTo>
                    <a:pt x="4778" y="133"/>
                  </a:lnTo>
                  <a:lnTo>
                    <a:pt x="3982" y="399"/>
                  </a:lnTo>
                  <a:lnTo>
                    <a:pt x="3185" y="797"/>
                  </a:lnTo>
                  <a:lnTo>
                    <a:pt x="2787" y="1062"/>
                  </a:lnTo>
                  <a:lnTo>
                    <a:pt x="2256" y="1460"/>
                  </a:lnTo>
                  <a:lnTo>
                    <a:pt x="1858" y="1859"/>
                  </a:lnTo>
                  <a:lnTo>
                    <a:pt x="1460" y="2522"/>
                  </a:lnTo>
                  <a:lnTo>
                    <a:pt x="1195" y="3318"/>
                  </a:lnTo>
                  <a:lnTo>
                    <a:pt x="929" y="4247"/>
                  </a:lnTo>
                  <a:lnTo>
                    <a:pt x="664" y="5973"/>
                  </a:lnTo>
                  <a:lnTo>
                    <a:pt x="531" y="8494"/>
                  </a:lnTo>
                  <a:lnTo>
                    <a:pt x="266" y="14864"/>
                  </a:lnTo>
                  <a:lnTo>
                    <a:pt x="0" y="23225"/>
                  </a:lnTo>
                  <a:lnTo>
                    <a:pt x="266" y="23358"/>
                  </a:lnTo>
                  <a:lnTo>
                    <a:pt x="929" y="23889"/>
                  </a:lnTo>
                  <a:lnTo>
                    <a:pt x="2256" y="24552"/>
                  </a:lnTo>
                  <a:lnTo>
                    <a:pt x="4114" y="25216"/>
                  </a:lnTo>
                  <a:lnTo>
                    <a:pt x="5176" y="25481"/>
                  </a:lnTo>
                  <a:lnTo>
                    <a:pt x="6371" y="25747"/>
                  </a:lnTo>
                  <a:lnTo>
                    <a:pt x="7698" y="25879"/>
                  </a:lnTo>
                  <a:lnTo>
                    <a:pt x="9157" y="25879"/>
                  </a:lnTo>
                  <a:lnTo>
                    <a:pt x="10750" y="25747"/>
                  </a:lnTo>
                  <a:lnTo>
                    <a:pt x="12475" y="25481"/>
                  </a:lnTo>
                  <a:lnTo>
                    <a:pt x="14333" y="25083"/>
                  </a:lnTo>
                  <a:lnTo>
                    <a:pt x="16324" y="24552"/>
                  </a:lnTo>
                  <a:lnTo>
                    <a:pt x="16324" y="11281"/>
                  </a:lnTo>
                  <a:lnTo>
                    <a:pt x="16324" y="10352"/>
                  </a:lnTo>
                  <a:lnTo>
                    <a:pt x="16191" y="7698"/>
                  </a:lnTo>
                  <a:lnTo>
                    <a:pt x="16058" y="6105"/>
                  </a:lnTo>
                  <a:lnTo>
                    <a:pt x="15793" y="4380"/>
                  </a:lnTo>
                  <a:lnTo>
                    <a:pt x="15395" y="2655"/>
                  </a:lnTo>
                  <a:lnTo>
                    <a:pt x="14864" y="1062"/>
                  </a:lnTo>
                  <a:lnTo>
                    <a:pt x="10883" y="399"/>
                  </a:lnTo>
                  <a:lnTo>
                    <a:pt x="10883" y="532"/>
                  </a:lnTo>
                  <a:lnTo>
                    <a:pt x="11148" y="664"/>
                  </a:lnTo>
                  <a:lnTo>
                    <a:pt x="11414" y="1062"/>
                  </a:lnTo>
                  <a:lnTo>
                    <a:pt x="11546" y="1328"/>
                  </a:lnTo>
                  <a:lnTo>
                    <a:pt x="11414" y="1726"/>
                  </a:lnTo>
                  <a:lnTo>
                    <a:pt x="10617" y="3186"/>
                  </a:lnTo>
                  <a:lnTo>
                    <a:pt x="9556" y="4646"/>
                  </a:lnTo>
                  <a:lnTo>
                    <a:pt x="9025" y="5176"/>
                  </a:lnTo>
                  <a:lnTo>
                    <a:pt x="8361" y="5707"/>
                  </a:lnTo>
                  <a:lnTo>
                    <a:pt x="7034" y="6636"/>
                  </a:lnTo>
                  <a:lnTo>
                    <a:pt x="5442" y="7300"/>
                  </a:lnTo>
                  <a:lnTo>
                    <a:pt x="5309" y="7034"/>
                  </a:lnTo>
                  <a:lnTo>
                    <a:pt x="4911" y="6371"/>
                  </a:lnTo>
                  <a:lnTo>
                    <a:pt x="4513" y="5309"/>
                  </a:lnTo>
                  <a:lnTo>
                    <a:pt x="4380" y="4778"/>
                  </a:lnTo>
                  <a:lnTo>
                    <a:pt x="4380" y="4115"/>
                  </a:lnTo>
                  <a:lnTo>
                    <a:pt x="4645" y="2788"/>
                  </a:lnTo>
                  <a:lnTo>
                    <a:pt x="5043" y="1726"/>
                  </a:lnTo>
                  <a:lnTo>
                    <a:pt x="5442" y="930"/>
                  </a:lnTo>
                  <a:lnTo>
                    <a:pt x="5840" y="532"/>
                  </a:lnTo>
                  <a:lnTo>
                    <a:pt x="6371" y="266"/>
                  </a:lnTo>
                  <a:lnTo>
                    <a:pt x="6371" y="133"/>
                  </a:lnTo>
                  <a:lnTo>
                    <a:pt x="5574"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4114;p40">
              <a:extLst>
                <a:ext uri="{FF2B5EF4-FFF2-40B4-BE49-F238E27FC236}">
                  <a16:creationId xmlns:a16="http://schemas.microsoft.com/office/drawing/2014/main" id="{F07AC22A-B8EA-C5C4-31D7-1EE0B1FE2B81}"/>
                </a:ext>
              </a:extLst>
            </p:cNvPr>
            <p:cNvSpPr/>
            <p:nvPr/>
          </p:nvSpPr>
          <p:spPr>
            <a:xfrm>
              <a:off x="7536001" y="2309460"/>
              <a:ext cx="270652" cy="429090"/>
            </a:xfrm>
            <a:custGeom>
              <a:avLst/>
              <a:gdLst/>
              <a:ahLst/>
              <a:cxnLst/>
              <a:rect l="l" t="t" r="r" b="b"/>
              <a:pathLst>
                <a:path w="16324" h="25880" fill="none" extrusionOk="0">
                  <a:moveTo>
                    <a:pt x="10883" y="532"/>
                  </a:moveTo>
                  <a:lnTo>
                    <a:pt x="10883" y="532"/>
                  </a:lnTo>
                  <a:lnTo>
                    <a:pt x="11148" y="664"/>
                  </a:lnTo>
                  <a:lnTo>
                    <a:pt x="11414" y="1062"/>
                  </a:lnTo>
                  <a:lnTo>
                    <a:pt x="11546" y="1328"/>
                  </a:lnTo>
                  <a:lnTo>
                    <a:pt x="11414" y="1726"/>
                  </a:lnTo>
                  <a:lnTo>
                    <a:pt x="11414" y="1726"/>
                  </a:lnTo>
                  <a:lnTo>
                    <a:pt x="10617" y="3186"/>
                  </a:lnTo>
                  <a:lnTo>
                    <a:pt x="9556" y="4646"/>
                  </a:lnTo>
                  <a:lnTo>
                    <a:pt x="9556" y="4646"/>
                  </a:lnTo>
                  <a:lnTo>
                    <a:pt x="9025" y="5176"/>
                  </a:lnTo>
                  <a:lnTo>
                    <a:pt x="8361" y="5707"/>
                  </a:lnTo>
                  <a:lnTo>
                    <a:pt x="7034" y="6636"/>
                  </a:lnTo>
                  <a:lnTo>
                    <a:pt x="5442" y="7300"/>
                  </a:lnTo>
                  <a:lnTo>
                    <a:pt x="5442" y="7300"/>
                  </a:lnTo>
                  <a:lnTo>
                    <a:pt x="5309" y="7034"/>
                  </a:lnTo>
                  <a:lnTo>
                    <a:pt x="4911" y="6371"/>
                  </a:lnTo>
                  <a:lnTo>
                    <a:pt x="4513" y="5309"/>
                  </a:lnTo>
                  <a:lnTo>
                    <a:pt x="4380" y="4778"/>
                  </a:lnTo>
                  <a:lnTo>
                    <a:pt x="4380" y="4115"/>
                  </a:lnTo>
                  <a:lnTo>
                    <a:pt x="4380" y="4115"/>
                  </a:lnTo>
                  <a:lnTo>
                    <a:pt x="4645" y="2788"/>
                  </a:lnTo>
                  <a:lnTo>
                    <a:pt x="5043" y="1726"/>
                  </a:lnTo>
                  <a:lnTo>
                    <a:pt x="5442" y="930"/>
                  </a:lnTo>
                  <a:lnTo>
                    <a:pt x="5840" y="532"/>
                  </a:lnTo>
                  <a:lnTo>
                    <a:pt x="5840" y="532"/>
                  </a:lnTo>
                  <a:lnTo>
                    <a:pt x="6371" y="266"/>
                  </a:lnTo>
                  <a:lnTo>
                    <a:pt x="6371" y="133"/>
                  </a:lnTo>
                  <a:lnTo>
                    <a:pt x="6371" y="133"/>
                  </a:lnTo>
                  <a:lnTo>
                    <a:pt x="5574" y="1"/>
                  </a:lnTo>
                  <a:lnTo>
                    <a:pt x="4778" y="133"/>
                  </a:lnTo>
                  <a:lnTo>
                    <a:pt x="3982" y="399"/>
                  </a:lnTo>
                  <a:lnTo>
                    <a:pt x="3982" y="399"/>
                  </a:lnTo>
                  <a:lnTo>
                    <a:pt x="3185" y="797"/>
                  </a:lnTo>
                  <a:lnTo>
                    <a:pt x="2787" y="1062"/>
                  </a:lnTo>
                  <a:lnTo>
                    <a:pt x="2256" y="1460"/>
                  </a:lnTo>
                  <a:lnTo>
                    <a:pt x="1858" y="1859"/>
                  </a:lnTo>
                  <a:lnTo>
                    <a:pt x="1460" y="2522"/>
                  </a:lnTo>
                  <a:lnTo>
                    <a:pt x="1195" y="3318"/>
                  </a:lnTo>
                  <a:lnTo>
                    <a:pt x="929" y="4247"/>
                  </a:lnTo>
                  <a:lnTo>
                    <a:pt x="929" y="4247"/>
                  </a:lnTo>
                  <a:lnTo>
                    <a:pt x="664" y="5973"/>
                  </a:lnTo>
                  <a:lnTo>
                    <a:pt x="531" y="8494"/>
                  </a:lnTo>
                  <a:lnTo>
                    <a:pt x="266" y="14864"/>
                  </a:lnTo>
                  <a:lnTo>
                    <a:pt x="0" y="23225"/>
                  </a:lnTo>
                  <a:lnTo>
                    <a:pt x="0" y="23225"/>
                  </a:lnTo>
                  <a:lnTo>
                    <a:pt x="266" y="23358"/>
                  </a:lnTo>
                  <a:lnTo>
                    <a:pt x="929" y="23889"/>
                  </a:lnTo>
                  <a:lnTo>
                    <a:pt x="2256" y="24552"/>
                  </a:lnTo>
                  <a:lnTo>
                    <a:pt x="4114" y="25216"/>
                  </a:lnTo>
                  <a:lnTo>
                    <a:pt x="5176" y="25481"/>
                  </a:lnTo>
                  <a:lnTo>
                    <a:pt x="6371" y="25747"/>
                  </a:lnTo>
                  <a:lnTo>
                    <a:pt x="7698" y="25879"/>
                  </a:lnTo>
                  <a:lnTo>
                    <a:pt x="9157" y="25879"/>
                  </a:lnTo>
                  <a:lnTo>
                    <a:pt x="10750" y="25747"/>
                  </a:lnTo>
                  <a:lnTo>
                    <a:pt x="12475" y="25481"/>
                  </a:lnTo>
                  <a:lnTo>
                    <a:pt x="14333" y="25083"/>
                  </a:lnTo>
                  <a:lnTo>
                    <a:pt x="16324" y="24552"/>
                  </a:lnTo>
                  <a:lnTo>
                    <a:pt x="16324" y="11281"/>
                  </a:lnTo>
                  <a:lnTo>
                    <a:pt x="16324" y="11281"/>
                  </a:lnTo>
                  <a:lnTo>
                    <a:pt x="16324" y="10352"/>
                  </a:lnTo>
                  <a:lnTo>
                    <a:pt x="16191" y="7698"/>
                  </a:lnTo>
                  <a:lnTo>
                    <a:pt x="16058" y="6105"/>
                  </a:lnTo>
                  <a:lnTo>
                    <a:pt x="15793" y="4380"/>
                  </a:lnTo>
                  <a:lnTo>
                    <a:pt x="15395" y="2655"/>
                  </a:lnTo>
                  <a:lnTo>
                    <a:pt x="14864" y="1062"/>
                  </a:lnTo>
                  <a:lnTo>
                    <a:pt x="10883" y="399"/>
                  </a:lnTo>
                  <a:lnTo>
                    <a:pt x="10883" y="53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4115;p40">
              <a:extLst>
                <a:ext uri="{FF2B5EF4-FFF2-40B4-BE49-F238E27FC236}">
                  <a16:creationId xmlns:a16="http://schemas.microsoft.com/office/drawing/2014/main" id="{D8B0CADF-96A1-E8AD-6C6B-A9CC54ADF6EC}"/>
                </a:ext>
              </a:extLst>
            </p:cNvPr>
            <p:cNvSpPr/>
            <p:nvPr/>
          </p:nvSpPr>
          <p:spPr>
            <a:xfrm>
              <a:off x="7538206" y="2555905"/>
              <a:ext cx="268447" cy="70415"/>
            </a:xfrm>
            <a:custGeom>
              <a:avLst/>
              <a:gdLst/>
              <a:ahLst/>
              <a:cxnLst/>
              <a:rect l="l" t="t" r="r" b="b"/>
              <a:pathLst>
                <a:path w="16191" h="4247" extrusionOk="0">
                  <a:moveTo>
                    <a:pt x="133" y="0"/>
                  </a:moveTo>
                  <a:lnTo>
                    <a:pt x="0" y="1593"/>
                  </a:lnTo>
                  <a:lnTo>
                    <a:pt x="531" y="2124"/>
                  </a:lnTo>
                  <a:lnTo>
                    <a:pt x="1195" y="2654"/>
                  </a:lnTo>
                  <a:lnTo>
                    <a:pt x="2256" y="3185"/>
                  </a:lnTo>
                  <a:lnTo>
                    <a:pt x="3318" y="3451"/>
                  </a:lnTo>
                  <a:lnTo>
                    <a:pt x="4512" y="3849"/>
                  </a:lnTo>
                  <a:lnTo>
                    <a:pt x="5972" y="3982"/>
                  </a:lnTo>
                  <a:lnTo>
                    <a:pt x="7299" y="4114"/>
                  </a:lnTo>
                  <a:lnTo>
                    <a:pt x="8626" y="4247"/>
                  </a:lnTo>
                  <a:lnTo>
                    <a:pt x="9953" y="4247"/>
                  </a:lnTo>
                  <a:lnTo>
                    <a:pt x="11148" y="4114"/>
                  </a:lnTo>
                  <a:lnTo>
                    <a:pt x="12342" y="3849"/>
                  </a:lnTo>
                  <a:lnTo>
                    <a:pt x="13404" y="3583"/>
                  </a:lnTo>
                  <a:lnTo>
                    <a:pt x="14333" y="3318"/>
                  </a:lnTo>
                  <a:lnTo>
                    <a:pt x="14996" y="3053"/>
                  </a:lnTo>
                  <a:lnTo>
                    <a:pt x="15660" y="2654"/>
                  </a:lnTo>
                  <a:lnTo>
                    <a:pt x="16191" y="2256"/>
                  </a:lnTo>
                  <a:lnTo>
                    <a:pt x="16191" y="797"/>
                  </a:lnTo>
                  <a:lnTo>
                    <a:pt x="15660" y="1062"/>
                  </a:lnTo>
                  <a:lnTo>
                    <a:pt x="14996" y="1460"/>
                  </a:lnTo>
                  <a:lnTo>
                    <a:pt x="14333" y="1858"/>
                  </a:lnTo>
                  <a:lnTo>
                    <a:pt x="13404" y="2124"/>
                  </a:lnTo>
                  <a:lnTo>
                    <a:pt x="12342" y="2389"/>
                  </a:lnTo>
                  <a:lnTo>
                    <a:pt x="11148" y="2522"/>
                  </a:lnTo>
                  <a:lnTo>
                    <a:pt x="9953" y="2654"/>
                  </a:lnTo>
                  <a:lnTo>
                    <a:pt x="7299" y="2654"/>
                  </a:lnTo>
                  <a:lnTo>
                    <a:pt x="5972" y="2522"/>
                  </a:lnTo>
                  <a:lnTo>
                    <a:pt x="4645" y="2256"/>
                  </a:lnTo>
                  <a:lnTo>
                    <a:pt x="3318" y="1991"/>
                  </a:lnTo>
                  <a:lnTo>
                    <a:pt x="2256" y="1593"/>
                  </a:lnTo>
                  <a:lnTo>
                    <a:pt x="1327" y="1195"/>
                  </a:lnTo>
                  <a:lnTo>
                    <a:pt x="531" y="664"/>
                  </a:lnTo>
                  <a:lnTo>
                    <a:pt x="133"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4116;p40">
              <a:extLst>
                <a:ext uri="{FF2B5EF4-FFF2-40B4-BE49-F238E27FC236}">
                  <a16:creationId xmlns:a16="http://schemas.microsoft.com/office/drawing/2014/main" id="{AC877AAE-0840-EE7A-F850-E87814E4C78D}"/>
                </a:ext>
              </a:extLst>
            </p:cNvPr>
            <p:cNvSpPr/>
            <p:nvPr/>
          </p:nvSpPr>
          <p:spPr>
            <a:xfrm>
              <a:off x="7538206" y="2555905"/>
              <a:ext cx="268447" cy="70415"/>
            </a:xfrm>
            <a:custGeom>
              <a:avLst/>
              <a:gdLst/>
              <a:ahLst/>
              <a:cxnLst/>
              <a:rect l="l" t="t" r="r" b="b"/>
              <a:pathLst>
                <a:path w="16191" h="4247" fill="none" extrusionOk="0">
                  <a:moveTo>
                    <a:pt x="0" y="1593"/>
                  </a:moveTo>
                  <a:lnTo>
                    <a:pt x="0" y="1593"/>
                  </a:lnTo>
                  <a:lnTo>
                    <a:pt x="531" y="2124"/>
                  </a:lnTo>
                  <a:lnTo>
                    <a:pt x="1195" y="2654"/>
                  </a:lnTo>
                  <a:lnTo>
                    <a:pt x="2256" y="3185"/>
                  </a:lnTo>
                  <a:lnTo>
                    <a:pt x="3318" y="3451"/>
                  </a:lnTo>
                  <a:lnTo>
                    <a:pt x="4512" y="3849"/>
                  </a:lnTo>
                  <a:lnTo>
                    <a:pt x="5972" y="3982"/>
                  </a:lnTo>
                  <a:lnTo>
                    <a:pt x="7299" y="4114"/>
                  </a:lnTo>
                  <a:lnTo>
                    <a:pt x="8626" y="4247"/>
                  </a:lnTo>
                  <a:lnTo>
                    <a:pt x="8626" y="4247"/>
                  </a:lnTo>
                  <a:lnTo>
                    <a:pt x="9953" y="4247"/>
                  </a:lnTo>
                  <a:lnTo>
                    <a:pt x="11148" y="4114"/>
                  </a:lnTo>
                  <a:lnTo>
                    <a:pt x="12342" y="3849"/>
                  </a:lnTo>
                  <a:lnTo>
                    <a:pt x="13404" y="3583"/>
                  </a:lnTo>
                  <a:lnTo>
                    <a:pt x="14333" y="3318"/>
                  </a:lnTo>
                  <a:lnTo>
                    <a:pt x="14996" y="3053"/>
                  </a:lnTo>
                  <a:lnTo>
                    <a:pt x="15660" y="2654"/>
                  </a:lnTo>
                  <a:lnTo>
                    <a:pt x="16191" y="2256"/>
                  </a:lnTo>
                  <a:lnTo>
                    <a:pt x="16191" y="797"/>
                  </a:lnTo>
                  <a:lnTo>
                    <a:pt x="16191" y="797"/>
                  </a:lnTo>
                  <a:lnTo>
                    <a:pt x="15660" y="1062"/>
                  </a:lnTo>
                  <a:lnTo>
                    <a:pt x="14996" y="1460"/>
                  </a:lnTo>
                  <a:lnTo>
                    <a:pt x="14333" y="1858"/>
                  </a:lnTo>
                  <a:lnTo>
                    <a:pt x="13404" y="2124"/>
                  </a:lnTo>
                  <a:lnTo>
                    <a:pt x="12342" y="2389"/>
                  </a:lnTo>
                  <a:lnTo>
                    <a:pt x="11148" y="2522"/>
                  </a:lnTo>
                  <a:lnTo>
                    <a:pt x="9953" y="2654"/>
                  </a:lnTo>
                  <a:lnTo>
                    <a:pt x="8626" y="2654"/>
                  </a:lnTo>
                  <a:lnTo>
                    <a:pt x="8626" y="2654"/>
                  </a:lnTo>
                  <a:lnTo>
                    <a:pt x="7299" y="2654"/>
                  </a:lnTo>
                  <a:lnTo>
                    <a:pt x="5972" y="2522"/>
                  </a:lnTo>
                  <a:lnTo>
                    <a:pt x="4645" y="2256"/>
                  </a:lnTo>
                  <a:lnTo>
                    <a:pt x="3318" y="1991"/>
                  </a:lnTo>
                  <a:lnTo>
                    <a:pt x="2256" y="1593"/>
                  </a:lnTo>
                  <a:lnTo>
                    <a:pt x="1327" y="1195"/>
                  </a:lnTo>
                  <a:lnTo>
                    <a:pt x="531" y="664"/>
                  </a:lnTo>
                  <a:lnTo>
                    <a:pt x="133" y="0"/>
                  </a:lnTo>
                  <a:lnTo>
                    <a:pt x="0" y="159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4117;p40">
              <a:extLst>
                <a:ext uri="{FF2B5EF4-FFF2-40B4-BE49-F238E27FC236}">
                  <a16:creationId xmlns:a16="http://schemas.microsoft.com/office/drawing/2014/main" id="{F8676378-3CF4-B736-CE19-BD93C3A45B81}"/>
                </a:ext>
              </a:extLst>
            </p:cNvPr>
            <p:cNvSpPr/>
            <p:nvPr/>
          </p:nvSpPr>
          <p:spPr>
            <a:xfrm>
              <a:off x="7538206" y="2604302"/>
              <a:ext cx="268447" cy="70432"/>
            </a:xfrm>
            <a:custGeom>
              <a:avLst/>
              <a:gdLst/>
              <a:ahLst/>
              <a:cxnLst/>
              <a:rect l="l" t="t" r="r" b="b"/>
              <a:pathLst>
                <a:path w="16191" h="4248" extrusionOk="0">
                  <a:moveTo>
                    <a:pt x="0" y="1"/>
                  </a:moveTo>
                  <a:lnTo>
                    <a:pt x="0" y="1593"/>
                  </a:lnTo>
                  <a:lnTo>
                    <a:pt x="398" y="2124"/>
                  </a:lnTo>
                  <a:lnTo>
                    <a:pt x="1195" y="2655"/>
                  </a:lnTo>
                  <a:lnTo>
                    <a:pt x="2123" y="3053"/>
                  </a:lnTo>
                  <a:lnTo>
                    <a:pt x="3318" y="3451"/>
                  </a:lnTo>
                  <a:lnTo>
                    <a:pt x="4512" y="3717"/>
                  </a:lnTo>
                  <a:lnTo>
                    <a:pt x="5839" y="3982"/>
                  </a:lnTo>
                  <a:lnTo>
                    <a:pt x="7299" y="4115"/>
                  </a:lnTo>
                  <a:lnTo>
                    <a:pt x="8626" y="4248"/>
                  </a:lnTo>
                  <a:lnTo>
                    <a:pt x="9953" y="4115"/>
                  </a:lnTo>
                  <a:lnTo>
                    <a:pt x="11148" y="3982"/>
                  </a:lnTo>
                  <a:lnTo>
                    <a:pt x="12342" y="3849"/>
                  </a:lnTo>
                  <a:lnTo>
                    <a:pt x="13404" y="3584"/>
                  </a:lnTo>
                  <a:lnTo>
                    <a:pt x="14333" y="3319"/>
                  </a:lnTo>
                  <a:lnTo>
                    <a:pt x="14996" y="2921"/>
                  </a:lnTo>
                  <a:lnTo>
                    <a:pt x="15660" y="2655"/>
                  </a:lnTo>
                  <a:lnTo>
                    <a:pt x="16191" y="2257"/>
                  </a:lnTo>
                  <a:lnTo>
                    <a:pt x="16191" y="664"/>
                  </a:lnTo>
                  <a:lnTo>
                    <a:pt x="15660" y="1063"/>
                  </a:lnTo>
                  <a:lnTo>
                    <a:pt x="14996" y="1461"/>
                  </a:lnTo>
                  <a:lnTo>
                    <a:pt x="14333" y="1726"/>
                  </a:lnTo>
                  <a:lnTo>
                    <a:pt x="13404" y="1992"/>
                  </a:lnTo>
                  <a:lnTo>
                    <a:pt x="12342" y="2257"/>
                  </a:lnTo>
                  <a:lnTo>
                    <a:pt x="11148" y="2522"/>
                  </a:lnTo>
                  <a:lnTo>
                    <a:pt x="9953" y="2655"/>
                  </a:lnTo>
                  <a:lnTo>
                    <a:pt x="8626" y="2655"/>
                  </a:lnTo>
                  <a:lnTo>
                    <a:pt x="7299" y="2522"/>
                  </a:lnTo>
                  <a:lnTo>
                    <a:pt x="5839" y="2390"/>
                  </a:lnTo>
                  <a:lnTo>
                    <a:pt x="4512" y="2124"/>
                  </a:lnTo>
                  <a:lnTo>
                    <a:pt x="3318" y="1859"/>
                  </a:lnTo>
                  <a:lnTo>
                    <a:pt x="2123" y="1461"/>
                  </a:lnTo>
                  <a:lnTo>
                    <a:pt x="1195" y="1063"/>
                  </a:lnTo>
                  <a:lnTo>
                    <a:pt x="531" y="532"/>
                  </a:lnTo>
                  <a:lnTo>
                    <a:pt x="0"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4118;p40">
              <a:extLst>
                <a:ext uri="{FF2B5EF4-FFF2-40B4-BE49-F238E27FC236}">
                  <a16:creationId xmlns:a16="http://schemas.microsoft.com/office/drawing/2014/main" id="{377EAD36-C650-EAE9-A073-63C479BC12FF}"/>
                </a:ext>
              </a:extLst>
            </p:cNvPr>
            <p:cNvSpPr/>
            <p:nvPr/>
          </p:nvSpPr>
          <p:spPr>
            <a:xfrm>
              <a:off x="7538206" y="2604302"/>
              <a:ext cx="268447" cy="70432"/>
            </a:xfrm>
            <a:custGeom>
              <a:avLst/>
              <a:gdLst/>
              <a:ahLst/>
              <a:cxnLst/>
              <a:rect l="l" t="t" r="r" b="b"/>
              <a:pathLst>
                <a:path w="16191" h="4248" fill="none" extrusionOk="0">
                  <a:moveTo>
                    <a:pt x="16191" y="2257"/>
                  </a:moveTo>
                  <a:lnTo>
                    <a:pt x="16191" y="2257"/>
                  </a:lnTo>
                  <a:lnTo>
                    <a:pt x="15660" y="2655"/>
                  </a:lnTo>
                  <a:lnTo>
                    <a:pt x="14996" y="2921"/>
                  </a:lnTo>
                  <a:lnTo>
                    <a:pt x="14333" y="3319"/>
                  </a:lnTo>
                  <a:lnTo>
                    <a:pt x="13404" y="3584"/>
                  </a:lnTo>
                  <a:lnTo>
                    <a:pt x="12342" y="3849"/>
                  </a:lnTo>
                  <a:lnTo>
                    <a:pt x="11148" y="3982"/>
                  </a:lnTo>
                  <a:lnTo>
                    <a:pt x="9953" y="4115"/>
                  </a:lnTo>
                  <a:lnTo>
                    <a:pt x="8626" y="4248"/>
                  </a:lnTo>
                  <a:lnTo>
                    <a:pt x="8626" y="4248"/>
                  </a:lnTo>
                  <a:lnTo>
                    <a:pt x="7299" y="4115"/>
                  </a:lnTo>
                  <a:lnTo>
                    <a:pt x="5839" y="3982"/>
                  </a:lnTo>
                  <a:lnTo>
                    <a:pt x="4512" y="3717"/>
                  </a:lnTo>
                  <a:lnTo>
                    <a:pt x="3318" y="3451"/>
                  </a:lnTo>
                  <a:lnTo>
                    <a:pt x="2123" y="3053"/>
                  </a:lnTo>
                  <a:lnTo>
                    <a:pt x="1195" y="2655"/>
                  </a:lnTo>
                  <a:lnTo>
                    <a:pt x="398" y="2124"/>
                  </a:lnTo>
                  <a:lnTo>
                    <a:pt x="0" y="1593"/>
                  </a:lnTo>
                  <a:lnTo>
                    <a:pt x="0" y="1"/>
                  </a:lnTo>
                  <a:lnTo>
                    <a:pt x="0" y="1"/>
                  </a:lnTo>
                  <a:lnTo>
                    <a:pt x="531" y="532"/>
                  </a:lnTo>
                  <a:lnTo>
                    <a:pt x="1195" y="1063"/>
                  </a:lnTo>
                  <a:lnTo>
                    <a:pt x="2123" y="1461"/>
                  </a:lnTo>
                  <a:lnTo>
                    <a:pt x="3318" y="1859"/>
                  </a:lnTo>
                  <a:lnTo>
                    <a:pt x="4512" y="2124"/>
                  </a:lnTo>
                  <a:lnTo>
                    <a:pt x="5839" y="2390"/>
                  </a:lnTo>
                  <a:lnTo>
                    <a:pt x="7299" y="2522"/>
                  </a:lnTo>
                  <a:lnTo>
                    <a:pt x="8626" y="2655"/>
                  </a:lnTo>
                  <a:lnTo>
                    <a:pt x="8626" y="2655"/>
                  </a:lnTo>
                  <a:lnTo>
                    <a:pt x="9953" y="2655"/>
                  </a:lnTo>
                  <a:lnTo>
                    <a:pt x="11148" y="2522"/>
                  </a:lnTo>
                  <a:lnTo>
                    <a:pt x="12342" y="2257"/>
                  </a:lnTo>
                  <a:lnTo>
                    <a:pt x="13404" y="1992"/>
                  </a:lnTo>
                  <a:lnTo>
                    <a:pt x="14333" y="1726"/>
                  </a:lnTo>
                  <a:lnTo>
                    <a:pt x="14996" y="1461"/>
                  </a:lnTo>
                  <a:lnTo>
                    <a:pt x="15660" y="1063"/>
                  </a:lnTo>
                  <a:lnTo>
                    <a:pt x="16191" y="664"/>
                  </a:lnTo>
                  <a:lnTo>
                    <a:pt x="16191" y="225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4119;p40">
              <a:extLst>
                <a:ext uri="{FF2B5EF4-FFF2-40B4-BE49-F238E27FC236}">
                  <a16:creationId xmlns:a16="http://schemas.microsoft.com/office/drawing/2014/main" id="{9C9F9331-645D-7F2B-AF0C-5E65CACB21CB}"/>
                </a:ext>
              </a:extLst>
            </p:cNvPr>
            <p:cNvSpPr/>
            <p:nvPr/>
          </p:nvSpPr>
          <p:spPr>
            <a:xfrm>
              <a:off x="7610810" y="2430478"/>
              <a:ext cx="15419" cy="301474"/>
            </a:xfrm>
            <a:custGeom>
              <a:avLst/>
              <a:gdLst/>
              <a:ahLst/>
              <a:cxnLst/>
              <a:rect l="l" t="t" r="r" b="b"/>
              <a:pathLst>
                <a:path w="930" h="18183" extrusionOk="0">
                  <a:moveTo>
                    <a:pt x="930" y="1"/>
                  </a:moveTo>
                  <a:lnTo>
                    <a:pt x="399" y="9821"/>
                  </a:lnTo>
                  <a:lnTo>
                    <a:pt x="797" y="9954"/>
                  </a:lnTo>
                  <a:lnTo>
                    <a:pt x="930" y="1"/>
                  </a:lnTo>
                  <a:close/>
                  <a:moveTo>
                    <a:pt x="266" y="11414"/>
                  </a:moveTo>
                  <a:lnTo>
                    <a:pt x="266" y="12741"/>
                  </a:lnTo>
                  <a:lnTo>
                    <a:pt x="797" y="12741"/>
                  </a:lnTo>
                  <a:lnTo>
                    <a:pt x="797" y="11547"/>
                  </a:lnTo>
                  <a:lnTo>
                    <a:pt x="266" y="11414"/>
                  </a:lnTo>
                  <a:close/>
                  <a:moveTo>
                    <a:pt x="133" y="14201"/>
                  </a:moveTo>
                  <a:lnTo>
                    <a:pt x="1" y="18049"/>
                  </a:lnTo>
                  <a:lnTo>
                    <a:pt x="797" y="18182"/>
                  </a:lnTo>
                  <a:lnTo>
                    <a:pt x="797" y="14333"/>
                  </a:lnTo>
                  <a:lnTo>
                    <a:pt x="133" y="14201"/>
                  </a:lnTo>
                  <a:close/>
                </a:path>
              </a:pathLst>
            </a:custGeom>
            <a:solidFill>
              <a:srgbClr val="CE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4120;p40">
              <a:extLst>
                <a:ext uri="{FF2B5EF4-FFF2-40B4-BE49-F238E27FC236}">
                  <a16:creationId xmlns:a16="http://schemas.microsoft.com/office/drawing/2014/main" id="{1E3CDF38-358A-39C6-B1EB-8A88C2B5556C}"/>
                </a:ext>
              </a:extLst>
            </p:cNvPr>
            <p:cNvSpPr/>
            <p:nvPr/>
          </p:nvSpPr>
          <p:spPr>
            <a:xfrm>
              <a:off x="7610810" y="2665914"/>
              <a:ext cx="13214" cy="66038"/>
            </a:xfrm>
            <a:custGeom>
              <a:avLst/>
              <a:gdLst/>
              <a:ahLst/>
              <a:cxnLst/>
              <a:rect l="l" t="t" r="r" b="b"/>
              <a:pathLst>
                <a:path w="797" h="3983" fill="none" extrusionOk="0">
                  <a:moveTo>
                    <a:pt x="133" y="1"/>
                  </a:moveTo>
                  <a:lnTo>
                    <a:pt x="1" y="3849"/>
                  </a:lnTo>
                  <a:lnTo>
                    <a:pt x="1" y="3849"/>
                  </a:lnTo>
                  <a:lnTo>
                    <a:pt x="797" y="3982"/>
                  </a:lnTo>
                  <a:lnTo>
                    <a:pt x="797" y="133"/>
                  </a:lnTo>
                  <a:lnTo>
                    <a:pt x="797" y="133"/>
                  </a:lnTo>
                  <a:lnTo>
                    <a:pt x="13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4121;p40">
              <a:extLst>
                <a:ext uri="{FF2B5EF4-FFF2-40B4-BE49-F238E27FC236}">
                  <a16:creationId xmlns:a16="http://schemas.microsoft.com/office/drawing/2014/main" id="{CA482720-456A-CC7E-440B-A7FDCB8B3574}"/>
                </a:ext>
              </a:extLst>
            </p:cNvPr>
            <p:cNvSpPr/>
            <p:nvPr/>
          </p:nvSpPr>
          <p:spPr>
            <a:xfrm>
              <a:off x="7615204" y="2619705"/>
              <a:ext cx="8821" cy="22018"/>
            </a:xfrm>
            <a:custGeom>
              <a:avLst/>
              <a:gdLst/>
              <a:ahLst/>
              <a:cxnLst/>
              <a:rect l="l" t="t" r="r" b="b"/>
              <a:pathLst>
                <a:path w="532" h="1328" fill="none" extrusionOk="0">
                  <a:moveTo>
                    <a:pt x="1" y="1"/>
                  </a:moveTo>
                  <a:lnTo>
                    <a:pt x="1" y="1328"/>
                  </a:lnTo>
                  <a:lnTo>
                    <a:pt x="1" y="1328"/>
                  </a:lnTo>
                  <a:lnTo>
                    <a:pt x="532" y="1328"/>
                  </a:lnTo>
                  <a:lnTo>
                    <a:pt x="532" y="134"/>
                  </a:lnTo>
                  <a:lnTo>
                    <a:pt x="532" y="134"/>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4122;p40">
              <a:extLst>
                <a:ext uri="{FF2B5EF4-FFF2-40B4-BE49-F238E27FC236}">
                  <a16:creationId xmlns:a16="http://schemas.microsoft.com/office/drawing/2014/main" id="{66475D61-372B-AEB8-BAC8-23C5D89AFA83}"/>
                </a:ext>
              </a:extLst>
            </p:cNvPr>
            <p:cNvSpPr/>
            <p:nvPr/>
          </p:nvSpPr>
          <p:spPr>
            <a:xfrm>
              <a:off x="7617409" y="2430478"/>
              <a:ext cx="8821" cy="165054"/>
            </a:xfrm>
            <a:custGeom>
              <a:avLst/>
              <a:gdLst/>
              <a:ahLst/>
              <a:cxnLst/>
              <a:rect l="l" t="t" r="r" b="b"/>
              <a:pathLst>
                <a:path w="532" h="9955" fill="none" extrusionOk="0">
                  <a:moveTo>
                    <a:pt x="532" y="1"/>
                  </a:moveTo>
                  <a:lnTo>
                    <a:pt x="1" y="9821"/>
                  </a:lnTo>
                  <a:lnTo>
                    <a:pt x="1" y="9821"/>
                  </a:lnTo>
                  <a:lnTo>
                    <a:pt x="399" y="9954"/>
                  </a:lnTo>
                  <a:lnTo>
                    <a:pt x="532" y="1"/>
                  </a:lnTo>
                  <a:lnTo>
                    <a:pt x="53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4123;p40">
              <a:extLst>
                <a:ext uri="{FF2B5EF4-FFF2-40B4-BE49-F238E27FC236}">
                  <a16:creationId xmlns:a16="http://schemas.microsoft.com/office/drawing/2014/main" id="{924780E9-264A-553C-99FA-BE0DA4F80ECA}"/>
                </a:ext>
              </a:extLst>
            </p:cNvPr>
            <p:cNvSpPr/>
            <p:nvPr/>
          </p:nvSpPr>
          <p:spPr>
            <a:xfrm>
              <a:off x="7615204" y="2593310"/>
              <a:ext cx="8821" cy="28617"/>
            </a:xfrm>
            <a:custGeom>
              <a:avLst/>
              <a:gdLst/>
              <a:ahLst/>
              <a:cxnLst/>
              <a:rect l="l" t="t" r="r" b="b"/>
              <a:pathLst>
                <a:path w="532" h="1726" extrusionOk="0">
                  <a:moveTo>
                    <a:pt x="134" y="0"/>
                  </a:moveTo>
                  <a:lnTo>
                    <a:pt x="1" y="1593"/>
                  </a:lnTo>
                  <a:lnTo>
                    <a:pt x="532" y="1726"/>
                  </a:lnTo>
                  <a:lnTo>
                    <a:pt x="532" y="133"/>
                  </a:lnTo>
                  <a:lnTo>
                    <a:pt x="134" y="0"/>
                  </a:ln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4124;p40">
              <a:extLst>
                <a:ext uri="{FF2B5EF4-FFF2-40B4-BE49-F238E27FC236}">
                  <a16:creationId xmlns:a16="http://schemas.microsoft.com/office/drawing/2014/main" id="{2AB23D21-C8FC-7D38-5390-65E5DD1F0CB3}"/>
                </a:ext>
              </a:extLst>
            </p:cNvPr>
            <p:cNvSpPr/>
            <p:nvPr/>
          </p:nvSpPr>
          <p:spPr>
            <a:xfrm>
              <a:off x="7615204" y="2593310"/>
              <a:ext cx="8821" cy="28617"/>
            </a:xfrm>
            <a:custGeom>
              <a:avLst/>
              <a:gdLst/>
              <a:ahLst/>
              <a:cxnLst/>
              <a:rect l="l" t="t" r="r" b="b"/>
              <a:pathLst>
                <a:path w="532" h="1726" fill="none" extrusionOk="0">
                  <a:moveTo>
                    <a:pt x="134" y="0"/>
                  </a:moveTo>
                  <a:lnTo>
                    <a:pt x="1" y="1593"/>
                  </a:lnTo>
                  <a:lnTo>
                    <a:pt x="1" y="1593"/>
                  </a:lnTo>
                  <a:lnTo>
                    <a:pt x="532" y="1726"/>
                  </a:lnTo>
                  <a:lnTo>
                    <a:pt x="532" y="133"/>
                  </a:lnTo>
                  <a:lnTo>
                    <a:pt x="532" y="133"/>
                  </a:lnTo>
                  <a:lnTo>
                    <a:pt x="13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4125;p40">
              <a:extLst>
                <a:ext uri="{FF2B5EF4-FFF2-40B4-BE49-F238E27FC236}">
                  <a16:creationId xmlns:a16="http://schemas.microsoft.com/office/drawing/2014/main" id="{373D37D4-E3A5-F687-3A62-F7168F5CC456}"/>
                </a:ext>
              </a:extLst>
            </p:cNvPr>
            <p:cNvSpPr/>
            <p:nvPr/>
          </p:nvSpPr>
          <p:spPr>
            <a:xfrm>
              <a:off x="7613015" y="2641707"/>
              <a:ext cx="11009" cy="26429"/>
            </a:xfrm>
            <a:custGeom>
              <a:avLst/>
              <a:gdLst/>
              <a:ahLst/>
              <a:cxnLst/>
              <a:rect l="l" t="t" r="r" b="b"/>
              <a:pathLst>
                <a:path w="664" h="1594" extrusionOk="0">
                  <a:moveTo>
                    <a:pt x="133" y="1"/>
                  </a:moveTo>
                  <a:lnTo>
                    <a:pt x="0" y="1461"/>
                  </a:lnTo>
                  <a:lnTo>
                    <a:pt x="664" y="1593"/>
                  </a:lnTo>
                  <a:lnTo>
                    <a:pt x="664" y="1"/>
                  </a:ln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4126;p40">
              <a:extLst>
                <a:ext uri="{FF2B5EF4-FFF2-40B4-BE49-F238E27FC236}">
                  <a16:creationId xmlns:a16="http://schemas.microsoft.com/office/drawing/2014/main" id="{2454CA88-89FE-5C64-72B8-FF0287F25798}"/>
                </a:ext>
              </a:extLst>
            </p:cNvPr>
            <p:cNvSpPr/>
            <p:nvPr/>
          </p:nvSpPr>
          <p:spPr>
            <a:xfrm>
              <a:off x="7613015" y="2641707"/>
              <a:ext cx="11009" cy="26429"/>
            </a:xfrm>
            <a:custGeom>
              <a:avLst/>
              <a:gdLst/>
              <a:ahLst/>
              <a:cxnLst/>
              <a:rect l="l" t="t" r="r" b="b"/>
              <a:pathLst>
                <a:path w="664" h="1594" fill="none" extrusionOk="0">
                  <a:moveTo>
                    <a:pt x="133" y="1"/>
                  </a:moveTo>
                  <a:lnTo>
                    <a:pt x="0" y="1461"/>
                  </a:lnTo>
                  <a:lnTo>
                    <a:pt x="0" y="1461"/>
                  </a:lnTo>
                  <a:lnTo>
                    <a:pt x="664" y="1593"/>
                  </a:lnTo>
                  <a:lnTo>
                    <a:pt x="664" y="1"/>
                  </a:lnTo>
                  <a:lnTo>
                    <a:pt x="664" y="1"/>
                  </a:lnTo>
                  <a:lnTo>
                    <a:pt x="13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4127;p40">
              <a:extLst>
                <a:ext uri="{FF2B5EF4-FFF2-40B4-BE49-F238E27FC236}">
                  <a16:creationId xmlns:a16="http://schemas.microsoft.com/office/drawing/2014/main" id="{7FE6A355-3CB0-E169-ECC1-4C5BFC727CD1}"/>
                </a:ext>
              </a:extLst>
            </p:cNvPr>
            <p:cNvSpPr/>
            <p:nvPr/>
          </p:nvSpPr>
          <p:spPr>
            <a:xfrm>
              <a:off x="7707621" y="2608713"/>
              <a:ext cx="222255" cy="184834"/>
            </a:xfrm>
            <a:custGeom>
              <a:avLst/>
              <a:gdLst/>
              <a:ahLst/>
              <a:cxnLst/>
              <a:rect l="l" t="t" r="r" b="b"/>
              <a:pathLst>
                <a:path w="13405" h="11148" extrusionOk="0">
                  <a:moveTo>
                    <a:pt x="9556" y="0"/>
                  </a:moveTo>
                  <a:lnTo>
                    <a:pt x="8096" y="2256"/>
                  </a:lnTo>
                  <a:lnTo>
                    <a:pt x="6902" y="3982"/>
                  </a:lnTo>
                  <a:lnTo>
                    <a:pt x="6636" y="4512"/>
                  </a:lnTo>
                  <a:lnTo>
                    <a:pt x="6371" y="4778"/>
                  </a:lnTo>
                  <a:lnTo>
                    <a:pt x="6106" y="4911"/>
                  </a:lnTo>
                  <a:lnTo>
                    <a:pt x="5177" y="5309"/>
                  </a:lnTo>
                  <a:lnTo>
                    <a:pt x="4115" y="5441"/>
                  </a:lnTo>
                  <a:lnTo>
                    <a:pt x="3584" y="5441"/>
                  </a:lnTo>
                  <a:lnTo>
                    <a:pt x="2920" y="5574"/>
                  </a:lnTo>
                  <a:lnTo>
                    <a:pt x="1593" y="5972"/>
                  </a:lnTo>
                  <a:lnTo>
                    <a:pt x="1461" y="5972"/>
                  </a:lnTo>
                  <a:lnTo>
                    <a:pt x="1328" y="6105"/>
                  </a:lnTo>
                  <a:lnTo>
                    <a:pt x="1328" y="6238"/>
                  </a:lnTo>
                  <a:lnTo>
                    <a:pt x="1328" y="6503"/>
                  </a:lnTo>
                  <a:lnTo>
                    <a:pt x="1726" y="6636"/>
                  </a:lnTo>
                  <a:lnTo>
                    <a:pt x="2522" y="6769"/>
                  </a:lnTo>
                  <a:lnTo>
                    <a:pt x="3319" y="6636"/>
                  </a:lnTo>
                  <a:lnTo>
                    <a:pt x="3584" y="6636"/>
                  </a:lnTo>
                  <a:lnTo>
                    <a:pt x="3584" y="6769"/>
                  </a:lnTo>
                  <a:lnTo>
                    <a:pt x="3584" y="6901"/>
                  </a:lnTo>
                  <a:lnTo>
                    <a:pt x="2788" y="7299"/>
                  </a:lnTo>
                  <a:lnTo>
                    <a:pt x="1991" y="7698"/>
                  </a:lnTo>
                  <a:lnTo>
                    <a:pt x="532" y="8494"/>
                  </a:lnTo>
                  <a:lnTo>
                    <a:pt x="266" y="8759"/>
                  </a:lnTo>
                  <a:lnTo>
                    <a:pt x="134" y="9025"/>
                  </a:lnTo>
                  <a:lnTo>
                    <a:pt x="1" y="9290"/>
                  </a:lnTo>
                  <a:lnTo>
                    <a:pt x="134" y="9688"/>
                  </a:lnTo>
                  <a:lnTo>
                    <a:pt x="134" y="9821"/>
                  </a:lnTo>
                  <a:lnTo>
                    <a:pt x="664" y="10352"/>
                  </a:lnTo>
                  <a:lnTo>
                    <a:pt x="1063" y="10750"/>
                  </a:lnTo>
                  <a:lnTo>
                    <a:pt x="1593" y="11015"/>
                  </a:lnTo>
                  <a:lnTo>
                    <a:pt x="2257" y="11148"/>
                  </a:lnTo>
                  <a:lnTo>
                    <a:pt x="3053" y="11148"/>
                  </a:lnTo>
                  <a:lnTo>
                    <a:pt x="4115" y="11015"/>
                  </a:lnTo>
                  <a:lnTo>
                    <a:pt x="5309" y="10484"/>
                  </a:lnTo>
                  <a:lnTo>
                    <a:pt x="5973" y="10219"/>
                  </a:lnTo>
                  <a:lnTo>
                    <a:pt x="6636" y="9821"/>
                  </a:lnTo>
                  <a:lnTo>
                    <a:pt x="7831" y="8759"/>
                  </a:lnTo>
                  <a:lnTo>
                    <a:pt x="9025" y="7432"/>
                  </a:lnTo>
                  <a:lnTo>
                    <a:pt x="9954" y="6503"/>
                  </a:lnTo>
                  <a:lnTo>
                    <a:pt x="11149" y="4911"/>
                  </a:lnTo>
                  <a:lnTo>
                    <a:pt x="12210" y="3318"/>
                  </a:lnTo>
                  <a:lnTo>
                    <a:pt x="13405" y="1460"/>
                  </a:lnTo>
                  <a:lnTo>
                    <a:pt x="9556" y="0"/>
                  </a:lnTo>
                  <a:close/>
                </a:path>
              </a:pathLst>
            </a:custGeom>
            <a:solidFill>
              <a:srgbClr val="FFB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4128;p40">
              <a:extLst>
                <a:ext uri="{FF2B5EF4-FFF2-40B4-BE49-F238E27FC236}">
                  <a16:creationId xmlns:a16="http://schemas.microsoft.com/office/drawing/2014/main" id="{FBC37F2B-4067-3DB2-39AE-A2B76A018068}"/>
                </a:ext>
              </a:extLst>
            </p:cNvPr>
            <p:cNvSpPr/>
            <p:nvPr/>
          </p:nvSpPr>
          <p:spPr>
            <a:xfrm>
              <a:off x="7762633" y="2327068"/>
              <a:ext cx="193654" cy="380677"/>
            </a:xfrm>
            <a:custGeom>
              <a:avLst/>
              <a:gdLst/>
              <a:ahLst/>
              <a:cxnLst/>
              <a:rect l="l" t="t" r="r" b="b"/>
              <a:pathLst>
                <a:path w="11680" h="22960" extrusionOk="0">
                  <a:moveTo>
                    <a:pt x="1195" y="0"/>
                  </a:moveTo>
                  <a:lnTo>
                    <a:pt x="664" y="133"/>
                  </a:lnTo>
                  <a:lnTo>
                    <a:pt x="399" y="398"/>
                  </a:lnTo>
                  <a:lnTo>
                    <a:pt x="133" y="1195"/>
                  </a:lnTo>
                  <a:lnTo>
                    <a:pt x="1" y="2522"/>
                  </a:lnTo>
                  <a:lnTo>
                    <a:pt x="1" y="3982"/>
                  </a:lnTo>
                  <a:lnTo>
                    <a:pt x="133" y="5707"/>
                  </a:lnTo>
                  <a:lnTo>
                    <a:pt x="664" y="7167"/>
                  </a:lnTo>
                  <a:lnTo>
                    <a:pt x="1195" y="8228"/>
                  </a:lnTo>
                  <a:lnTo>
                    <a:pt x="1991" y="9290"/>
                  </a:lnTo>
                  <a:lnTo>
                    <a:pt x="6371" y="16058"/>
                  </a:lnTo>
                  <a:lnTo>
                    <a:pt x="3451" y="21234"/>
                  </a:lnTo>
                  <a:lnTo>
                    <a:pt x="4115" y="21898"/>
                  </a:lnTo>
                  <a:lnTo>
                    <a:pt x="4911" y="22428"/>
                  </a:lnTo>
                  <a:lnTo>
                    <a:pt x="5973" y="22694"/>
                  </a:lnTo>
                  <a:lnTo>
                    <a:pt x="7034" y="22959"/>
                  </a:lnTo>
                  <a:lnTo>
                    <a:pt x="8627" y="20969"/>
                  </a:lnTo>
                  <a:lnTo>
                    <a:pt x="10087" y="18845"/>
                  </a:lnTo>
                  <a:lnTo>
                    <a:pt x="11148" y="16855"/>
                  </a:lnTo>
                  <a:lnTo>
                    <a:pt x="11546" y="16191"/>
                  </a:lnTo>
                  <a:lnTo>
                    <a:pt x="11679" y="15793"/>
                  </a:lnTo>
                  <a:lnTo>
                    <a:pt x="11414" y="14997"/>
                  </a:lnTo>
                  <a:lnTo>
                    <a:pt x="11148" y="13935"/>
                  </a:lnTo>
                  <a:lnTo>
                    <a:pt x="9954" y="11413"/>
                  </a:lnTo>
                  <a:lnTo>
                    <a:pt x="8361" y="8627"/>
                  </a:lnTo>
                  <a:lnTo>
                    <a:pt x="6769" y="5707"/>
                  </a:lnTo>
                  <a:lnTo>
                    <a:pt x="5176" y="3053"/>
                  </a:lnTo>
                  <a:lnTo>
                    <a:pt x="4645" y="2124"/>
                  </a:lnTo>
                  <a:lnTo>
                    <a:pt x="3982" y="1327"/>
                  </a:lnTo>
                  <a:lnTo>
                    <a:pt x="3451" y="797"/>
                  </a:lnTo>
                  <a:lnTo>
                    <a:pt x="2788" y="398"/>
                  </a:lnTo>
                  <a:lnTo>
                    <a:pt x="1991" y="133"/>
                  </a:lnTo>
                  <a:lnTo>
                    <a:pt x="1195"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4129;p40">
              <a:extLst>
                <a:ext uri="{FF2B5EF4-FFF2-40B4-BE49-F238E27FC236}">
                  <a16:creationId xmlns:a16="http://schemas.microsoft.com/office/drawing/2014/main" id="{545B9266-1ED1-C84E-B33F-4D608E966F6B}"/>
                </a:ext>
              </a:extLst>
            </p:cNvPr>
            <p:cNvSpPr/>
            <p:nvPr/>
          </p:nvSpPr>
          <p:spPr>
            <a:xfrm>
              <a:off x="7551404" y="2080623"/>
              <a:ext cx="138642" cy="138642"/>
            </a:xfrm>
            <a:custGeom>
              <a:avLst/>
              <a:gdLst/>
              <a:ahLst/>
              <a:cxnLst/>
              <a:rect l="l" t="t" r="r" b="b"/>
              <a:pathLst>
                <a:path w="8362" h="8362" extrusionOk="0">
                  <a:moveTo>
                    <a:pt x="4247" y="1"/>
                  </a:moveTo>
                  <a:lnTo>
                    <a:pt x="3451" y="133"/>
                  </a:lnTo>
                  <a:lnTo>
                    <a:pt x="2655" y="266"/>
                  </a:lnTo>
                  <a:lnTo>
                    <a:pt x="1858" y="664"/>
                  </a:lnTo>
                  <a:lnTo>
                    <a:pt x="1327" y="1195"/>
                  </a:lnTo>
                  <a:lnTo>
                    <a:pt x="797" y="1859"/>
                  </a:lnTo>
                  <a:lnTo>
                    <a:pt x="399" y="2522"/>
                  </a:lnTo>
                  <a:lnTo>
                    <a:pt x="133" y="3319"/>
                  </a:lnTo>
                  <a:lnTo>
                    <a:pt x="0" y="4247"/>
                  </a:lnTo>
                  <a:lnTo>
                    <a:pt x="133" y="5044"/>
                  </a:lnTo>
                  <a:lnTo>
                    <a:pt x="399" y="5840"/>
                  </a:lnTo>
                  <a:lnTo>
                    <a:pt x="797" y="6504"/>
                  </a:lnTo>
                  <a:lnTo>
                    <a:pt x="1327" y="7167"/>
                  </a:lnTo>
                  <a:lnTo>
                    <a:pt x="1858" y="7698"/>
                  </a:lnTo>
                  <a:lnTo>
                    <a:pt x="2655" y="8096"/>
                  </a:lnTo>
                  <a:lnTo>
                    <a:pt x="3451" y="8229"/>
                  </a:lnTo>
                  <a:lnTo>
                    <a:pt x="4247" y="8362"/>
                  </a:lnTo>
                  <a:lnTo>
                    <a:pt x="5043" y="8229"/>
                  </a:lnTo>
                  <a:lnTo>
                    <a:pt x="5840" y="8096"/>
                  </a:lnTo>
                  <a:lnTo>
                    <a:pt x="6636" y="7698"/>
                  </a:lnTo>
                  <a:lnTo>
                    <a:pt x="7167" y="7167"/>
                  </a:lnTo>
                  <a:lnTo>
                    <a:pt x="7698" y="6504"/>
                  </a:lnTo>
                  <a:lnTo>
                    <a:pt x="8096" y="5840"/>
                  </a:lnTo>
                  <a:lnTo>
                    <a:pt x="8361" y="5044"/>
                  </a:lnTo>
                  <a:lnTo>
                    <a:pt x="8361" y="4247"/>
                  </a:lnTo>
                  <a:lnTo>
                    <a:pt x="8361" y="3319"/>
                  </a:lnTo>
                  <a:lnTo>
                    <a:pt x="8096" y="2522"/>
                  </a:lnTo>
                  <a:lnTo>
                    <a:pt x="7698" y="1859"/>
                  </a:lnTo>
                  <a:lnTo>
                    <a:pt x="7167" y="1195"/>
                  </a:lnTo>
                  <a:lnTo>
                    <a:pt x="6636" y="664"/>
                  </a:lnTo>
                  <a:lnTo>
                    <a:pt x="5840" y="266"/>
                  </a:lnTo>
                  <a:lnTo>
                    <a:pt x="5043" y="133"/>
                  </a:lnTo>
                  <a:lnTo>
                    <a:pt x="424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4130;p40">
              <a:extLst>
                <a:ext uri="{FF2B5EF4-FFF2-40B4-BE49-F238E27FC236}">
                  <a16:creationId xmlns:a16="http://schemas.microsoft.com/office/drawing/2014/main" id="{5FD8E369-25DC-3380-954B-7F44056E4E45}"/>
                </a:ext>
              </a:extLst>
            </p:cNvPr>
            <p:cNvSpPr/>
            <p:nvPr/>
          </p:nvSpPr>
          <p:spPr>
            <a:xfrm>
              <a:off x="7551404" y="2080623"/>
              <a:ext cx="138642" cy="138642"/>
            </a:xfrm>
            <a:custGeom>
              <a:avLst/>
              <a:gdLst/>
              <a:ahLst/>
              <a:cxnLst/>
              <a:rect l="l" t="t" r="r" b="b"/>
              <a:pathLst>
                <a:path w="8362" h="8362" fill="none" extrusionOk="0">
                  <a:moveTo>
                    <a:pt x="8361" y="4247"/>
                  </a:moveTo>
                  <a:lnTo>
                    <a:pt x="8361" y="4247"/>
                  </a:lnTo>
                  <a:lnTo>
                    <a:pt x="8361" y="5044"/>
                  </a:lnTo>
                  <a:lnTo>
                    <a:pt x="8096" y="5840"/>
                  </a:lnTo>
                  <a:lnTo>
                    <a:pt x="7698" y="6504"/>
                  </a:lnTo>
                  <a:lnTo>
                    <a:pt x="7167" y="7167"/>
                  </a:lnTo>
                  <a:lnTo>
                    <a:pt x="6636" y="7698"/>
                  </a:lnTo>
                  <a:lnTo>
                    <a:pt x="5840" y="8096"/>
                  </a:lnTo>
                  <a:lnTo>
                    <a:pt x="5043" y="8229"/>
                  </a:lnTo>
                  <a:lnTo>
                    <a:pt x="4247" y="8362"/>
                  </a:lnTo>
                  <a:lnTo>
                    <a:pt x="4247" y="8362"/>
                  </a:lnTo>
                  <a:lnTo>
                    <a:pt x="3451" y="8229"/>
                  </a:lnTo>
                  <a:lnTo>
                    <a:pt x="2655" y="8096"/>
                  </a:lnTo>
                  <a:lnTo>
                    <a:pt x="1858" y="7698"/>
                  </a:lnTo>
                  <a:lnTo>
                    <a:pt x="1327" y="7167"/>
                  </a:lnTo>
                  <a:lnTo>
                    <a:pt x="797" y="6504"/>
                  </a:lnTo>
                  <a:lnTo>
                    <a:pt x="399" y="5840"/>
                  </a:lnTo>
                  <a:lnTo>
                    <a:pt x="133" y="5044"/>
                  </a:lnTo>
                  <a:lnTo>
                    <a:pt x="0" y="4247"/>
                  </a:lnTo>
                  <a:lnTo>
                    <a:pt x="0" y="4247"/>
                  </a:lnTo>
                  <a:lnTo>
                    <a:pt x="133" y="3319"/>
                  </a:lnTo>
                  <a:lnTo>
                    <a:pt x="399" y="2522"/>
                  </a:lnTo>
                  <a:lnTo>
                    <a:pt x="797" y="1859"/>
                  </a:lnTo>
                  <a:lnTo>
                    <a:pt x="1327" y="1195"/>
                  </a:lnTo>
                  <a:lnTo>
                    <a:pt x="1858" y="664"/>
                  </a:lnTo>
                  <a:lnTo>
                    <a:pt x="2655" y="266"/>
                  </a:lnTo>
                  <a:lnTo>
                    <a:pt x="3451" y="133"/>
                  </a:lnTo>
                  <a:lnTo>
                    <a:pt x="4247" y="1"/>
                  </a:lnTo>
                  <a:lnTo>
                    <a:pt x="4247" y="1"/>
                  </a:lnTo>
                  <a:lnTo>
                    <a:pt x="5043" y="133"/>
                  </a:lnTo>
                  <a:lnTo>
                    <a:pt x="5840" y="266"/>
                  </a:lnTo>
                  <a:lnTo>
                    <a:pt x="6636" y="664"/>
                  </a:lnTo>
                  <a:lnTo>
                    <a:pt x="7167" y="1195"/>
                  </a:lnTo>
                  <a:lnTo>
                    <a:pt x="7698" y="1859"/>
                  </a:lnTo>
                  <a:lnTo>
                    <a:pt x="8096" y="2522"/>
                  </a:lnTo>
                  <a:lnTo>
                    <a:pt x="8361" y="3319"/>
                  </a:lnTo>
                  <a:lnTo>
                    <a:pt x="8361" y="424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4131;p40">
              <a:extLst>
                <a:ext uri="{FF2B5EF4-FFF2-40B4-BE49-F238E27FC236}">
                  <a16:creationId xmlns:a16="http://schemas.microsoft.com/office/drawing/2014/main" id="{B190E9B4-9BDF-0EF3-8D4D-7A6DBDA5D839}"/>
                </a:ext>
              </a:extLst>
            </p:cNvPr>
            <p:cNvSpPr/>
            <p:nvPr/>
          </p:nvSpPr>
          <p:spPr>
            <a:xfrm>
              <a:off x="7716425" y="2201641"/>
              <a:ext cx="30822" cy="72637"/>
            </a:xfrm>
            <a:custGeom>
              <a:avLst/>
              <a:gdLst/>
              <a:ahLst/>
              <a:cxnLst/>
              <a:rect l="l" t="t" r="r" b="b"/>
              <a:pathLst>
                <a:path w="1859" h="4381" extrusionOk="0">
                  <a:moveTo>
                    <a:pt x="1859" y="1"/>
                  </a:moveTo>
                  <a:lnTo>
                    <a:pt x="133" y="2124"/>
                  </a:lnTo>
                  <a:lnTo>
                    <a:pt x="1" y="4380"/>
                  </a:lnTo>
                  <a:lnTo>
                    <a:pt x="399" y="4248"/>
                  </a:lnTo>
                  <a:lnTo>
                    <a:pt x="664" y="3982"/>
                  </a:lnTo>
                  <a:lnTo>
                    <a:pt x="930" y="3717"/>
                  </a:lnTo>
                  <a:lnTo>
                    <a:pt x="1195" y="2920"/>
                  </a:lnTo>
                  <a:lnTo>
                    <a:pt x="1460" y="1593"/>
                  </a:lnTo>
                  <a:lnTo>
                    <a:pt x="185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4132;p40">
              <a:extLst>
                <a:ext uri="{FF2B5EF4-FFF2-40B4-BE49-F238E27FC236}">
                  <a16:creationId xmlns:a16="http://schemas.microsoft.com/office/drawing/2014/main" id="{0390294E-00C2-BC4A-9EAB-266A6DB3780C}"/>
                </a:ext>
              </a:extLst>
            </p:cNvPr>
            <p:cNvSpPr/>
            <p:nvPr/>
          </p:nvSpPr>
          <p:spPr>
            <a:xfrm>
              <a:off x="7725229" y="2118028"/>
              <a:ext cx="33027" cy="85835"/>
            </a:xfrm>
            <a:custGeom>
              <a:avLst/>
              <a:gdLst/>
              <a:ahLst/>
              <a:cxnLst/>
              <a:rect l="l" t="t" r="r" b="b"/>
              <a:pathLst>
                <a:path w="1992" h="5177" extrusionOk="0">
                  <a:moveTo>
                    <a:pt x="531" y="1"/>
                  </a:moveTo>
                  <a:lnTo>
                    <a:pt x="1" y="5177"/>
                  </a:lnTo>
                  <a:lnTo>
                    <a:pt x="1328" y="5044"/>
                  </a:lnTo>
                  <a:lnTo>
                    <a:pt x="1726" y="3717"/>
                  </a:lnTo>
                  <a:lnTo>
                    <a:pt x="1991" y="2390"/>
                  </a:lnTo>
                  <a:lnTo>
                    <a:pt x="1991" y="1195"/>
                  </a:lnTo>
                  <a:lnTo>
                    <a:pt x="1858" y="797"/>
                  </a:lnTo>
                  <a:lnTo>
                    <a:pt x="1726" y="532"/>
                  </a:lnTo>
                  <a:lnTo>
                    <a:pt x="1328" y="266"/>
                  </a:lnTo>
                  <a:lnTo>
                    <a:pt x="92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4133;p40">
              <a:extLst>
                <a:ext uri="{FF2B5EF4-FFF2-40B4-BE49-F238E27FC236}">
                  <a16:creationId xmlns:a16="http://schemas.microsoft.com/office/drawing/2014/main" id="{0B6EF213-EF80-3DF5-85A1-FFEEA7CBDB3F}"/>
                </a:ext>
              </a:extLst>
            </p:cNvPr>
            <p:cNvSpPr/>
            <p:nvPr/>
          </p:nvSpPr>
          <p:spPr>
            <a:xfrm>
              <a:off x="7569012" y="2093837"/>
              <a:ext cx="198048" cy="250855"/>
            </a:xfrm>
            <a:custGeom>
              <a:avLst/>
              <a:gdLst/>
              <a:ahLst/>
              <a:cxnLst/>
              <a:rect l="l" t="t" r="r" b="b"/>
              <a:pathLst>
                <a:path w="11945" h="15130" extrusionOk="0">
                  <a:moveTo>
                    <a:pt x="3185" y="0"/>
                  </a:moveTo>
                  <a:lnTo>
                    <a:pt x="2123" y="398"/>
                  </a:lnTo>
                  <a:lnTo>
                    <a:pt x="1593" y="664"/>
                  </a:lnTo>
                  <a:lnTo>
                    <a:pt x="1194" y="1062"/>
                  </a:lnTo>
                  <a:lnTo>
                    <a:pt x="796" y="1460"/>
                  </a:lnTo>
                  <a:lnTo>
                    <a:pt x="531" y="1991"/>
                  </a:lnTo>
                  <a:lnTo>
                    <a:pt x="265" y="2522"/>
                  </a:lnTo>
                  <a:lnTo>
                    <a:pt x="133" y="3318"/>
                  </a:lnTo>
                  <a:lnTo>
                    <a:pt x="0" y="5574"/>
                  </a:lnTo>
                  <a:lnTo>
                    <a:pt x="0" y="7299"/>
                  </a:lnTo>
                  <a:lnTo>
                    <a:pt x="133" y="8626"/>
                  </a:lnTo>
                  <a:lnTo>
                    <a:pt x="398" y="9953"/>
                  </a:lnTo>
                  <a:lnTo>
                    <a:pt x="796" y="10750"/>
                  </a:lnTo>
                  <a:lnTo>
                    <a:pt x="1194" y="11413"/>
                  </a:lnTo>
                  <a:lnTo>
                    <a:pt x="1725" y="11811"/>
                  </a:lnTo>
                  <a:lnTo>
                    <a:pt x="2389" y="12077"/>
                  </a:lnTo>
                  <a:lnTo>
                    <a:pt x="3583" y="12077"/>
                  </a:lnTo>
                  <a:lnTo>
                    <a:pt x="4380" y="11944"/>
                  </a:lnTo>
                  <a:lnTo>
                    <a:pt x="4380" y="13537"/>
                  </a:lnTo>
                  <a:lnTo>
                    <a:pt x="4114" y="13935"/>
                  </a:lnTo>
                  <a:lnTo>
                    <a:pt x="3981" y="14200"/>
                  </a:lnTo>
                  <a:lnTo>
                    <a:pt x="3981" y="14465"/>
                  </a:lnTo>
                  <a:lnTo>
                    <a:pt x="3981" y="14598"/>
                  </a:lnTo>
                  <a:lnTo>
                    <a:pt x="4380" y="14996"/>
                  </a:lnTo>
                  <a:lnTo>
                    <a:pt x="5043" y="15129"/>
                  </a:lnTo>
                  <a:lnTo>
                    <a:pt x="5972" y="15129"/>
                  </a:lnTo>
                  <a:lnTo>
                    <a:pt x="7034" y="14996"/>
                  </a:lnTo>
                  <a:lnTo>
                    <a:pt x="7565" y="14864"/>
                  </a:lnTo>
                  <a:lnTo>
                    <a:pt x="8095" y="14598"/>
                  </a:lnTo>
                  <a:lnTo>
                    <a:pt x="8494" y="14200"/>
                  </a:lnTo>
                  <a:lnTo>
                    <a:pt x="8892" y="13802"/>
                  </a:lnTo>
                  <a:lnTo>
                    <a:pt x="9024" y="8626"/>
                  </a:lnTo>
                  <a:lnTo>
                    <a:pt x="9024" y="8759"/>
                  </a:lnTo>
                  <a:lnTo>
                    <a:pt x="9290" y="9024"/>
                  </a:lnTo>
                  <a:lnTo>
                    <a:pt x="9423" y="9157"/>
                  </a:lnTo>
                  <a:lnTo>
                    <a:pt x="10086" y="9157"/>
                  </a:lnTo>
                  <a:lnTo>
                    <a:pt x="10617" y="9024"/>
                  </a:lnTo>
                  <a:lnTo>
                    <a:pt x="10882" y="8892"/>
                  </a:lnTo>
                  <a:lnTo>
                    <a:pt x="11148" y="8626"/>
                  </a:lnTo>
                  <a:lnTo>
                    <a:pt x="11679" y="7963"/>
                  </a:lnTo>
                  <a:lnTo>
                    <a:pt x="11944" y="7565"/>
                  </a:lnTo>
                  <a:lnTo>
                    <a:pt x="11944" y="7166"/>
                  </a:lnTo>
                  <a:lnTo>
                    <a:pt x="11944" y="6636"/>
                  </a:lnTo>
                  <a:lnTo>
                    <a:pt x="11811" y="6237"/>
                  </a:lnTo>
                  <a:lnTo>
                    <a:pt x="11679" y="5972"/>
                  </a:lnTo>
                  <a:lnTo>
                    <a:pt x="11413" y="5707"/>
                  </a:lnTo>
                  <a:lnTo>
                    <a:pt x="11148" y="5574"/>
                  </a:lnTo>
                  <a:lnTo>
                    <a:pt x="10882" y="5574"/>
                  </a:lnTo>
                  <a:lnTo>
                    <a:pt x="10351" y="5707"/>
                  </a:lnTo>
                  <a:lnTo>
                    <a:pt x="9953" y="5972"/>
                  </a:lnTo>
                  <a:lnTo>
                    <a:pt x="9555" y="6503"/>
                  </a:lnTo>
                  <a:lnTo>
                    <a:pt x="9290" y="6636"/>
                  </a:lnTo>
                  <a:lnTo>
                    <a:pt x="9024" y="6636"/>
                  </a:lnTo>
                  <a:lnTo>
                    <a:pt x="9157" y="5972"/>
                  </a:lnTo>
                  <a:lnTo>
                    <a:pt x="9157" y="5176"/>
                  </a:lnTo>
                  <a:lnTo>
                    <a:pt x="9157" y="4379"/>
                  </a:lnTo>
                  <a:lnTo>
                    <a:pt x="9157" y="3318"/>
                  </a:lnTo>
                  <a:lnTo>
                    <a:pt x="8759" y="2389"/>
                  </a:lnTo>
                  <a:lnTo>
                    <a:pt x="8361" y="1593"/>
                  </a:lnTo>
                  <a:lnTo>
                    <a:pt x="7963" y="1194"/>
                  </a:lnTo>
                  <a:lnTo>
                    <a:pt x="7565" y="929"/>
                  </a:lnTo>
                  <a:lnTo>
                    <a:pt x="6503" y="398"/>
                  </a:lnTo>
                  <a:lnTo>
                    <a:pt x="5441" y="133"/>
                  </a:lnTo>
                  <a:lnTo>
                    <a:pt x="4247" y="0"/>
                  </a:lnTo>
                  <a:close/>
                </a:path>
              </a:pathLst>
            </a:custGeom>
            <a:solidFill>
              <a:srgbClr val="FFBD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4134;p40">
              <a:extLst>
                <a:ext uri="{FF2B5EF4-FFF2-40B4-BE49-F238E27FC236}">
                  <a16:creationId xmlns:a16="http://schemas.microsoft.com/office/drawing/2014/main" id="{660E581B-B842-D6E5-1C78-4F75D6EC3C0C}"/>
                </a:ext>
              </a:extLst>
            </p:cNvPr>
            <p:cNvSpPr/>
            <p:nvPr/>
          </p:nvSpPr>
          <p:spPr>
            <a:xfrm>
              <a:off x="7569012" y="2093837"/>
              <a:ext cx="198048" cy="250855"/>
            </a:xfrm>
            <a:custGeom>
              <a:avLst/>
              <a:gdLst/>
              <a:ahLst/>
              <a:cxnLst/>
              <a:rect l="l" t="t" r="r" b="b"/>
              <a:pathLst>
                <a:path w="11945" h="15130" fill="none" extrusionOk="0">
                  <a:moveTo>
                    <a:pt x="9024" y="6636"/>
                  </a:moveTo>
                  <a:lnTo>
                    <a:pt x="9024" y="6636"/>
                  </a:lnTo>
                  <a:lnTo>
                    <a:pt x="9290" y="6636"/>
                  </a:lnTo>
                  <a:lnTo>
                    <a:pt x="9555" y="6503"/>
                  </a:lnTo>
                  <a:lnTo>
                    <a:pt x="9953" y="5972"/>
                  </a:lnTo>
                  <a:lnTo>
                    <a:pt x="9953" y="5972"/>
                  </a:lnTo>
                  <a:lnTo>
                    <a:pt x="10351" y="5707"/>
                  </a:lnTo>
                  <a:lnTo>
                    <a:pt x="10882" y="5574"/>
                  </a:lnTo>
                  <a:lnTo>
                    <a:pt x="11148" y="5574"/>
                  </a:lnTo>
                  <a:lnTo>
                    <a:pt x="11413" y="5707"/>
                  </a:lnTo>
                  <a:lnTo>
                    <a:pt x="11679" y="5972"/>
                  </a:lnTo>
                  <a:lnTo>
                    <a:pt x="11811" y="6237"/>
                  </a:lnTo>
                  <a:lnTo>
                    <a:pt x="11811" y="6237"/>
                  </a:lnTo>
                  <a:lnTo>
                    <a:pt x="11944" y="6636"/>
                  </a:lnTo>
                  <a:lnTo>
                    <a:pt x="11944" y="7166"/>
                  </a:lnTo>
                  <a:lnTo>
                    <a:pt x="11944" y="7565"/>
                  </a:lnTo>
                  <a:lnTo>
                    <a:pt x="11679" y="7963"/>
                  </a:lnTo>
                  <a:lnTo>
                    <a:pt x="11148" y="8626"/>
                  </a:lnTo>
                  <a:lnTo>
                    <a:pt x="10882" y="8892"/>
                  </a:lnTo>
                  <a:lnTo>
                    <a:pt x="10617" y="9024"/>
                  </a:lnTo>
                  <a:lnTo>
                    <a:pt x="10617" y="9024"/>
                  </a:lnTo>
                  <a:lnTo>
                    <a:pt x="10086" y="9157"/>
                  </a:lnTo>
                  <a:lnTo>
                    <a:pt x="9688" y="9157"/>
                  </a:lnTo>
                  <a:lnTo>
                    <a:pt x="9423" y="9157"/>
                  </a:lnTo>
                  <a:lnTo>
                    <a:pt x="9290" y="9024"/>
                  </a:lnTo>
                  <a:lnTo>
                    <a:pt x="9024" y="8759"/>
                  </a:lnTo>
                  <a:lnTo>
                    <a:pt x="9024" y="8626"/>
                  </a:lnTo>
                  <a:lnTo>
                    <a:pt x="8892" y="13802"/>
                  </a:lnTo>
                  <a:lnTo>
                    <a:pt x="8892" y="13802"/>
                  </a:lnTo>
                  <a:lnTo>
                    <a:pt x="8494" y="14200"/>
                  </a:lnTo>
                  <a:lnTo>
                    <a:pt x="8095" y="14598"/>
                  </a:lnTo>
                  <a:lnTo>
                    <a:pt x="7565" y="14864"/>
                  </a:lnTo>
                  <a:lnTo>
                    <a:pt x="7034" y="14996"/>
                  </a:lnTo>
                  <a:lnTo>
                    <a:pt x="5972" y="15129"/>
                  </a:lnTo>
                  <a:lnTo>
                    <a:pt x="5043" y="15129"/>
                  </a:lnTo>
                  <a:lnTo>
                    <a:pt x="5043" y="15129"/>
                  </a:lnTo>
                  <a:lnTo>
                    <a:pt x="4380" y="14996"/>
                  </a:lnTo>
                  <a:lnTo>
                    <a:pt x="3981" y="14598"/>
                  </a:lnTo>
                  <a:lnTo>
                    <a:pt x="3981" y="14465"/>
                  </a:lnTo>
                  <a:lnTo>
                    <a:pt x="3981" y="14200"/>
                  </a:lnTo>
                  <a:lnTo>
                    <a:pt x="4114" y="13935"/>
                  </a:lnTo>
                  <a:lnTo>
                    <a:pt x="4380" y="13537"/>
                  </a:lnTo>
                  <a:lnTo>
                    <a:pt x="4380" y="11944"/>
                  </a:lnTo>
                  <a:lnTo>
                    <a:pt x="4380" y="11944"/>
                  </a:lnTo>
                  <a:lnTo>
                    <a:pt x="3583" y="12077"/>
                  </a:lnTo>
                  <a:lnTo>
                    <a:pt x="2389" y="12077"/>
                  </a:lnTo>
                  <a:lnTo>
                    <a:pt x="2389" y="12077"/>
                  </a:lnTo>
                  <a:lnTo>
                    <a:pt x="1725" y="11811"/>
                  </a:lnTo>
                  <a:lnTo>
                    <a:pt x="1194" y="11413"/>
                  </a:lnTo>
                  <a:lnTo>
                    <a:pt x="796" y="10750"/>
                  </a:lnTo>
                  <a:lnTo>
                    <a:pt x="398" y="9953"/>
                  </a:lnTo>
                  <a:lnTo>
                    <a:pt x="398" y="9953"/>
                  </a:lnTo>
                  <a:lnTo>
                    <a:pt x="133" y="8626"/>
                  </a:lnTo>
                  <a:lnTo>
                    <a:pt x="0" y="7299"/>
                  </a:lnTo>
                  <a:lnTo>
                    <a:pt x="0" y="5574"/>
                  </a:lnTo>
                  <a:lnTo>
                    <a:pt x="133" y="3318"/>
                  </a:lnTo>
                  <a:lnTo>
                    <a:pt x="133" y="3318"/>
                  </a:lnTo>
                  <a:lnTo>
                    <a:pt x="265" y="2522"/>
                  </a:lnTo>
                  <a:lnTo>
                    <a:pt x="531" y="1991"/>
                  </a:lnTo>
                  <a:lnTo>
                    <a:pt x="796" y="1460"/>
                  </a:lnTo>
                  <a:lnTo>
                    <a:pt x="1194" y="1062"/>
                  </a:lnTo>
                  <a:lnTo>
                    <a:pt x="1593" y="664"/>
                  </a:lnTo>
                  <a:lnTo>
                    <a:pt x="2123" y="398"/>
                  </a:lnTo>
                  <a:lnTo>
                    <a:pt x="3185" y="0"/>
                  </a:lnTo>
                  <a:lnTo>
                    <a:pt x="4247" y="0"/>
                  </a:lnTo>
                  <a:lnTo>
                    <a:pt x="5441" y="133"/>
                  </a:lnTo>
                  <a:lnTo>
                    <a:pt x="6503" y="398"/>
                  </a:lnTo>
                  <a:lnTo>
                    <a:pt x="7565" y="929"/>
                  </a:lnTo>
                  <a:lnTo>
                    <a:pt x="7565" y="929"/>
                  </a:lnTo>
                  <a:lnTo>
                    <a:pt x="7963" y="1194"/>
                  </a:lnTo>
                  <a:lnTo>
                    <a:pt x="8361" y="1593"/>
                  </a:lnTo>
                  <a:lnTo>
                    <a:pt x="8759" y="2389"/>
                  </a:lnTo>
                  <a:lnTo>
                    <a:pt x="9157" y="3318"/>
                  </a:lnTo>
                  <a:lnTo>
                    <a:pt x="9157" y="4379"/>
                  </a:lnTo>
                  <a:lnTo>
                    <a:pt x="9157" y="5176"/>
                  </a:lnTo>
                  <a:lnTo>
                    <a:pt x="9157" y="5972"/>
                  </a:lnTo>
                  <a:lnTo>
                    <a:pt x="9024" y="663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4135;p40">
              <a:extLst>
                <a:ext uri="{FF2B5EF4-FFF2-40B4-BE49-F238E27FC236}">
                  <a16:creationId xmlns:a16="http://schemas.microsoft.com/office/drawing/2014/main" id="{F7A354F5-F070-EC4A-0F96-C7FB7F930372}"/>
                </a:ext>
              </a:extLst>
            </p:cNvPr>
            <p:cNvSpPr/>
            <p:nvPr/>
          </p:nvSpPr>
          <p:spPr>
            <a:xfrm>
              <a:off x="7564602" y="2071819"/>
              <a:ext cx="173841" cy="143052"/>
            </a:xfrm>
            <a:custGeom>
              <a:avLst/>
              <a:gdLst/>
              <a:ahLst/>
              <a:cxnLst/>
              <a:rect l="l" t="t" r="r" b="b"/>
              <a:pathLst>
                <a:path w="10485" h="8628" extrusionOk="0">
                  <a:moveTo>
                    <a:pt x="5442" y="1"/>
                  </a:moveTo>
                  <a:lnTo>
                    <a:pt x="3186" y="266"/>
                  </a:lnTo>
                  <a:lnTo>
                    <a:pt x="2522" y="266"/>
                  </a:lnTo>
                  <a:lnTo>
                    <a:pt x="1859" y="532"/>
                  </a:lnTo>
                  <a:lnTo>
                    <a:pt x="1195" y="930"/>
                  </a:lnTo>
                  <a:lnTo>
                    <a:pt x="664" y="1328"/>
                  </a:lnTo>
                  <a:lnTo>
                    <a:pt x="133" y="2124"/>
                  </a:lnTo>
                  <a:lnTo>
                    <a:pt x="1" y="2921"/>
                  </a:lnTo>
                  <a:lnTo>
                    <a:pt x="1" y="3186"/>
                  </a:lnTo>
                  <a:lnTo>
                    <a:pt x="133" y="3451"/>
                  </a:lnTo>
                  <a:lnTo>
                    <a:pt x="797" y="3982"/>
                  </a:lnTo>
                  <a:lnTo>
                    <a:pt x="1593" y="4248"/>
                  </a:lnTo>
                  <a:lnTo>
                    <a:pt x="2257" y="4380"/>
                  </a:lnTo>
                  <a:lnTo>
                    <a:pt x="3053" y="4513"/>
                  </a:lnTo>
                  <a:lnTo>
                    <a:pt x="3849" y="4380"/>
                  </a:lnTo>
                  <a:lnTo>
                    <a:pt x="4646" y="4248"/>
                  </a:lnTo>
                  <a:lnTo>
                    <a:pt x="5309" y="3982"/>
                  </a:lnTo>
                  <a:lnTo>
                    <a:pt x="6769" y="3319"/>
                  </a:lnTo>
                  <a:lnTo>
                    <a:pt x="6902" y="3850"/>
                  </a:lnTo>
                  <a:lnTo>
                    <a:pt x="7300" y="4380"/>
                  </a:lnTo>
                  <a:lnTo>
                    <a:pt x="7698" y="4778"/>
                  </a:lnTo>
                  <a:lnTo>
                    <a:pt x="7963" y="4911"/>
                  </a:lnTo>
                  <a:lnTo>
                    <a:pt x="8361" y="5177"/>
                  </a:lnTo>
                  <a:lnTo>
                    <a:pt x="8494" y="7433"/>
                  </a:lnTo>
                  <a:lnTo>
                    <a:pt x="8627" y="8229"/>
                  </a:lnTo>
                  <a:lnTo>
                    <a:pt x="8760" y="8494"/>
                  </a:lnTo>
                  <a:lnTo>
                    <a:pt x="8892" y="8627"/>
                  </a:lnTo>
                  <a:lnTo>
                    <a:pt x="9158" y="8494"/>
                  </a:lnTo>
                  <a:lnTo>
                    <a:pt x="9423" y="8229"/>
                  </a:lnTo>
                  <a:lnTo>
                    <a:pt x="9556" y="7964"/>
                  </a:lnTo>
                  <a:lnTo>
                    <a:pt x="10219" y="7300"/>
                  </a:lnTo>
                  <a:lnTo>
                    <a:pt x="10352" y="6902"/>
                  </a:lnTo>
                  <a:lnTo>
                    <a:pt x="10352" y="6636"/>
                  </a:lnTo>
                  <a:lnTo>
                    <a:pt x="10352" y="5309"/>
                  </a:lnTo>
                  <a:lnTo>
                    <a:pt x="10219" y="3982"/>
                  </a:lnTo>
                  <a:lnTo>
                    <a:pt x="10219" y="3717"/>
                  </a:lnTo>
                  <a:lnTo>
                    <a:pt x="10352" y="3319"/>
                  </a:lnTo>
                  <a:lnTo>
                    <a:pt x="10485" y="2522"/>
                  </a:lnTo>
                  <a:lnTo>
                    <a:pt x="10352" y="1859"/>
                  </a:lnTo>
                  <a:lnTo>
                    <a:pt x="10087" y="1328"/>
                  </a:lnTo>
                  <a:lnTo>
                    <a:pt x="9556" y="930"/>
                  </a:lnTo>
                  <a:lnTo>
                    <a:pt x="9025" y="532"/>
                  </a:lnTo>
                  <a:lnTo>
                    <a:pt x="8229" y="266"/>
                  </a:lnTo>
                  <a:lnTo>
                    <a:pt x="730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4136;p40">
              <a:extLst>
                <a:ext uri="{FF2B5EF4-FFF2-40B4-BE49-F238E27FC236}">
                  <a16:creationId xmlns:a16="http://schemas.microsoft.com/office/drawing/2014/main" id="{A8CC2DCA-3082-2D26-4CE0-A74CF8B96AB7}"/>
                </a:ext>
              </a:extLst>
            </p:cNvPr>
            <p:cNvSpPr/>
            <p:nvPr/>
          </p:nvSpPr>
          <p:spPr>
            <a:xfrm>
              <a:off x="7564602" y="2071819"/>
              <a:ext cx="173841" cy="143052"/>
            </a:xfrm>
            <a:custGeom>
              <a:avLst/>
              <a:gdLst/>
              <a:ahLst/>
              <a:cxnLst/>
              <a:rect l="l" t="t" r="r" b="b"/>
              <a:pathLst>
                <a:path w="10485" h="8628" fill="none" extrusionOk="0">
                  <a:moveTo>
                    <a:pt x="3849" y="4380"/>
                  </a:moveTo>
                  <a:lnTo>
                    <a:pt x="3849" y="4380"/>
                  </a:lnTo>
                  <a:lnTo>
                    <a:pt x="4646" y="4248"/>
                  </a:lnTo>
                  <a:lnTo>
                    <a:pt x="5309" y="3982"/>
                  </a:lnTo>
                  <a:lnTo>
                    <a:pt x="6769" y="3319"/>
                  </a:lnTo>
                  <a:lnTo>
                    <a:pt x="6769" y="3319"/>
                  </a:lnTo>
                  <a:lnTo>
                    <a:pt x="6902" y="3850"/>
                  </a:lnTo>
                  <a:lnTo>
                    <a:pt x="7300" y="4380"/>
                  </a:lnTo>
                  <a:lnTo>
                    <a:pt x="7300" y="4380"/>
                  </a:lnTo>
                  <a:lnTo>
                    <a:pt x="7698" y="4778"/>
                  </a:lnTo>
                  <a:lnTo>
                    <a:pt x="7963" y="4911"/>
                  </a:lnTo>
                  <a:lnTo>
                    <a:pt x="8361" y="5177"/>
                  </a:lnTo>
                  <a:lnTo>
                    <a:pt x="8361" y="5177"/>
                  </a:lnTo>
                  <a:lnTo>
                    <a:pt x="8494" y="7433"/>
                  </a:lnTo>
                  <a:lnTo>
                    <a:pt x="8494" y="7433"/>
                  </a:lnTo>
                  <a:lnTo>
                    <a:pt x="8627" y="8229"/>
                  </a:lnTo>
                  <a:lnTo>
                    <a:pt x="8760" y="8494"/>
                  </a:lnTo>
                  <a:lnTo>
                    <a:pt x="8892" y="8627"/>
                  </a:lnTo>
                  <a:lnTo>
                    <a:pt x="9158" y="8494"/>
                  </a:lnTo>
                  <a:lnTo>
                    <a:pt x="9158" y="8494"/>
                  </a:lnTo>
                  <a:lnTo>
                    <a:pt x="9423" y="8229"/>
                  </a:lnTo>
                  <a:lnTo>
                    <a:pt x="9556" y="7964"/>
                  </a:lnTo>
                  <a:lnTo>
                    <a:pt x="9556" y="7964"/>
                  </a:lnTo>
                  <a:lnTo>
                    <a:pt x="10219" y="7300"/>
                  </a:lnTo>
                  <a:lnTo>
                    <a:pt x="10219" y="7300"/>
                  </a:lnTo>
                  <a:lnTo>
                    <a:pt x="10352" y="6902"/>
                  </a:lnTo>
                  <a:lnTo>
                    <a:pt x="10352" y="6636"/>
                  </a:lnTo>
                  <a:lnTo>
                    <a:pt x="10352" y="6636"/>
                  </a:lnTo>
                  <a:lnTo>
                    <a:pt x="10352" y="5309"/>
                  </a:lnTo>
                  <a:lnTo>
                    <a:pt x="10352" y="5309"/>
                  </a:lnTo>
                  <a:lnTo>
                    <a:pt x="10219" y="3982"/>
                  </a:lnTo>
                  <a:lnTo>
                    <a:pt x="10219" y="3982"/>
                  </a:lnTo>
                  <a:lnTo>
                    <a:pt x="10219" y="3717"/>
                  </a:lnTo>
                  <a:lnTo>
                    <a:pt x="10352" y="3319"/>
                  </a:lnTo>
                  <a:lnTo>
                    <a:pt x="10352" y="3319"/>
                  </a:lnTo>
                  <a:lnTo>
                    <a:pt x="10485" y="2522"/>
                  </a:lnTo>
                  <a:lnTo>
                    <a:pt x="10485" y="2522"/>
                  </a:lnTo>
                  <a:lnTo>
                    <a:pt x="10352" y="1859"/>
                  </a:lnTo>
                  <a:lnTo>
                    <a:pt x="10087" y="1328"/>
                  </a:lnTo>
                  <a:lnTo>
                    <a:pt x="9556" y="930"/>
                  </a:lnTo>
                  <a:lnTo>
                    <a:pt x="9025" y="532"/>
                  </a:lnTo>
                  <a:lnTo>
                    <a:pt x="9025" y="532"/>
                  </a:lnTo>
                  <a:lnTo>
                    <a:pt x="8229" y="266"/>
                  </a:lnTo>
                  <a:lnTo>
                    <a:pt x="7300" y="1"/>
                  </a:lnTo>
                  <a:lnTo>
                    <a:pt x="6371" y="1"/>
                  </a:lnTo>
                  <a:lnTo>
                    <a:pt x="5442" y="1"/>
                  </a:lnTo>
                  <a:lnTo>
                    <a:pt x="5442" y="1"/>
                  </a:lnTo>
                  <a:lnTo>
                    <a:pt x="3186" y="266"/>
                  </a:lnTo>
                  <a:lnTo>
                    <a:pt x="3186" y="266"/>
                  </a:lnTo>
                  <a:lnTo>
                    <a:pt x="2522" y="266"/>
                  </a:lnTo>
                  <a:lnTo>
                    <a:pt x="2522" y="266"/>
                  </a:lnTo>
                  <a:lnTo>
                    <a:pt x="1859" y="532"/>
                  </a:lnTo>
                  <a:lnTo>
                    <a:pt x="1859" y="532"/>
                  </a:lnTo>
                  <a:lnTo>
                    <a:pt x="1195" y="930"/>
                  </a:lnTo>
                  <a:lnTo>
                    <a:pt x="664" y="1328"/>
                  </a:lnTo>
                  <a:lnTo>
                    <a:pt x="664" y="1328"/>
                  </a:lnTo>
                  <a:lnTo>
                    <a:pt x="133" y="2124"/>
                  </a:lnTo>
                  <a:lnTo>
                    <a:pt x="1" y="2921"/>
                  </a:lnTo>
                  <a:lnTo>
                    <a:pt x="1" y="2921"/>
                  </a:lnTo>
                  <a:lnTo>
                    <a:pt x="1" y="3186"/>
                  </a:lnTo>
                  <a:lnTo>
                    <a:pt x="133" y="3451"/>
                  </a:lnTo>
                  <a:lnTo>
                    <a:pt x="133" y="3451"/>
                  </a:lnTo>
                  <a:lnTo>
                    <a:pt x="797" y="3982"/>
                  </a:lnTo>
                  <a:lnTo>
                    <a:pt x="797" y="3982"/>
                  </a:lnTo>
                  <a:lnTo>
                    <a:pt x="1593" y="4248"/>
                  </a:lnTo>
                  <a:lnTo>
                    <a:pt x="2257" y="4380"/>
                  </a:lnTo>
                  <a:lnTo>
                    <a:pt x="3053" y="4513"/>
                  </a:lnTo>
                  <a:lnTo>
                    <a:pt x="3849" y="438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4137;p40">
              <a:extLst>
                <a:ext uri="{FF2B5EF4-FFF2-40B4-BE49-F238E27FC236}">
                  <a16:creationId xmlns:a16="http://schemas.microsoft.com/office/drawing/2014/main" id="{415AA494-8454-E88F-E923-75D55F77F4EE}"/>
                </a:ext>
              </a:extLst>
            </p:cNvPr>
            <p:cNvSpPr/>
            <p:nvPr/>
          </p:nvSpPr>
          <p:spPr>
            <a:xfrm>
              <a:off x="7641616" y="2258858"/>
              <a:ext cx="68227" cy="44020"/>
            </a:xfrm>
            <a:custGeom>
              <a:avLst/>
              <a:gdLst/>
              <a:ahLst/>
              <a:cxnLst/>
              <a:rect l="l" t="t" r="r" b="b"/>
              <a:pathLst>
                <a:path w="4115" h="2655" extrusionOk="0">
                  <a:moveTo>
                    <a:pt x="4115" y="0"/>
                  </a:moveTo>
                  <a:lnTo>
                    <a:pt x="3716" y="664"/>
                  </a:lnTo>
                  <a:lnTo>
                    <a:pt x="3053" y="1195"/>
                  </a:lnTo>
                  <a:lnTo>
                    <a:pt x="2257" y="1460"/>
                  </a:lnTo>
                  <a:lnTo>
                    <a:pt x="1195" y="1726"/>
                  </a:lnTo>
                  <a:lnTo>
                    <a:pt x="1" y="1991"/>
                  </a:lnTo>
                  <a:lnTo>
                    <a:pt x="1" y="2655"/>
                  </a:lnTo>
                  <a:lnTo>
                    <a:pt x="1460" y="2256"/>
                  </a:lnTo>
                  <a:lnTo>
                    <a:pt x="2655" y="1858"/>
                  </a:lnTo>
                  <a:lnTo>
                    <a:pt x="3186" y="1593"/>
                  </a:lnTo>
                  <a:lnTo>
                    <a:pt x="3584" y="1327"/>
                  </a:lnTo>
                  <a:lnTo>
                    <a:pt x="3849" y="929"/>
                  </a:lnTo>
                  <a:lnTo>
                    <a:pt x="3982" y="398"/>
                  </a:lnTo>
                  <a:lnTo>
                    <a:pt x="4115" y="0"/>
                  </a:lnTo>
                  <a:close/>
                </a:path>
              </a:pathLst>
            </a:custGeom>
            <a:solidFill>
              <a:srgbClr val="F09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4138;p40">
              <a:extLst>
                <a:ext uri="{FF2B5EF4-FFF2-40B4-BE49-F238E27FC236}">
                  <a16:creationId xmlns:a16="http://schemas.microsoft.com/office/drawing/2014/main" id="{48347CA9-9C63-06EA-0B4A-98F04C9205FD}"/>
                </a:ext>
              </a:extLst>
            </p:cNvPr>
            <p:cNvSpPr/>
            <p:nvPr/>
          </p:nvSpPr>
          <p:spPr>
            <a:xfrm>
              <a:off x="7641616" y="2186238"/>
              <a:ext cx="17625" cy="17625"/>
            </a:xfrm>
            <a:custGeom>
              <a:avLst/>
              <a:gdLst/>
              <a:ahLst/>
              <a:cxnLst/>
              <a:rect l="l" t="t" r="r" b="b"/>
              <a:pathLst>
                <a:path w="1063" h="1063" extrusionOk="0">
                  <a:moveTo>
                    <a:pt x="531" y="1"/>
                  </a:moveTo>
                  <a:lnTo>
                    <a:pt x="266" y="134"/>
                  </a:lnTo>
                  <a:lnTo>
                    <a:pt x="133" y="266"/>
                  </a:lnTo>
                  <a:lnTo>
                    <a:pt x="1" y="532"/>
                  </a:lnTo>
                  <a:lnTo>
                    <a:pt x="133" y="930"/>
                  </a:lnTo>
                  <a:lnTo>
                    <a:pt x="266" y="1063"/>
                  </a:lnTo>
                  <a:lnTo>
                    <a:pt x="664" y="1063"/>
                  </a:lnTo>
                  <a:lnTo>
                    <a:pt x="797" y="930"/>
                  </a:lnTo>
                  <a:lnTo>
                    <a:pt x="1062" y="532"/>
                  </a:lnTo>
                  <a:lnTo>
                    <a:pt x="797" y="266"/>
                  </a:lnTo>
                  <a:lnTo>
                    <a:pt x="664" y="134"/>
                  </a:lnTo>
                  <a:lnTo>
                    <a:pt x="53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4139;p40">
              <a:extLst>
                <a:ext uri="{FF2B5EF4-FFF2-40B4-BE49-F238E27FC236}">
                  <a16:creationId xmlns:a16="http://schemas.microsoft.com/office/drawing/2014/main" id="{AAD549BF-4487-7BF3-4E0E-C1B518A8C21D}"/>
                </a:ext>
              </a:extLst>
            </p:cNvPr>
            <p:cNvSpPr/>
            <p:nvPr/>
          </p:nvSpPr>
          <p:spPr>
            <a:xfrm>
              <a:off x="7650420" y="2162047"/>
              <a:ext cx="17625" cy="15419"/>
            </a:xfrm>
            <a:custGeom>
              <a:avLst/>
              <a:gdLst/>
              <a:ahLst/>
              <a:cxnLst/>
              <a:rect l="l" t="t" r="r" b="b"/>
              <a:pathLst>
                <a:path w="1063" h="930" extrusionOk="0">
                  <a:moveTo>
                    <a:pt x="531" y="0"/>
                  </a:moveTo>
                  <a:lnTo>
                    <a:pt x="266" y="133"/>
                  </a:lnTo>
                  <a:lnTo>
                    <a:pt x="133" y="133"/>
                  </a:lnTo>
                  <a:lnTo>
                    <a:pt x="0" y="398"/>
                  </a:lnTo>
                  <a:lnTo>
                    <a:pt x="1062" y="929"/>
                  </a:lnTo>
                  <a:lnTo>
                    <a:pt x="1062" y="664"/>
                  </a:lnTo>
                  <a:lnTo>
                    <a:pt x="1062" y="531"/>
                  </a:lnTo>
                  <a:lnTo>
                    <a:pt x="929" y="265"/>
                  </a:lnTo>
                  <a:lnTo>
                    <a:pt x="797" y="133"/>
                  </a:lnTo>
                  <a:lnTo>
                    <a:pt x="53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4140;p40">
              <a:extLst>
                <a:ext uri="{FF2B5EF4-FFF2-40B4-BE49-F238E27FC236}">
                  <a16:creationId xmlns:a16="http://schemas.microsoft.com/office/drawing/2014/main" id="{6A1D55CD-5A1F-8B25-9267-5DF001745021}"/>
                </a:ext>
              </a:extLst>
            </p:cNvPr>
            <p:cNvSpPr/>
            <p:nvPr/>
          </p:nvSpPr>
          <p:spPr>
            <a:xfrm>
              <a:off x="7626213" y="2245660"/>
              <a:ext cx="17625" cy="13214"/>
            </a:xfrm>
            <a:custGeom>
              <a:avLst/>
              <a:gdLst/>
              <a:ahLst/>
              <a:cxnLst/>
              <a:rect l="l" t="t" r="r" b="b"/>
              <a:pathLst>
                <a:path w="1063" h="797" extrusionOk="0">
                  <a:moveTo>
                    <a:pt x="1062" y="0"/>
                  </a:moveTo>
                  <a:lnTo>
                    <a:pt x="1" y="398"/>
                  </a:lnTo>
                  <a:lnTo>
                    <a:pt x="1" y="664"/>
                  </a:lnTo>
                  <a:lnTo>
                    <a:pt x="266" y="796"/>
                  </a:lnTo>
                  <a:lnTo>
                    <a:pt x="664" y="796"/>
                  </a:lnTo>
                  <a:lnTo>
                    <a:pt x="930" y="664"/>
                  </a:lnTo>
                  <a:lnTo>
                    <a:pt x="1062" y="531"/>
                  </a:lnTo>
                  <a:lnTo>
                    <a:pt x="1062" y="265"/>
                  </a:lnTo>
                  <a:lnTo>
                    <a:pt x="1062" y="0"/>
                  </a:lnTo>
                  <a:close/>
                </a:path>
              </a:pathLst>
            </a:custGeom>
            <a:solidFill>
              <a:srgbClr val="F09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4141;p40">
              <a:extLst>
                <a:ext uri="{FF2B5EF4-FFF2-40B4-BE49-F238E27FC236}">
                  <a16:creationId xmlns:a16="http://schemas.microsoft.com/office/drawing/2014/main" id="{9ACF99DE-0FE7-8DF5-7BF5-3176F0C81F9F}"/>
                </a:ext>
              </a:extLst>
            </p:cNvPr>
            <p:cNvSpPr/>
            <p:nvPr/>
          </p:nvSpPr>
          <p:spPr>
            <a:xfrm>
              <a:off x="7573406" y="2159842"/>
              <a:ext cx="17625" cy="15419"/>
            </a:xfrm>
            <a:custGeom>
              <a:avLst/>
              <a:gdLst/>
              <a:ahLst/>
              <a:cxnLst/>
              <a:rect l="l" t="t" r="r" b="b"/>
              <a:pathLst>
                <a:path w="1063" h="930" extrusionOk="0">
                  <a:moveTo>
                    <a:pt x="133" y="0"/>
                  </a:moveTo>
                  <a:lnTo>
                    <a:pt x="0" y="266"/>
                  </a:lnTo>
                  <a:lnTo>
                    <a:pt x="0" y="398"/>
                  </a:lnTo>
                  <a:lnTo>
                    <a:pt x="0" y="664"/>
                  </a:lnTo>
                  <a:lnTo>
                    <a:pt x="133" y="929"/>
                  </a:lnTo>
                  <a:lnTo>
                    <a:pt x="1062" y="133"/>
                  </a:lnTo>
                  <a:lnTo>
                    <a:pt x="79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4142;p40">
              <a:extLst>
                <a:ext uri="{FF2B5EF4-FFF2-40B4-BE49-F238E27FC236}">
                  <a16:creationId xmlns:a16="http://schemas.microsoft.com/office/drawing/2014/main" id="{79256F39-3E01-E3BF-5FD9-F13C8F4B5FA6}"/>
                </a:ext>
              </a:extLst>
            </p:cNvPr>
            <p:cNvSpPr/>
            <p:nvPr/>
          </p:nvSpPr>
          <p:spPr>
            <a:xfrm>
              <a:off x="7577799" y="2186238"/>
              <a:ext cx="15419" cy="15419"/>
            </a:xfrm>
            <a:custGeom>
              <a:avLst/>
              <a:gdLst/>
              <a:ahLst/>
              <a:cxnLst/>
              <a:rect l="l" t="t" r="r" b="b"/>
              <a:pathLst>
                <a:path w="930" h="930" extrusionOk="0">
                  <a:moveTo>
                    <a:pt x="532" y="1"/>
                  </a:moveTo>
                  <a:lnTo>
                    <a:pt x="134" y="134"/>
                  </a:lnTo>
                  <a:lnTo>
                    <a:pt x="1" y="532"/>
                  </a:lnTo>
                  <a:lnTo>
                    <a:pt x="134" y="797"/>
                  </a:lnTo>
                  <a:lnTo>
                    <a:pt x="532" y="930"/>
                  </a:lnTo>
                  <a:lnTo>
                    <a:pt x="797" y="797"/>
                  </a:lnTo>
                  <a:lnTo>
                    <a:pt x="930" y="532"/>
                  </a:lnTo>
                  <a:lnTo>
                    <a:pt x="797" y="134"/>
                  </a:lnTo>
                  <a:lnTo>
                    <a:pt x="532"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4143;p40">
              <a:extLst>
                <a:ext uri="{FF2B5EF4-FFF2-40B4-BE49-F238E27FC236}">
                  <a16:creationId xmlns:a16="http://schemas.microsoft.com/office/drawing/2014/main" id="{0EB09F87-4D5D-A6B9-DC6E-37131855C49B}"/>
                </a:ext>
              </a:extLst>
            </p:cNvPr>
            <p:cNvSpPr/>
            <p:nvPr/>
          </p:nvSpPr>
          <p:spPr>
            <a:xfrm>
              <a:off x="7595407" y="2181844"/>
              <a:ext cx="28617" cy="50619"/>
            </a:xfrm>
            <a:custGeom>
              <a:avLst/>
              <a:gdLst/>
              <a:ahLst/>
              <a:cxnLst/>
              <a:rect l="l" t="t" r="r" b="b"/>
              <a:pathLst>
                <a:path w="1726" h="3053" extrusionOk="0">
                  <a:moveTo>
                    <a:pt x="1726" y="0"/>
                  </a:moveTo>
                  <a:lnTo>
                    <a:pt x="1" y="2522"/>
                  </a:lnTo>
                  <a:lnTo>
                    <a:pt x="1460" y="3053"/>
                  </a:lnTo>
                  <a:lnTo>
                    <a:pt x="1726" y="0"/>
                  </a:lnTo>
                  <a:close/>
                </a:path>
              </a:pathLst>
            </a:custGeom>
            <a:solidFill>
              <a:srgbClr val="F099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4144;p40">
              <a:extLst>
                <a:ext uri="{FF2B5EF4-FFF2-40B4-BE49-F238E27FC236}">
                  <a16:creationId xmlns:a16="http://schemas.microsoft.com/office/drawing/2014/main" id="{B29EAA60-9753-11DA-B776-D2773FA4D2DA}"/>
                </a:ext>
              </a:extLst>
            </p:cNvPr>
            <p:cNvSpPr/>
            <p:nvPr/>
          </p:nvSpPr>
          <p:spPr>
            <a:xfrm>
              <a:off x="7553609" y="2038825"/>
              <a:ext cx="209041" cy="134232"/>
            </a:xfrm>
            <a:custGeom>
              <a:avLst/>
              <a:gdLst/>
              <a:ahLst/>
              <a:cxnLst/>
              <a:rect l="l" t="t" r="r" b="b"/>
              <a:pathLst>
                <a:path w="12608" h="8096" extrusionOk="0">
                  <a:moveTo>
                    <a:pt x="6370" y="0"/>
                  </a:moveTo>
                  <a:lnTo>
                    <a:pt x="5309" y="133"/>
                  </a:lnTo>
                  <a:lnTo>
                    <a:pt x="4380" y="266"/>
                  </a:lnTo>
                  <a:lnTo>
                    <a:pt x="3451" y="664"/>
                  </a:lnTo>
                  <a:lnTo>
                    <a:pt x="2654" y="1195"/>
                  </a:lnTo>
                  <a:lnTo>
                    <a:pt x="1858" y="1725"/>
                  </a:lnTo>
                  <a:lnTo>
                    <a:pt x="1327" y="2522"/>
                  </a:lnTo>
                  <a:lnTo>
                    <a:pt x="796" y="3318"/>
                  </a:lnTo>
                  <a:lnTo>
                    <a:pt x="398" y="4247"/>
                  </a:lnTo>
                  <a:lnTo>
                    <a:pt x="133" y="4911"/>
                  </a:lnTo>
                  <a:lnTo>
                    <a:pt x="0" y="5707"/>
                  </a:lnTo>
                  <a:lnTo>
                    <a:pt x="1062" y="5441"/>
                  </a:lnTo>
                  <a:lnTo>
                    <a:pt x="1991" y="5176"/>
                  </a:lnTo>
                  <a:lnTo>
                    <a:pt x="3185" y="5043"/>
                  </a:lnTo>
                  <a:lnTo>
                    <a:pt x="5309" y="5043"/>
                  </a:lnTo>
                  <a:lnTo>
                    <a:pt x="6503" y="5309"/>
                  </a:lnTo>
                  <a:lnTo>
                    <a:pt x="7565" y="5441"/>
                  </a:lnTo>
                  <a:lnTo>
                    <a:pt x="8626" y="5840"/>
                  </a:lnTo>
                  <a:lnTo>
                    <a:pt x="10352" y="6636"/>
                  </a:lnTo>
                  <a:lnTo>
                    <a:pt x="11148" y="7167"/>
                  </a:lnTo>
                  <a:lnTo>
                    <a:pt x="11811" y="7697"/>
                  </a:lnTo>
                  <a:lnTo>
                    <a:pt x="12342" y="8096"/>
                  </a:lnTo>
                  <a:lnTo>
                    <a:pt x="12608" y="7167"/>
                  </a:lnTo>
                  <a:lnTo>
                    <a:pt x="12608" y="6238"/>
                  </a:lnTo>
                  <a:lnTo>
                    <a:pt x="12475" y="5043"/>
                  </a:lnTo>
                  <a:lnTo>
                    <a:pt x="12077" y="3849"/>
                  </a:lnTo>
                  <a:lnTo>
                    <a:pt x="11546" y="2787"/>
                  </a:lnTo>
                  <a:lnTo>
                    <a:pt x="10750" y="1858"/>
                  </a:lnTo>
                  <a:lnTo>
                    <a:pt x="9821" y="1062"/>
                  </a:lnTo>
                  <a:lnTo>
                    <a:pt x="8759" y="531"/>
                  </a:lnTo>
                  <a:lnTo>
                    <a:pt x="7565" y="133"/>
                  </a:lnTo>
                  <a:lnTo>
                    <a:pt x="6370"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4145;p40">
              <a:extLst>
                <a:ext uri="{FF2B5EF4-FFF2-40B4-BE49-F238E27FC236}">
                  <a16:creationId xmlns:a16="http://schemas.microsoft.com/office/drawing/2014/main" id="{88198D13-85B1-1638-D076-36B9657306F2}"/>
                </a:ext>
              </a:extLst>
            </p:cNvPr>
            <p:cNvSpPr/>
            <p:nvPr/>
          </p:nvSpPr>
          <p:spPr>
            <a:xfrm>
              <a:off x="7553609" y="2038825"/>
              <a:ext cx="209041" cy="134232"/>
            </a:xfrm>
            <a:custGeom>
              <a:avLst/>
              <a:gdLst/>
              <a:ahLst/>
              <a:cxnLst/>
              <a:rect l="l" t="t" r="r" b="b"/>
              <a:pathLst>
                <a:path w="12608" h="8096" fill="none" extrusionOk="0">
                  <a:moveTo>
                    <a:pt x="12608" y="6238"/>
                  </a:moveTo>
                  <a:lnTo>
                    <a:pt x="12608" y="6238"/>
                  </a:lnTo>
                  <a:lnTo>
                    <a:pt x="12608" y="7167"/>
                  </a:lnTo>
                  <a:lnTo>
                    <a:pt x="12342" y="8096"/>
                  </a:lnTo>
                  <a:lnTo>
                    <a:pt x="12342" y="8096"/>
                  </a:lnTo>
                  <a:lnTo>
                    <a:pt x="11811" y="7697"/>
                  </a:lnTo>
                  <a:lnTo>
                    <a:pt x="11811" y="7697"/>
                  </a:lnTo>
                  <a:lnTo>
                    <a:pt x="11148" y="7167"/>
                  </a:lnTo>
                  <a:lnTo>
                    <a:pt x="10352" y="6636"/>
                  </a:lnTo>
                  <a:lnTo>
                    <a:pt x="8626" y="5840"/>
                  </a:lnTo>
                  <a:lnTo>
                    <a:pt x="8626" y="5840"/>
                  </a:lnTo>
                  <a:lnTo>
                    <a:pt x="8626" y="5840"/>
                  </a:lnTo>
                  <a:lnTo>
                    <a:pt x="7565" y="5441"/>
                  </a:lnTo>
                  <a:lnTo>
                    <a:pt x="6503" y="5309"/>
                  </a:lnTo>
                  <a:lnTo>
                    <a:pt x="5309" y="5043"/>
                  </a:lnTo>
                  <a:lnTo>
                    <a:pt x="4247" y="5043"/>
                  </a:lnTo>
                  <a:lnTo>
                    <a:pt x="3185" y="5043"/>
                  </a:lnTo>
                  <a:lnTo>
                    <a:pt x="1991" y="5176"/>
                  </a:lnTo>
                  <a:lnTo>
                    <a:pt x="1062" y="5441"/>
                  </a:lnTo>
                  <a:lnTo>
                    <a:pt x="0" y="5707"/>
                  </a:lnTo>
                  <a:lnTo>
                    <a:pt x="0" y="5707"/>
                  </a:lnTo>
                  <a:lnTo>
                    <a:pt x="133" y="4911"/>
                  </a:lnTo>
                  <a:lnTo>
                    <a:pt x="398" y="4247"/>
                  </a:lnTo>
                  <a:lnTo>
                    <a:pt x="398" y="4247"/>
                  </a:lnTo>
                  <a:lnTo>
                    <a:pt x="796" y="3318"/>
                  </a:lnTo>
                  <a:lnTo>
                    <a:pt x="1327" y="2522"/>
                  </a:lnTo>
                  <a:lnTo>
                    <a:pt x="1858" y="1725"/>
                  </a:lnTo>
                  <a:lnTo>
                    <a:pt x="2654" y="1195"/>
                  </a:lnTo>
                  <a:lnTo>
                    <a:pt x="3451" y="664"/>
                  </a:lnTo>
                  <a:lnTo>
                    <a:pt x="4380" y="266"/>
                  </a:lnTo>
                  <a:lnTo>
                    <a:pt x="5309" y="133"/>
                  </a:lnTo>
                  <a:lnTo>
                    <a:pt x="6370" y="0"/>
                  </a:lnTo>
                  <a:lnTo>
                    <a:pt x="6370" y="0"/>
                  </a:lnTo>
                  <a:lnTo>
                    <a:pt x="7565" y="133"/>
                  </a:lnTo>
                  <a:lnTo>
                    <a:pt x="8759" y="531"/>
                  </a:lnTo>
                  <a:lnTo>
                    <a:pt x="9821" y="1062"/>
                  </a:lnTo>
                  <a:lnTo>
                    <a:pt x="10750" y="1858"/>
                  </a:lnTo>
                  <a:lnTo>
                    <a:pt x="11546" y="2787"/>
                  </a:lnTo>
                  <a:lnTo>
                    <a:pt x="12077" y="3849"/>
                  </a:lnTo>
                  <a:lnTo>
                    <a:pt x="12475" y="5043"/>
                  </a:lnTo>
                  <a:lnTo>
                    <a:pt x="12608" y="623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4146;p40">
              <a:extLst>
                <a:ext uri="{FF2B5EF4-FFF2-40B4-BE49-F238E27FC236}">
                  <a16:creationId xmlns:a16="http://schemas.microsoft.com/office/drawing/2014/main" id="{9153AC68-21D3-A100-9C6D-E47ACFD05F56}"/>
                </a:ext>
              </a:extLst>
            </p:cNvPr>
            <p:cNvSpPr/>
            <p:nvPr/>
          </p:nvSpPr>
          <p:spPr>
            <a:xfrm>
              <a:off x="7586603" y="2034415"/>
              <a:ext cx="136437" cy="88040"/>
            </a:xfrm>
            <a:custGeom>
              <a:avLst/>
              <a:gdLst/>
              <a:ahLst/>
              <a:cxnLst/>
              <a:rect l="l" t="t" r="r" b="b"/>
              <a:pathLst>
                <a:path w="8229" h="5310" extrusionOk="0">
                  <a:moveTo>
                    <a:pt x="4513" y="1"/>
                  </a:moveTo>
                  <a:lnTo>
                    <a:pt x="3717" y="134"/>
                  </a:lnTo>
                  <a:lnTo>
                    <a:pt x="2788" y="532"/>
                  </a:lnTo>
                  <a:lnTo>
                    <a:pt x="1859" y="1328"/>
                  </a:lnTo>
                  <a:lnTo>
                    <a:pt x="1328" y="1991"/>
                  </a:lnTo>
                  <a:lnTo>
                    <a:pt x="930" y="2522"/>
                  </a:lnTo>
                  <a:lnTo>
                    <a:pt x="266" y="3717"/>
                  </a:lnTo>
                  <a:lnTo>
                    <a:pt x="133" y="4646"/>
                  </a:lnTo>
                  <a:lnTo>
                    <a:pt x="1" y="4911"/>
                  </a:lnTo>
                  <a:lnTo>
                    <a:pt x="1726" y="5309"/>
                  </a:lnTo>
                  <a:lnTo>
                    <a:pt x="2257" y="5309"/>
                  </a:lnTo>
                  <a:lnTo>
                    <a:pt x="2390" y="4778"/>
                  </a:lnTo>
                  <a:lnTo>
                    <a:pt x="2655" y="4115"/>
                  </a:lnTo>
                  <a:lnTo>
                    <a:pt x="2920" y="3451"/>
                  </a:lnTo>
                  <a:lnTo>
                    <a:pt x="3319" y="2788"/>
                  </a:lnTo>
                  <a:lnTo>
                    <a:pt x="3849" y="2124"/>
                  </a:lnTo>
                  <a:lnTo>
                    <a:pt x="4513" y="1593"/>
                  </a:lnTo>
                  <a:lnTo>
                    <a:pt x="5176" y="1195"/>
                  </a:lnTo>
                  <a:lnTo>
                    <a:pt x="6105" y="930"/>
                  </a:lnTo>
                  <a:lnTo>
                    <a:pt x="7300" y="930"/>
                  </a:lnTo>
                  <a:lnTo>
                    <a:pt x="8229" y="1593"/>
                  </a:lnTo>
                  <a:lnTo>
                    <a:pt x="8096" y="1195"/>
                  </a:lnTo>
                  <a:lnTo>
                    <a:pt x="7831" y="797"/>
                  </a:lnTo>
                  <a:lnTo>
                    <a:pt x="7300" y="532"/>
                  </a:lnTo>
                  <a:lnTo>
                    <a:pt x="5176" y="134"/>
                  </a:lnTo>
                  <a:lnTo>
                    <a:pt x="4513"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4147;p40">
              <a:extLst>
                <a:ext uri="{FF2B5EF4-FFF2-40B4-BE49-F238E27FC236}">
                  <a16:creationId xmlns:a16="http://schemas.microsoft.com/office/drawing/2014/main" id="{5BEE6FBA-4560-C522-51BF-3C449B1FB898}"/>
                </a:ext>
              </a:extLst>
            </p:cNvPr>
            <p:cNvSpPr/>
            <p:nvPr/>
          </p:nvSpPr>
          <p:spPr>
            <a:xfrm>
              <a:off x="7586603" y="2034415"/>
              <a:ext cx="136437" cy="88040"/>
            </a:xfrm>
            <a:custGeom>
              <a:avLst/>
              <a:gdLst/>
              <a:ahLst/>
              <a:cxnLst/>
              <a:rect l="l" t="t" r="r" b="b"/>
              <a:pathLst>
                <a:path w="8229" h="5310" fill="none" extrusionOk="0">
                  <a:moveTo>
                    <a:pt x="7300" y="532"/>
                  </a:moveTo>
                  <a:lnTo>
                    <a:pt x="7300" y="532"/>
                  </a:lnTo>
                  <a:lnTo>
                    <a:pt x="5176" y="134"/>
                  </a:lnTo>
                  <a:lnTo>
                    <a:pt x="5176" y="134"/>
                  </a:lnTo>
                  <a:lnTo>
                    <a:pt x="4513" y="1"/>
                  </a:lnTo>
                  <a:lnTo>
                    <a:pt x="3717" y="134"/>
                  </a:lnTo>
                  <a:lnTo>
                    <a:pt x="2788" y="532"/>
                  </a:lnTo>
                  <a:lnTo>
                    <a:pt x="1859" y="1328"/>
                  </a:lnTo>
                  <a:lnTo>
                    <a:pt x="1859" y="1328"/>
                  </a:lnTo>
                  <a:lnTo>
                    <a:pt x="1328" y="1991"/>
                  </a:lnTo>
                  <a:lnTo>
                    <a:pt x="930" y="2522"/>
                  </a:lnTo>
                  <a:lnTo>
                    <a:pt x="266" y="3717"/>
                  </a:lnTo>
                  <a:lnTo>
                    <a:pt x="133" y="4646"/>
                  </a:lnTo>
                  <a:lnTo>
                    <a:pt x="1" y="4911"/>
                  </a:lnTo>
                  <a:lnTo>
                    <a:pt x="1726" y="5309"/>
                  </a:lnTo>
                  <a:lnTo>
                    <a:pt x="2257" y="5309"/>
                  </a:lnTo>
                  <a:lnTo>
                    <a:pt x="2257" y="5309"/>
                  </a:lnTo>
                  <a:lnTo>
                    <a:pt x="2390" y="4778"/>
                  </a:lnTo>
                  <a:lnTo>
                    <a:pt x="2655" y="4115"/>
                  </a:lnTo>
                  <a:lnTo>
                    <a:pt x="2920" y="3451"/>
                  </a:lnTo>
                  <a:lnTo>
                    <a:pt x="3319" y="2788"/>
                  </a:lnTo>
                  <a:lnTo>
                    <a:pt x="3849" y="2124"/>
                  </a:lnTo>
                  <a:lnTo>
                    <a:pt x="4513" y="1593"/>
                  </a:lnTo>
                  <a:lnTo>
                    <a:pt x="5176" y="1195"/>
                  </a:lnTo>
                  <a:lnTo>
                    <a:pt x="6105" y="930"/>
                  </a:lnTo>
                  <a:lnTo>
                    <a:pt x="6105" y="930"/>
                  </a:lnTo>
                  <a:lnTo>
                    <a:pt x="6371" y="930"/>
                  </a:lnTo>
                  <a:lnTo>
                    <a:pt x="6371" y="930"/>
                  </a:lnTo>
                  <a:lnTo>
                    <a:pt x="7300" y="930"/>
                  </a:lnTo>
                  <a:lnTo>
                    <a:pt x="7300" y="930"/>
                  </a:lnTo>
                  <a:lnTo>
                    <a:pt x="8229" y="1593"/>
                  </a:lnTo>
                  <a:lnTo>
                    <a:pt x="8229" y="1593"/>
                  </a:lnTo>
                  <a:lnTo>
                    <a:pt x="8096" y="1195"/>
                  </a:lnTo>
                  <a:lnTo>
                    <a:pt x="7831" y="797"/>
                  </a:lnTo>
                  <a:lnTo>
                    <a:pt x="7300" y="53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4148;p40">
              <a:extLst>
                <a:ext uri="{FF2B5EF4-FFF2-40B4-BE49-F238E27FC236}">
                  <a16:creationId xmlns:a16="http://schemas.microsoft.com/office/drawing/2014/main" id="{EDFE43DC-F19E-BFDA-30DA-019BA5B9C901}"/>
                </a:ext>
              </a:extLst>
            </p:cNvPr>
            <p:cNvSpPr/>
            <p:nvPr/>
          </p:nvSpPr>
          <p:spPr>
            <a:xfrm>
              <a:off x="7597612" y="2034415"/>
              <a:ext cx="103426" cy="50635"/>
            </a:xfrm>
            <a:custGeom>
              <a:avLst/>
              <a:gdLst/>
              <a:ahLst/>
              <a:cxnLst/>
              <a:rect l="l" t="t" r="r" b="b"/>
              <a:pathLst>
                <a:path w="6238" h="3054" extrusionOk="0">
                  <a:moveTo>
                    <a:pt x="5707" y="399"/>
                  </a:moveTo>
                  <a:lnTo>
                    <a:pt x="5683" y="404"/>
                  </a:lnTo>
                  <a:lnTo>
                    <a:pt x="5683" y="404"/>
                  </a:lnTo>
                  <a:lnTo>
                    <a:pt x="6238" y="532"/>
                  </a:lnTo>
                  <a:lnTo>
                    <a:pt x="5707" y="399"/>
                  </a:lnTo>
                  <a:close/>
                  <a:moveTo>
                    <a:pt x="5309" y="930"/>
                  </a:moveTo>
                  <a:lnTo>
                    <a:pt x="4778" y="1063"/>
                  </a:lnTo>
                  <a:lnTo>
                    <a:pt x="3849" y="1461"/>
                  </a:lnTo>
                  <a:lnTo>
                    <a:pt x="4645" y="1195"/>
                  </a:lnTo>
                  <a:lnTo>
                    <a:pt x="5441" y="930"/>
                  </a:lnTo>
                  <a:close/>
                  <a:moveTo>
                    <a:pt x="3982" y="1"/>
                  </a:moveTo>
                  <a:lnTo>
                    <a:pt x="3318" y="134"/>
                  </a:lnTo>
                  <a:lnTo>
                    <a:pt x="2655" y="266"/>
                  </a:lnTo>
                  <a:lnTo>
                    <a:pt x="1858" y="664"/>
                  </a:lnTo>
                  <a:lnTo>
                    <a:pt x="1195" y="1328"/>
                  </a:lnTo>
                  <a:lnTo>
                    <a:pt x="398" y="2124"/>
                  </a:lnTo>
                  <a:lnTo>
                    <a:pt x="0" y="3053"/>
                  </a:lnTo>
                  <a:lnTo>
                    <a:pt x="1858" y="3053"/>
                  </a:lnTo>
                  <a:lnTo>
                    <a:pt x="2256" y="2390"/>
                  </a:lnTo>
                  <a:lnTo>
                    <a:pt x="2920" y="1726"/>
                  </a:lnTo>
                  <a:lnTo>
                    <a:pt x="3583" y="1063"/>
                  </a:lnTo>
                  <a:lnTo>
                    <a:pt x="4380" y="664"/>
                  </a:lnTo>
                  <a:lnTo>
                    <a:pt x="5043" y="532"/>
                  </a:lnTo>
                  <a:lnTo>
                    <a:pt x="5683" y="404"/>
                  </a:lnTo>
                  <a:lnTo>
                    <a:pt x="5683" y="404"/>
                  </a:lnTo>
                  <a:lnTo>
                    <a:pt x="4512" y="134"/>
                  </a:lnTo>
                  <a:lnTo>
                    <a:pt x="3982"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4149;p40">
              <a:extLst>
                <a:ext uri="{FF2B5EF4-FFF2-40B4-BE49-F238E27FC236}">
                  <a16:creationId xmlns:a16="http://schemas.microsoft.com/office/drawing/2014/main" id="{F96F1EB5-D302-7FCB-3638-6B788ECBE83A}"/>
                </a:ext>
              </a:extLst>
            </p:cNvPr>
            <p:cNvSpPr/>
            <p:nvPr/>
          </p:nvSpPr>
          <p:spPr>
            <a:xfrm>
              <a:off x="7615204" y="2122438"/>
              <a:ext cx="17" cy="17"/>
            </a:xfrm>
            <a:custGeom>
              <a:avLst/>
              <a:gdLst/>
              <a:ahLst/>
              <a:cxnLst/>
              <a:rect l="l" t="t" r="r" b="b"/>
              <a:pathLst>
                <a:path w="1" h="1" fill="none" extrusionOk="0">
                  <a:moveTo>
                    <a:pt x="1" y="0"/>
                  </a:moveTo>
                  <a:lnTo>
                    <a:pt x="1" y="0"/>
                  </a:lnTo>
                  <a:lnTo>
                    <a:pt x="1" y="0"/>
                  </a:lnTo>
                  <a:lnTo>
                    <a:pt x="1" y="0"/>
                  </a:lnTo>
                  <a:lnTo>
                    <a:pt x="1" y="0"/>
                  </a:lnTo>
                  <a:lnTo>
                    <a:pt x="1" y="0"/>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4150;p40">
              <a:extLst>
                <a:ext uri="{FF2B5EF4-FFF2-40B4-BE49-F238E27FC236}">
                  <a16:creationId xmlns:a16="http://schemas.microsoft.com/office/drawing/2014/main" id="{1F49D28F-4175-93C6-C433-41C013052854}"/>
                </a:ext>
              </a:extLst>
            </p:cNvPr>
            <p:cNvSpPr/>
            <p:nvPr/>
          </p:nvSpPr>
          <p:spPr>
            <a:xfrm>
              <a:off x="7661412" y="2049817"/>
              <a:ext cx="61628" cy="11026"/>
            </a:xfrm>
            <a:custGeom>
              <a:avLst/>
              <a:gdLst/>
              <a:ahLst/>
              <a:cxnLst/>
              <a:rect l="l" t="t" r="r" b="b"/>
              <a:pathLst>
                <a:path w="3717" h="665" fill="none" extrusionOk="0">
                  <a:moveTo>
                    <a:pt x="1992" y="1"/>
                  </a:moveTo>
                  <a:lnTo>
                    <a:pt x="1992" y="1"/>
                  </a:lnTo>
                  <a:lnTo>
                    <a:pt x="1461" y="1"/>
                  </a:lnTo>
                  <a:lnTo>
                    <a:pt x="930" y="134"/>
                  </a:lnTo>
                  <a:lnTo>
                    <a:pt x="1" y="532"/>
                  </a:lnTo>
                  <a:lnTo>
                    <a:pt x="1" y="532"/>
                  </a:lnTo>
                  <a:lnTo>
                    <a:pt x="797" y="266"/>
                  </a:lnTo>
                  <a:lnTo>
                    <a:pt x="1593" y="1"/>
                  </a:lnTo>
                  <a:lnTo>
                    <a:pt x="1593" y="1"/>
                  </a:lnTo>
                  <a:lnTo>
                    <a:pt x="1859" y="1"/>
                  </a:lnTo>
                  <a:lnTo>
                    <a:pt x="1859" y="1"/>
                  </a:lnTo>
                  <a:lnTo>
                    <a:pt x="1992" y="1"/>
                  </a:lnTo>
                  <a:lnTo>
                    <a:pt x="1992" y="1"/>
                  </a:lnTo>
                  <a:lnTo>
                    <a:pt x="2788" y="1"/>
                  </a:lnTo>
                  <a:lnTo>
                    <a:pt x="2788" y="1"/>
                  </a:lnTo>
                  <a:lnTo>
                    <a:pt x="3717" y="664"/>
                  </a:lnTo>
                  <a:lnTo>
                    <a:pt x="3717" y="664"/>
                  </a:lnTo>
                  <a:lnTo>
                    <a:pt x="3717" y="664"/>
                  </a:lnTo>
                  <a:lnTo>
                    <a:pt x="3717" y="664"/>
                  </a:lnTo>
                  <a:lnTo>
                    <a:pt x="2788" y="1"/>
                  </a:lnTo>
                  <a:lnTo>
                    <a:pt x="2788" y="1"/>
                  </a:lnTo>
                  <a:lnTo>
                    <a:pt x="199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4151;p40">
              <a:extLst>
                <a:ext uri="{FF2B5EF4-FFF2-40B4-BE49-F238E27FC236}">
                  <a16:creationId xmlns:a16="http://schemas.microsoft.com/office/drawing/2014/main" id="{9161767B-1C79-A8A7-96F5-16BDDA8D773F}"/>
                </a:ext>
              </a:extLst>
            </p:cNvPr>
            <p:cNvSpPr/>
            <p:nvPr/>
          </p:nvSpPr>
          <p:spPr>
            <a:xfrm>
              <a:off x="7709826" y="2045424"/>
              <a:ext cx="8821" cy="8821"/>
            </a:xfrm>
            <a:custGeom>
              <a:avLst/>
              <a:gdLst/>
              <a:ahLst/>
              <a:cxnLst/>
              <a:rect l="l" t="t" r="r" b="b"/>
              <a:pathLst>
                <a:path w="532" h="532" fill="none" extrusionOk="0">
                  <a:moveTo>
                    <a:pt x="1" y="0"/>
                  </a:moveTo>
                  <a:lnTo>
                    <a:pt x="1" y="0"/>
                  </a:lnTo>
                  <a:lnTo>
                    <a:pt x="399" y="266"/>
                  </a:lnTo>
                  <a:lnTo>
                    <a:pt x="531" y="531"/>
                  </a:lnTo>
                  <a:lnTo>
                    <a:pt x="531" y="531"/>
                  </a:lnTo>
                  <a:lnTo>
                    <a:pt x="399" y="266"/>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4152;p40">
              <a:extLst>
                <a:ext uri="{FF2B5EF4-FFF2-40B4-BE49-F238E27FC236}">
                  <a16:creationId xmlns:a16="http://schemas.microsoft.com/office/drawing/2014/main" id="{C16B5179-C5D2-E90E-B106-4FBA414CCEDC}"/>
                </a:ext>
              </a:extLst>
            </p:cNvPr>
            <p:cNvSpPr/>
            <p:nvPr/>
          </p:nvSpPr>
          <p:spPr>
            <a:xfrm>
              <a:off x="7597612" y="2034415"/>
              <a:ext cx="103426" cy="50635"/>
            </a:xfrm>
            <a:custGeom>
              <a:avLst/>
              <a:gdLst/>
              <a:ahLst/>
              <a:cxnLst/>
              <a:rect l="l" t="t" r="r" b="b"/>
              <a:pathLst>
                <a:path w="6238" h="3054" fill="none" extrusionOk="0">
                  <a:moveTo>
                    <a:pt x="3982" y="1"/>
                  </a:moveTo>
                  <a:lnTo>
                    <a:pt x="3982" y="1"/>
                  </a:lnTo>
                  <a:lnTo>
                    <a:pt x="3318" y="134"/>
                  </a:lnTo>
                  <a:lnTo>
                    <a:pt x="2655" y="266"/>
                  </a:lnTo>
                  <a:lnTo>
                    <a:pt x="1858" y="664"/>
                  </a:lnTo>
                  <a:lnTo>
                    <a:pt x="1195" y="1328"/>
                  </a:lnTo>
                  <a:lnTo>
                    <a:pt x="1195" y="1328"/>
                  </a:lnTo>
                  <a:lnTo>
                    <a:pt x="398" y="2124"/>
                  </a:lnTo>
                  <a:lnTo>
                    <a:pt x="0" y="3053"/>
                  </a:lnTo>
                  <a:lnTo>
                    <a:pt x="0" y="3053"/>
                  </a:lnTo>
                  <a:lnTo>
                    <a:pt x="266" y="3053"/>
                  </a:lnTo>
                  <a:lnTo>
                    <a:pt x="266" y="3053"/>
                  </a:lnTo>
                  <a:lnTo>
                    <a:pt x="1858" y="3053"/>
                  </a:lnTo>
                  <a:lnTo>
                    <a:pt x="1858" y="3053"/>
                  </a:lnTo>
                  <a:lnTo>
                    <a:pt x="2256" y="2390"/>
                  </a:lnTo>
                  <a:lnTo>
                    <a:pt x="2920" y="1726"/>
                  </a:lnTo>
                  <a:lnTo>
                    <a:pt x="2920" y="1726"/>
                  </a:lnTo>
                  <a:lnTo>
                    <a:pt x="3583" y="1063"/>
                  </a:lnTo>
                  <a:lnTo>
                    <a:pt x="4380" y="664"/>
                  </a:lnTo>
                  <a:lnTo>
                    <a:pt x="5043" y="532"/>
                  </a:lnTo>
                  <a:lnTo>
                    <a:pt x="5707" y="399"/>
                  </a:lnTo>
                  <a:lnTo>
                    <a:pt x="5707" y="399"/>
                  </a:lnTo>
                  <a:lnTo>
                    <a:pt x="6238" y="532"/>
                  </a:lnTo>
                  <a:lnTo>
                    <a:pt x="6238" y="532"/>
                  </a:lnTo>
                  <a:lnTo>
                    <a:pt x="4512" y="134"/>
                  </a:lnTo>
                  <a:lnTo>
                    <a:pt x="4512" y="134"/>
                  </a:lnTo>
                  <a:lnTo>
                    <a:pt x="398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4153;p40">
              <a:extLst>
                <a:ext uri="{FF2B5EF4-FFF2-40B4-BE49-F238E27FC236}">
                  <a16:creationId xmlns:a16="http://schemas.microsoft.com/office/drawing/2014/main" id="{FFE67D1E-D389-7943-F095-7B64C2074071}"/>
                </a:ext>
              </a:extLst>
            </p:cNvPr>
            <p:cNvSpPr/>
            <p:nvPr/>
          </p:nvSpPr>
          <p:spPr>
            <a:xfrm>
              <a:off x="7615204" y="2041013"/>
              <a:ext cx="107836" cy="81441"/>
            </a:xfrm>
            <a:custGeom>
              <a:avLst/>
              <a:gdLst/>
              <a:ahLst/>
              <a:cxnLst/>
              <a:rect l="l" t="t" r="r" b="b"/>
              <a:pathLst>
                <a:path w="6504" h="4912" extrusionOk="0">
                  <a:moveTo>
                    <a:pt x="4911" y="1"/>
                  </a:moveTo>
                  <a:lnTo>
                    <a:pt x="3982" y="134"/>
                  </a:lnTo>
                  <a:lnTo>
                    <a:pt x="3451" y="266"/>
                  </a:lnTo>
                  <a:lnTo>
                    <a:pt x="2921" y="532"/>
                  </a:lnTo>
                  <a:lnTo>
                    <a:pt x="2390" y="797"/>
                  </a:lnTo>
                  <a:lnTo>
                    <a:pt x="1859" y="1328"/>
                  </a:lnTo>
                  <a:lnTo>
                    <a:pt x="1328" y="1859"/>
                  </a:lnTo>
                  <a:lnTo>
                    <a:pt x="930" y="2522"/>
                  </a:lnTo>
                  <a:lnTo>
                    <a:pt x="399" y="3717"/>
                  </a:lnTo>
                  <a:lnTo>
                    <a:pt x="134" y="4513"/>
                  </a:lnTo>
                  <a:lnTo>
                    <a:pt x="1" y="4911"/>
                  </a:lnTo>
                  <a:lnTo>
                    <a:pt x="532" y="4911"/>
                  </a:lnTo>
                  <a:lnTo>
                    <a:pt x="665" y="4248"/>
                  </a:lnTo>
                  <a:lnTo>
                    <a:pt x="930" y="3451"/>
                  </a:lnTo>
                  <a:lnTo>
                    <a:pt x="1461" y="2655"/>
                  </a:lnTo>
                  <a:lnTo>
                    <a:pt x="1992" y="1859"/>
                  </a:lnTo>
                  <a:lnTo>
                    <a:pt x="2655" y="1195"/>
                  </a:lnTo>
                  <a:lnTo>
                    <a:pt x="3584" y="797"/>
                  </a:lnTo>
                  <a:lnTo>
                    <a:pt x="3982" y="532"/>
                  </a:lnTo>
                  <a:lnTo>
                    <a:pt x="5575" y="532"/>
                  </a:lnTo>
                  <a:lnTo>
                    <a:pt x="6504" y="1195"/>
                  </a:lnTo>
                  <a:lnTo>
                    <a:pt x="6371" y="797"/>
                  </a:lnTo>
                  <a:lnTo>
                    <a:pt x="6106" y="399"/>
                  </a:lnTo>
                  <a:lnTo>
                    <a:pt x="5575" y="134"/>
                  </a:lnTo>
                  <a:lnTo>
                    <a:pt x="4911"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4154;p40">
              <a:extLst>
                <a:ext uri="{FF2B5EF4-FFF2-40B4-BE49-F238E27FC236}">
                  <a16:creationId xmlns:a16="http://schemas.microsoft.com/office/drawing/2014/main" id="{BAEC71F9-194D-DC9F-F03E-A0408CE11AA1}"/>
                </a:ext>
              </a:extLst>
            </p:cNvPr>
            <p:cNvSpPr/>
            <p:nvPr/>
          </p:nvSpPr>
          <p:spPr>
            <a:xfrm>
              <a:off x="7615204" y="2041013"/>
              <a:ext cx="107836" cy="81441"/>
            </a:xfrm>
            <a:custGeom>
              <a:avLst/>
              <a:gdLst/>
              <a:ahLst/>
              <a:cxnLst/>
              <a:rect l="l" t="t" r="r" b="b"/>
              <a:pathLst>
                <a:path w="6504" h="4912" fill="none" extrusionOk="0">
                  <a:moveTo>
                    <a:pt x="532" y="4911"/>
                  </a:moveTo>
                  <a:lnTo>
                    <a:pt x="532" y="4911"/>
                  </a:lnTo>
                  <a:lnTo>
                    <a:pt x="665" y="4248"/>
                  </a:lnTo>
                  <a:lnTo>
                    <a:pt x="930" y="3451"/>
                  </a:lnTo>
                  <a:lnTo>
                    <a:pt x="1461" y="2655"/>
                  </a:lnTo>
                  <a:lnTo>
                    <a:pt x="1992" y="1859"/>
                  </a:lnTo>
                  <a:lnTo>
                    <a:pt x="2655" y="1195"/>
                  </a:lnTo>
                  <a:lnTo>
                    <a:pt x="3584" y="797"/>
                  </a:lnTo>
                  <a:lnTo>
                    <a:pt x="3982" y="532"/>
                  </a:lnTo>
                  <a:lnTo>
                    <a:pt x="4513" y="532"/>
                  </a:lnTo>
                  <a:lnTo>
                    <a:pt x="5044" y="532"/>
                  </a:lnTo>
                  <a:lnTo>
                    <a:pt x="5575" y="532"/>
                  </a:lnTo>
                  <a:lnTo>
                    <a:pt x="5575" y="532"/>
                  </a:lnTo>
                  <a:lnTo>
                    <a:pt x="6504" y="1195"/>
                  </a:lnTo>
                  <a:lnTo>
                    <a:pt x="6504" y="1195"/>
                  </a:lnTo>
                  <a:lnTo>
                    <a:pt x="6371" y="797"/>
                  </a:lnTo>
                  <a:lnTo>
                    <a:pt x="6106" y="399"/>
                  </a:lnTo>
                  <a:lnTo>
                    <a:pt x="5575" y="134"/>
                  </a:lnTo>
                  <a:lnTo>
                    <a:pt x="5575" y="134"/>
                  </a:lnTo>
                  <a:lnTo>
                    <a:pt x="4911" y="1"/>
                  </a:lnTo>
                  <a:lnTo>
                    <a:pt x="3982" y="134"/>
                  </a:lnTo>
                  <a:lnTo>
                    <a:pt x="3451" y="266"/>
                  </a:lnTo>
                  <a:lnTo>
                    <a:pt x="2921" y="532"/>
                  </a:lnTo>
                  <a:lnTo>
                    <a:pt x="2390" y="797"/>
                  </a:lnTo>
                  <a:lnTo>
                    <a:pt x="1859" y="1328"/>
                  </a:lnTo>
                  <a:lnTo>
                    <a:pt x="1859" y="1328"/>
                  </a:lnTo>
                  <a:lnTo>
                    <a:pt x="1328" y="1859"/>
                  </a:lnTo>
                  <a:lnTo>
                    <a:pt x="930" y="2522"/>
                  </a:lnTo>
                  <a:lnTo>
                    <a:pt x="399" y="3717"/>
                  </a:lnTo>
                  <a:lnTo>
                    <a:pt x="134" y="4513"/>
                  </a:lnTo>
                  <a:lnTo>
                    <a:pt x="1" y="4911"/>
                  </a:lnTo>
                  <a:lnTo>
                    <a:pt x="532" y="491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4155;p40">
              <a:extLst>
                <a:ext uri="{FF2B5EF4-FFF2-40B4-BE49-F238E27FC236}">
                  <a16:creationId xmlns:a16="http://schemas.microsoft.com/office/drawing/2014/main" id="{6DA33571-2F96-0B97-9F41-F6DEC5E4D005}"/>
                </a:ext>
              </a:extLst>
            </p:cNvPr>
            <p:cNvSpPr/>
            <p:nvPr/>
          </p:nvSpPr>
          <p:spPr>
            <a:xfrm>
              <a:off x="7628418" y="2041013"/>
              <a:ext cx="94622" cy="46225"/>
            </a:xfrm>
            <a:custGeom>
              <a:avLst/>
              <a:gdLst/>
              <a:ahLst/>
              <a:cxnLst/>
              <a:rect l="l" t="t" r="r" b="b"/>
              <a:pathLst>
                <a:path w="5707" h="2788" extrusionOk="0">
                  <a:moveTo>
                    <a:pt x="3849" y="1"/>
                  </a:moveTo>
                  <a:lnTo>
                    <a:pt x="3185" y="134"/>
                  </a:lnTo>
                  <a:lnTo>
                    <a:pt x="2522" y="266"/>
                  </a:lnTo>
                  <a:lnTo>
                    <a:pt x="1725" y="665"/>
                  </a:lnTo>
                  <a:lnTo>
                    <a:pt x="1062" y="1328"/>
                  </a:lnTo>
                  <a:lnTo>
                    <a:pt x="398" y="1992"/>
                  </a:lnTo>
                  <a:lnTo>
                    <a:pt x="0" y="2655"/>
                  </a:lnTo>
                  <a:lnTo>
                    <a:pt x="531" y="2788"/>
                  </a:lnTo>
                  <a:lnTo>
                    <a:pt x="1195" y="1992"/>
                  </a:lnTo>
                  <a:lnTo>
                    <a:pt x="1991" y="1195"/>
                  </a:lnTo>
                  <a:lnTo>
                    <a:pt x="2389" y="930"/>
                  </a:lnTo>
                  <a:lnTo>
                    <a:pt x="2920" y="665"/>
                  </a:lnTo>
                  <a:lnTo>
                    <a:pt x="3451" y="532"/>
                  </a:lnTo>
                  <a:lnTo>
                    <a:pt x="4778" y="532"/>
                  </a:lnTo>
                  <a:lnTo>
                    <a:pt x="5707" y="1195"/>
                  </a:lnTo>
                  <a:lnTo>
                    <a:pt x="5574" y="797"/>
                  </a:lnTo>
                  <a:lnTo>
                    <a:pt x="5309" y="399"/>
                  </a:lnTo>
                  <a:lnTo>
                    <a:pt x="4778" y="134"/>
                  </a:lnTo>
                  <a:lnTo>
                    <a:pt x="4380" y="1"/>
                  </a:lnTo>
                  <a:close/>
                </a:path>
              </a:pathLst>
            </a:custGeom>
            <a:solidFill>
              <a:srgbClr val="A93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4156;p40">
              <a:extLst>
                <a:ext uri="{FF2B5EF4-FFF2-40B4-BE49-F238E27FC236}">
                  <a16:creationId xmlns:a16="http://schemas.microsoft.com/office/drawing/2014/main" id="{950170AB-1D87-15F2-B56B-621C353CFF59}"/>
                </a:ext>
              </a:extLst>
            </p:cNvPr>
            <p:cNvSpPr/>
            <p:nvPr/>
          </p:nvSpPr>
          <p:spPr>
            <a:xfrm>
              <a:off x="7615204" y="2122438"/>
              <a:ext cx="8821" cy="17"/>
            </a:xfrm>
            <a:custGeom>
              <a:avLst/>
              <a:gdLst/>
              <a:ahLst/>
              <a:cxnLst/>
              <a:rect l="l" t="t" r="r" b="b"/>
              <a:pathLst>
                <a:path w="532" h="1" fill="none" extrusionOk="0">
                  <a:moveTo>
                    <a:pt x="266" y="0"/>
                  </a:moveTo>
                  <a:lnTo>
                    <a:pt x="266" y="0"/>
                  </a:lnTo>
                  <a:lnTo>
                    <a:pt x="266" y="0"/>
                  </a:lnTo>
                  <a:lnTo>
                    <a:pt x="266" y="0"/>
                  </a:lnTo>
                  <a:lnTo>
                    <a:pt x="1" y="0"/>
                  </a:lnTo>
                  <a:lnTo>
                    <a:pt x="1" y="0"/>
                  </a:lnTo>
                  <a:lnTo>
                    <a:pt x="1" y="0"/>
                  </a:lnTo>
                  <a:lnTo>
                    <a:pt x="532" y="0"/>
                  </a:lnTo>
                  <a:lnTo>
                    <a:pt x="532" y="0"/>
                  </a:lnTo>
                  <a:lnTo>
                    <a:pt x="532" y="0"/>
                  </a:lnTo>
                  <a:lnTo>
                    <a:pt x="532" y="0"/>
                  </a:lnTo>
                  <a:lnTo>
                    <a:pt x="266" y="0"/>
                  </a:lnTo>
                  <a:lnTo>
                    <a:pt x="266" y="0"/>
                  </a:lnTo>
                  <a:lnTo>
                    <a:pt x="26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4157;p40">
              <a:extLst>
                <a:ext uri="{FF2B5EF4-FFF2-40B4-BE49-F238E27FC236}">
                  <a16:creationId xmlns:a16="http://schemas.microsoft.com/office/drawing/2014/main" id="{BA39FCD7-7B62-979E-4A34-2C10FA03FBEC}"/>
                </a:ext>
              </a:extLst>
            </p:cNvPr>
            <p:cNvSpPr/>
            <p:nvPr/>
          </p:nvSpPr>
          <p:spPr>
            <a:xfrm>
              <a:off x="7628418" y="2041013"/>
              <a:ext cx="94622" cy="46225"/>
            </a:xfrm>
            <a:custGeom>
              <a:avLst/>
              <a:gdLst/>
              <a:ahLst/>
              <a:cxnLst/>
              <a:rect l="l" t="t" r="r" b="b"/>
              <a:pathLst>
                <a:path w="5707" h="2788" fill="none" extrusionOk="0">
                  <a:moveTo>
                    <a:pt x="3849" y="1"/>
                  </a:moveTo>
                  <a:lnTo>
                    <a:pt x="3849" y="1"/>
                  </a:lnTo>
                  <a:lnTo>
                    <a:pt x="3185" y="134"/>
                  </a:lnTo>
                  <a:lnTo>
                    <a:pt x="2522" y="266"/>
                  </a:lnTo>
                  <a:lnTo>
                    <a:pt x="1725" y="665"/>
                  </a:lnTo>
                  <a:lnTo>
                    <a:pt x="1062" y="1328"/>
                  </a:lnTo>
                  <a:lnTo>
                    <a:pt x="1062" y="1328"/>
                  </a:lnTo>
                  <a:lnTo>
                    <a:pt x="398" y="1992"/>
                  </a:lnTo>
                  <a:lnTo>
                    <a:pt x="0" y="2655"/>
                  </a:lnTo>
                  <a:lnTo>
                    <a:pt x="0" y="2655"/>
                  </a:lnTo>
                  <a:lnTo>
                    <a:pt x="531" y="2788"/>
                  </a:lnTo>
                  <a:lnTo>
                    <a:pt x="531" y="2788"/>
                  </a:lnTo>
                  <a:lnTo>
                    <a:pt x="1195" y="1992"/>
                  </a:lnTo>
                  <a:lnTo>
                    <a:pt x="1991" y="1195"/>
                  </a:lnTo>
                  <a:lnTo>
                    <a:pt x="2389" y="930"/>
                  </a:lnTo>
                  <a:lnTo>
                    <a:pt x="2920" y="665"/>
                  </a:lnTo>
                  <a:lnTo>
                    <a:pt x="3451" y="532"/>
                  </a:lnTo>
                  <a:lnTo>
                    <a:pt x="3982" y="532"/>
                  </a:lnTo>
                  <a:lnTo>
                    <a:pt x="3982" y="532"/>
                  </a:lnTo>
                  <a:lnTo>
                    <a:pt x="4778" y="532"/>
                  </a:lnTo>
                  <a:lnTo>
                    <a:pt x="4778" y="532"/>
                  </a:lnTo>
                  <a:lnTo>
                    <a:pt x="5707" y="1195"/>
                  </a:lnTo>
                  <a:lnTo>
                    <a:pt x="5707" y="1195"/>
                  </a:lnTo>
                  <a:lnTo>
                    <a:pt x="5574" y="797"/>
                  </a:lnTo>
                  <a:lnTo>
                    <a:pt x="5309" y="399"/>
                  </a:lnTo>
                  <a:lnTo>
                    <a:pt x="4778" y="134"/>
                  </a:lnTo>
                  <a:lnTo>
                    <a:pt x="4778" y="134"/>
                  </a:lnTo>
                  <a:lnTo>
                    <a:pt x="4380" y="1"/>
                  </a:lnTo>
                  <a:lnTo>
                    <a:pt x="384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4158;p40">
              <a:extLst>
                <a:ext uri="{FF2B5EF4-FFF2-40B4-BE49-F238E27FC236}">
                  <a16:creationId xmlns:a16="http://schemas.microsoft.com/office/drawing/2014/main" id="{5D2CB2C8-F224-D0E7-51F9-2FC4188DD400}"/>
                </a:ext>
              </a:extLst>
            </p:cNvPr>
            <p:cNvSpPr/>
            <p:nvPr/>
          </p:nvSpPr>
          <p:spPr>
            <a:xfrm>
              <a:off x="7518393" y="2085033"/>
              <a:ext cx="178252" cy="50619"/>
            </a:xfrm>
            <a:custGeom>
              <a:avLst/>
              <a:gdLst/>
              <a:ahLst/>
              <a:cxnLst/>
              <a:rect l="l" t="t" r="r" b="b"/>
              <a:pathLst>
                <a:path w="10751" h="3053" extrusionOk="0">
                  <a:moveTo>
                    <a:pt x="3584" y="0"/>
                  </a:moveTo>
                  <a:lnTo>
                    <a:pt x="2522" y="133"/>
                  </a:lnTo>
                  <a:lnTo>
                    <a:pt x="1195" y="398"/>
                  </a:lnTo>
                  <a:lnTo>
                    <a:pt x="532" y="664"/>
                  </a:lnTo>
                  <a:lnTo>
                    <a:pt x="133" y="929"/>
                  </a:lnTo>
                  <a:lnTo>
                    <a:pt x="1" y="1195"/>
                  </a:lnTo>
                  <a:lnTo>
                    <a:pt x="1" y="1593"/>
                  </a:lnTo>
                  <a:lnTo>
                    <a:pt x="1" y="1858"/>
                  </a:lnTo>
                  <a:lnTo>
                    <a:pt x="532" y="2124"/>
                  </a:lnTo>
                  <a:lnTo>
                    <a:pt x="1195" y="2522"/>
                  </a:lnTo>
                  <a:lnTo>
                    <a:pt x="2124" y="2920"/>
                  </a:lnTo>
                  <a:lnTo>
                    <a:pt x="3186" y="2654"/>
                  </a:lnTo>
                  <a:lnTo>
                    <a:pt x="4115" y="2389"/>
                  </a:lnTo>
                  <a:lnTo>
                    <a:pt x="5309" y="2256"/>
                  </a:lnTo>
                  <a:lnTo>
                    <a:pt x="7433" y="2256"/>
                  </a:lnTo>
                  <a:lnTo>
                    <a:pt x="8627" y="2522"/>
                  </a:lnTo>
                  <a:lnTo>
                    <a:pt x="9689" y="2654"/>
                  </a:lnTo>
                  <a:lnTo>
                    <a:pt x="10750" y="3053"/>
                  </a:lnTo>
                  <a:lnTo>
                    <a:pt x="10750" y="2522"/>
                  </a:lnTo>
                  <a:lnTo>
                    <a:pt x="9954" y="1725"/>
                  </a:lnTo>
                  <a:lnTo>
                    <a:pt x="9025" y="1062"/>
                  </a:lnTo>
                  <a:lnTo>
                    <a:pt x="7698" y="398"/>
                  </a:lnTo>
                  <a:lnTo>
                    <a:pt x="7167" y="133"/>
                  </a:lnTo>
                  <a:lnTo>
                    <a:pt x="6504"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4159;p40">
              <a:extLst>
                <a:ext uri="{FF2B5EF4-FFF2-40B4-BE49-F238E27FC236}">
                  <a16:creationId xmlns:a16="http://schemas.microsoft.com/office/drawing/2014/main" id="{CC5C7065-3722-D29D-CA55-4DDE84D2501A}"/>
                </a:ext>
              </a:extLst>
            </p:cNvPr>
            <p:cNvSpPr/>
            <p:nvPr/>
          </p:nvSpPr>
          <p:spPr>
            <a:xfrm>
              <a:off x="7518393" y="2085033"/>
              <a:ext cx="178252" cy="50619"/>
            </a:xfrm>
            <a:custGeom>
              <a:avLst/>
              <a:gdLst/>
              <a:ahLst/>
              <a:cxnLst/>
              <a:rect l="l" t="t" r="r" b="b"/>
              <a:pathLst>
                <a:path w="10751" h="3053" fill="none" extrusionOk="0">
                  <a:moveTo>
                    <a:pt x="10750" y="2522"/>
                  </a:moveTo>
                  <a:lnTo>
                    <a:pt x="10750" y="2522"/>
                  </a:lnTo>
                  <a:lnTo>
                    <a:pt x="9954" y="1725"/>
                  </a:lnTo>
                  <a:lnTo>
                    <a:pt x="9025" y="1062"/>
                  </a:lnTo>
                  <a:lnTo>
                    <a:pt x="7698" y="398"/>
                  </a:lnTo>
                  <a:lnTo>
                    <a:pt x="7698" y="398"/>
                  </a:lnTo>
                  <a:lnTo>
                    <a:pt x="7167" y="133"/>
                  </a:lnTo>
                  <a:lnTo>
                    <a:pt x="6504" y="0"/>
                  </a:lnTo>
                  <a:lnTo>
                    <a:pt x="5044" y="0"/>
                  </a:lnTo>
                  <a:lnTo>
                    <a:pt x="3584" y="0"/>
                  </a:lnTo>
                  <a:lnTo>
                    <a:pt x="2522" y="133"/>
                  </a:lnTo>
                  <a:lnTo>
                    <a:pt x="2522" y="133"/>
                  </a:lnTo>
                  <a:lnTo>
                    <a:pt x="1195" y="398"/>
                  </a:lnTo>
                  <a:lnTo>
                    <a:pt x="532" y="664"/>
                  </a:lnTo>
                  <a:lnTo>
                    <a:pt x="133" y="929"/>
                  </a:lnTo>
                  <a:lnTo>
                    <a:pt x="1" y="1195"/>
                  </a:lnTo>
                  <a:lnTo>
                    <a:pt x="1" y="1195"/>
                  </a:lnTo>
                  <a:lnTo>
                    <a:pt x="1" y="1593"/>
                  </a:lnTo>
                  <a:lnTo>
                    <a:pt x="1" y="1593"/>
                  </a:lnTo>
                  <a:lnTo>
                    <a:pt x="1" y="1858"/>
                  </a:lnTo>
                  <a:lnTo>
                    <a:pt x="1" y="1858"/>
                  </a:lnTo>
                  <a:lnTo>
                    <a:pt x="532" y="2124"/>
                  </a:lnTo>
                  <a:lnTo>
                    <a:pt x="1195" y="2522"/>
                  </a:lnTo>
                  <a:lnTo>
                    <a:pt x="2124" y="2920"/>
                  </a:lnTo>
                  <a:lnTo>
                    <a:pt x="2124" y="2920"/>
                  </a:lnTo>
                  <a:lnTo>
                    <a:pt x="3186" y="2654"/>
                  </a:lnTo>
                  <a:lnTo>
                    <a:pt x="4115" y="2389"/>
                  </a:lnTo>
                  <a:lnTo>
                    <a:pt x="5309" y="2256"/>
                  </a:lnTo>
                  <a:lnTo>
                    <a:pt x="6371" y="2256"/>
                  </a:lnTo>
                  <a:lnTo>
                    <a:pt x="7433" y="2256"/>
                  </a:lnTo>
                  <a:lnTo>
                    <a:pt x="8627" y="2522"/>
                  </a:lnTo>
                  <a:lnTo>
                    <a:pt x="9689" y="2654"/>
                  </a:lnTo>
                  <a:lnTo>
                    <a:pt x="10750" y="3053"/>
                  </a:lnTo>
                  <a:lnTo>
                    <a:pt x="10750" y="252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4160;p40">
              <a:extLst>
                <a:ext uri="{FF2B5EF4-FFF2-40B4-BE49-F238E27FC236}">
                  <a16:creationId xmlns:a16="http://schemas.microsoft.com/office/drawing/2014/main" id="{69EEFF09-BFA5-2F96-946D-86A308C44FA8}"/>
                </a:ext>
              </a:extLst>
            </p:cNvPr>
            <p:cNvSpPr/>
            <p:nvPr/>
          </p:nvSpPr>
          <p:spPr>
            <a:xfrm>
              <a:off x="7518393" y="2085033"/>
              <a:ext cx="178252" cy="50619"/>
            </a:xfrm>
            <a:custGeom>
              <a:avLst/>
              <a:gdLst/>
              <a:ahLst/>
              <a:cxnLst/>
              <a:rect l="l" t="t" r="r" b="b"/>
              <a:pathLst>
                <a:path w="10751" h="3053" extrusionOk="0">
                  <a:moveTo>
                    <a:pt x="3584" y="0"/>
                  </a:moveTo>
                  <a:lnTo>
                    <a:pt x="2522" y="133"/>
                  </a:lnTo>
                  <a:lnTo>
                    <a:pt x="1195" y="398"/>
                  </a:lnTo>
                  <a:lnTo>
                    <a:pt x="532" y="664"/>
                  </a:lnTo>
                  <a:lnTo>
                    <a:pt x="133" y="929"/>
                  </a:lnTo>
                  <a:lnTo>
                    <a:pt x="1" y="1195"/>
                  </a:lnTo>
                  <a:lnTo>
                    <a:pt x="1" y="1460"/>
                  </a:lnTo>
                  <a:lnTo>
                    <a:pt x="1" y="1593"/>
                  </a:lnTo>
                  <a:lnTo>
                    <a:pt x="133" y="1327"/>
                  </a:lnTo>
                  <a:lnTo>
                    <a:pt x="532" y="1062"/>
                  </a:lnTo>
                  <a:lnTo>
                    <a:pt x="1328" y="796"/>
                  </a:lnTo>
                  <a:lnTo>
                    <a:pt x="2522" y="664"/>
                  </a:lnTo>
                  <a:lnTo>
                    <a:pt x="3584" y="531"/>
                  </a:lnTo>
                  <a:lnTo>
                    <a:pt x="5044" y="398"/>
                  </a:lnTo>
                  <a:lnTo>
                    <a:pt x="6504" y="531"/>
                  </a:lnTo>
                  <a:lnTo>
                    <a:pt x="7167" y="664"/>
                  </a:lnTo>
                  <a:lnTo>
                    <a:pt x="7698" y="796"/>
                  </a:lnTo>
                  <a:lnTo>
                    <a:pt x="9025" y="1593"/>
                  </a:lnTo>
                  <a:lnTo>
                    <a:pt x="9954" y="2256"/>
                  </a:lnTo>
                  <a:lnTo>
                    <a:pt x="10750" y="3053"/>
                  </a:lnTo>
                  <a:lnTo>
                    <a:pt x="10750" y="2522"/>
                  </a:lnTo>
                  <a:lnTo>
                    <a:pt x="9954" y="1725"/>
                  </a:lnTo>
                  <a:lnTo>
                    <a:pt x="9025" y="1062"/>
                  </a:lnTo>
                  <a:lnTo>
                    <a:pt x="7698" y="398"/>
                  </a:lnTo>
                  <a:lnTo>
                    <a:pt x="7167" y="133"/>
                  </a:lnTo>
                  <a:lnTo>
                    <a:pt x="6636" y="0"/>
                  </a:lnTo>
                  <a:close/>
                </a:path>
              </a:pathLst>
            </a:custGeom>
            <a:solidFill>
              <a:srgbClr val="CE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4161;p40">
              <a:extLst>
                <a:ext uri="{FF2B5EF4-FFF2-40B4-BE49-F238E27FC236}">
                  <a16:creationId xmlns:a16="http://schemas.microsoft.com/office/drawing/2014/main" id="{100D6D5A-8FB4-A7FE-A07C-6E0FA7A739D0}"/>
                </a:ext>
              </a:extLst>
            </p:cNvPr>
            <p:cNvSpPr/>
            <p:nvPr/>
          </p:nvSpPr>
          <p:spPr>
            <a:xfrm>
              <a:off x="7694423" y="2135636"/>
              <a:ext cx="17" cy="17"/>
            </a:xfrm>
            <a:custGeom>
              <a:avLst/>
              <a:gdLst/>
              <a:ahLst/>
              <a:cxnLst/>
              <a:rect l="l" t="t" r="r" b="b"/>
              <a:pathLst>
                <a:path w="1" h="1" fill="none" extrusionOk="0">
                  <a:moveTo>
                    <a:pt x="1" y="1"/>
                  </a:moveTo>
                  <a:lnTo>
                    <a:pt x="1" y="1"/>
                  </a:lnTo>
                  <a:lnTo>
                    <a:pt x="1" y="1"/>
                  </a:lnTo>
                  <a:lnTo>
                    <a:pt x="1" y="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4162;p40">
              <a:extLst>
                <a:ext uri="{FF2B5EF4-FFF2-40B4-BE49-F238E27FC236}">
                  <a16:creationId xmlns:a16="http://schemas.microsoft.com/office/drawing/2014/main" id="{CC84F90A-A911-B9EB-D343-880B6AF32D86}"/>
                </a:ext>
              </a:extLst>
            </p:cNvPr>
            <p:cNvSpPr/>
            <p:nvPr/>
          </p:nvSpPr>
          <p:spPr>
            <a:xfrm>
              <a:off x="7555798" y="2133430"/>
              <a:ext cx="17" cy="17"/>
            </a:xfrm>
            <a:custGeom>
              <a:avLst/>
              <a:gdLst/>
              <a:ahLst/>
              <a:cxnLst/>
              <a:rect l="l" t="t" r="r" b="b"/>
              <a:pathLst>
                <a:path w="1" h="1" fill="none" extrusionOk="0">
                  <a:moveTo>
                    <a:pt x="1" y="1"/>
                  </a:moveTo>
                  <a:lnTo>
                    <a:pt x="1" y="1"/>
                  </a:lnTo>
                  <a:lnTo>
                    <a:pt x="1" y="1"/>
                  </a:lnTo>
                  <a:lnTo>
                    <a:pt x="1" y="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4163;p40">
              <a:extLst>
                <a:ext uri="{FF2B5EF4-FFF2-40B4-BE49-F238E27FC236}">
                  <a16:creationId xmlns:a16="http://schemas.microsoft.com/office/drawing/2014/main" id="{B3CF2C49-A16B-5DF7-EC6E-D72ADE947A73}"/>
                </a:ext>
              </a:extLst>
            </p:cNvPr>
            <p:cNvSpPr/>
            <p:nvPr/>
          </p:nvSpPr>
          <p:spPr>
            <a:xfrm>
              <a:off x="7555798" y="2122438"/>
              <a:ext cx="63833" cy="11009"/>
            </a:xfrm>
            <a:custGeom>
              <a:avLst/>
              <a:gdLst/>
              <a:ahLst/>
              <a:cxnLst/>
              <a:rect l="l" t="t" r="r" b="b"/>
              <a:pathLst>
                <a:path w="3850" h="664" fill="none" extrusionOk="0">
                  <a:moveTo>
                    <a:pt x="3849" y="0"/>
                  </a:moveTo>
                  <a:lnTo>
                    <a:pt x="3849" y="0"/>
                  </a:lnTo>
                  <a:lnTo>
                    <a:pt x="2788" y="0"/>
                  </a:lnTo>
                  <a:lnTo>
                    <a:pt x="1859" y="133"/>
                  </a:lnTo>
                  <a:lnTo>
                    <a:pt x="930" y="398"/>
                  </a:lnTo>
                  <a:lnTo>
                    <a:pt x="1" y="664"/>
                  </a:lnTo>
                  <a:lnTo>
                    <a:pt x="1" y="664"/>
                  </a:lnTo>
                  <a:lnTo>
                    <a:pt x="930" y="398"/>
                  </a:lnTo>
                  <a:lnTo>
                    <a:pt x="1859" y="133"/>
                  </a:lnTo>
                  <a:lnTo>
                    <a:pt x="2788" y="0"/>
                  </a:lnTo>
                  <a:lnTo>
                    <a:pt x="384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4164;p40">
              <a:extLst>
                <a:ext uri="{FF2B5EF4-FFF2-40B4-BE49-F238E27FC236}">
                  <a16:creationId xmlns:a16="http://schemas.microsoft.com/office/drawing/2014/main" id="{1771C951-B219-E5F4-C3EB-FBB25D72ED91}"/>
                </a:ext>
              </a:extLst>
            </p:cNvPr>
            <p:cNvSpPr/>
            <p:nvPr/>
          </p:nvSpPr>
          <p:spPr>
            <a:xfrm>
              <a:off x="7619614" y="2122438"/>
              <a:ext cx="17" cy="17"/>
            </a:xfrm>
            <a:custGeom>
              <a:avLst/>
              <a:gdLst/>
              <a:ahLst/>
              <a:cxnLst/>
              <a:rect l="l" t="t" r="r" b="b"/>
              <a:pathLst>
                <a:path w="1" h="1" fill="none" extrusionOk="0">
                  <a:moveTo>
                    <a:pt x="0" y="0"/>
                  </a:moveTo>
                  <a:lnTo>
                    <a:pt x="0" y="0"/>
                  </a:lnTo>
                  <a:lnTo>
                    <a:pt x="0" y="0"/>
                  </a:lnTo>
                  <a:lnTo>
                    <a:pt x="0" y="0"/>
                  </a:lnTo>
                  <a:lnTo>
                    <a:pt x="0" y="0"/>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4165;p40">
              <a:extLst>
                <a:ext uri="{FF2B5EF4-FFF2-40B4-BE49-F238E27FC236}">
                  <a16:creationId xmlns:a16="http://schemas.microsoft.com/office/drawing/2014/main" id="{CFBBFF8F-A0B9-2D69-E3AD-1400BC3D3775}"/>
                </a:ext>
              </a:extLst>
            </p:cNvPr>
            <p:cNvSpPr/>
            <p:nvPr/>
          </p:nvSpPr>
          <p:spPr>
            <a:xfrm>
              <a:off x="7518393" y="2085033"/>
              <a:ext cx="178252" cy="50619"/>
            </a:xfrm>
            <a:custGeom>
              <a:avLst/>
              <a:gdLst/>
              <a:ahLst/>
              <a:cxnLst/>
              <a:rect l="l" t="t" r="r" b="b"/>
              <a:pathLst>
                <a:path w="10751" h="3053" fill="none" extrusionOk="0">
                  <a:moveTo>
                    <a:pt x="5044" y="0"/>
                  </a:moveTo>
                  <a:lnTo>
                    <a:pt x="5044" y="0"/>
                  </a:lnTo>
                  <a:lnTo>
                    <a:pt x="3584" y="0"/>
                  </a:lnTo>
                  <a:lnTo>
                    <a:pt x="2522" y="133"/>
                  </a:lnTo>
                  <a:lnTo>
                    <a:pt x="2522" y="133"/>
                  </a:lnTo>
                  <a:lnTo>
                    <a:pt x="1195" y="398"/>
                  </a:lnTo>
                  <a:lnTo>
                    <a:pt x="532" y="664"/>
                  </a:lnTo>
                  <a:lnTo>
                    <a:pt x="133" y="929"/>
                  </a:lnTo>
                  <a:lnTo>
                    <a:pt x="1" y="1195"/>
                  </a:lnTo>
                  <a:lnTo>
                    <a:pt x="1" y="1195"/>
                  </a:lnTo>
                  <a:lnTo>
                    <a:pt x="1" y="1195"/>
                  </a:lnTo>
                  <a:lnTo>
                    <a:pt x="1" y="1195"/>
                  </a:lnTo>
                  <a:lnTo>
                    <a:pt x="1" y="1460"/>
                  </a:lnTo>
                  <a:lnTo>
                    <a:pt x="1" y="1460"/>
                  </a:lnTo>
                  <a:lnTo>
                    <a:pt x="1" y="1593"/>
                  </a:lnTo>
                  <a:lnTo>
                    <a:pt x="1" y="1593"/>
                  </a:lnTo>
                  <a:lnTo>
                    <a:pt x="133" y="1327"/>
                  </a:lnTo>
                  <a:lnTo>
                    <a:pt x="532" y="1062"/>
                  </a:lnTo>
                  <a:lnTo>
                    <a:pt x="1328" y="796"/>
                  </a:lnTo>
                  <a:lnTo>
                    <a:pt x="2522" y="664"/>
                  </a:lnTo>
                  <a:lnTo>
                    <a:pt x="2522" y="664"/>
                  </a:lnTo>
                  <a:lnTo>
                    <a:pt x="3584" y="531"/>
                  </a:lnTo>
                  <a:lnTo>
                    <a:pt x="5044" y="398"/>
                  </a:lnTo>
                  <a:lnTo>
                    <a:pt x="5044" y="398"/>
                  </a:lnTo>
                  <a:lnTo>
                    <a:pt x="6504" y="531"/>
                  </a:lnTo>
                  <a:lnTo>
                    <a:pt x="7167" y="664"/>
                  </a:lnTo>
                  <a:lnTo>
                    <a:pt x="7698" y="796"/>
                  </a:lnTo>
                  <a:lnTo>
                    <a:pt x="7698" y="796"/>
                  </a:lnTo>
                  <a:lnTo>
                    <a:pt x="9025" y="1593"/>
                  </a:lnTo>
                  <a:lnTo>
                    <a:pt x="9954" y="2256"/>
                  </a:lnTo>
                  <a:lnTo>
                    <a:pt x="10750" y="3053"/>
                  </a:lnTo>
                  <a:lnTo>
                    <a:pt x="10750" y="3053"/>
                  </a:lnTo>
                  <a:lnTo>
                    <a:pt x="10750" y="3053"/>
                  </a:lnTo>
                  <a:lnTo>
                    <a:pt x="10750" y="3053"/>
                  </a:lnTo>
                  <a:lnTo>
                    <a:pt x="10618" y="3053"/>
                  </a:lnTo>
                  <a:lnTo>
                    <a:pt x="10618" y="3053"/>
                  </a:lnTo>
                  <a:lnTo>
                    <a:pt x="10750" y="3053"/>
                  </a:lnTo>
                  <a:lnTo>
                    <a:pt x="10750" y="2522"/>
                  </a:lnTo>
                  <a:lnTo>
                    <a:pt x="10750" y="2522"/>
                  </a:lnTo>
                  <a:lnTo>
                    <a:pt x="9954" y="1725"/>
                  </a:lnTo>
                  <a:lnTo>
                    <a:pt x="9025" y="1062"/>
                  </a:lnTo>
                  <a:lnTo>
                    <a:pt x="7698" y="398"/>
                  </a:lnTo>
                  <a:lnTo>
                    <a:pt x="7698" y="398"/>
                  </a:lnTo>
                  <a:lnTo>
                    <a:pt x="7167" y="133"/>
                  </a:lnTo>
                  <a:lnTo>
                    <a:pt x="7167" y="133"/>
                  </a:lnTo>
                  <a:lnTo>
                    <a:pt x="6636" y="0"/>
                  </a:lnTo>
                  <a:lnTo>
                    <a:pt x="6636" y="0"/>
                  </a:lnTo>
                  <a:lnTo>
                    <a:pt x="504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4166;p40">
              <a:extLst>
                <a:ext uri="{FF2B5EF4-FFF2-40B4-BE49-F238E27FC236}">
                  <a16:creationId xmlns:a16="http://schemas.microsoft.com/office/drawing/2014/main" id="{0816B726-A2ED-AB0F-D019-4369F8385916}"/>
                </a:ext>
              </a:extLst>
            </p:cNvPr>
            <p:cNvSpPr/>
            <p:nvPr/>
          </p:nvSpPr>
          <p:spPr>
            <a:xfrm>
              <a:off x="7518393" y="2091632"/>
              <a:ext cx="178252" cy="44020"/>
            </a:xfrm>
            <a:custGeom>
              <a:avLst/>
              <a:gdLst/>
              <a:ahLst/>
              <a:cxnLst/>
              <a:rect l="l" t="t" r="r" b="b"/>
              <a:pathLst>
                <a:path w="10751" h="2655" extrusionOk="0">
                  <a:moveTo>
                    <a:pt x="5044" y="0"/>
                  </a:moveTo>
                  <a:lnTo>
                    <a:pt x="3584" y="133"/>
                  </a:lnTo>
                  <a:lnTo>
                    <a:pt x="2522" y="266"/>
                  </a:lnTo>
                  <a:lnTo>
                    <a:pt x="1062" y="531"/>
                  </a:lnTo>
                  <a:lnTo>
                    <a:pt x="266" y="797"/>
                  </a:lnTo>
                  <a:lnTo>
                    <a:pt x="133" y="1062"/>
                  </a:lnTo>
                  <a:lnTo>
                    <a:pt x="1" y="1195"/>
                  </a:lnTo>
                  <a:lnTo>
                    <a:pt x="1" y="1460"/>
                  </a:lnTo>
                  <a:lnTo>
                    <a:pt x="532" y="1726"/>
                  </a:lnTo>
                  <a:lnTo>
                    <a:pt x="1195" y="2124"/>
                  </a:lnTo>
                  <a:lnTo>
                    <a:pt x="2124" y="2522"/>
                  </a:lnTo>
                  <a:lnTo>
                    <a:pt x="3186" y="2256"/>
                  </a:lnTo>
                  <a:lnTo>
                    <a:pt x="4115" y="1991"/>
                  </a:lnTo>
                  <a:lnTo>
                    <a:pt x="5309" y="1858"/>
                  </a:lnTo>
                  <a:lnTo>
                    <a:pt x="7433" y="1858"/>
                  </a:lnTo>
                  <a:lnTo>
                    <a:pt x="8627" y="2124"/>
                  </a:lnTo>
                  <a:lnTo>
                    <a:pt x="9689" y="2256"/>
                  </a:lnTo>
                  <a:lnTo>
                    <a:pt x="10750" y="2655"/>
                  </a:lnTo>
                  <a:lnTo>
                    <a:pt x="9954" y="1858"/>
                  </a:lnTo>
                  <a:lnTo>
                    <a:pt x="9025" y="1195"/>
                  </a:lnTo>
                  <a:lnTo>
                    <a:pt x="7698" y="398"/>
                  </a:lnTo>
                  <a:lnTo>
                    <a:pt x="7167" y="266"/>
                  </a:lnTo>
                  <a:lnTo>
                    <a:pt x="6504" y="133"/>
                  </a:lnTo>
                  <a:lnTo>
                    <a:pt x="5044"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4167;p40">
              <a:extLst>
                <a:ext uri="{FF2B5EF4-FFF2-40B4-BE49-F238E27FC236}">
                  <a16:creationId xmlns:a16="http://schemas.microsoft.com/office/drawing/2014/main" id="{9575D838-63CB-1BF2-1FA1-03446C5E392F}"/>
                </a:ext>
              </a:extLst>
            </p:cNvPr>
            <p:cNvSpPr/>
            <p:nvPr/>
          </p:nvSpPr>
          <p:spPr>
            <a:xfrm>
              <a:off x="7518393" y="2091632"/>
              <a:ext cx="178252" cy="44020"/>
            </a:xfrm>
            <a:custGeom>
              <a:avLst/>
              <a:gdLst/>
              <a:ahLst/>
              <a:cxnLst/>
              <a:rect l="l" t="t" r="r" b="b"/>
              <a:pathLst>
                <a:path w="10751" h="2655" fill="none" extrusionOk="0">
                  <a:moveTo>
                    <a:pt x="10750" y="2655"/>
                  </a:moveTo>
                  <a:lnTo>
                    <a:pt x="10750" y="2655"/>
                  </a:lnTo>
                  <a:lnTo>
                    <a:pt x="9689" y="2256"/>
                  </a:lnTo>
                  <a:lnTo>
                    <a:pt x="8627" y="2124"/>
                  </a:lnTo>
                  <a:lnTo>
                    <a:pt x="7433" y="1858"/>
                  </a:lnTo>
                  <a:lnTo>
                    <a:pt x="6371" y="1858"/>
                  </a:lnTo>
                  <a:lnTo>
                    <a:pt x="5309" y="1858"/>
                  </a:lnTo>
                  <a:lnTo>
                    <a:pt x="4115" y="1991"/>
                  </a:lnTo>
                  <a:lnTo>
                    <a:pt x="3186" y="2256"/>
                  </a:lnTo>
                  <a:lnTo>
                    <a:pt x="2124" y="2522"/>
                  </a:lnTo>
                  <a:lnTo>
                    <a:pt x="2124" y="2522"/>
                  </a:lnTo>
                  <a:lnTo>
                    <a:pt x="1195" y="2124"/>
                  </a:lnTo>
                  <a:lnTo>
                    <a:pt x="532" y="1726"/>
                  </a:lnTo>
                  <a:lnTo>
                    <a:pt x="1" y="1460"/>
                  </a:lnTo>
                  <a:lnTo>
                    <a:pt x="1" y="1460"/>
                  </a:lnTo>
                  <a:lnTo>
                    <a:pt x="1" y="1195"/>
                  </a:lnTo>
                  <a:lnTo>
                    <a:pt x="133" y="1062"/>
                  </a:lnTo>
                  <a:lnTo>
                    <a:pt x="266" y="797"/>
                  </a:lnTo>
                  <a:lnTo>
                    <a:pt x="1062" y="531"/>
                  </a:lnTo>
                  <a:lnTo>
                    <a:pt x="2522" y="266"/>
                  </a:lnTo>
                  <a:lnTo>
                    <a:pt x="2522" y="266"/>
                  </a:lnTo>
                  <a:lnTo>
                    <a:pt x="3584" y="133"/>
                  </a:lnTo>
                  <a:lnTo>
                    <a:pt x="5044" y="0"/>
                  </a:lnTo>
                  <a:lnTo>
                    <a:pt x="6504" y="133"/>
                  </a:lnTo>
                  <a:lnTo>
                    <a:pt x="7167" y="266"/>
                  </a:lnTo>
                  <a:lnTo>
                    <a:pt x="7698" y="398"/>
                  </a:lnTo>
                  <a:lnTo>
                    <a:pt x="7698" y="398"/>
                  </a:lnTo>
                  <a:lnTo>
                    <a:pt x="9025" y="1195"/>
                  </a:lnTo>
                  <a:lnTo>
                    <a:pt x="9954" y="1858"/>
                  </a:lnTo>
                  <a:lnTo>
                    <a:pt x="10750" y="265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4168;p40">
              <a:extLst>
                <a:ext uri="{FF2B5EF4-FFF2-40B4-BE49-F238E27FC236}">
                  <a16:creationId xmlns:a16="http://schemas.microsoft.com/office/drawing/2014/main" id="{F146EE7B-70D8-DD30-B26F-D503AEBBCAE3}"/>
                </a:ext>
              </a:extLst>
            </p:cNvPr>
            <p:cNvSpPr/>
            <p:nvPr/>
          </p:nvSpPr>
          <p:spPr>
            <a:xfrm>
              <a:off x="7518393" y="2091632"/>
              <a:ext cx="178252" cy="44020"/>
            </a:xfrm>
            <a:custGeom>
              <a:avLst/>
              <a:gdLst/>
              <a:ahLst/>
              <a:cxnLst/>
              <a:rect l="l" t="t" r="r" b="b"/>
              <a:pathLst>
                <a:path w="10751" h="2655" extrusionOk="0">
                  <a:moveTo>
                    <a:pt x="5044" y="0"/>
                  </a:moveTo>
                  <a:lnTo>
                    <a:pt x="3584" y="133"/>
                  </a:lnTo>
                  <a:lnTo>
                    <a:pt x="2522" y="266"/>
                  </a:lnTo>
                  <a:lnTo>
                    <a:pt x="1195" y="398"/>
                  </a:lnTo>
                  <a:lnTo>
                    <a:pt x="532" y="664"/>
                  </a:lnTo>
                  <a:lnTo>
                    <a:pt x="133" y="929"/>
                  </a:lnTo>
                  <a:lnTo>
                    <a:pt x="1" y="1195"/>
                  </a:lnTo>
                  <a:lnTo>
                    <a:pt x="1" y="1460"/>
                  </a:lnTo>
                  <a:lnTo>
                    <a:pt x="532" y="1726"/>
                  </a:lnTo>
                  <a:lnTo>
                    <a:pt x="1195" y="2124"/>
                  </a:lnTo>
                  <a:lnTo>
                    <a:pt x="2124" y="2522"/>
                  </a:lnTo>
                  <a:lnTo>
                    <a:pt x="3053" y="2256"/>
                  </a:lnTo>
                  <a:lnTo>
                    <a:pt x="3982" y="1991"/>
                  </a:lnTo>
                  <a:lnTo>
                    <a:pt x="5044" y="1858"/>
                  </a:lnTo>
                  <a:lnTo>
                    <a:pt x="7300" y="1858"/>
                  </a:lnTo>
                  <a:lnTo>
                    <a:pt x="8494" y="1991"/>
                  </a:lnTo>
                  <a:lnTo>
                    <a:pt x="9556" y="2256"/>
                  </a:lnTo>
                  <a:lnTo>
                    <a:pt x="10750" y="2655"/>
                  </a:lnTo>
                  <a:lnTo>
                    <a:pt x="10750" y="2655"/>
                  </a:lnTo>
                  <a:lnTo>
                    <a:pt x="9954" y="1858"/>
                  </a:lnTo>
                  <a:lnTo>
                    <a:pt x="9025" y="1195"/>
                  </a:lnTo>
                  <a:lnTo>
                    <a:pt x="7698" y="398"/>
                  </a:lnTo>
                  <a:lnTo>
                    <a:pt x="7167" y="266"/>
                  </a:lnTo>
                  <a:lnTo>
                    <a:pt x="6504" y="133"/>
                  </a:lnTo>
                  <a:lnTo>
                    <a:pt x="5044"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4169;p40">
              <a:extLst>
                <a:ext uri="{FF2B5EF4-FFF2-40B4-BE49-F238E27FC236}">
                  <a16:creationId xmlns:a16="http://schemas.microsoft.com/office/drawing/2014/main" id="{9174E85C-F538-3C3A-CF13-E73626019255}"/>
                </a:ext>
              </a:extLst>
            </p:cNvPr>
            <p:cNvSpPr/>
            <p:nvPr/>
          </p:nvSpPr>
          <p:spPr>
            <a:xfrm>
              <a:off x="7518393" y="2091632"/>
              <a:ext cx="178252" cy="44020"/>
            </a:xfrm>
            <a:custGeom>
              <a:avLst/>
              <a:gdLst/>
              <a:ahLst/>
              <a:cxnLst/>
              <a:rect l="l" t="t" r="r" b="b"/>
              <a:pathLst>
                <a:path w="10751" h="2655" fill="none" extrusionOk="0">
                  <a:moveTo>
                    <a:pt x="5044" y="0"/>
                  </a:moveTo>
                  <a:lnTo>
                    <a:pt x="5044" y="0"/>
                  </a:lnTo>
                  <a:lnTo>
                    <a:pt x="3584" y="133"/>
                  </a:lnTo>
                  <a:lnTo>
                    <a:pt x="2522" y="266"/>
                  </a:lnTo>
                  <a:lnTo>
                    <a:pt x="2522" y="266"/>
                  </a:lnTo>
                  <a:lnTo>
                    <a:pt x="1195" y="398"/>
                  </a:lnTo>
                  <a:lnTo>
                    <a:pt x="532" y="664"/>
                  </a:lnTo>
                  <a:lnTo>
                    <a:pt x="133" y="929"/>
                  </a:lnTo>
                  <a:lnTo>
                    <a:pt x="1" y="1195"/>
                  </a:lnTo>
                  <a:lnTo>
                    <a:pt x="1" y="1195"/>
                  </a:lnTo>
                  <a:lnTo>
                    <a:pt x="1" y="1460"/>
                  </a:lnTo>
                  <a:lnTo>
                    <a:pt x="1" y="1460"/>
                  </a:lnTo>
                  <a:lnTo>
                    <a:pt x="532" y="1726"/>
                  </a:lnTo>
                  <a:lnTo>
                    <a:pt x="1195" y="2124"/>
                  </a:lnTo>
                  <a:lnTo>
                    <a:pt x="2124" y="2522"/>
                  </a:lnTo>
                  <a:lnTo>
                    <a:pt x="2124" y="2522"/>
                  </a:lnTo>
                  <a:lnTo>
                    <a:pt x="3053" y="2256"/>
                  </a:lnTo>
                  <a:lnTo>
                    <a:pt x="3982" y="1991"/>
                  </a:lnTo>
                  <a:lnTo>
                    <a:pt x="5044" y="1858"/>
                  </a:lnTo>
                  <a:lnTo>
                    <a:pt x="6105" y="1858"/>
                  </a:lnTo>
                  <a:lnTo>
                    <a:pt x="6105" y="1858"/>
                  </a:lnTo>
                  <a:lnTo>
                    <a:pt x="7300" y="1858"/>
                  </a:lnTo>
                  <a:lnTo>
                    <a:pt x="8494" y="1991"/>
                  </a:lnTo>
                  <a:lnTo>
                    <a:pt x="9556" y="2256"/>
                  </a:lnTo>
                  <a:lnTo>
                    <a:pt x="10750" y="2655"/>
                  </a:lnTo>
                  <a:lnTo>
                    <a:pt x="10750" y="2655"/>
                  </a:lnTo>
                  <a:lnTo>
                    <a:pt x="9954" y="1858"/>
                  </a:lnTo>
                  <a:lnTo>
                    <a:pt x="9025" y="1195"/>
                  </a:lnTo>
                  <a:lnTo>
                    <a:pt x="7698" y="398"/>
                  </a:lnTo>
                  <a:lnTo>
                    <a:pt x="7698" y="398"/>
                  </a:lnTo>
                  <a:lnTo>
                    <a:pt x="7167" y="266"/>
                  </a:lnTo>
                  <a:lnTo>
                    <a:pt x="6504" y="133"/>
                  </a:lnTo>
                  <a:lnTo>
                    <a:pt x="504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4170;p40">
              <a:extLst>
                <a:ext uri="{FF2B5EF4-FFF2-40B4-BE49-F238E27FC236}">
                  <a16:creationId xmlns:a16="http://schemas.microsoft.com/office/drawing/2014/main" id="{51FEE2AA-6468-F14E-A1FC-A24A67733CBD}"/>
                </a:ext>
              </a:extLst>
            </p:cNvPr>
            <p:cNvSpPr/>
            <p:nvPr/>
          </p:nvSpPr>
          <p:spPr>
            <a:xfrm>
              <a:off x="6387422" y="1453534"/>
              <a:ext cx="94639" cy="105631"/>
            </a:xfrm>
            <a:custGeom>
              <a:avLst/>
              <a:gdLst/>
              <a:ahLst/>
              <a:cxnLst/>
              <a:rect l="l" t="t" r="r" b="b"/>
              <a:pathLst>
                <a:path w="5708" h="6371" extrusionOk="0">
                  <a:moveTo>
                    <a:pt x="3584" y="0"/>
                  </a:moveTo>
                  <a:lnTo>
                    <a:pt x="3053" y="133"/>
                  </a:lnTo>
                  <a:lnTo>
                    <a:pt x="2389" y="266"/>
                  </a:lnTo>
                  <a:lnTo>
                    <a:pt x="1858" y="531"/>
                  </a:lnTo>
                  <a:lnTo>
                    <a:pt x="1460" y="929"/>
                  </a:lnTo>
                  <a:lnTo>
                    <a:pt x="930" y="1327"/>
                  </a:lnTo>
                  <a:lnTo>
                    <a:pt x="531" y="1858"/>
                  </a:lnTo>
                  <a:lnTo>
                    <a:pt x="266" y="2522"/>
                  </a:lnTo>
                  <a:lnTo>
                    <a:pt x="133" y="3053"/>
                  </a:lnTo>
                  <a:lnTo>
                    <a:pt x="1" y="3716"/>
                  </a:lnTo>
                  <a:lnTo>
                    <a:pt x="133" y="4380"/>
                  </a:lnTo>
                  <a:lnTo>
                    <a:pt x="266" y="4911"/>
                  </a:lnTo>
                  <a:lnTo>
                    <a:pt x="531" y="5309"/>
                  </a:lnTo>
                  <a:lnTo>
                    <a:pt x="797" y="5840"/>
                  </a:lnTo>
                  <a:lnTo>
                    <a:pt x="1195" y="6105"/>
                  </a:lnTo>
                  <a:lnTo>
                    <a:pt x="1726" y="6370"/>
                  </a:lnTo>
                  <a:lnTo>
                    <a:pt x="2787" y="6370"/>
                  </a:lnTo>
                  <a:lnTo>
                    <a:pt x="3318" y="6238"/>
                  </a:lnTo>
                  <a:lnTo>
                    <a:pt x="3849" y="5972"/>
                  </a:lnTo>
                  <a:lnTo>
                    <a:pt x="4380" y="5574"/>
                  </a:lnTo>
                  <a:lnTo>
                    <a:pt x="4778" y="5176"/>
                  </a:lnTo>
                  <a:lnTo>
                    <a:pt x="5176" y="4512"/>
                  </a:lnTo>
                  <a:lnTo>
                    <a:pt x="5574" y="3982"/>
                  </a:lnTo>
                  <a:lnTo>
                    <a:pt x="5707" y="3318"/>
                  </a:lnTo>
                  <a:lnTo>
                    <a:pt x="5707" y="2654"/>
                  </a:lnTo>
                  <a:lnTo>
                    <a:pt x="5707" y="2124"/>
                  </a:lnTo>
                  <a:lnTo>
                    <a:pt x="5574" y="1593"/>
                  </a:lnTo>
                  <a:lnTo>
                    <a:pt x="5309" y="1062"/>
                  </a:lnTo>
                  <a:lnTo>
                    <a:pt x="5044" y="664"/>
                  </a:lnTo>
                  <a:lnTo>
                    <a:pt x="4513" y="398"/>
                  </a:lnTo>
                  <a:lnTo>
                    <a:pt x="4115" y="133"/>
                  </a:lnTo>
                  <a:lnTo>
                    <a:pt x="358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4171;p40">
              <a:extLst>
                <a:ext uri="{FF2B5EF4-FFF2-40B4-BE49-F238E27FC236}">
                  <a16:creationId xmlns:a16="http://schemas.microsoft.com/office/drawing/2014/main" id="{D63527D5-1483-D5FF-1D7A-4FB0295493EE}"/>
                </a:ext>
              </a:extLst>
            </p:cNvPr>
            <p:cNvSpPr/>
            <p:nvPr/>
          </p:nvSpPr>
          <p:spPr>
            <a:xfrm>
              <a:off x="6059569" y="1541541"/>
              <a:ext cx="237658" cy="261865"/>
            </a:xfrm>
            <a:custGeom>
              <a:avLst/>
              <a:gdLst/>
              <a:ahLst/>
              <a:cxnLst/>
              <a:rect l="l" t="t" r="r" b="b"/>
              <a:pathLst>
                <a:path w="14334" h="15794" extrusionOk="0">
                  <a:moveTo>
                    <a:pt x="12741" y="1"/>
                  </a:moveTo>
                  <a:lnTo>
                    <a:pt x="12343" y="133"/>
                  </a:lnTo>
                  <a:lnTo>
                    <a:pt x="11812" y="532"/>
                  </a:lnTo>
                  <a:lnTo>
                    <a:pt x="11148" y="1062"/>
                  </a:lnTo>
                  <a:lnTo>
                    <a:pt x="10618" y="1859"/>
                  </a:lnTo>
                  <a:lnTo>
                    <a:pt x="10087" y="2920"/>
                  </a:lnTo>
                  <a:lnTo>
                    <a:pt x="6503" y="11679"/>
                  </a:lnTo>
                  <a:lnTo>
                    <a:pt x="4247" y="11812"/>
                  </a:lnTo>
                  <a:lnTo>
                    <a:pt x="1" y="11945"/>
                  </a:lnTo>
                  <a:lnTo>
                    <a:pt x="1" y="15395"/>
                  </a:lnTo>
                  <a:lnTo>
                    <a:pt x="2655" y="15661"/>
                  </a:lnTo>
                  <a:lnTo>
                    <a:pt x="5309" y="15793"/>
                  </a:lnTo>
                  <a:lnTo>
                    <a:pt x="7565" y="15793"/>
                  </a:lnTo>
                  <a:lnTo>
                    <a:pt x="8361" y="15661"/>
                  </a:lnTo>
                  <a:lnTo>
                    <a:pt x="8892" y="15528"/>
                  </a:lnTo>
                  <a:lnTo>
                    <a:pt x="9158" y="15262"/>
                  </a:lnTo>
                  <a:lnTo>
                    <a:pt x="9556" y="14864"/>
                  </a:lnTo>
                  <a:lnTo>
                    <a:pt x="10352" y="13537"/>
                  </a:lnTo>
                  <a:lnTo>
                    <a:pt x="12077" y="9821"/>
                  </a:lnTo>
                  <a:lnTo>
                    <a:pt x="13670" y="6371"/>
                  </a:lnTo>
                  <a:lnTo>
                    <a:pt x="14333" y="4778"/>
                  </a:lnTo>
                  <a:lnTo>
                    <a:pt x="14333" y="3451"/>
                  </a:lnTo>
                  <a:lnTo>
                    <a:pt x="14333" y="2389"/>
                  </a:lnTo>
                  <a:lnTo>
                    <a:pt x="14201" y="1593"/>
                  </a:lnTo>
                  <a:lnTo>
                    <a:pt x="14068" y="930"/>
                  </a:lnTo>
                  <a:lnTo>
                    <a:pt x="13670" y="266"/>
                  </a:lnTo>
                  <a:lnTo>
                    <a:pt x="13537"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4172;p40">
              <a:extLst>
                <a:ext uri="{FF2B5EF4-FFF2-40B4-BE49-F238E27FC236}">
                  <a16:creationId xmlns:a16="http://schemas.microsoft.com/office/drawing/2014/main" id="{A31B92CE-F054-E10D-5C92-1451F010C3AF}"/>
                </a:ext>
              </a:extLst>
            </p:cNvPr>
            <p:cNvSpPr/>
            <p:nvPr/>
          </p:nvSpPr>
          <p:spPr>
            <a:xfrm>
              <a:off x="6059569" y="1541541"/>
              <a:ext cx="237658" cy="261865"/>
            </a:xfrm>
            <a:custGeom>
              <a:avLst/>
              <a:gdLst/>
              <a:ahLst/>
              <a:cxnLst/>
              <a:rect l="l" t="t" r="r" b="b"/>
              <a:pathLst>
                <a:path w="14334" h="15794" fill="none" extrusionOk="0">
                  <a:moveTo>
                    <a:pt x="13537" y="1"/>
                  </a:moveTo>
                  <a:lnTo>
                    <a:pt x="13537" y="1"/>
                  </a:lnTo>
                  <a:lnTo>
                    <a:pt x="13139" y="1"/>
                  </a:lnTo>
                  <a:lnTo>
                    <a:pt x="12741" y="1"/>
                  </a:lnTo>
                  <a:lnTo>
                    <a:pt x="12343" y="133"/>
                  </a:lnTo>
                  <a:lnTo>
                    <a:pt x="11812" y="532"/>
                  </a:lnTo>
                  <a:lnTo>
                    <a:pt x="11148" y="1062"/>
                  </a:lnTo>
                  <a:lnTo>
                    <a:pt x="10618" y="1859"/>
                  </a:lnTo>
                  <a:lnTo>
                    <a:pt x="10087" y="2920"/>
                  </a:lnTo>
                  <a:lnTo>
                    <a:pt x="10087" y="2920"/>
                  </a:lnTo>
                  <a:lnTo>
                    <a:pt x="6503" y="11679"/>
                  </a:lnTo>
                  <a:lnTo>
                    <a:pt x="6503" y="11679"/>
                  </a:lnTo>
                  <a:lnTo>
                    <a:pt x="4247" y="11812"/>
                  </a:lnTo>
                  <a:lnTo>
                    <a:pt x="1" y="11945"/>
                  </a:lnTo>
                  <a:lnTo>
                    <a:pt x="1" y="15395"/>
                  </a:lnTo>
                  <a:lnTo>
                    <a:pt x="1" y="15395"/>
                  </a:lnTo>
                  <a:lnTo>
                    <a:pt x="2655" y="15661"/>
                  </a:lnTo>
                  <a:lnTo>
                    <a:pt x="5309" y="15793"/>
                  </a:lnTo>
                  <a:lnTo>
                    <a:pt x="7565" y="15793"/>
                  </a:lnTo>
                  <a:lnTo>
                    <a:pt x="8361" y="15661"/>
                  </a:lnTo>
                  <a:lnTo>
                    <a:pt x="8892" y="15528"/>
                  </a:lnTo>
                  <a:lnTo>
                    <a:pt x="8892" y="15528"/>
                  </a:lnTo>
                  <a:lnTo>
                    <a:pt x="9158" y="15262"/>
                  </a:lnTo>
                  <a:lnTo>
                    <a:pt x="9556" y="14864"/>
                  </a:lnTo>
                  <a:lnTo>
                    <a:pt x="10352" y="13537"/>
                  </a:lnTo>
                  <a:lnTo>
                    <a:pt x="12077" y="9821"/>
                  </a:lnTo>
                  <a:lnTo>
                    <a:pt x="13670" y="6371"/>
                  </a:lnTo>
                  <a:lnTo>
                    <a:pt x="14333" y="4778"/>
                  </a:lnTo>
                  <a:lnTo>
                    <a:pt x="14333" y="4778"/>
                  </a:lnTo>
                  <a:lnTo>
                    <a:pt x="14333" y="3451"/>
                  </a:lnTo>
                  <a:lnTo>
                    <a:pt x="14333" y="2389"/>
                  </a:lnTo>
                  <a:lnTo>
                    <a:pt x="14201" y="1593"/>
                  </a:lnTo>
                  <a:lnTo>
                    <a:pt x="14068" y="930"/>
                  </a:lnTo>
                  <a:lnTo>
                    <a:pt x="13670" y="266"/>
                  </a:lnTo>
                  <a:lnTo>
                    <a:pt x="1353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4173;p40">
              <a:extLst>
                <a:ext uri="{FF2B5EF4-FFF2-40B4-BE49-F238E27FC236}">
                  <a16:creationId xmlns:a16="http://schemas.microsoft.com/office/drawing/2014/main" id="{4571EF3E-7EF7-0CB8-E18F-EBEC957CF999}"/>
                </a:ext>
              </a:extLst>
            </p:cNvPr>
            <p:cNvSpPr/>
            <p:nvPr/>
          </p:nvSpPr>
          <p:spPr>
            <a:xfrm>
              <a:off x="5927559" y="1682371"/>
              <a:ext cx="132027" cy="114435"/>
            </a:xfrm>
            <a:custGeom>
              <a:avLst/>
              <a:gdLst/>
              <a:ahLst/>
              <a:cxnLst/>
              <a:rect l="l" t="t" r="r" b="b"/>
              <a:pathLst>
                <a:path w="7963" h="6902" extrusionOk="0">
                  <a:moveTo>
                    <a:pt x="4512" y="0"/>
                  </a:moveTo>
                  <a:lnTo>
                    <a:pt x="4247" y="133"/>
                  </a:lnTo>
                  <a:lnTo>
                    <a:pt x="3849" y="398"/>
                  </a:lnTo>
                  <a:lnTo>
                    <a:pt x="3716" y="929"/>
                  </a:lnTo>
                  <a:lnTo>
                    <a:pt x="3583" y="1725"/>
                  </a:lnTo>
                  <a:lnTo>
                    <a:pt x="3583" y="1991"/>
                  </a:lnTo>
                  <a:lnTo>
                    <a:pt x="3451" y="2256"/>
                  </a:lnTo>
                  <a:lnTo>
                    <a:pt x="2920" y="2124"/>
                  </a:lnTo>
                  <a:lnTo>
                    <a:pt x="2389" y="1991"/>
                  </a:lnTo>
                  <a:lnTo>
                    <a:pt x="1460" y="1725"/>
                  </a:lnTo>
                  <a:lnTo>
                    <a:pt x="929" y="1725"/>
                  </a:lnTo>
                  <a:lnTo>
                    <a:pt x="531" y="1858"/>
                  </a:lnTo>
                  <a:lnTo>
                    <a:pt x="265" y="2124"/>
                  </a:lnTo>
                  <a:lnTo>
                    <a:pt x="265" y="2389"/>
                  </a:lnTo>
                  <a:lnTo>
                    <a:pt x="265" y="2787"/>
                  </a:lnTo>
                  <a:lnTo>
                    <a:pt x="265" y="3318"/>
                  </a:lnTo>
                  <a:lnTo>
                    <a:pt x="133" y="3716"/>
                  </a:lnTo>
                  <a:lnTo>
                    <a:pt x="133" y="3981"/>
                  </a:lnTo>
                  <a:lnTo>
                    <a:pt x="265" y="4247"/>
                  </a:lnTo>
                  <a:lnTo>
                    <a:pt x="133" y="4512"/>
                  </a:lnTo>
                  <a:lnTo>
                    <a:pt x="0" y="4910"/>
                  </a:lnTo>
                  <a:lnTo>
                    <a:pt x="133" y="5176"/>
                  </a:lnTo>
                  <a:lnTo>
                    <a:pt x="265" y="5441"/>
                  </a:lnTo>
                  <a:lnTo>
                    <a:pt x="265" y="5839"/>
                  </a:lnTo>
                  <a:lnTo>
                    <a:pt x="531" y="6105"/>
                  </a:lnTo>
                  <a:lnTo>
                    <a:pt x="796" y="6238"/>
                  </a:lnTo>
                  <a:lnTo>
                    <a:pt x="1327" y="6503"/>
                  </a:lnTo>
                  <a:lnTo>
                    <a:pt x="1858" y="6636"/>
                  </a:lnTo>
                  <a:lnTo>
                    <a:pt x="3052" y="6768"/>
                  </a:lnTo>
                  <a:lnTo>
                    <a:pt x="5308" y="6768"/>
                  </a:lnTo>
                  <a:lnTo>
                    <a:pt x="7963" y="6901"/>
                  </a:lnTo>
                  <a:lnTo>
                    <a:pt x="7963" y="3451"/>
                  </a:lnTo>
                  <a:lnTo>
                    <a:pt x="5972" y="3451"/>
                  </a:lnTo>
                  <a:lnTo>
                    <a:pt x="5707" y="3318"/>
                  </a:lnTo>
                  <a:lnTo>
                    <a:pt x="5308" y="3052"/>
                  </a:lnTo>
                  <a:lnTo>
                    <a:pt x="5176" y="2787"/>
                  </a:lnTo>
                  <a:lnTo>
                    <a:pt x="4778" y="1991"/>
                  </a:lnTo>
                  <a:lnTo>
                    <a:pt x="4645" y="1460"/>
                  </a:lnTo>
                  <a:lnTo>
                    <a:pt x="4645" y="1062"/>
                  </a:lnTo>
                  <a:lnTo>
                    <a:pt x="4645" y="266"/>
                  </a:lnTo>
                  <a:lnTo>
                    <a:pt x="4645" y="133"/>
                  </a:lnTo>
                  <a:lnTo>
                    <a:pt x="4512" y="0"/>
                  </a:ln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4174;p40">
              <a:extLst>
                <a:ext uri="{FF2B5EF4-FFF2-40B4-BE49-F238E27FC236}">
                  <a16:creationId xmlns:a16="http://schemas.microsoft.com/office/drawing/2014/main" id="{F62460D8-759E-011C-5CA1-B2B30405AFED}"/>
                </a:ext>
              </a:extLst>
            </p:cNvPr>
            <p:cNvSpPr/>
            <p:nvPr/>
          </p:nvSpPr>
          <p:spPr>
            <a:xfrm>
              <a:off x="6211392" y="1772583"/>
              <a:ext cx="297064" cy="836146"/>
            </a:xfrm>
            <a:custGeom>
              <a:avLst/>
              <a:gdLst/>
              <a:ahLst/>
              <a:cxnLst/>
              <a:rect l="l" t="t" r="r" b="b"/>
              <a:pathLst>
                <a:path w="17917" h="50431" extrusionOk="0">
                  <a:moveTo>
                    <a:pt x="2788" y="0"/>
                  </a:moveTo>
                  <a:lnTo>
                    <a:pt x="1991" y="4512"/>
                  </a:lnTo>
                  <a:lnTo>
                    <a:pt x="1195" y="9157"/>
                  </a:lnTo>
                  <a:lnTo>
                    <a:pt x="266" y="18978"/>
                  </a:lnTo>
                  <a:lnTo>
                    <a:pt x="1" y="23357"/>
                  </a:lnTo>
                  <a:lnTo>
                    <a:pt x="1" y="25215"/>
                  </a:lnTo>
                  <a:lnTo>
                    <a:pt x="1" y="26675"/>
                  </a:lnTo>
                  <a:lnTo>
                    <a:pt x="1461" y="47378"/>
                  </a:lnTo>
                  <a:lnTo>
                    <a:pt x="1991" y="47643"/>
                  </a:lnTo>
                  <a:lnTo>
                    <a:pt x="2655" y="47776"/>
                  </a:lnTo>
                  <a:lnTo>
                    <a:pt x="3584" y="47776"/>
                  </a:lnTo>
                  <a:lnTo>
                    <a:pt x="4115" y="47643"/>
                  </a:lnTo>
                  <a:lnTo>
                    <a:pt x="4380" y="47511"/>
                  </a:lnTo>
                  <a:lnTo>
                    <a:pt x="5707" y="40344"/>
                  </a:lnTo>
                  <a:lnTo>
                    <a:pt x="6504" y="34903"/>
                  </a:lnTo>
                  <a:lnTo>
                    <a:pt x="6769" y="32647"/>
                  </a:lnTo>
                  <a:lnTo>
                    <a:pt x="6769" y="31187"/>
                  </a:lnTo>
                  <a:lnTo>
                    <a:pt x="6238" y="27206"/>
                  </a:lnTo>
                  <a:lnTo>
                    <a:pt x="8627" y="14864"/>
                  </a:lnTo>
                  <a:lnTo>
                    <a:pt x="10087" y="27206"/>
                  </a:lnTo>
                  <a:lnTo>
                    <a:pt x="11016" y="32780"/>
                  </a:lnTo>
                  <a:lnTo>
                    <a:pt x="12210" y="40344"/>
                  </a:lnTo>
                  <a:lnTo>
                    <a:pt x="13935" y="50032"/>
                  </a:lnTo>
                  <a:lnTo>
                    <a:pt x="14599" y="50298"/>
                  </a:lnTo>
                  <a:lnTo>
                    <a:pt x="15130" y="50430"/>
                  </a:lnTo>
                  <a:lnTo>
                    <a:pt x="15661" y="50430"/>
                  </a:lnTo>
                  <a:lnTo>
                    <a:pt x="16059" y="50298"/>
                  </a:lnTo>
                  <a:lnTo>
                    <a:pt x="16722" y="50165"/>
                  </a:lnTo>
                  <a:lnTo>
                    <a:pt x="16988" y="50032"/>
                  </a:lnTo>
                  <a:lnTo>
                    <a:pt x="17518" y="43264"/>
                  </a:lnTo>
                  <a:lnTo>
                    <a:pt x="17784" y="37557"/>
                  </a:lnTo>
                  <a:lnTo>
                    <a:pt x="17917" y="35036"/>
                  </a:lnTo>
                  <a:lnTo>
                    <a:pt x="17784" y="33045"/>
                  </a:lnTo>
                  <a:lnTo>
                    <a:pt x="17386" y="30391"/>
                  </a:lnTo>
                  <a:lnTo>
                    <a:pt x="16988" y="28533"/>
                  </a:lnTo>
                  <a:lnTo>
                    <a:pt x="16457" y="27339"/>
                  </a:lnTo>
                  <a:lnTo>
                    <a:pt x="16324" y="26410"/>
                  </a:lnTo>
                  <a:lnTo>
                    <a:pt x="16590" y="24286"/>
                  </a:lnTo>
                  <a:lnTo>
                    <a:pt x="17253" y="19111"/>
                  </a:lnTo>
                  <a:lnTo>
                    <a:pt x="17518" y="15926"/>
                  </a:lnTo>
                  <a:lnTo>
                    <a:pt x="17651" y="12740"/>
                  </a:lnTo>
                  <a:lnTo>
                    <a:pt x="17518" y="9688"/>
                  </a:lnTo>
                  <a:lnTo>
                    <a:pt x="17386" y="8361"/>
                  </a:lnTo>
                  <a:lnTo>
                    <a:pt x="17120" y="7167"/>
                  </a:lnTo>
                  <a:lnTo>
                    <a:pt x="16722" y="5840"/>
                  </a:lnTo>
                  <a:lnTo>
                    <a:pt x="16324" y="4645"/>
                  </a:lnTo>
                  <a:lnTo>
                    <a:pt x="15395" y="2654"/>
                  </a:lnTo>
                  <a:lnTo>
                    <a:pt x="14466" y="1195"/>
                  </a:lnTo>
                  <a:lnTo>
                    <a:pt x="13803" y="266"/>
                  </a:lnTo>
                  <a:lnTo>
                    <a:pt x="2788"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4175;p40">
              <a:extLst>
                <a:ext uri="{FF2B5EF4-FFF2-40B4-BE49-F238E27FC236}">
                  <a16:creationId xmlns:a16="http://schemas.microsoft.com/office/drawing/2014/main" id="{3AA5194D-D609-E6EA-904A-06DC64E16373}"/>
                </a:ext>
              </a:extLst>
            </p:cNvPr>
            <p:cNvSpPr/>
            <p:nvPr/>
          </p:nvSpPr>
          <p:spPr>
            <a:xfrm>
              <a:off x="6211392" y="1772583"/>
              <a:ext cx="297064" cy="836146"/>
            </a:xfrm>
            <a:custGeom>
              <a:avLst/>
              <a:gdLst/>
              <a:ahLst/>
              <a:cxnLst/>
              <a:rect l="l" t="t" r="r" b="b"/>
              <a:pathLst>
                <a:path w="17917" h="50431" fill="none" extrusionOk="0">
                  <a:moveTo>
                    <a:pt x="13803" y="266"/>
                  </a:moveTo>
                  <a:lnTo>
                    <a:pt x="13803" y="266"/>
                  </a:lnTo>
                  <a:lnTo>
                    <a:pt x="14466" y="1195"/>
                  </a:lnTo>
                  <a:lnTo>
                    <a:pt x="15395" y="2654"/>
                  </a:lnTo>
                  <a:lnTo>
                    <a:pt x="16324" y="4645"/>
                  </a:lnTo>
                  <a:lnTo>
                    <a:pt x="16722" y="5840"/>
                  </a:lnTo>
                  <a:lnTo>
                    <a:pt x="17120" y="7167"/>
                  </a:lnTo>
                  <a:lnTo>
                    <a:pt x="17120" y="7167"/>
                  </a:lnTo>
                  <a:lnTo>
                    <a:pt x="17386" y="8361"/>
                  </a:lnTo>
                  <a:lnTo>
                    <a:pt x="17518" y="9688"/>
                  </a:lnTo>
                  <a:lnTo>
                    <a:pt x="17651" y="12740"/>
                  </a:lnTo>
                  <a:lnTo>
                    <a:pt x="17518" y="15926"/>
                  </a:lnTo>
                  <a:lnTo>
                    <a:pt x="17253" y="19111"/>
                  </a:lnTo>
                  <a:lnTo>
                    <a:pt x="16590" y="24286"/>
                  </a:lnTo>
                  <a:lnTo>
                    <a:pt x="16324" y="26410"/>
                  </a:lnTo>
                  <a:lnTo>
                    <a:pt x="16324" y="26410"/>
                  </a:lnTo>
                  <a:lnTo>
                    <a:pt x="16457" y="27339"/>
                  </a:lnTo>
                  <a:lnTo>
                    <a:pt x="16988" y="28533"/>
                  </a:lnTo>
                  <a:lnTo>
                    <a:pt x="17386" y="30391"/>
                  </a:lnTo>
                  <a:lnTo>
                    <a:pt x="17784" y="33045"/>
                  </a:lnTo>
                  <a:lnTo>
                    <a:pt x="17784" y="33045"/>
                  </a:lnTo>
                  <a:lnTo>
                    <a:pt x="17917" y="35036"/>
                  </a:lnTo>
                  <a:lnTo>
                    <a:pt x="17784" y="37557"/>
                  </a:lnTo>
                  <a:lnTo>
                    <a:pt x="17518" y="43264"/>
                  </a:lnTo>
                  <a:lnTo>
                    <a:pt x="16988" y="50032"/>
                  </a:lnTo>
                  <a:lnTo>
                    <a:pt x="16988" y="50032"/>
                  </a:lnTo>
                  <a:lnTo>
                    <a:pt x="16722" y="50165"/>
                  </a:lnTo>
                  <a:lnTo>
                    <a:pt x="16059" y="50298"/>
                  </a:lnTo>
                  <a:lnTo>
                    <a:pt x="15661" y="50430"/>
                  </a:lnTo>
                  <a:lnTo>
                    <a:pt x="15130" y="50430"/>
                  </a:lnTo>
                  <a:lnTo>
                    <a:pt x="14599" y="50298"/>
                  </a:lnTo>
                  <a:lnTo>
                    <a:pt x="13935" y="50032"/>
                  </a:lnTo>
                  <a:lnTo>
                    <a:pt x="13935" y="50032"/>
                  </a:lnTo>
                  <a:lnTo>
                    <a:pt x="12210" y="40344"/>
                  </a:lnTo>
                  <a:lnTo>
                    <a:pt x="11016" y="32780"/>
                  </a:lnTo>
                  <a:lnTo>
                    <a:pt x="10087" y="27206"/>
                  </a:lnTo>
                  <a:lnTo>
                    <a:pt x="10087" y="27206"/>
                  </a:lnTo>
                  <a:lnTo>
                    <a:pt x="8627" y="14864"/>
                  </a:lnTo>
                  <a:lnTo>
                    <a:pt x="6238" y="27206"/>
                  </a:lnTo>
                  <a:lnTo>
                    <a:pt x="6238" y="27206"/>
                  </a:lnTo>
                  <a:lnTo>
                    <a:pt x="6769" y="31187"/>
                  </a:lnTo>
                  <a:lnTo>
                    <a:pt x="6769" y="31187"/>
                  </a:lnTo>
                  <a:lnTo>
                    <a:pt x="6769" y="32647"/>
                  </a:lnTo>
                  <a:lnTo>
                    <a:pt x="6504" y="34903"/>
                  </a:lnTo>
                  <a:lnTo>
                    <a:pt x="5707" y="40344"/>
                  </a:lnTo>
                  <a:lnTo>
                    <a:pt x="4380" y="47511"/>
                  </a:lnTo>
                  <a:lnTo>
                    <a:pt x="4380" y="47511"/>
                  </a:lnTo>
                  <a:lnTo>
                    <a:pt x="4115" y="47643"/>
                  </a:lnTo>
                  <a:lnTo>
                    <a:pt x="3584" y="47776"/>
                  </a:lnTo>
                  <a:lnTo>
                    <a:pt x="2655" y="47776"/>
                  </a:lnTo>
                  <a:lnTo>
                    <a:pt x="1991" y="47643"/>
                  </a:lnTo>
                  <a:lnTo>
                    <a:pt x="1461" y="47378"/>
                  </a:lnTo>
                  <a:lnTo>
                    <a:pt x="1461" y="47378"/>
                  </a:lnTo>
                  <a:lnTo>
                    <a:pt x="1" y="26675"/>
                  </a:lnTo>
                  <a:lnTo>
                    <a:pt x="1" y="26675"/>
                  </a:lnTo>
                  <a:lnTo>
                    <a:pt x="1" y="25215"/>
                  </a:lnTo>
                  <a:lnTo>
                    <a:pt x="1" y="23357"/>
                  </a:lnTo>
                  <a:lnTo>
                    <a:pt x="266" y="18978"/>
                  </a:lnTo>
                  <a:lnTo>
                    <a:pt x="1195" y="9157"/>
                  </a:lnTo>
                  <a:lnTo>
                    <a:pt x="1195" y="9157"/>
                  </a:lnTo>
                  <a:lnTo>
                    <a:pt x="1991" y="4512"/>
                  </a:lnTo>
                  <a:lnTo>
                    <a:pt x="2788" y="0"/>
                  </a:lnTo>
                  <a:lnTo>
                    <a:pt x="13803" y="26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4176;p40">
              <a:extLst>
                <a:ext uri="{FF2B5EF4-FFF2-40B4-BE49-F238E27FC236}">
                  <a16:creationId xmlns:a16="http://schemas.microsoft.com/office/drawing/2014/main" id="{532E3590-476B-D479-7F6C-6B2C32C0DA23}"/>
                </a:ext>
              </a:extLst>
            </p:cNvPr>
            <p:cNvSpPr/>
            <p:nvPr/>
          </p:nvSpPr>
          <p:spPr>
            <a:xfrm>
              <a:off x="6211392" y="1889190"/>
              <a:ext cx="297064" cy="631516"/>
            </a:xfrm>
            <a:custGeom>
              <a:avLst/>
              <a:gdLst/>
              <a:ahLst/>
              <a:cxnLst/>
              <a:rect l="l" t="t" r="r" b="b"/>
              <a:pathLst>
                <a:path w="17917" h="38089" extrusionOk="0">
                  <a:moveTo>
                    <a:pt x="930" y="5177"/>
                  </a:moveTo>
                  <a:lnTo>
                    <a:pt x="266" y="12343"/>
                  </a:lnTo>
                  <a:lnTo>
                    <a:pt x="1" y="15528"/>
                  </a:lnTo>
                  <a:lnTo>
                    <a:pt x="1" y="18182"/>
                  </a:lnTo>
                  <a:lnTo>
                    <a:pt x="1" y="19642"/>
                  </a:lnTo>
                  <a:lnTo>
                    <a:pt x="133" y="21235"/>
                  </a:lnTo>
                  <a:lnTo>
                    <a:pt x="6769" y="25083"/>
                  </a:lnTo>
                  <a:lnTo>
                    <a:pt x="6769" y="24685"/>
                  </a:lnTo>
                  <a:lnTo>
                    <a:pt x="6769" y="24154"/>
                  </a:lnTo>
                  <a:lnTo>
                    <a:pt x="6238" y="20173"/>
                  </a:lnTo>
                  <a:lnTo>
                    <a:pt x="8627" y="7831"/>
                  </a:lnTo>
                  <a:lnTo>
                    <a:pt x="6504" y="18713"/>
                  </a:lnTo>
                  <a:lnTo>
                    <a:pt x="7698" y="8096"/>
                  </a:lnTo>
                  <a:lnTo>
                    <a:pt x="7432" y="5840"/>
                  </a:lnTo>
                  <a:lnTo>
                    <a:pt x="930" y="5177"/>
                  </a:lnTo>
                  <a:close/>
                  <a:moveTo>
                    <a:pt x="17120" y="1"/>
                  </a:moveTo>
                  <a:lnTo>
                    <a:pt x="16191" y="532"/>
                  </a:lnTo>
                  <a:lnTo>
                    <a:pt x="14466" y="1195"/>
                  </a:lnTo>
                  <a:lnTo>
                    <a:pt x="13272" y="1461"/>
                  </a:lnTo>
                  <a:lnTo>
                    <a:pt x="11945" y="1726"/>
                  </a:lnTo>
                  <a:lnTo>
                    <a:pt x="10485" y="1859"/>
                  </a:lnTo>
                  <a:lnTo>
                    <a:pt x="8494" y="1859"/>
                  </a:lnTo>
                  <a:lnTo>
                    <a:pt x="10352" y="6106"/>
                  </a:lnTo>
                  <a:lnTo>
                    <a:pt x="8361" y="5840"/>
                  </a:lnTo>
                  <a:lnTo>
                    <a:pt x="8627" y="7831"/>
                  </a:lnTo>
                  <a:lnTo>
                    <a:pt x="10087" y="20173"/>
                  </a:lnTo>
                  <a:lnTo>
                    <a:pt x="11281" y="27605"/>
                  </a:lnTo>
                  <a:lnTo>
                    <a:pt x="15661" y="30259"/>
                  </a:lnTo>
                  <a:lnTo>
                    <a:pt x="16059" y="30524"/>
                  </a:lnTo>
                  <a:lnTo>
                    <a:pt x="16457" y="31055"/>
                  </a:lnTo>
                  <a:lnTo>
                    <a:pt x="16590" y="31586"/>
                  </a:lnTo>
                  <a:lnTo>
                    <a:pt x="16722" y="32382"/>
                  </a:lnTo>
                  <a:lnTo>
                    <a:pt x="16722" y="33179"/>
                  </a:lnTo>
                  <a:lnTo>
                    <a:pt x="16457" y="33842"/>
                  </a:lnTo>
                  <a:lnTo>
                    <a:pt x="16324" y="34638"/>
                  </a:lnTo>
                  <a:lnTo>
                    <a:pt x="15926" y="35302"/>
                  </a:lnTo>
                  <a:lnTo>
                    <a:pt x="15130" y="36762"/>
                  </a:lnTo>
                  <a:lnTo>
                    <a:pt x="14599" y="37425"/>
                  </a:lnTo>
                  <a:lnTo>
                    <a:pt x="13935" y="37956"/>
                  </a:lnTo>
                  <a:lnTo>
                    <a:pt x="14599" y="38089"/>
                  </a:lnTo>
                  <a:lnTo>
                    <a:pt x="15528" y="38089"/>
                  </a:lnTo>
                  <a:lnTo>
                    <a:pt x="17518" y="36894"/>
                  </a:lnTo>
                  <a:lnTo>
                    <a:pt x="17518" y="36762"/>
                  </a:lnTo>
                  <a:lnTo>
                    <a:pt x="17784" y="32515"/>
                  </a:lnTo>
                  <a:lnTo>
                    <a:pt x="17917" y="28534"/>
                  </a:lnTo>
                  <a:lnTo>
                    <a:pt x="17784" y="26012"/>
                  </a:lnTo>
                  <a:lnTo>
                    <a:pt x="17386" y="23358"/>
                  </a:lnTo>
                  <a:lnTo>
                    <a:pt x="16988" y="21500"/>
                  </a:lnTo>
                  <a:lnTo>
                    <a:pt x="16457" y="20306"/>
                  </a:lnTo>
                  <a:lnTo>
                    <a:pt x="16324" y="19377"/>
                  </a:lnTo>
                  <a:lnTo>
                    <a:pt x="16457" y="18050"/>
                  </a:lnTo>
                  <a:lnTo>
                    <a:pt x="16988" y="14865"/>
                  </a:lnTo>
                  <a:lnTo>
                    <a:pt x="17518" y="10352"/>
                  </a:lnTo>
                  <a:lnTo>
                    <a:pt x="17651" y="7964"/>
                  </a:lnTo>
                  <a:lnTo>
                    <a:pt x="17651" y="5442"/>
                  </a:lnTo>
                  <a:lnTo>
                    <a:pt x="17518" y="2655"/>
                  </a:lnTo>
                  <a:lnTo>
                    <a:pt x="17386" y="1328"/>
                  </a:lnTo>
                  <a:lnTo>
                    <a:pt x="17120" y="134"/>
                  </a:lnTo>
                  <a:lnTo>
                    <a:pt x="17120"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4177;p40">
              <a:extLst>
                <a:ext uri="{FF2B5EF4-FFF2-40B4-BE49-F238E27FC236}">
                  <a16:creationId xmlns:a16="http://schemas.microsoft.com/office/drawing/2014/main" id="{B761FCD4-A892-F5C9-683E-785FFBDCE635}"/>
                </a:ext>
              </a:extLst>
            </p:cNvPr>
            <p:cNvSpPr/>
            <p:nvPr/>
          </p:nvSpPr>
          <p:spPr>
            <a:xfrm>
              <a:off x="6211392" y="1889190"/>
              <a:ext cx="297064" cy="631516"/>
            </a:xfrm>
            <a:custGeom>
              <a:avLst/>
              <a:gdLst/>
              <a:ahLst/>
              <a:cxnLst/>
              <a:rect l="l" t="t" r="r" b="b"/>
              <a:pathLst>
                <a:path w="17917" h="38089" fill="none" extrusionOk="0">
                  <a:moveTo>
                    <a:pt x="17120" y="1"/>
                  </a:moveTo>
                  <a:lnTo>
                    <a:pt x="17120" y="1"/>
                  </a:lnTo>
                  <a:lnTo>
                    <a:pt x="16191" y="532"/>
                  </a:lnTo>
                  <a:lnTo>
                    <a:pt x="14466" y="1195"/>
                  </a:lnTo>
                  <a:lnTo>
                    <a:pt x="13272" y="1461"/>
                  </a:lnTo>
                  <a:lnTo>
                    <a:pt x="11945" y="1726"/>
                  </a:lnTo>
                  <a:lnTo>
                    <a:pt x="10485" y="1859"/>
                  </a:lnTo>
                  <a:lnTo>
                    <a:pt x="8892" y="1859"/>
                  </a:lnTo>
                  <a:lnTo>
                    <a:pt x="8892" y="1859"/>
                  </a:lnTo>
                  <a:lnTo>
                    <a:pt x="8494" y="1859"/>
                  </a:lnTo>
                  <a:lnTo>
                    <a:pt x="10352" y="6106"/>
                  </a:lnTo>
                  <a:lnTo>
                    <a:pt x="8361" y="5840"/>
                  </a:lnTo>
                  <a:lnTo>
                    <a:pt x="8627" y="7831"/>
                  </a:lnTo>
                  <a:lnTo>
                    <a:pt x="6504" y="18713"/>
                  </a:lnTo>
                  <a:lnTo>
                    <a:pt x="7698" y="8096"/>
                  </a:lnTo>
                  <a:lnTo>
                    <a:pt x="7432" y="5840"/>
                  </a:lnTo>
                  <a:lnTo>
                    <a:pt x="930" y="5177"/>
                  </a:lnTo>
                  <a:lnTo>
                    <a:pt x="930" y="5177"/>
                  </a:lnTo>
                  <a:lnTo>
                    <a:pt x="266" y="12343"/>
                  </a:lnTo>
                  <a:lnTo>
                    <a:pt x="1" y="15528"/>
                  </a:lnTo>
                  <a:lnTo>
                    <a:pt x="1" y="18182"/>
                  </a:lnTo>
                  <a:lnTo>
                    <a:pt x="1" y="18182"/>
                  </a:lnTo>
                  <a:lnTo>
                    <a:pt x="1" y="19642"/>
                  </a:lnTo>
                  <a:lnTo>
                    <a:pt x="1" y="19642"/>
                  </a:lnTo>
                  <a:lnTo>
                    <a:pt x="133" y="21235"/>
                  </a:lnTo>
                  <a:lnTo>
                    <a:pt x="6769" y="25083"/>
                  </a:lnTo>
                  <a:lnTo>
                    <a:pt x="6769" y="25083"/>
                  </a:lnTo>
                  <a:lnTo>
                    <a:pt x="6769" y="24685"/>
                  </a:lnTo>
                  <a:lnTo>
                    <a:pt x="6769" y="24685"/>
                  </a:lnTo>
                  <a:lnTo>
                    <a:pt x="6769" y="24154"/>
                  </a:lnTo>
                  <a:lnTo>
                    <a:pt x="6769" y="24154"/>
                  </a:lnTo>
                  <a:lnTo>
                    <a:pt x="6238" y="20173"/>
                  </a:lnTo>
                  <a:lnTo>
                    <a:pt x="6238" y="20173"/>
                  </a:lnTo>
                  <a:lnTo>
                    <a:pt x="6238" y="20173"/>
                  </a:lnTo>
                  <a:lnTo>
                    <a:pt x="8627" y="7831"/>
                  </a:lnTo>
                  <a:lnTo>
                    <a:pt x="8627" y="7831"/>
                  </a:lnTo>
                  <a:lnTo>
                    <a:pt x="10087" y="20173"/>
                  </a:lnTo>
                  <a:lnTo>
                    <a:pt x="10087" y="20173"/>
                  </a:lnTo>
                  <a:lnTo>
                    <a:pt x="11281" y="27605"/>
                  </a:lnTo>
                  <a:lnTo>
                    <a:pt x="15661" y="30259"/>
                  </a:lnTo>
                  <a:lnTo>
                    <a:pt x="15661" y="30259"/>
                  </a:lnTo>
                  <a:lnTo>
                    <a:pt x="15661" y="30259"/>
                  </a:lnTo>
                  <a:lnTo>
                    <a:pt x="15661" y="30259"/>
                  </a:lnTo>
                  <a:lnTo>
                    <a:pt x="16059" y="30524"/>
                  </a:lnTo>
                  <a:lnTo>
                    <a:pt x="16457" y="31055"/>
                  </a:lnTo>
                  <a:lnTo>
                    <a:pt x="16590" y="31586"/>
                  </a:lnTo>
                  <a:lnTo>
                    <a:pt x="16722" y="32382"/>
                  </a:lnTo>
                  <a:lnTo>
                    <a:pt x="16722" y="32382"/>
                  </a:lnTo>
                  <a:lnTo>
                    <a:pt x="16722" y="32382"/>
                  </a:lnTo>
                  <a:lnTo>
                    <a:pt x="16722" y="32382"/>
                  </a:lnTo>
                  <a:lnTo>
                    <a:pt x="16722" y="32382"/>
                  </a:lnTo>
                  <a:lnTo>
                    <a:pt x="16722" y="32382"/>
                  </a:lnTo>
                  <a:lnTo>
                    <a:pt x="16722" y="32382"/>
                  </a:lnTo>
                  <a:lnTo>
                    <a:pt x="16722" y="32382"/>
                  </a:lnTo>
                  <a:lnTo>
                    <a:pt x="16722" y="33179"/>
                  </a:lnTo>
                  <a:lnTo>
                    <a:pt x="16457" y="33842"/>
                  </a:lnTo>
                  <a:lnTo>
                    <a:pt x="16324" y="34638"/>
                  </a:lnTo>
                  <a:lnTo>
                    <a:pt x="15926" y="35302"/>
                  </a:lnTo>
                  <a:lnTo>
                    <a:pt x="15130" y="36762"/>
                  </a:lnTo>
                  <a:lnTo>
                    <a:pt x="14599" y="37425"/>
                  </a:lnTo>
                  <a:lnTo>
                    <a:pt x="13935" y="37956"/>
                  </a:lnTo>
                  <a:lnTo>
                    <a:pt x="13935" y="37956"/>
                  </a:lnTo>
                  <a:lnTo>
                    <a:pt x="14599" y="38089"/>
                  </a:lnTo>
                  <a:lnTo>
                    <a:pt x="15130" y="38089"/>
                  </a:lnTo>
                  <a:lnTo>
                    <a:pt x="15130" y="38089"/>
                  </a:lnTo>
                  <a:lnTo>
                    <a:pt x="15395" y="38089"/>
                  </a:lnTo>
                  <a:lnTo>
                    <a:pt x="15395" y="38089"/>
                  </a:lnTo>
                  <a:lnTo>
                    <a:pt x="15528" y="38089"/>
                  </a:lnTo>
                  <a:lnTo>
                    <a:pt x="17518" y="36894"/>
                  </a:lnTo>
                  <a:lnTo>
                    <a:pt x="17518" y="36762"/>
                  </a:lnTo>
                  <a:lnTo>
                    <a:pt x="17518" y="36762"/>
                  </a:lnTo>
                  <a:lnTo>
                    <a:pt x="17518" y="36762"/>
                  </a:lnTo>
                  <a:lnTo>
                    <a:pt x="17518" y="36762"/>
                  </a:lnTo>
                  <a:lnTo>
                    <a:pt x="17784" y="32515"/>
                  </a:lnTo>
                  <a:lnTo>
                    <a:pt x="17917" y="28534"/>
                  </a:lnTo>
                  <a:lnTo>
                    <a:pt x="17917" y="28534"/>
                  </a:lnTo>
                  <a:lnTo>
                    <a:pt x="17784" y="26012"/>
                  </a:lnTo>
                  <a:lnTo>
                    <a:pt x="17784" y="26012"/>
                  </a:lnTo>
                  <a:lnTo>
                    <a:pt x="17386" y="23358"/>
                  </a:lnTo>
                  <a:lnTo>
                    <a:pt x="16988" y="21500"/>
                  </a:lnTo>
                  <a:lnTo>
                    <a:pt x="16457" y="20306"/>
                  </a:lnTo>
                  <a:lnTo>
                    <a:pt x="16324" y="19377"/>
                  </a:lnTo>
                  <a:lnTo>
                    <a:pt x="16324" y="19377"/>
                  </a:lnTo>
                  <a:lnTo>
                    <a:pt x="16324" y="19377"/>
                  </a:lnTo>
                  <a:lnTo>
                    <a:pt x="16324" y="19377"/>
                  </a:lnTo>
                  <a:lnTo>
                    <a:pt x="16457" y="18050"/>
                  </a:lnTo>
                  <a:lnTo>
                    <a:pt x="16988" y="14865"/>
                  </a:lnTo>
                  <a:lnTo>
                    <a:pt x="17518" y="10352"/>
                  </a:lnTo>
                  <a:lnTo>
                    <a:pt x="17651" y="7964"/>
                  </a:lnTo>
                  <a:lnTo>
                    <a:pt x="17651" y="5442"/>
                  </a:lnTo>
                  <a:lnTo>
                    <a:pt x="17651" y="5442"/>
                  </a:lnTo>
                  <a:lnTo>
                    <a:pt x="17518" y="2655"/>
                  </a:lnTo>
                  <a:lnTo>
                    <a:pt x="17386" y="1328"/>
                  </a:lnTo>
                  <a:lnTo>
                    <a:pt x="17120" y="134"/>
                  </a:lnTo>
                  <a:lnTo>
                    <a:pt x="17120" y="134"/>
                  </a:lnTo>
                  <a:lnTo>
                    <a:pt x="1712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4178;p40">
              <a:extLst>
                <a:ext uri="{FF2B5EF4-FFF2-40B4-BE49-F238E27FC236}">
                  <a16:creationId xmlns:a16="http://schemas.microsoft.com/office/drawing/2014/main" id="{EF928421-2262-951A-C329-DC291168D389}"/>
                </a:ext>
              </a:extLst>
            </p:cNvPr>
            <p:cNvSpPr/>
            <p:nvPr/>
          </p:nvSpPr>
          <p:spPr>
            <a:xfrm>
              <a:off x="6116786" y="2441487"/>
              <a:ext cx="193638" cy="268447"/>
            </a:xfrm>
            <a:custGeom>
              <a:avLst/>
              <a:gdLst/>
              <a:ahLst/>
              <a:cxnLst/>
              <a:rect l="l" t="t" r="r" b="b"/>
              <a:pathLst>
                <a:path w="11679" h="16191" extrusionOk="0">
                  <a:moveTo>
                    <a:pt x="6636" y="0"/>
                  </a:moveTo>
                  <a:lnTo>
                    <a:pt x="6370" y="133"/>
                  </a:lnTo>
                  <a:lnTo>
                    <a:pt x="6238" y="531"/>
                  </a:lnTo>
                  <a:lnTo>
                    <a:pt x="6370" y="1858"/>
                  </a:lnTo>
                  <a:lnTo>
                    <a:pt x="6768" y="5043"/>
                  </a:lnTo>
                  <a:lnTo>
                    <a:pt x="6768" y="6636"/>
                  </a:lnTo>
                  <a:lnTo>
                    <a:pt x="6768" y="7698"/>
                  </a:lnTo>
                  <a:lnTo>
                    <a:pt x="6768" y="8228"/>
                  </a:lnTo>
                  <a:lnTo>
                    <a:pt x="6768" y="8759"/>
                  </a:lnTo>
                  <a:lnTo>
                    <a:pt x="6636" y="9025"/>
                  </a:lnTo>
                  <a:lnTo>
                    <a:pt x="6370" y="9423"/>
                  </a:lnTo>
                  <a:lnTo>
                    <a:pt x="5441" y="10352"/>
                  </a:lnTo>
                  <a:lnTo>
                    <a:pt x="3185" y="12210"/>
                  </a:lnTo>
                  <a:lnTo>
                    <a:pt x="2256" y="12873"/>
                  </a:lnTo>
                  <a:lnTo>
                    <a:pt x="1327" y="13404"/>
                  </a:lnTo>
                  <a:lnTo>
                    <a:pt x="664" y="13935"/>
                  </a:lnTo>
                  <a:lnTo>
                    <a:pt x="133" y="14333"/>
                  </a:lnTo>
                  <a:lnTo>
                    <a:pt x="0" y="14598"/>
                  </a:lnTo>
                  <a:lnTo>
                    <a:pt x="0" y="14864"/>
                  </a:lnTo>
                  <a:lnTo>
                    <a:pt x="266" y="15262"/>
                  </a:lnTo>
                  <a:lnTo>
                    <a:pt x="664" y="15527"/>
                  </a:lnTo>
                  <a:lnTo>
                    <a:pt x="1062" y="15793"/>
                  </a:lnTo>
                  <a:lnTo>
                    <a:pt x="1593" y="15926"/>
                  </a:lnTo>
                  <a:lnTo>
                    <a:pt x="2124" y="16058"/>
                  </a:lnTo>
                  <a:lnTo>
                    <a:pt x="2787" y="16191"/>
                  </a:lnTo>
                  <a:lnTo>
                    <a:pt x="3716" y="16058"/>
                  </a:lnTo>
                  <a:lnTo>
                    <a:pt x="4645" y="15660"/>
                  </a:lnTo>
                  <a:lnTo>
                    <a:pt x="5574" y="15262"/>
                  </a:lnTo>
                  <a:lnTo>
                    <a:pt x="6370" y="14731"/>
                  </a:lnTo>
                  <a:lnTo>
                    <a:pt x="7432" y="13935"/>
                  </a:lnTo>
                  <a:lnTo>
                    <a:pt x="8228" y="13537"/>
                  </a:lnTo>
                  <a:lnTo>
                    <a:pt x="8759" y="13271"/>
                  </a:lnTo>
                  <a:lnTo>
                    <a:pt x="9423" y="13139"/>
                  </a:lnTo>
                  <a:lnTo>
                    <a:pt x="10086" y="12741"/>
                  </a:lnTo>
                  <a:lnTo>
                    <a:pt x="10617" y="12342"/>
                  </a:lnTo>
                  <a:lnTo>
                    <a:pt x="10750" y="11944"/>
                  </a:lnTo>
                  <a:lnTo>
                    <a:pt x="10750" y="10883"/>
                  </a:lnTo>
                  <a:lnTo>
                    <a:pt x="10617" y="9821"/>
                  </a:lnTo>
                  <a:lnTo>
                    <a:pt x="10484" y="9290"/>
                  </a:lnTo>
                  <a:lnTo>
                    <a:pt x="10484" y="8494"/>
                  </a:lnTo>
                  <a:lnTo>
                    <a:pt x="10484" y="7565"/>
                  </a:lnTo>
                  <a:lnTo>
                    <a:pt x="10882" y="5309"/>
                  </a:lnTo>
                  <a:lnTo>
                    <a:pt x="11148" y="3583"/>
                  </a:lnTo>
                  <a:lnTo>
                    <a:pt x="11546" y="1991"/>
                  </a:lnTo>
                  <a:lnTo>
                    <a:pt x="11679" y="1327"/>
                  </a:lnTo>
                  <a:lnTo>
                    <a:pt x="11679" y="797"/>
                  </a:lnTo>
                  <a:lnTo>
                    <a:pt x="11546" y="398"/>
                  </a:lnTo>
                  <a:lnTo>
                    <a:pt x="11281" y="266"/>
                  </a:lnTo>
                  <a:lnTo>
                    <a:pt x="11148" y="1195"/>
                  </a:lnTo>
                  <a:lnTo>
                    <a:pt x="10750" y="1460"/>
                  </a:lnTo>
                  <a:lnTo>
                    <a:pt x="10086" y="1593"/>
                  </a:lnTo>
                  <a:lnTo>
                    <a:pt x="9024" y="1593"/>
                  </a:lnTo>
                  <a:lnTo>
                    <a:pt x="8095" y="1460"/>
                  </a:lnTo>
                  <a:lnTo>
                    <a:pt x="7299" y="1195"/>
                  </a:lnTo>
                  <a:lnTo>
                    <a:pt x="6901" y="929"/>
                  </a:lnTo>
                  <a:lnTo>
                    <a:pt x="6636" y="797"/>
                  </a:lnTo>
                  <a:lnTo>
                    <a:pt x="6636"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4179;p40">
              <a:extLst>
                <a:ext uri="{FF2B5EF4-FFF2-40B4-BE49-F238E27FC236}">
                  <a16:creationId xmlns:a16="http://schemas.microsoft.com/office/drawing/2014/main" id="{681BEBA9-C85E-10D7-E65C-3F9E53020B0A}"/>
                </a:ext>
              </a:extLst>
            </p:cNvPr>
            <p:cNvSpPr/>
            <p:nvPr/>
          </p:nvSpPr>
          <p:spPr>
            <a:xfrm>
              <a:off x="6116786" y="2441487"/>
              <a:ext cx="193638" cy="268447"/>
            </a:xfrm>
            <a:custGeom>
              <a:avLst/>
              <a:gdLst/>
              <a:ahLst/>
              <a:cxnLst/>
              <a:rect l="l" t="t" r="r" b="b"/>
              <a:pathLst>
                <a:path w="11679" h="16191" fill="none" extrusionOk="0">
                  <a:moveTo>
                    <a:pt x="10882" y="5309"/>
                  </a:moveTo>
                  <a:lnTo>
                    <a:pt x="10882" y="5309"/>
                  </a:lnTo>
                  <a:lnTo>
                    <a:pt x="11148" y="3583"/>
                  </a:lnTo>
                  <a:lnTo>
                    <a:pt x="11546" y="1991"/>
                  </a:lnTo>
                  <a:lnTo>
                    <a:pt x="11679" y="1327"/>
                  </a:lnTo>
                  <a:lnTo>
                    <a:pt x="11679" y="797"/>
                  </a:lnTo>
                  <a:lnTo>
                    <a:pt x="11546" y="398"/>
                  </a:lnTo>
                  <a:lnTo>
                    <a:pt x="11281" y="266"/>
                  </a:lnTo>
                  <a:lnTo>
                    <a:pt x="11148" y="1195"/>
                  </a:lnTo>
                  <a:lnTo>
                    <a:pt x="11148" y="1195"/>
                  </a:lnTo>
                  <a:lnTo>
                    <a:pt x="10750" y="1460"/>
                  </a:lnTo>
                  <a:lnTo>
                    <a:pt x="10086" y="1593"/>
                  </a:lnTo>
                  <a:lnTo>
                    <a:pt x="9024" y="1593"/>
                  </a:lnTo>
                  <a:lnTo>
                    <a:pt x="9024" y="1593"/>
                  </a:lnTo>
                  <a:lnTo>
                    <a:pt x="8095" y="1460"/>
                  </a:lnTo>
                  <a:lnTo>
                    <a:pt x="7299" y="1195"/>
                  </a:lnTo>
                  <a:lnTo>
                    <a:pt x="6901" y="929"/>
                  </a:lnTo>
                  <a:lnTo>
                    <a:pt x="6636" y="797"/>
                  </a:lnTo>
                  <a:lnTo>
                    <a:pt x="6636" y="0"/>
                  </a:lnTo>
                  <a:lnTo>
                    <a:pt x="6636" y="0"/>
                  </a:lnTo>
                  <a:lnTo>
                    <a:pt x="6370" y="133"/>
                  </a:lnTo>
                  <a:lnTo>
                    <a:pt x="6238" y="531"/>
                  </a:lnTo>
                  <a:lnTo>
                    <a:pt x="6370" y="1858"/>
                  </a:lnTo>
                  <a:lnTo>
                    <a:pt x="6370" y="1858"/>
                  </a:lnTo>
                  <a:lnTo>
                    <a:pt x="6768" y="5043"/>
                  </a:lnTo>
                  <a:lnTo>
                    <a:pt x="6768" y="6636"/>
                  </a:lnTo>
                  <a:lnTo>
                    <a:pt x="6768" y="7698"/>
                  </a:lnTo>
                  <a:lnTo>
                    <a:pt x="6768" y="7698"/>
                  </a:lnTo>
                  <a:lnTo>
                    <a:pt x="6768" y="8228"/>
                  </a:lnTo>
                  <a:lnTo>
                    <a:pt x="6768" y="8759"/>
                  </a:lnTo>
                  <a:lnTo>
                    <a:pt x="6636" y="9025"/>
                  </a:lnTo>
                  <a:lnTo>
                    <a:pt x="6370" y="9423"/>
                  </a:lnTo>
                  <a:lnTo>
                    <a:pt x="5441" y="10352"/>
                  </a:lnTo>
                  <a:lnTo>
                    <a:pt x="5441" y="10352"/>
                  </a:lnTo>
                  <a:lnTo>
                    <a:pt x="3185" y="12210"/>
                  </a:lnTo>
                  <a:lnTo>
                    <a:pt x="2256" y="12873"/>
                  </a:lnTo>
                  <a:lnTo>
                    <a:pt x="1327" y="13404"/>
                  </a:lnTo>
                  <a:lnTo>
                    <a:pt x="1327" y="13404"/>
                  </a:lnTo>
                  <a:lnTo>
                    <a:pt x="664" y="13935"/>
                  </a:lnTo>
                  <a:lnTo>
                    <a:pt x="133" y="14333"/>
                  </a:lnTo>
                  <a:lnTo>
                    <a:pt x="0" y="14598"/>
                  </a:lnTo>
                  <a:lnTo>
                    <a:pt x="0" y="14864"/>
                  </a:lnTo>
                  <a:lnTo>
                    <a:pt x="266" y="15262"/>
                  </a:lnTo>
                  <a:lnTo>
                    <a:pt x="664" y="15527"/>
                  </a:lnTo>
                  <a:lnTo>
                    <a:pt x="664" y="15527"/>
                  </a:lnTo>
                  <a:lnTo>
                    <a:pt x="664" y="15527"/>
                  </a:lnTo>
                  <a:lnTo>
                    <a:pt x="1062" y="15793"/>
                  </a:lnTo>
                  <a:lnTo>
                    <a:pt x="1593" y="15926"/>
                  </a:lnTo>
                  <a:lnTo>
                    <a:pt x="2124" y="16058"/>
                  </a:lnTo>
                  <a:lnTo>
                    <a:pt x="2787" y="16191"/>
                  </a:lnTo>
                  <a:lnTo>
                    <a:pt x="2787" y="16191"/>
                  </a:lnTo>
                  <a:lnTo>
                    <a:pt x="3716" y="16058"/>
                  </a:lnTo>
                  <a:lnTo>
                    <a:pt x="4645" y="15660"/>
                  </a:lnTo>
                  <a:lnTo>
                    <a:pt x="5574" y="15262"/>
                  </a:lnTo>
                  <a:lnTo>
                    <a:pt x="6370" y="14731"/>
                  </a:lnTo>
                  <a:lnTo>
                    <a:pt x="6370" y="14731"/>
                  </a:lnTo>
                  <a:lnTo>
                    <a:pt x="7432" y="13935"/>
                  </a:lnTo>
                  <a:lnTo>
                    <a:pt x="8228" y="13537"/>
                  </a:lnTo>
                  <a:lnTo>
                    <a:pt x="8759" y="13271"/>
                  </a:lnTo>
                  <a:lnTo>
                    <a:pt x="8759" y="13271"/>
                  </a:lnTo>
                  <a:lnTo>
                    <a:pt x="9423" y="13139"/>
                  </a:lnTo>
                  <a:lnTo>
                    <a:pt x="10086" y="12741"/>
                  </a:lnTo>
                  <a:lnTo>
                    <a:pt x="10617" y="12342"/>
                  </a:lnTo>
                  <a:lnTo>
                    <a:pt x="10750" y="11944"/>
                  </a:lnTo>
                  <a:lnTo>
                    <a:pt x="10750" y="11944"/>
                  </a:lnTo>
                  <a:lnTo>
                    <a:pt x="10750" y="10883"/>
                  </a:lnTo>
                  <a:lnTo>
                    <a:pt x="10617" y="9821"/>
                  </a:lnTo>
                  <a:lnTo>
                    <a:pt x="10617" y="9821"/>
                  </a:lnTo>
                  <a:lnTo>
                    <a:pt x="10484" y="9290"/>
                  </a:lnTo>
                  <a:lnTo>
                    <a:pt x="10484" y="9290"/>
                  </a:lnTo>
                  <a:lnTo>
                    <a:pt x="10484" y="8494"/>
                  </a:lnTo>
                  <a:lnTo>
                    <a:pt x="10484" y="7565"/>
                  </a:lnTo>
                  <a:lnTo>
                    <a:pt x="10882" y="530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4180;p40">
              <a:extLst>
                <a:ext uri="{FF2B5EF4-FFF2-40B4-BE49-F238E27FC236}">
                  <a16:creationId xmlns:a16="http://schemas.microsoft.com/office/drawing/2014/main" id="{BA258C58-ABC8-0986-5BBC-01CD5092D213}"/>
                </a:ext>
              </a:extLst>
            </p:cNvPr>
            <p:cNvSpPr/>
            <p:nvPr/>
          </p:nvSpPr>
          <p:spPr>
            <a:xfrm>
              <a:off x="6420432" y="2498688"/>
              <a:ext cx="85818" cy="297064"/>
            </a:xfrm>
            <a:custGeom>
              <a:avLst/>
              <a:gdLst/>
              <a:ahLst/>
              <a:cxnLst/>
              <a:rect l="l" t="t" r="r" b="b"/>
              <a:pathLst>
                <a:path w="5176" h="17917" extrusionOk="0">
                  <a:moveTo>
                    <a:pt x="4910" y="1"/>
                  </a:moveTo>
                  <a:lnTo>
                    <a:pt x="4778" y="797"/>
                  </a:lnTo>
                  <a:lnTo>
                    <a:pt x="4380" y="1062"/>
                  </a:lnTo>
                  <a:lnTo>
                    <a:pt x="3716" y="1195"/>
                  </a:lnTo>
                  <a:lnTo>
                    <a:pt x="2787" y="1328"/>
                  </a:lnTo>
                  <a:lnTo>
                    <a:pt x="1725" y="1195"/>
                  </a:lnTo>
                  <a:lnTo>
                    <a:pt x="1062" y="1062"/>
                  </a:lnTo>
                  <a:lnTo>
                    <a:pt x="398" y="797"/>
                  </a:lnTo>
                  <a:lnTo>
                    <a:pt x="266" y="133"/>
                  </a:lnTo>
                  <a:lnTo>
                    <a:pt x="133" y="133"/>
                  </a:lnTo>
                  <a:lnTo>
                    <a:pt x="0" y="399"/>
                  </a:lnTo>
                  <a:lnTo>
                    <a:pt x="133" y="1062"/>
                  </a:lnTo>
                  <a:lnTo>
                    <a:pt x="664" y="3717"/>
                  </a:lnTo>
                  <a:lnTo>
                    <a:pt x="929" y="5176"/>
                  </a:lnTo>
                  <a:lnTo>
                    <a:pt x="1062" y="6238"/>
                  </a:lnTo>
                  <a:lnTo>
                    <a:pt x="1062" y="7565"/>
                  </a:lnTo>
                  <a:lnTo>
                    <a:pt x="929" y="9423"/>
                  </a:lnTo>
                  <a:lnTo>
                    <a:pt x="531" y="13272"/>
                  </a:lnTo>
                  <a:lnTo>
                    <a:pt x="531" y="15395"/>
                  </a:lnTo>
                  <a:lnTo>
                    <a:pt x="664" y="15395"/>
                  </a:lnTo>
                  <a:lnTo>
                    <a:pt x="796" y="16191"/>
                  </a:lnTo>
                  <a:lnTo>
                    <a:pt x="1195" y="17120"/>
                  </a:lnTo>
                  <a:lnTo>
                    <a:pt x="1460" y="17519"/>
                  </a:lnTo>
                  <a:lnTo>
                    <a:pt x="1858" y="17784"/>
                  </a:lnTo>
                  <a:lnTo>
                    <a:pt x="2256" y="17917"/>
                  </a:lnTo>
                  <a:lnTo>
                    <a:pt x="2654" y="17917"/>
                  </a:lnTo>
                  <a:lnTo>
                    <a:pt x="3053" y="17784"/>
                  </a:lnTo>
                  <a:lnTo>
                    <a:pt x="3451" y="17519"/>
                  </a:lnTo>
                  <a:lnTo>
                    <a:pt x="4114" y="16988"/>
                  </a:lnTo>
                  <a:lnTo>
                    <a:pt x="4645" y="15926"/>
                  </a:lnTo>
                  <a:lnTo>
                    <a:pt x="4778" y="15395"/>
                  </a:lnTo>
                  <a:lnTo>
                    <a:pt x="4910" y="14864"/>
                  </a:lnTo>
                  <a:lnTo>
                    <a:pt x="4910" y="13935"/>
                  </a:lnTo>
                  <a:lnTo>
                    <a:pt x="4778" y="12741"/>
                  </a:lnTo>
                  <a:lnTo>
                    <a:pt x="4645" y="11547"/>
                  </a:lnTo>
                  <a:lnTo>
                    <a:pt x="4645" y="11281"/>
                  </a:lnTo>
                  <a:lnTo>
                    <a:pt x="4512" y="11016"/>
                  </a:lnTo>
                  <a:lnTo>
                    <a:pt x="4512" y="8096"/>
                  </a:lnTo>
                  <a:lnTo>
                    <a:pt x="4778" y="4513"/>
                  </a:lnTo>
                  <a:lnTo>
                    <a:pt x="5176" y="1062"/>
                  </a:lnTo>
                  <a:lnTo>
                    <a:pt x="5176" y="399"/>
                  </a:lnTo>
                  <a:lnTo>
                    <a:pt x="504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4181;p40">
              <a:extLst>
                <a:ext uri="{FF2B5EF4-FFF2-40B4-BE49-F238E27FC236}">
                  <a16:creationId xmlns:a16="http://schemas.microsoft.com/office/drawing/2014/main" id="{9D861CCA-F149-7AF0-7716-90AFA195FC4B}"/>
                </a:ext>
              </a:extLst>
            </p:cNvPr>
            <p:cNvSpPr/>
            <p:nvPr/>
          </p:nvSpPr>
          <p:spPr>
            <a:xfrm>
              <a:off x="6420432" y="2498688"/>
              <a:ext cx="85818" cy="297064"/>
            </a:xfrm>
            <a:custGeom>
              <a:avLst/>
              <a:gdLst/>
              <a:ahLst/>
              <a:cxnLst/>
              <a:rect l="l" t="t" r="r" b="b"/>
              <a:pathLst>
                <a:path w="5176" h="17917" fill="none" extrusionOk="0">
                  <a:moveTo>
                    <a:pt x="4512" y="8096"/>
                  </a:moveTo>
                  <a:lnTo>
                    <a:pt x="4512" y="8096"/>
                  </a:lnTo>
                  <a:lnTo>
                    <a:pt x="4778" y="4513"/>
                  </a:lnTo>
                  <a:lnTo>
                    <a:pt x="5176" y="1062"/>
                  </a:lnTo>
                  <a:lnTo>
                    <a:pt x="5176" y="1062"/>
                  </a:lnTo>
                  <a:lnTo>
                    <a:pt x="5176" y="399"/>
                  </a:lnTo>
                  <a:lnTo>
                    <a:pt x="5043" y="1"/>
                  </a:lnTo>
                  <a:lnTo>
                    <a:pt x="4910" y="1"/>
                  </a:lnTo>
                  <a:lnTo>
                    <a:pt x="4910" y="1"/>
                  </a:lnTo>
                  <a:lnTo>
                    <a:pt x="4778" y="797"/>
                  </a:lnTo>
                  <a:lnTo>
                    <a:pt x="4778" y="797"/>
                  </a:lnTo>
                  <a:lnTo>
                    <a:pt x="4380" y="1062"/>
                  </a:lnTo>
                  <a:lnTo>
                    <a:pt x="3716" y="1195"/>
                  </a:lnTo>
                  <a:lnTo>
                    <a:pt x="2787" y="1328"/>
                  </a:lnTo>
                  <a:lnTo>
                    <a:pt x="2787" y="1328"/>
                  </a:lnTo>
                  <a:lnTo>
                    <a:pt x="1725" y="1195"/>
                  </a:lnTo>
                  <a:lnTo>
                    <a:pt x="1062" y="1062"/>
                  </a:lnTo>
                  <a:lnTo>
                    <a:pt x="398" y="797"/>
                  </a:lnTo>
                  <a:lnTo>
                    <a:pt x="398" y="797"/>
                  </a:lnTo>
                  <a:lnTo>
                    <a:pt x="266" y="133"/>
                  </a:lnTo>
                  <a:lnTo>
                    <a:pt x="266" y="133"/>
                  </a:lnTo>
                  <a:lnTo>
                    <a:pt x="133" y="133"/>
                  </a:lnTo>
                  <a:lnTo>
                    <a:pt x="0" y="399"/>
                  </a:lnTo>
                  <a:lnTo>
                    <a:pt x="133" y="1062"/>
                  </a:lnTo>
                  <a:lnTo>
                    <a:pt x="664" y="3717"/>
                  </a:lnTo>
                  <a:lnTo>
                    <a:pt x="664" y="3717"/>
                  </a:lnTo>
                  <a:lnTo>
                    <a:pt x="929" y="5176"/>
                  </a:lnTo>
                  <a:lnTo>
                    <a:pt x="1062" y="6238"/>
                  </a:lnTo>
                  <a:lnTo>
                    <a:pt x="1062" y="7565"/>
                  </a:lnTo>
                  <a:lnTo>
                    <a:pt x="929" y="9423"/>
                  </a:lnTo>
                  <a:lnTo>
                    <a:pt x="929" y="9423"/>
                  </a:lnTo>
                  <a:lnTo>
                    <a:pt x="531" y="13272"/>
                  </a:lnTo>
                  <a:lnTo>
                    <a:pt x="531" y="15395"/>
                  </a:lnTo>
                  <a:lnTo>
                    <a:pt x="664" y="15395"/>
                  </a:lnTo>
                  <a:lnTo>
                    <a:pt x="664" y="15395"/>
                  </a:lnTo>
                  <a:lnTo>
                    <a:pt x="796" y="16191"/>
                  </a:lnTo>
                  <a:lnTo>
                    <a:pt x="1195" y="17120"/>
                  </a:lnTo>
                  <a:lnTo>
                    <a:pt x="1195" y="17120"/>
                  </a:lnTo>
                  <a:lnTo>
                    <a:pt x="1460" y="17519"/>
                  </a:lnTo>
                  <a:lnTo>
                    <a:pt x="1858" y="17784"/>
                  </a:lnTo>
                  <a:lnTo>
                    <a:pt x="2256" y="17917"/>
                  </a:lnTo>
                  <a:lnTo>
                    <a:pt x="2654" y="17917"/>
                  </a:lnTo>
                  <a:lnTo>
                    <a:pt x="3053" y="17784"/>
                  </a:lnTo>
                  <a:lnTo>
                    <a:pt x="3451" y="17519"/>
                  </a:lnTo>
                  <a:lnTo>
                    <a:pt x="4114" y="16988"/>
                  </a:lnTo>
                  <a:lnTo>
                    <a:pt x="4114" y="16988"/>
                  </a:lnTo>
                  <a:lnTo>
                    <a:pt x="4645" y="15926"/>
                  </a:lnTo>
                  <a:lnTo>
                    <a:pt x="4778" y="15395"/>
                  </a:lnTo>
                  <a:lnTo>
                    <a:pt x="4910" y="14864"/>
                  </a:lnTo>
                  <a:lnTo>
                    <a:pt x="4910" y="14864"/>
                  </a:lnTo>
                  <a:lnTo>
                    <a:pt x="4910" y="14864"/>
                  </a:lnTo>
                  <a:lnTo>
                    <a:pt x="4910" y="14864"/>
                  </a:lnTo>
                  <a:lnTo>
                    <a:pt x="4910" y="13935"/>
                  </a:lnTo>
                  <a:lnTo>
                    <a:pt x="4910" y="13935"/>
                  </a:lnTo>
                  <a:lnTo>
                    <a:pt x="4778" y="12741"/>
                  </a:lnTo>
                  <a:lnTo>
                    <a:pt x="4645" y="11547"/>
                  </a:lnTo>
                  <a:lnTo>
                    <a:pt x="4645" y="11281"/>
                  </a:lnTo>
                  <a:lnTo>
                    <a:pt x="4645" y="11281"/>
                  </a:lnTo>
                  <a:lnTo>
                    <a:pt x="4512" y="11016"/>
                  </a:lnTo>
                  <a:lnTo>
                    <a:pt x="4512" y="11016"/>
                  </a:lnTo>
                  <a:lnTo>
                    <a:pt x="4512" y="80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4182;p40">
              <a:extLst>
                <a:ext uri="{FF2B5EF4-FFF2-40B4-BE49-F238E27FC236}">
                  <a16:creationId xmlns:a16="http://schemas.microsoft.com/office/drawing/2014/main" id="{0AFED473-C1A0-BDE4-7FF6-DAE23821C073}"/>
                </a:ext>
              </a:extLst>
            </p:cNvPr>
            <p:cNvSpPr/>
            <p:nvPr/>
          </p:nvSpPr>
          <p:spPr>
            <a:xfrm>
              <a:off x="6229000" y="1537147"/>
              <a:ext cx="226649" cy="257454"/>
            </a:xfrm>
            <a:custGeom>
              <a:avLst/>
              <a:gdLst/>
              <a:ahLst/>
              <a:cxnLst/>
              <a:rect l="l" t="t" r="r" b="b"/>
              <a:pathLst>
                <a:path w="13670" h="15528" extrusionOk="0">
                  <a:moveTo>
                    <a:pt x="5707" y="0"/>
                  </a:moveTo>
                  <a:lnTo>
                    <a:pt x="3318" y="266"/>
                  </a:lnTo>
                  <a:lnTo>
                    <a:pt x="2787" y="664"/>
                  </a:lnTo>
                  <a:lnTo>
                    <a:pt x="2256" y="1195"/>
                  </a:lnTo>
                  <a:lnTo>
                    <a:pt x="1460" y="2389"/>
                  </a:lnTo>
                  <a:lnTo>
                    <a:pt x="929" y="3451"/>
                  </a:lnTo>
                  <a:lnTo>
                    <a:pt x="531" y="4512"/>
                  </a:lnTo>
                  <a:lnTo>
                    <a:pt x="133" y="5574"/>
                  </a:lnTo>
                  <a:lnTo>
                    <a:pt x="0" y="6238"/>
                  </a:lnTo>
                  <a:lnTo>
                    <a:pt x="0" y="7034"/>
                  </a:lnTo>
                  <a:lnTo>
                    <a:pt x="133" y="7830"/>
                  </a:lnTo>
                  <a:lnTo>
                    <a:pt x="266" y="8626"/>
                  </a:lnTo>
                  <a:lnTo>
                    <a:pt x="797" y="9423"/>
                  </a:lnTo>
                  <a:lnTo>
                    <a:pt x="1327" y="10352"/>
                  </a:lnTo>
                  <a:lnTo>
                    <a:pt x="1726" y="14200"/>
                  </a:lnTo>
                  <a:lnTo>
                    <a:pt x="2522" y="14598"/>
                  </a:lnTo>
                  <a:lnTo>
                    <a:pt x="3451" y="14997"/>
                  </a:lnTo>
                  <a:lnTo>
                    <a:pt x="4380" y="15262"/>
                  </a:lnTo>
                  <a:lnTo>
                    <a:pt x="5309" y="15527"/>
                  </a:lnTo>
                  <a:lnTo>
                    <a:pt x="7167" y="15527"/>
                  </a:lnTo>
                  <a:lnTo>
                    <a:pt x="8892" y="15395"/>
                  </a:lnTo>
                  <a:lnTo>
                    <a:pt x="10485" y="15129"/>
                  </a:lnTo>
                  <a:lnTo>
                    <a:pt x="11679" y="14864"/>
                  </a:lnTo>
                  <a:lnTo>
                    <a:pt x="12741" y="14466"/>
                  </a:lnTo>
                  <a:lnTo>
                    <a:pt x="13670" y="7963"/>
                  </a:lnTo>
                  <a:lnTo>
                    <a:pt x="13404" y="7432"/>
                  </a:lnTo>
                  <a:lnTo>
                    <a:pt x="13006" y="6768"/>
                  </a:lnTo>
                  <a:lnTo>
                    <a:pt x="12741" y="5840"/>
                  </a:lnTo>
                  <a:lnTo>
                    <a:pt x="12608" y="4778"/>
                  </a:lnTo>
                  <a:lnTo>
                    <a:pt x="12608" y="3716"/>
                  </a:lnTo>
                  <a:lnTo>
                    <a:pt x="12873" y="2389"/>
                  </a:lnTo>
                  <a:lnTo>
                    <a:pt x="13139" y="1725"/>
                  </a:lnTo>
                  <a:lnTo>
                    <a:pt x="13537" y="1062"/>
                  </a:lnTo>
                  <a:lnTo>
                    <a:pt x="9954" y="398"/>
                  </a:lnTo>
                  <a:lnTo>
                    <a:pt x="5707"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4183;p40">
              <a:extLst>
                <a:ext uri="{FF2B5EF4-FFF2-40B4-BE49-F238E27FC236}">
                  <a16:creationId xmlns:a16="http://schemas.microsoft.com/office/drawing/2014/main" id="{212EEA29-2B01-D1F6-59F7-046DCBDE0715}"/>
                </a:ext>
              </a:extLst>
            </p:cNvPr>
            <p:cNvSpPr/>
            <p:nvPr/>
          </p:nvSpPr>
          <p:spPr>
            <a:xfrm>
              <a:off x="6229000" y="1537147"/>
              <a:ext cx="226649" cy="257454"/>
            </a:xfrm>
            <a:custGeom>
              <a:avLst/>
              <a:gdLst/>
              <a:ahLst/>
              <a:cxnLst/>
              <a:rect l="l" t="t" r="r" b="b"/>
              <a:pathLst>
                <a:path w="13670" h="15528" fill="none" extrusionOk="0">
                  <a:moveTo>
                    <a:pt x="1327" y="10352"/>
                  </a:moveTo>
                  <a:lnTo>
                    <a:pt x="1327" y="10352"/>
                  </a:lnTo>
                  <a:lnTo>
                    <a:pt x="1726" y="14200"/>
                  </a:lnTo>
                  <a:lnTo>
                    <a:pt x="1726" y="14200"/>
                  </a:lnTo>
                  <a:lnTo>
                    <a:pt x="2522" y="14598"/>
                  </a:lnTo>
                  <a:lnTo>
                    <a:pt x="3451" y="14997"/>
                  </a:lnTo>
                  <a:lnTo>
                    <a:pt x="4380" y="15262"/>
                  </a:lnTo>
                  <a:lnTo>
                    <a:pt x="5309" y="15527"/>
                  </a:lnTo>
                  <a:lnTo>
                    <a:pt x="7167" y="15527"/>
                  </a:lnTo>
                  <a:lnTo>
                    <a:pt x="8892" y="15395"/>
                  </a:lnTo>
                  <a:lnTo>
                    <a:pt x="10485" y="15129"/>
                  </a:lnTo>
                  <a:lnTo>
                    <a:pt x="11679" y="14864"/>
                  </a:lnTo>
                  <a:lnTo>
                    <a:pt x="12741" y="14466"/>
                  </a:lnTo>
                  <a:lnTo>
                    <a:pt x="13670" y="7963"/>
                  </a:lnTo>
                  <a:lnTo>
                    <a:pt x="13670" y="7963"/>
                  </a:lnTo>
                  <a:lnTo>
                    <a:pt x="13404" y="7432"/>
                  </a:lnTo>
                  <a:lnTo>
                    <a:pt x="13006" y="6768"/>
                  </a:lnTo>
                  <a:lnTo>
                    <a:pt x="12741" y="5840"/>
                  </a:lnTo>
                  <a:lnTo>
                    <a:pt x="12608" y="4778"/>
                  </a:lnTo>
                  <a:lnTo>
                    <a:pt x="12608" y="3716"/>
                  </a:lnTo>
                  <a:lnTo>
                    <a:pt x="12873" y="2389"/>
                  </a:lnTo>
                  <a:lnTo>
                    <a:pt x="13139" y="1725"/>
                  </a:lnTo>
                  <a:lnTo>
                    <a:pt x="13537" y="1062"/>
                  </a:lnTo>
                  <a:lnTo>
                    <a:pt x="9954" y="398"/>
                  </a:lnTo>
                  <a:lnTo>
                    <a:pt x="5707" y="0"/>
                  </a:lnTo>
                  <a:lnTo>
                    <a:pt x="3318" y="266"/>
                  </a:lnTo>
                  <a:lnTo>
                    <a:pt x="3318" y="266"/>
                  </a:lnTo>
                  <a:lnTo>
                    <a:pt x="2787" y="664"/>
                  </a:lnTo>
                  <a:lnTo>
                    <a:pt x="2256" y="1195"/>
                  </a:lnTo>
                  <a:lnTo>
                    <a:pt x="1460" y="2389"/>
                  </a:lnTo>
                  <a:lnTo>
                    <a:pt x="929" y="3451"/>
                  </a:lnTo>
                  <a:lnTo>
                    <a:pt x="531" y="4512"/>
                  </a:lnTo>
                  <a:lnTo>
                    <a:pt x="531" y="4512"/>
                  </a:lnTo>
                  <a:lnTo>
                    <a:pt x="133" y="5574"/>
                  </a:lnTo>
                  <a:lnTo>
                    <a:pt x="0" y="6238"/>
                  </a:lnTo>
                  <a:lnTo>
                    <a:pt x="0" y="7034"/>
                  </a:lnTo>
                  <a:lnTo>
                    <a:pt x="133" y="7830"/>
                  </a:lnTo>
                  <a:lnTo>
                    <a:pt x="266" y="8626"/>
                  </a:lnTo>
                  <a:lnTo>
                    <a:pt x="797" y="9423"/>
                  </a:lnTo>
                  <a:lnTo>
                    <a:pt x="1327" y="103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4184;p40">
              <a:extLst>
                <a:ext uri="{FF2B5EF4-FFF2-40B4-BE49-F238E27FC236}">
                  <a16:creationId xmlns:a16="http://schemas.microsoft.com/office/drawing/2014/main" id="{C619664A-CF9F-0CB8-7D24-92E18AA13744}"/>
                </a:ext>
              </a:extLst>
            </p:cNvPr>
            <p:cNvSpPr/>
            <p:nvPr/>
          </p:nvSpPr>
          <p:spPr>
            <a:xfrm>
              <a:off x="6226794" y="1537147"/>
              <a:ext cx="272857" cy="382865"/>
            </a:xfrm>
            <a:custGeom>
              <a:avLst/>
              <a:gdLst/>
              <a:ahLst/>
              <a:cxnLst/>
              <a:rect l="l" t="t" r="r" b="b"/>
              <a:pathLst>
                <a:path w="16457" h="23092" extrusionOk="0">
                  <a:moveTo>
                    <a:pt x="5840" y="0"/>
                  </a:moveTo>
                  <a:lnTo>
                    <a:pt x="3451" y="266"/>
                  </a:lnTo>
                  <a:lnTo>
                    <a:pt x="2920" y="664"/>
                  </a:lnTo>
                  <a:lnTo>
                    <a:pt x="2389" y="1195"/>
                  </a:lnTo>
                  <a:lnTo>
                    <a:pt x="1593" y="2389"/>
                  </a:lnTo>
                  <a:lnTo>
                    <a:pt x="930" y="3583"/>
                  </a:lnTo>
                  <a:lnTo>
                    <a:pt x="532" y="4645"/>
                  </a:lnTo>
                  <a:lnTo>
                    <a:pt x="133" y="5707"/>
                  </a:lnTo>
                  <a:lnTo>
                    <a:pt x="133" y="6370"/>
                  </a:lnTo>
                  <a:lnTo>
                    <a:pt x="1" y="7034"/>
                  </a:lnTo>
                  <a:lnTo>
                    <a:pt x="133" y="7830"/>
                  </a:lnTo>
                  <a:lnTo>
                    <a:pt x="399" y="8626"/>
                  </a:lnTo>
                  <a:lnTo>
                    <a:pt x="797" y="9555"/>
                  </a:lnTo>
                  <a:lnTo>
                    <a:pt x="1460" y="10352"/>
                  </a:lnTo>
                  <a:lnTo>
                    <a:pt x="1460" y="14200"/>
                  </a:lnTo>
                  <a:lnTo>
                    <a:pt x="266" y="21897"/>
                  </a:lnTo>
                  <a:lnTo>
                    <a:pt x="2124" y="22428"/>
                  </a:lnTo>
                  <a:lnTo>
                    <a:pt x="3849" y="22826"/>
                  </a:lnTo>
                  <a:lnTo>
                    <a:pt x="5575" y="22959"/>
                  </a:lnTo>
                  <a:lnTo>
                    <a:pt x="7034" y="23092"/>
                  </a:lnTo>
                  <a:lnTo>
                    <a:pt x="9821" y="23092"/>
                  </a:lnTo>
                  <a:lnTo>
                    <a:pt x="12210" y="22694"/>
                  </a:lnTo>
                  <a:lnTo>
                    <a:pt x="14068" y="22163"/>
                  </a:lnTo>
                  <a:lnTo>
                    <a:pt x="15395" y="21632"/>
                  </a:lnTo>
                  <a:lnTo>
                    <a:pt x="16457" y="21101"/>
                  </a:lnTo>
                  <a:lnTo>
                    <a:pt x="13803" y="14466"/>
                  </a:lnTo>
                  <a:lnTo>
                    <a:pt x="14068" y="8096"/>
                  </a:lnTo>
                  <a:lnTo>
                    <a:pt x="13803" y="7565"/>
                  </a:lnTo>
                  <a:lnTo>
                    <a:pt x="13404" y="6901"/>
                  </a:lnTo>
                  <a:lnTo>
                    <a:pt x="13139" y="5972"/>
                  </a:lnTo>
                  <a:lnTo>
                    <a:pt x="13006" y="4911"/>
                  </a:lnTo>
                  <a:lnTo>
                    <a:pt x="13006" y="3716"/>
                  </a:lnTo>
                  <a:lnTo>
                    <a:pt x="13404" y="2389"/>
                  </a:lnTo>
                  <a:lnTo>
                    <a:pt x="13670" y="1725"/>
                  </a:lnTo>
                  <a:lnTo>
                    <a:pt x="13935" y="1062"/>
                  </a:lnTo>
                  <a:lnTo>
                    <a:pt x="10219" y="266"/>
                  </a:lnTo>
                  <a:lnTo>
                    <a:pt x="10219" y="664"/>
                  </a:lnTo>
                  <a:lnTo>
                    <a:pt x="10883" y="797"/>
                  </a:lnTo>
                  <a:lnTo>
                    <a:pt x="10618" y="1195"/>
                  </a:lnTo>
                  <a:lnTo>
                    <a:pt x="10219" y="1858"/>
                  </a:lnTo>
                  <a:lnTo>
                    <a:pt x="9689" y="2522"/>
                  </a:lnTo>
                  <a:lnTo>
                    <a:pt x="8892" y="3053"/>
                  </a:lnTo>
                  <a:lnTo>
                    <a:pt x="8096" y="3716"/>
                  </a:lnTo>
                  <a:lnTo>
                    <a:pt x="7167" y="4247"/>
                  </a:lnTo>
                  <a:lnTo>
                    <a:pt x="6105" y="4645"/>
                  </a:lnTo>
                  <a:lnTo>
                    <a:pt x="5176" y="4911"/>
                  </a:lnTo>
                  <a:lnTo>
                    <a:pt x="4778" y="4380"/>
                  </a:lnTo>
                  <a:lnTo>
                    <a:pt x="4513" y="3849"/>
                  </a:lnTo>
                  <a:lnTo>
                    <a:pt x="4380" y="3318"/>
                  </a:lnTo>
                  <a:lnTo>
                    <a:pt x="4513" y="2654"/>
                  </a:lnTo>
                  <a:lnTo>
                    <a:pt x="4778" y="1593"/>
                  </a:lnTo>
                  <a:lnTo>
                    <a:pt x="5176" y="664"/>
                  </a:lnTo>
                  <a:lnTo>
                    <a:pt x="5575" y="531"/>
                  </a:lnTo>
                  <a:lnTo>
                    <a:pt x="5840" y="266"/>
                  </a:lnTo>
                  <a:lnTo>
                    <a:pt x="5840"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4185;p40">
              <a:extLst>
                <a:ext uri="{FF2B5EF4-FFF2-40B4-BE49-F238E27FC236}">
                  <a16:creationId xmlns:a16="http://schemas.microsoft.com/office/drawing/2014/main" id="{6A03A800-BD48-0485-567A-ECAD8952EFFB}"/>
                </a:ext>
              </a:extLst>
            </p:cNvPr>
            <p:cNvSpPr/>
            <p:nvPr/>
          </p:nvSpPr>
          <p:spPr>
            <a:xfrm>
              <a:off x="6226794" y="1537147"/>
              <a:ext cx="272857" cy="382865"/>
            </a:xfrm>
            <a:custGeom>
              <a:avLst/>
              <a:gdLst/>
              <a:ahLst/>
              <a:cxnLst/>
              <a:rect l="l" t="t" r="r" b="b"/>
              <a:pathLst>
                <a:path w="16457" h="23092" fill="none" extrusionOk="0">
                  <a:moveTo>
                    <a:pt x="13803" y="14466"/>
                  </a:moveTo>
                  <a:lnTo>
                    <a:pt x="14068" y="8096"/>
                  </a:lnTo>
                  <a:lnTo>
                    <a:pt x="14068" y="8096"/>
                  </a:lnTo>
                  <a:lnTo>
                    <a:pt x="13803" y="7565"/>
                  </a:lnTo>
                  <a:lnTo>
                    <a:pt x="13404" y="6901"/>
                  </a:lnTo>
                  <a:lnTo>
                    <a:pt x="13139" y="5972"/>
                  </a:lnTo>
                  <a:lnTo>
                    <a:pt x="13006" y="4911"/>
                  </a:lnTo>
                  <a:lnTo>
                    <a:pt x="13006" y="3716"/>
                  </a:lnTo>
                  <a:lnTo>
                    <a:pt x="13404" y="2389"/>
                  </a:lnTo>
                  <a:lnTo>
                    <a:pt x="13670" y="1725"/>
                  </a:lnTo>
                  <a:lnTo>
                    <a:pt x="13935" y="1062"/>
                  </a:lnTo>
                  <a:lnTo>
                    <a:pt x="10219" y="266"/>
                  </a:lnTo>
                  <a:lnTo>
                    <a:pt x="10219" y="664"/>
                  </a:lnTo>
                  <a:lnTo>
                    <a:pt x="10883" y="797"/>
                  </a:lnTo>
                  <a:lnTo>
                    <a:pt x="10883" y="797"/>
                  </a:lnTo>
                  <a:lnTo>
                    <a:pt x="10618" y="1195"/>
                  </a:lnTo>
                  <a:lnTo>
                    <a:pt x="10219" y="1858"/>
                  </a:lnTo>
                  <a:lnTo>
                    <a:pt x="9689" y="2522"/>
                  </a:lnTo>
                  <a:lnTo>
                    <a:pt x="8892" y="3053"/>
                  </a:lnTo>
                  <a:lnTo>
                    <a:pt x="8096" y="3716"/>
                  </a:lnTo>
                  <a:lnTo>
                    <a:pt x="7167" y="4247"/>
                  </a:lnTo>
                  <a:lnTo>
                    <a:pt x="6105" y="4645"/>
                  </a:lnTo>
                  <a:lnTo>
                    <a:pt x="5176" y="4911"/>
                  </a:lnTo>
                  <a:lnTo>
                    <a:pt x="5176" y="4911"/>
                  </a:lnTo>
                  <a:lnTo>
                    <a:pt x="4778" y="4380"/>
                  </a:lnTo>
                  <a:lnTo>
                    <a:pt x="4513" y="3849"/>
                  </a:lnTo>
                  <a:lnTo>
                    <a:pt x="4380" y="3318"/>
                  </a:lnTo>
                  <a:lnTo>
                    <a:pt x="4513" y="2654"/>
                  </a:lnTo>
                  <a:lnTo>
                    <a:pt x="4778" y="1593"/>
                  </a:lnTo>
                  <a:lnTo>
                    <a:pt x="5176" y="664"/>
                  </a:lnTo>
                  <a:lnTo>
                    <a:pt x="5575" y="531"/>
                  </a:lnTo>
                  <a:lnTo>
                    <a:pt x="5575" y="531"/>
                  </a:lnTo>
                  <a:lnTo>
                    <a:pt x="5840" y="266"/>
                  </a:lnTo>
                  <a:lnTo>
                    <a:pt x="5840" y="0"/>
                  </a:lnTo>
                  <a:lnTo>
                    <a:pt x="3451" y="266"/>
                  </a:lnTo>
                  <a:lnTo>
                    <a:pt x="3451" y="266"/>
                  </a:lnTo>
                  <a:lnTo>
                    <a:pt x="2920" y="664"/>
                  </a:lnTo>
                  <a:lnTo>
                    <a:pt x="2389" y="1195"/>
                  </a:lnTo>
                  <a:lnTo>
                    <a:pt x="1593" y="2389"/>
                  </a:lnTo>
                  <a:lnTo>
                    <a:pt x="930" y="3583"/>
                  </a:lnTo>
                  <a:lnTo>
                    <a:pt x="532" y="4645"/>
                  </a:lnTo>
                  <a:lnTo>
                    <a:pt x="532" y="4645"/>
                  </a:lnTo>
                  <a:lnTo>
                    <a:pt x="133" y="5707"/>
                  </a:lnTo>
                  <a:lnTo>
                    <a:pt x="133" y="6370"/>
                  </a:lnTo>
                  <a:lnTo>
                    <a:pt x="1" y="7034"/>
                  </a:lnTo>
                  <a:lnTo>
                    <a:pt x="133" y="7830"/>
                  </a:lnTo>
                  <a:lnTo>
                    <a:pt x="399" y="8626"/>
                  </a:lnTo>
                  <a:lnTo>
                    <a:pt x="797" y="9555"/>
                  </a:lnTo>
                  <a:lnTo>
                    <a:pt x="1460" y="10352"/>
                  </a:lnTo>
                  <a:lnTo>
                    <a:pt x="1460" y="10352"/>
                  </a:lnTo>
                  <a:lnTo>
                    <a:pt x="1460" y="14200"/>
                  </a:lnTo>
                  <a:lnTo>
                    <a:pt x="266" y="21897"/>
                  </a:lnTo>
                  <a:lnTo>
                    <a:pt x="266" y="21897"/>
                  </a:lnTo>
                  <a:lnTo>
                    <a:pt x="2124" y="22428"/>
                  </a:lnTo>
                  <a:lnTo>
                    <a:pt x="3849" y="22826"/>
                  </a:lnTo>
                  <a:lnTo>
                    <a:pt x="5575" y="22959"/>
                  </a:lnTo>
                  <a:lnTo>
                    <a:pt x="7034" y="23092"/>
                  </a:lnTo>
                  <a:lnTo>
                    <a:pt x="8494" y="23092"/>
                  </a:lnTo>
                  <a:lnTo>
                    <a:pt x="9821" y="23092"/>
                  </a:lnTo>
                  <a:lnTo>
                    <a:pt x="12210" y="22694"/>
                  </a:lnTo>
                  <a:lnTo>
                    <a:pt x="14068" y="22163"/>
                  </a:lnTo>
                  <a:lnTo>
                    <a:pt x="15395" y="21632"/>
                  </a:lnTo>
                  <a:lnTo>
                    <a:pt x="16457" y="21101"/>
                  </a:lnTo>
                  <a:lnTo>
                    <a:pt x="16457" y="21101"/>
                  </a:lnTo>
                  <a:lnTo>
                    <a:pt x="13803" y="1446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4186;p40">
              <a:extLst>
                <a:ext uri="{FF2B5EF4-FFF2-40B4-BE49-F238E27FC236}">
                  <a16:creationId xmlns:a16="http://schemas.microsoft.com/office/drawing/2014/main" id="{92223559-13F1-0A62-DB9C-9CD51BBE017C}"/>
                </a:ext>
              </a:extLst>
            </p:cNvPr>
            <p:cNvSpPr/>
            <p:nvPr/>
          </p:nvSpPr>
          <p:spPr>
            <a:xfrm>
              <a:off x="6251001" y="1732974"/>
              <a:ext cx="206852" cy="39626"/>
            </a:xfrm>
            <a:custGeom>
              <a:avLst/>
              <a:gdLst/>
              <a:ahLst/>
              <a:cxnLst/>
              <a:rect l="l" t="t" r="r" b="b"/>
              <a:pathLst>
                <a:path w="12476" h="2390" extrusionOk="0">
                  <a:moveTo>
                    <a:pt x="12475" y="0"/>
                  </a:moveTo>
                  <a:lnTo>
                    <a:pt x="10750" y="531"/>
                  </a:lnTo>
                  <a:lnTo>
                    <a:pt x="8892" y="929"/>
                  </a:lnTo>
                  <a:lnTo>
                    <a:pt x="7034" y="1062"/>
                  </a:lnTo>
                  <a:lnTo>
                    <a:pt x="4911" y="1062"/>
                  </a:lnTo>
                  <a:lnTo>
                    <a:pt x="2655" y="929"/>
                  </a:lnTo>
                  <a:lnTo>
                    <a:pt x="929" y="664"/>
                  </a:lnTo>
                  <a:lnTo>
                    <a:pt x="399" y="399"/>
                  </a:lnTo>
                  <a:lnTo>
                    <a:pt x="0" y="133"/>
                  </a:lnTo>
                  <a:lnTo>
                    <a:pt x="0" y="1460"/>
                  </a:lnTo>
                  <a:lnTo>
                    <a:pt x="399" y="1726"/>
                  </a:lnTo>
                  <a:lnTo>
                    <a:pt x="929" y="1991"/>
                  </a:lnTo>
                  <a:lnTo>
                    <a:pt x="2655" y="2257"/>
                  </a:lnTo>
                  <a:lnTo>
                    <a:pt x="4911" y="2389"/>
                  </a:lnTo>
                  <a:lnTo>
                    <a:pt x="7034" y="2389"/>
                  </a:lnTo>
                  <a:lnTo>
                    <a:pt x="8892" y="2257"/>
                  </a:lnTo>
                  <a:lnTo>
                    <a:pt x="10617" y="1858"/>
                  </a:lnTo>
                  <a:lnTo>
                    <a:pt x="12475" y="1328"/>
                  </a:lnTo>
                  <a:lnTo>
                    <a:pt x="12475"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4187;p40">
              <a:extLst>
                <a:ext uri="{FF2B5EF4-FFF2-40B4-BE49-F238E27FC236}">
                  <a16:creationId xmlns:a16="http://schemas.microsoft.com/office/drawing/2014/main" id="{74DEC553-3F02-CAB5-E188-4BE2945B1ECE}"/>
                </a:ext>
              </a:extLst>
            </p:cNvPr>
            <p:cNvSpPr/>
            <p:nvPr/>
          </p:nvSpPr>
          <p:spPr>
            <a:xfrm>
              <a:off x="6251001" y="1732974"/>
              <a:ext cx="206852" cy="39626"/>
            </a:xfrm>
            <a:custGeom>
              <a:avLst/>
              <a:gdLst/>
              <a:ahLst/>
              <a:cxnLst/>
              <a:rect l="l" t="t" r="r" b="b"/>
              <a:pathLst>
                <a:path w="12476" h="2390" fill="none" extrusionOk="0">
                  <a:moveTo>
                    <a:pt x="0" y="1460"/>
                  </a:moveTo>
                  <a:lnTo>
                    <a:pt x="0" y="1460"/>
                  </a:lnTo>
                  <a:lnTo>
                    <a:pt x="399" y="1726"/>
                  </a:lnTo>
                  <a:lnTo>
                    <a:pt x="929" y="1991"/>
                  </a:lnTo>
                  <a:lnTo>
                    <a:pt x="2655" y="2257"/>
                  </a:lnTo>
                  <a:lnTo>
                    <a:pt x="4911" y="2389"/>
                  </a:lnTo>
                  <a:lnTo>
                    <a:pt x="7034" y="2389"/>
                  </a:lnTo>
                  <a:lnTo>
                    <a:pt x="7034" y="2389"/>
                  </a:lnTo>
                  <a:lnTo>
                    <a:pt x="8892" y="2257"/>
                  </a:lnTo>
                  <a:lnTo>
                    <a:pt x="10617" y="1858"/>
                  </a:lnTo>
                  <a:lnTo>
                    <a:pt x="12475" y="1328"/>
                  </a:lnTo>
                  <a:lnTo>
                    <a:pt x="12475" y="0"/>
                  </a:lnTo>
                  <a:lnTo>
                    <a:pt x="12475" y="0"/>
                  </a:lnTo>
                  <a:lnTo>
                    <a:pt x="10750" y="531"/>
                  </a:lnTo>
                  <a:lnTo>
                    <a:pt x="8892" y="929"/>
                  </a:lnTo>
                  <a:lnTo>
                    <a:pt x="7034" y="1062"/>
                  </a:lnTo>
                  <a:lnTo>
                    <a:pt x="7034" y="1062"/>
                  </a:lnTo>
                  <a:lnTo>
                    <a:pt x="4911" y="1062"/>
                  </a:lnTo>
                  <a:lnTo>
                    <a:pt x="2655" y="929"/>
                  </a:lnTo>
                  <a:lnTo>
                    <a:pt x="929" y="664"/>
                  </a:lnTo>
                  <a:lnTo>
                    <a:pt x="399" y="399"/>
                  </a:lnTo>
                  <a:lnTo>
                    <a:pt x="0" y="133"/>
                  </a:lnTo>
                  <a:lnTo>
                    <a:pt x="0" y="146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4188;p40">
              <a:extLst>
                <a:ext uri="{FF2B5EF4-FFF2-40B4-BE49-F238E27FC236}">
                  <a16:creationId xmlns:a16="http://schemas.microsoft.com/office/drawing/2014/main" id="{40E23673-F038-C115-D97A-41BA742E4D23}"/>
                </a:ext>
              </a:extLst>
            </p:cNvPr>
            <p:cNvSpPr/>
            <p:nvPr/>
          </p:nvSpPr>
          <p:spPr>
            <a:xfrm>
              <a:off x="6251001" y="1776977"/>
              <a:ext cx="213451" cy="41831"/>
            </a:xfrm>
            <a:custGeom>
              <a:avLst/>
              <a:gdLst/>
              <a:ahLst/>
              <a:cxnLst/>
              <a:rect l="l" t="t" r="r" b="b"/>
              <a:pathLst>
                <a:path w="12874" h="2523" extrusionOk="0">
                  <a:moveTo>
                    <a:pt x="12343" y="1"/>
                  </a:moveTo>
                  <a:lnTo>
                    <a:pt x="10352" y="664"/>
                  </a:lnTo>
                  <a:lnTo>
                    <a:pt x="8759" y="930"/>
                  </a:lnTo>
                  <a:lnTo>
                    <a:pt x="7034" y="1195"/>
                  </a:lnTo>
                  <a:lnTo>
                    <a:pt x="4911" y="1195"/>
                  </a:lnTo>
                  <a:lnTo>
                    <a:pt x="2655" y="1062"/>
                  </a:lnTo>
                  <a:lnTo>
                    <a:pt x="929" y="664"/>
                  </a:lnTo>
                  <a:lnTo>
                    <a:pt x="399" y="532"/>
                  </a:lnTo>
                  <a:lnTo>
                    <a:pt x="0" y="266"/>
                  </a:lnTo>
                  <a:lnTo>
                    <a:pt x="0" y="1593"/>
                  </a:lnTo>
                  <a:lnTo>
                    <a:pt x="399" y="1859"/>
                  </a:lnTo>
                  <a:lnTo>
                    <a:pt x="929" y="1991"/>
                  </a:lnTo>
                  <a:lnTo>
                    <a:pt x="2655" y="2389"/>
                  </a:lnTo>
                  <a:lnTo>
                    <a:pt x="4911" y="2522"/>
                  </a:lnTo>
                  <a:lnTo>
                    <a:pt x="7034" y="2522"/>
                  </a:lnTo>
                  <a:lnTo>
                    <a:pt x="8627" y="2257"/>
                  </a:lnTo>
                  <a:lnTo>
                    <a:pt x="10352" y="1991"/>
                  </a:lnTo>
                  <a:lnTo>
                    <a:pt x="12873" y="1195"/>
                  </a:lnTo>
                  <a:lnTo>
                    <a:pt x="12343"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4189;p40">
              <a:extLst>
                <a:ext uri="{FF2B5EF4-FFF2-40B4-BE49-F238E27FC236}">
                  <a16:creationId xmlns:a16="http://schemas.microsoft.com/office/drawing/2014/main" id="{3AA0A98C-07ED-060E-DA5E-4CFB32500001}"/>
                </a:ext>
              </a:extLst>
            </p:cNvPr>
            <p:cNvSpPr/>
            <p:nvPr/>
          </p:nvSpPr>
          <p:spPr>
            <a:xfrm>
              <a:off x="6251001" y="1776977"/>
              <a:ext cx="213451" cy="41831"/>
            </a:xfrm>
            <a:custGeom>
              <a:avLst/>
              <a:gdLst/>
              <a:ahLst/>
              <a:cxnLst/>
              <a:rect l="l" t="t" r="r" b="b"/>
              <a:pathLst>
                <a:path w="12874" h="2523" fill="none" extrusionOk="0">
                  <a:moveTo>
                    <a:pt x="12873" y="1195"/>
                  </a:moveTo>
                  <a:lnTo>
                    <a:pt x="12873" y="1195"/>
                  </a:lnTo>
                  <a:lnTo>
                    <a:pt x="12343" y="1"/>
                  </a:lnTo>
                  <a:lnTo>
                    <a:pt x="12343" y="1"/>
                  </a:lnTo>
                  <a:lnTo>
                    <a:pt x="12343" y="1"/>
                  </a:lnTo>
                  <a:lnTo>
                    <a:pt x="10352" y="664"/>
                  </a:lnTo>
                  <a:lnTo>
                    <a:pt x="8759" y="930"/>
                  </a:lnTo>
                  <a:lnTo>
                    <a:pt x="7034" y="1195"/>
                  </a:lnTo>
                  <a:lnTo>
                    <a:pt x="7034" y="1195"/>
                  </a:lnTo>
                  <a:lnTo>
                    <a:pt x="4911" y="1195"/>
                  </a:lnTo>
                  <a:lnTo>
                    <a:pt x="2655" y="1062"/>
                  </a:lnTo>
                  <a:lnTo>
                    <a:pt x="929" y="664"/>
                  </a:lnTo>
                  <a:lnTo>
                    <a:pt x="399" y="532"/>
                  </a:lnTo>
                  <a:lnTo>
                    <a:pt x="0" y="266"/>
                  </a:lnTo>
                  <a:lnTo>
                    <a:pt x="0" y="1593"/>
                  </a:lnTo>
                  <a:lnTo>
                    <a:pt x="0" y="1593"/>
                  </a:lnTo>
                  <a:lnTo>
                    <a:pt x="399" y="1859"/>
                  </a:lnTo>
                  <a:lnTo>
                    <a:pt x="929" y="1991"/>
                  </a:lnTo>
                  <a:lnTo>
                    <a:pt x="2655" y="2389"/>
                  </a:lnTo>
                  <a:lnTo>
                    <a:pt x="4911" y="2522"/>
                  </a:lnTo>
                  <a:lnTo>
                    <a:pt x="7034" y="2522"/>
                  </a:lnTo>
                  <a:lnTo>
                    <a:pt x="7034" y="2522"/>
                  </a:lnTo>
                  <a:lnTo>
                    <a:pt x="8627" y="2257"/>
                  </a:lnTo>
                  <a:lnTo>
                    <a:pt x="10352" y="1991"/>
                  </a:lnTo>
                  <a:lnTo>
                    <a:pt x="12873" y="119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4190;p40">
              <a:extLst>
                <a:ext uri="{FF2B5EF4-FFF2-40B4-BE49-F238E27FC236}">
                  <a16:creationId xmlns:a16="http://schemas.microsoft.com/office/drawing/2014/main" id="{9A57AA08-181D-8B15-9473-832E58D2CC5E}"/>
                </a:ext>
              </a:extLst>
            </p:cNvPr>
            <p:cNvSpPr/>
            <p:nvPr/>
          </p:nvSpPr>
          <p:spPr>
            <a:xfrm>
              <a:off x="6299415" y="1618555"/>
              <a:ext cx="22018" cy="233247"/>
            </a:xfrm>
            <a:custGeom>
              <a:avLst/>
              <a:gdLst/>
              <a:ahLst/>
              <a:cxnLst/>
              <a:rect l="l" t="t" r="r" b="b"/>
              <a:pathLst>
                <a:path w="1328" h="14068" extrusionOk="0">
                  <a:moveTo>
                    <a:pt x="796" y="1"/>
                  </a:moveTo>
                  <a:lnTo>
                    <a:pt x="398" y="1328"/>
                  </a:lnTo>
                  <a:lnTo>
                    <a:pt x="133" y="3186"/>
                  </a:lnTo>
                  <a:lnTo>
                    <a:pt x="0" y="5442"/>
                  </a:lnTo>
                  <a:lnTo>
                    <a:pt x="0" y="7830"/>
                  </a:lnTo>
                  <a:lnTo>
                    <a:pt x="531" y="7963"/>
                  </a:lnTo>
                  <a:lnTo>
                    <a:pt x="531" y="4911"/>
                  </a:lnTo>
                  <a:lnTo>
                    <a:pt x="664" y="2389"/>
                  </a:lnTo>
                  <a:lnTo>
                    <a:pt x="796" y="1"/>
                  </a:lnTo>
                  <a:close/>
                  <a:moveTo>
                    <a:pt x="133" y="9290"/>
                  </a:moveTo>
                  <a:lnTo>
                    <a:pt x="133" y="10617"/>
                  </a:lnTo>
                  <a:lnTo>
                    <a:pt x="796" y="10617"/>
                  </a:lnTo>
                  <a:lnTo>
                    <a:pt x="664" y="9290"/>
                  </a:lnTo>
                  <a:close/>
                  <a:moveTo>
                    <a:pt x="398" y="11944"/>
                  </a:moveTo>
                  <a:lnTo>
                    <a:pt x="1327" y="14068"/>
                  </a:lnTo>
                  <a:lnTo>
                    <a:pt x="929" y="11944"/>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4191;p40">
              <a:extLst>
                <a:ext uri="{FF2B5EF4-FFF2-40B4-BE49-F238E27FC236}">
                  <a16:creationId xmlns:a16="http://schemas.microsoft.com/office/drawing/2014/main" id="{32E3BAC4-38E8-2066-A771-52DA2AF0FE15}"/>
                </a:ext>
              </a:extLst>
            </p:cNvPr>
            <p:cNvSpPr/>
            <p:nvPr/>
          </p:nvSpPr>
          <p:spPr>
            <a:xfrm>
              <a:off x="6306014" y="1816587"/>
              <a:ext cx="15419" cy="35216"/>
            </a:xfrm>
            <a:custGeom>
              <a:avLst/>
              <a:gdLst/>
              <a:ahLst/>
              <a:cxnLst/>
              <a:rect l="l" t="t" r="r" b="b"/>
              <a:pathLst>
                <a:path w="930" h="2124" fill="none" extrusionOk="0">
                  <a:moveTo>
                    <a:pt x="0" y="0"/>
                  </a:moveTo>
                  <a:lnTo>
                    <a:pt x="929" y="2124"/>
                  </a:lnTo>
                  <a:lnTo>
                    <a:pt x="929" y="2124"/>
                  </a:lnTo>
                  <a:lnTo>
                    <a:pt x="531" y="0"/>
                  </a:lnTo>
                  <a:lnTo>
                    <a:pt x="531" y="0"/>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4192;p40">
              <a:extLst>
                <a:ext uri="{FF2B5EF4-FFF2-40B4-BE49-F238E27FC236}">
                  <a16:creationId xmlns:a16="http://schemas.microsoft.com/office/drawing/2014/main" id="{32194A75-19C1-43F0-EEAA-DDD9F0C34DFE}"/>
                </a:ext>
              </a:extLst>
            </p:cNvPr>
            <p:cNvSpPr/>
            <p:nvPr/>
          </p:nvSpPr>
          <p:spPr>
            <a:xfrm>
              <a:off x="6301603" y="1772583"/>
              <a:ext cx="11026" cy="22018"/>
            </a:xfrm>
            <a:custGeom>
              <a:avLst/>
              <a:gdLst/>
              <a:ahLst/>
              <a:cxnLst/>
              <a:rect l="l" t="t" r="r" b="b"/>
              <a:pathLst>
                <a:path w="665" h="1328" fill="none" extrusionOk="0">
                  <a:moveTo>
                    <a:pt x="1" y="0"/>
                  </a:moveTo>
                  <a:lnTo>
                    <a:pt x="1" y="0"/>
                  </a:lnTo>
                  <a:lnTo>
                    <a:pt x="1" y="1327"/>
                  </a:lnTo>
                  <a:lnTo>
                    <a:pt x="1" y="1327"/>
                  </a:lnTo>
                  <a:lnTo>
                    <a:pt x="664" y="1327"/>
                  </a:lnTo>
                  <a:lnTo>
                    <a:pt x="664" y="1327"/>
                  </a:lnTo>
                  <a:lnTo>
                    <a:pt x="532" y="0"/>
                  </a:lnTo>
                  <a:lnTo>
                    <a:pt x="532" y="0"/>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4193;p40">
              <a:extLst>
                <a:ext uri="{FF2B5EF4-FFF2-40B4-BE49-F238E27FC236}">
                  <a16:creationId xmlns:a16="http://schemas.microsoft.com/office/drawing/2014/main" id="{2B5ABA96-302E-8247-0EFC-B5818FE8B2E4}"/>
                </a:ext>
              </a:extLst>
            </p:cNvPr>
            <p:cNvSpPr/>
            <p:nvPr/>
          </p:nvSpPr>
          <p:spPr>
            <a:xfrm>
              <a:off x="6299415" y="1748376"/>
              <a:ext cx="11009" cy="24223"/>
            </a:xfrm>
            <a:custGeom>
              <a:avLst/>
              <a:gdLst/>
              <a:ahLst/>
              <a:cxnLst/>
              <a:rect l="l" t="t" r="r" b="b"/>
              <a:pathLst>
                <a:path w="664" h="1461" extrusionOk="0">
                  <a:moveTo>
                    <a:pt x="0" y="0"/>
                  </a:moveTo>
                  <a:lnTo>
                    <a:pt x="133" y="1460"/>
                  </a:lnTo>
                  <a:lnTo>
                    <a:pt x="664" y="1460"/>
                  </a:lnTo>
                  <a:lnTo>
                    <a:pt x="531" y="133"/>
                  </a:lnTo>
                  <a:lnTo>
                    <a:pt x="0" y="0"/>
                  </a:ln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4194;p40">
              <a:extLst>
                <a:ext uri="{FF2B5EF4-FFF2-40B4-BE49-F238E27FC236}">
                  <a16:creationId xmlns:a16="http://schemas.microsoft.com/office/drawing/2014/main" id="{736B845B-F2E3-EAF1-B3D6-7926B2C9791C}"/>
                </a:ext>
              </a:extLst>
            </p:cNvPr>
            <p:cNvSpPr/>
            <p:nvPr/>
          </p:nvSpPr>
          <p:spPr>
            <a:xfrm>
              <a:off x="6299415" y="1748376"/>
              <a:ext cx="11009" cy="24223"/>
            </a:xfrm>
            <a:custGeom>
              <a:avLst/>
              <a:gdLst/>
              <a:ahLst/>
              <a:cxnLst/>
              <a:rect l="l" t="t" r="r" b="b"/>
              <a:pathLst>
                <a:path w="664" h="1461" fill="none" extrusionOk="0">
                  <a:moveTo>
                    <a:pt x="0" y="0"/>
                  </a:moveTo>
                  <a:lnTo>
                    <a:pt x="0" y="0"/>
                  </a:lnTo>
                  <a:lnTo>
                    <a:pt x="133" y="1460"/>
                  </a:lnTo>
                  <a:lnTo>
                    <a:pt x="133" y="1460"/>
                  </a:lnTo>
                  <a:lnTo>
                    <a:pt x="664" y="1460"/>
                  </a:lnTo>
                  <a:lnTo>
                    <a:pt x="664" y="1460"/>
                  </a:lnTo>
                  <a:lnTo>
                    <a:pt x="531" y="133"/>
                  </a:lnTo>
                  <a:lnTo>
                    <a:pt x="531" y="133"/>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4195;p40">
              <a:extLst>
                <a:ext uri="{FF2B5EF4-FFF2-40B4-BE49-F238E27FC236}">
                  <a16:creationId xmlns:a16="http://schemas.microsoft.com/office/drawing/2014/main" id="{37CD86FD-4CF4-3366-4626-D90F91AE3798}"/>
                </a:ext>
              </a:extLst>
            </p:cNvPr>
            <p:cNvSpPr/>
            <p:nvPr/>
          </p:nvSpPr>
          <p:spPr>
            <a:xfrm>
              <a:off x="6301603" y="1794585"/>
              <a:ext cx="13231" cy="22018"/>
            </a:xfrm>
            <a:custGeom>
              <a:avLst/>
              <a:gdLst/>
              <a:ahLst/>
              <a:cxnLst/>
              <a:rect l="l" t="t" r="r" b="b"/>
              <a:pathLst>
                <a:path w="798" h="1328" extrusionOk="0">
                  <a:moveTo>
                    <a:pt x="1" y="0"/>
                  </a:moveTo>
                  <a:lnTo>
                    <a:pt x="134" y="1062"/>
                  </a:lnTo>
                  <a:lnTo>
                    <a:pt x="266" y="1327"/>
                  </a:lnTo>
                  <a:lnTo>
                    <a:pt x="797" y="1327"/>
                  </a:lnTo>
                  <a:lnTo>
                    <a:pt x="664" y="0"/>
                  </a:ln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4196;p40">
              <a:extLst>
                <a:ext uri="{FF2B5EF4-FFF2-40B4-BE49-F238E27FC236}">
                  <a16:creationId xmlns:a16="http://schemas.microsoft.com/office/drawing/2014/main" id="{C880738E-70E9-8781-3091-51E6553ADB9C}"/>
                </a:ext>
              </a:extLst>
            </p:cNvPr>
            <p:cNvSpPr/>
            <p:nvPr/>
          </p:nvSpPr>
          <p:spPr>
            <a:xfrm>
              <a:off x="6094785" y="1761574"/>
              <a:ext cx="288260" cy="228854"/>
            </a:xfrm>
            <a:custGeom>
              <a:avLst/>
              <a:gdLst/>
              <a:ahLst/>
              <a:cxnLst/>
              <a:rect l="l" t="t" r="r" b="b"/>
              <a:pathLst>
                <a:path w="17386" h="13803" extrusionOk="0">
                  <a:moveTo>
                    <a:pt x="0" y="1"/>
                  </a:moveTo>
                  <a:lnTo>
                    <a:pt x="6370" y="12741"/>
                  </a:lnTo>
                  <a:lnTo>
                    <a:pt x="17385" y="13803"/>
                  </a:lnTo>
                  <a:lnTo>
                    <a:pt x="11546" y="797"/>
                  </a:lnTo>
                  <a:lnTo>
                    <a:pt x="0"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4197;p40">
              <a:extLst>
                <a:ext uri="{FF2B5EF4-FFF2-40B4-BE49-F238E27FC236}">
                  <a16:creationId xmlns:a16="http://schemas.microsoft.com/office/drawing/2014/main" id="{47672849-3722-BE0B-2DB7-5F051FA99120}"/>
                </a:ext>
              </a:extLst>
            </p:cNvPr>
            <p:cNvSpPr/>
            <p:nvPr/>
          </p:nvSpPr>
          <p:spPr>
            <a:xfrm>
              <a:off x="6094785" y="1761574"/>
              <a:ext cx="288260" cy="228854"/>
            </a:xfrm>
            <a:custGeom>
              <a:avLst/>
              <a:gdLst/>
              <a:ahLst/>
              <a:cxnLst/>
              <a:rect l="l" t="t" r="r" b="b"/>
              <a:pathLst>
                <a:path w="17386" h="13803" fill="none" extrusionOk="0">
                  <a:moveTo>
                    <a:pt x="0" y="1"/>
                  </a:moveTo>
                  <a:lnTo>
                    <a:pt x="11546" y="797"/>
                  </a:lnTo>
                  <a:lnTo>
                    <a:pt x="17385" y="13803"/>
                  </a:lnTo>
                  <a:lnTo>
                    <a:pt x="6370" y="1274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4198;p40">
              <a:extLst>
                <a:ext uri="{FF2B5EF4-FFF2-40B4-BE49-F238E27FC236}">
                  <a16:creationId xmlns:a16="http://schemas.microsoft.com/office/drawing/2014/main" id="{B80C49F3-9543-B708-F2FD-592FBBA0F88D}"/>
                </a:ext>
              </a:extLst>
            </p:cNvPr>
            <p:cNvSpPr/>
            <p:nvPr/>
          </p:nvSpPr>
          <p:spPr>
            <a:xfrm>
              <a:off x="6270798" y="1911209"/>
              <a:ext cx="83630" cy="26412"/>
            </a:xfrm>
            <a:custGeom>
              <a:avLst/>
              <a:gdLst/>
              <a:ahLst/>
              <a:cxnLst/>
              <a:rect l="l" t="t" r="r" b="b"/>
              <a:pathLst>
                <a:path w="5044" h="1593" extrusionOk="0">
                  <a:moveTo>
                    <a:pt x="1" y="0"/>
                  </a:moveTo>
                  <a:lnTo>
                    <a:pt x="266" y="265"/>
                  </a:lnTo>
                  <a:lnTo>
                    <a:pt x="664" y="796"/>
                  </a:lnTo>
                  <a:lnTo>
                    <a:pt x="1195" y="1327"/>
                  </a:lnTo>
                  <a:lnTo>
                    <a:pt x="1593" y="1460"/>
                  </a:lnTo>
                  <a:lnTo>
                    <a:pt x="2124" y="1593"/>
                  </a:lnTo>
                  <a:lnTo>
                    <a:pt x="2655" y="1593"/>
                  </a:lnTo>
                  <a:lnTo>
                    <a:pt x="3584" y="1460"/>
                  </a:lnTo>
                  <a:lnTo>
                    <a:pt x="4380" y="1327"/>
                  </a:lnTo>
                  <a:lnTo>
                    <a:pt x="5044" y="1062"/>
                  </a:lnTo>
                  <a:lnTo>
                    <a:pt x="4646" y="0"/>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4199;p40">
              <a:extLst>
                <a:ext uri="{FF2B5EF4-FFF2-40B4-BE49-F238E27FC236}">
                  <a16:creationId xmlns:a16="http://schemas.microsoft.com/office/drawing/2014/main" id="{7DC771BA-C488-BF4C-C7D8-86D70472AF2D}"/>
                </a:ext>
              </a:extLst>
            </p:cNvPr>
            <p:cNvSpPr/>
            <p:nvPr/>
          </p:nvSpPr>
          <p:spPr>
            <a:xfrm>
              <a:off x="6270798" y="1911209"/>
              <a:ext cx="83630" cy="26412"/>
            </a:xfrm>
            <a:custGeom>
              <a:avLst/>
              <a:gdLst/>
              <a:ahLst/>
              <a:cxnLst/>
              <a:rect l="l" t="t" r="r" b="b"/>
              <a:pathLst>
                <a:path w="5044" h="1593" fill="none" extrusionOk="0">
                  <a:moveTo>
                    <a:pt x="4646" y="0"/>
                  </a:moveTo>
                  <a:lnTo>
                    <a:pt x="1" y="0"/>
                  </a:lnTo>
                  <a:lnTo>
                    <a:pt x="1" y="0"/>
                  </a:lnTo>
                  <a:lnTo>
                    <a:pt x="266" y="265"/>
                  </a:lnTo>
                  <a:lnTo>
                    <a:pt x="664" y="796"/>
                  </a:lnTo>
                  <a:lnTo>
                    <a:pt x="1195" y="1327"/>
                  </a:lnTo>
                  <a:lnTo>
                    <a:pt x="1593" y="1460"/>
                  </a:lnTo>
                  <a:lnTo>
                    <a:pt x="2124" y="1593"/>
                  </a:lnTo>
                  <a:lnTo>
                    <a:pt x="2124" y="1593"/>
                  </a:lnTo>
                  <a:lnTo>
                    <a:pt x="2655" y="1593"/>
                  </a:lnTo>
                  <a:lnTo>
                    <a:pt x="2655" y="1593"/>
                  </a:lnTo>
                  <a:lnTo>
                    <a:pt x="3584" y="1460"/>
                  </a:lnTo>
                  <a:lnTo>
                    <a:pt x="4380" y="1327"/>
                  </a:lnTo>
                  <a:lnTo>
                    <a:pt x="5044" y="1062"/>
                  </a:lnTo>
                  <a:lnTo>
                    <a:pt x="464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4200;p40">
              <a:extLst>
                <a:ext uri="{FF2B5EF4-FFF2-40B4-BE49-F238E27FC236}">
                  <a16:creationId xmlns:a16="http://schemas.microsoft.com/office/drawing/2014/main" id="{19FEE654-F3F1-A25C-CE7C-537D12C64544}"/>
                </a:ext>
              </a:extLst>
            </p:cNvPr>
            <p:cNvSpPr/>
            <p:nvPr/>
          </p:nvSpPr>
          <p:spPr>
            <a:xfrm>
              <a:off x="6209187" y="1774772"/>
              <a:ext cx="26429" cy="13231"/>
            </a:xfrm>
            <a:custGeom>
              <a:avLst/>
              <a:gdLst/>
              <a:ahLst/>
              <a:cxnLst/>
              <a:rect l="l" t="t" r="r" b="b"/>
              <a:pathLst>
                <a:path w="1594" h="798" extrusionOk="0">
                  <a:moveTo>
                    <a:pt x="1" y="1"/>
                  </a:moveTo>
                  <a:lnTo>
                    <a:pt x="930" y="266"/>
                  </a:lnTo>
                  <a:lnTo>
                    <a:pt x="1195" y="399"/>
                  </a:lnTo>
                  <a:lnTo>
                    <a:pt x="1328" y="532"/>
                  </a:lnTo>
                  <a:lnTo>
                    <a:pt x="1461" y="797"/>
                  </a:lnTo>
                  <a:lnTo>
                    <a:pt x="1594" y="797"/>
                  </a:lnTo>
                  <a:lnTo>
                    <a:pt x="1461" y="399"/>
                  </a:lnTo>
                  <a:lnTo>
                    <a:pt x="1195" y="266"/>
                  </a:lnTo>
                  <a:lnTo>
                    <a:pt x="930" y="134"/>
                  </a:lnTo>
                  <a:lnTo>
                    <a:pt x="1" y="1"/>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4201;p40">
              <a:extLst>
                <a:ext uri="{FF2B5EF4-FFF2-40B4-BE49-F238E27FC236}">
                  <a16:creationId xmlns:a16="http://schemas.microsoft.com/office/drawing/2014/main" id="{B37D4407-3894-2CCA-1441-3A367502E0A6}"/>
                </a:ext>
              </a:extLst>
            </p:cNvPr>
            <p:cNvSpPr/>
            <p:nvPr/>
          </p:nvSpPr>
          <p:spPr>
            <a:xfrm>
              <a:off x="6209187" y="1774772"/>
              <a:ext cx="26429" cy="13231"/>
            </a:xfrm>
            <a:custGeom>
              <a:avLst/>
              <a:gdLst/>
              <a:ahLst/>
              <a:cxnLst/>
              <a:rect l="l" t="t" r="r" b="b"/>
              <a:pathLst>
                <a:path w="1594" h="798" fill="none" extrusionOk="0">
                  <a:moveTo>
                    <a:pt x="1" y="1"/>
                  </a:moveTo>
                  <a:lnTo>
                    <a:pt x="1" y="1"/>
                  </a:lnTo>
                  <a:lnTo>
                    <a:pt x="1" y="1"/>
                  </a:lnTo>
                  <a:lnTo>
                    <a:pt x="1" y="1"/>
                  </a:lnTo>
                  <a:lnTo>
                    <a:pt x="1" y="1"/>
                  </a:lnTo>
                  <a:lnTo>
                    <a:pt x="930" y="266"/>
                  </a:lnTo>
                  <a:lnTo>
                    <a:pt x="1195" y="399"/>
                  </a:lnTo>
                  <a:lnTo>
                    <a:pt x="1328" y="532"/>
                  </a:lnTo>
                  <a:lnTo>
                    <a:pt x="1461" y="797"/>
                  </a:lnTo>
                  <a:lnTo>
                    <a:pt x="1594" y="797"/>
                  </a:lnTo>
                  <a:lnTo>
                    <a:pt x="1461" y="399"/>
                  </a:lnTo>
                  <a:lnTo>
                    <a:pt x="1461" y="399"/>
                  </a:lnTo>
                  <a:lnTo>
                    <a:pt x="1195" y="266"/>
                  </a:lnTo>
                  <a:lnTo>
                    <a:pt x="930" y="134"/>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4202;p40">
              <a:extLst>
                <a:ext uri="{FF2B5EF4-FFF2-40B4-BE49-F238E27FC236}">
                  <a16:creationId xmlns:a16="http://schemas.microsoft.com/office/drawing/2014/main" id="{B532964C-A77F-F110-B050-38F9B8202CF9}"/>
                </a:ext>
              </a:extLst>
            </p:cNvPr>
            <p:cNvSpPr/>
            <p:nvPr/>
          </p:nvSpPr>
          <p:spPr>
            <a:xfrm>
              <a:off x="6151986" y="1772583"/>
              <a:ext cx="13214" cy="2205"/>
            </a:xfrm>
            <a:custGeom>
              <a:avLst/>
              <a:gdLst/>
              <a:ahLst/>
              <a:cxnLst/>
              <a:rect l="l" t="t" r="r" b="b"/>
              <a:pathLst>
                <a:path w="797" h="133" fill="none" extrusionOk="0">
                  <a:moveTo>
                    <a:pt x="797" y="0"/>
                  </a:moveTo>
                  <a:lnTo>
                    <a:pt x="797" y="0"/>
                  </a:lnTo>
                  <a:lnTo>
                    <a:pt x="266" y="0"/>
                  </a:lnTo>
                  <a:lnTo>
                    <a:pt x="1" y="133"/>
                  </a:lnTo>
                  <a:lnTo>
                    <a:pt x="1" y="133"/>
                  </a:lnTo>
                  <a:lnTo>
                    <a:pt x="266" y="0"/>
                  </a:lnTo>
                  <a:lnTo>
                    <a:pt x="797" y="0"/>
                  </a:lnTo>
                  <a:lnTo>
                    <a:pt x="79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4203;p40">
              <a:extLst>
                <a:ext uri="{FF2B5EF4-FFF2-40B4-BE49-F238E27FC236}">
                  <a16:creationId xmlns:a16="http://schemas.microsoft.com/office/drawing/2014/main" id="{52EE242B-3021-E509-2E05-926CA2718807}"/>
                </a:ext>
              </a:extLst>
            </p:cNvPr>
            <p:cNvSpPr/>
            <p:nvPr/>
          </p:nvSpPr>
          <p:spPr>
            <a:xfrm>
              <a:off x="6136583" y="1743983"/>
              <a:ext cx="99032" cy="26412"/>
            </a:xfrm>
            <a:custGeom>
              <a:avLst/>
              <a:gdLst/>
              <a:ahLst/>
              <a:cxnLst/>
              <a:rect l="l" t="t" r="r" b="b"/>
              <a:pathLst>
                <a:path w="5973" h="1593" extrusionOk="0">
                  <a:moveTo>
                    <a:pt x="1858" y="0"/>
                  </a:moveTo>
                  <a:lnTo>
                    <a:pt x="1593" y="133"/>
                  </a:lnTo>
                  <a:lnTo>
                    <a:pt x="1328" y="265"/>
                  </a:lnTo>
                  <a:lnTo>
                    <a:pt x="1195" y="398"/>
                  </a:lnTo>
                  <a:lnTo>
                    <a:pt x="1195" y="664"/>
                  </a:lnTo>
                  <a:lnTo>
                    <a:pt x="1195" y="796"/>
                  </a:lnTo>
                  <a:lnTo>
                    <a:pt x="1" y="796"/>
                  </a:lnTo>
                  <a:lnTo>
                    <a:pt x="1" y="929"/>
                  </a:lnTo>
                  <a:lnTo>
                    <a:pt x="133" y="1194"/>
                  </a:lnTo>
                  <a:lnTo>
                    <a:pt x="5973" y="1593"/>
                  </a:lnTo>
                  <a:lnTo>
                    <a:pt x="5973" y="1593"/>
                  </a:lnTo>
                  <a:lnTo>
                    <a:pt x="5840" y="1327"/>
                  </a:lnTo>
                  <a:lnTo>
                    <a:pt x="5574" y="1194"/>
                  </a:lnTo>
                  <a:lnTo>
                    <a:pt x="5044" y="1062"/>
                  </a:lnTo>
                  <a:lnTo>
                    <a:pt x="4380" y="929"/>
                  </a:lnTo>
                  <a:lnTo>
                    <a:pt x="4247" y="796"/>
                  </a:lnTo>
                  <a:lnTo>
                    <a:pt x="3849" y="531"/>
                  </a:lnTo>
                  <a:lnTo>
                    <a:pt x="3318" y="133"/>
                  </a:lnTo>
                  <a:lnTo>
                    <a:pt x="2787"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4204;p40">
              <a:extLst>
                <a:ext uri="{FF2B5EF4-FFF2-40B4-BE49-F238E27FC236}">
                  <a16:creationId xmlns:a16="http://schemas.microsoft.com/office/drawing/2014/main" id="{41B0F008-0B1B-0E2E-7F6A-1561546868B7}"/>
                </a:ext>
              </a:extLst>
            </p:cNvPr>
            <p:cNvSpPr/>
            <p:nvPr/>
          </p:nvSpPr>
          <p:spPr>
            <a:xfrm>
              <a:off x="6136583" y="1743983"/>
              <a:ext cx="99032" cy="26412"/>
            </a:xfrm>
            <a:custGeom>
              <a:avLst/>
              <a:gdLst/>
              <a:ahLst/>
              <a:cxnLst/>
              <a:rect l="l" t="t" r="r" b="b"/>
              <a:pathLst>
                <a:path w="5973" h="1593" fill="none" extrusionOk="0">
                  <a:moveTo>
                    <a:pt x="1" y="929"/>
                  </a:moveTo>
                  <a:lnTo>
                    <a:pt x="1" y="929"/>
                  </a:lnTo>
                  <a:lnTo>
                    <a:pt x="1" y="796"/>
                  </a:lnTo>
                  <a:lnTo>
                    <a:pt x="133" y="796"/>
                  </a:lnTo>
                  <a:lnTo>
                    <a:pt x="531" y="796"/>
                  </a:lnTo>
                  <a:lnTo>
                    <a:pt x="1195" y="796"/>
                  </a:lnTo>
                  <a:lnTo>
                    <a:pt x="1195" y="796"/>
                  </a:lnTo>
                  <a:lnTo>
                    <a:pt x="1195" y="664"/>
                  </a:lnTo>
                  <a:lnTo>
                    <a:pt x="1195" y="398"/>
                  </a:lnTo>
                  <a:lnTo>
                    <a:pt x="1328" y="265"/>
                  </a:lnTo>
                  <a:lnTo>
                    <a:pt x="1593" y="133"/>
                  </a:lnTo>
                  <a:lnTo>
                    <a:pt x="1858" y="0"/>
                  </a:lnTo>
                  <a:lnTo>
                    <a:pt x="2389" y="0"/>
                  </a:lnTo>
                  <a:lnTo>
                    <a:pt x="2389" y="0"/>
                  </a:lnTo>
                  <a:lnTo>
                    <a:pt x="2787" y="0"/>
                  </a:lnTo>
                  <a:lnTo>
                    <a:pt x="3318" y="133"/>
                  </a:lnTo>
                  <a:lnTo>
                    <a:pt x="3849" y="531"/>
                  </a:lnTo>
                  <a:lnTo>
                    <a:pt x="4247" y="796"/>
                  </a:lnTo>
                  <a:lnTo>
                    <a:pt x="4380" y="929"/>
                  </a:lnTo>
                  <a:lnTo>
                    <a:pt x="4380" y="929"/>
                  </a:lnTo>
                  <a:lnTo>
                    <a:pt x="5044" y="1062"/>
                  </a:lnTo>
                  <a:lnTo>
                    <a:pt x="5044" y="1062"/>
                  </a:lnTo>
                  <a:lnTo>
                    <a:pt x="5574" y="1194"/>
                  </a:lnTo>
                  <a:lnTo>
                    <a:pt x="5840" y="1327"/>
                  </a:lnTo>
                  <a:lnTo>
                    <a:pt x="5973" y="1593"/>
                  </a:lnTo>
                  <a:lnTo>
                    <a:pt x="133" y="1194"/>
                  </a:lnTo>
                  <a:lnTo>
                    <a:pt x="133" y="1194"/>
                  </a:lnTo>
                  <a:lnTo>
                    <a:pt x="1" y="92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4205;p40">
              <a:extLst>
                <a:ext uri="{FF2B5EF4-FFF2-40B4-BE49-F238E27FC236}">
                  <a16:creationId xmlns:a16="http://schemas.microsoft.com/office/drawing/2014/main" id="{0BF88026-3E14-514B-93CC-A25ECD45289C}"/>
                </a:ext>
              </a:extLst>
            </p:cNvPr>
            <p:cNvSpPr/>
            <p:nvPr/>
          </p:nvSpPr>
          <p:spPr>
            <a:xfrm>
              <a:off x="6136583" y="1743983"/>
              <a:ext cx="99032" cy="26412"/>
            </a:xfrm>
            <a:custGeom>
              <a:avLst/>
              <a:gdLst/>
              <a:ahLst/>
              <a:cxnLst/>
              <a:rect l="l" t="t" r="r" b="b"/>
              <a:pathLst>
                <a:path w="5973" h="1593" extrusionOk="0">
                  <a:moveTo>
                    <a:pt x="1726" y="0"/>
                  </a:moveTo>
                  <a:lnTo>
                    <a:pt x="1328" y="133"/>
                  </a:lnTo>
                  <a:lnTo>
                    <a:pt x="1195" y="398"/>
                  </a:lnTo>
                  <a:lnTo>
                    <a:pt x="1195" y="531"/>
                  </a:lnTo>
                  <a:lnTo>
                    <a:pt x="1195" y="796"/>
                  </a:lnTo>
                  <a:lnTo>
                    <a:pt x="133" y="796"/>
                  </a:lnTo>
                  <a:lnTo>
                    <a:pt x="1" y="929"/>
                  </a:lnTo>
                  <a:lnTo>
                    <a:pt x="133" y="1194"/>
                  </a:lnTo>
                  <a:lnTo>
                    <a:pt x="1328" y="1327"/>
                  </a:lnTo>
                  <a:lnTo>
                    <a:pt x="797" y="1194"/>
                  </a:lnTo>
                  <a:lnTo>
                    <a:pt x="664" y="1062"/>
                  </a:lnTo>
                  <a:lnTo>
                    <a:pt x="664" y="1062"/>
                  </a:lnTo>
                  <a:lnTo>
                    <a:pt x="4778" y="1327"/>
                  </a:lnTo>
                  <a:lnTo>
                    <a:pt x="4778" y="1460"/>
                  </a:lnTo>
                  <a:lnTo>
                    <a:pt x="4645" y="1460"/>
                  </a:lnTo>
                  <a:lnTo>
                    <a:pt x="5973" y="1593"/>
                  </a:lnTo>
                  <a:lnTo>
                    <a:pt x="5840" y="1327"/>
                  </a:lnTo>
                  <a:lnTo>
                    <a:pt x="5574" y="1194"/>
                  </a:lnTo>
                  <a:lnTo>
                    <a:pt x="5044" y="1062"/>
                  </a:lnTo>
                  <a:lnTo>
                    <a:pt x="4380" y="929"/>
                  </a:lnTo>
                  <a:lnTo>
                    <a:pt x="4247" y="796"/>
                  </a:lnTo>
                  <a:lnTo>
                    <a:pt x="3849" y="531"/>
                  </a:lnTo>
                  <a:lnTo>
                    <a:pt x="3318" y="133"/>
                  </a:lnTo>
                  <a:lnTo>
                    <a:pt x="278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4206;p40">
              <a:extLst>
                <a:ext uri="{FF2B5EF4-FFF2-40B4-BE49-F238E27FC236}">
                  <a16:creationId xmlns:a16="http://schemas.microsoft.com/office/drawing/2014/main" id="{5265348D-DBAD-A5FF-3F55-156B4F31482D}"/>
                </a:ext>
              </a:extLst>
            </p:cNvPr>
            <p:cNvSpPr/>
            <p:nvPr/>
          </p:nvSpPr>
          <p:spPr>
            <a:xfrm>
              <a:off x="6136583" y="1743983"/>
              <a:ext cx="99032" cy="26412"/>
            </a:xfrm>
            <a:custGeom>
              <a:avLst/>
              <a:gdLst/>
              <a:ahLst/>
              <a:cxnLst/>
              <a:rect l="l" t="t" r="r" b="b"/>
              <a:pathLst>
                <a:path w="5973" h="1593" fill="none" extrusionOk="0">
                  <a:moveTo>
                    <a:pt x="2257" y="0"/>
                  </a:moveTo>
                  <a:lnTo>
                    <a:pt x="2257" y="0"/>
                  </a:lnTo>
                  <a:lnTo>
                    <a:pt x="1726" y="0"/>
                  </a:lnTo>
                  <a:lnTo>
                    <a:pt x="1328" y="133"/>
                  </a:lnTo>
                  <a:lnTo>
                    <a:pt x="1195" y="398"/>
                  </a:lnTo>
                  <a:lnTo>
                    <a:pt x="1195" y="531"/>
                  </a:lnTo>
                  <a:lnTo>
                    <a:pt x="1195" y="531"/>
                  </a:lnTo>
                  <a:lnTo>
                    <a:pt x="1195" y="796"/>
                  </a:lnTo>
                  <a:lnTo>
                    <a:pt x="1195" y="796"/>
                  </a:lnTo>
                  <a:lnTo>
                    <a:pt x="1195" y="796"/>
                  </a:lnTo>
                  <a:lnTo>
                    <a:pt x="531" y="796"/>
                  </a:lnTo>
                  <a:lnTo>
                    <a:pt x="531" y="796"/>
                  </a:lnTo>
                  <a:lnTo>
                    <a:pt x="399" y="796"/>
                  </a:lnTo>
                  <a:lnTo>
                    <a:pt x="399" y="796"/>
                  </a:lnTo>
                  <a:lnTo>
                    <a:pt x="133" y="796"/>
                  </a:lnTo>
                  <a:lnTo>
                    <a:pt x="1" y="929"/>
                  </a:lnTo>
                  <a:lnTo>
                    <a:pt x="1" y="929"/>
                  </a:lnTo>
                  <a:lnTo>
                    <a:pt x="1" y="929"/>
                  </a:lnTo>
                  <a:lnTo>
                    <a:pt x="1" y="929"/>
                  </a:lnTo>
                  <a:lnTo>
                    <a:pt x="133" y="1194"/>
                  </a:lnTo>
                  <a:lnTo>
                    <a:pt x="1328" y="1327"/>
                  </a:lnTo>
                  <a:lnTo>
                    <a:pt x="1328" y="1327"/>
                  </a:lnTo>
                  <a:lnTo>
                    <a:pt x="797" y="1194"/>
                  </a:lnTo>
                  <a:lnTo>
                    <a:pt x="664" y="1062"/>
                  </a:lnTo>
                  <a:lnTo>
                    <a:pt x="4778" y="1327"/>
                  </a:lnTo>
                  <a:lnTo>
                    <a:pt x="4778" y="1460"/>
                  </a:lnTo>
                  <a:lnTo>
                    <a:pt x="4778" y="1460"/>
                  </a:lnTo>
                  <a:lnTo>
                    <a:pt x="4645" y="1460"/>
                  </a:lnTo>
                  <a:lnTo>
                    <a:pt x="5973" y="1593"/>
                  </a:lnTo>
                  <a:lnTo>
                    <a:pt x="5840" y="1327"/>
                  </a:lnTo>
                  <a:lnTo>
                    <a:pt x="5840" y="1327"/>
                  </a:lnTo>
                  <a:lnTo>
                    <a:pt x="5574" y="1194"/>
                  </a:lnTo>
                  <a:lnTo>
                    <a:pt x="5044" y="1062"/>
                  </a:lnTo>
                  <a:lnTo>
                    <a:pt x="5044" y="1062"/>
                  </a:lnTo>
                  <a:lnTo>
                    <a:pt x="4380" y="929"/>
                  </a:lnTo>
                  <a:lnTo>
                    <a:pt x="4380" y="929"/>
                  </a:lnTo>
                  <a:lnTo>
                    <a:pt x="4247" y="796"/>
                  </a:lnTo>
                  <a:lnTo>
                    <a:pt x="3849" y="531"/>
                  </a:lnTo>
                  <a:lnTo>
                    <a:pt x="3318" y="133"/>
                  </a:lnTo>
                  <a:lnTo>
                    <a:pt x="2787" y="0"/>
                  </a:lnTo>
                  <a:lnTo>
                    <a:pt x="2389" y="0"/>
                  </a:lnTo>
                  <a:lnTo>
                    <a:pt x="2389" y="0"/>
                  </a:lnTo>
                  <a:lnTo>
                    <a:pt x="225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4207;p40">
              <a:extLst>
                <a:ext uri="{FF2B5EF4-FFF2-40B4-BE49-F238E27FC236}">
                  <a16:creationId xmlns:a16="http://schemas.microsoft.com/office/drawing/2014/main" id="{CC3F99F1-413A-CCC4-B66D-660846EC43C7}"/>
                </a:ext>
              </a:extLst>
            </p:cNvPr>
            <p:cNvSpPr/>
            <p:nvPr/>
          </p:nvSpPr>
          <p:spPr>
            <a:xfrm>
              <a:off x="6147592" y="1761574"/>
              <a:ext cx="85818" cy="28617"/>
            </a:xfrm>
            <a:custGeom>
              <a:avLst/>
              <a:gdLst/>
              <a:ahLst/>
              <a:cxnLst/>
              <a:rect l="l" t="t" r="r" b="b"/>
              <a:pathLst>
                <a:path w="5176" h="1726" extrusionOk="0">
                  <a:moveTo>
                    <a:pt x="0" y="1"/>
                  </a:moveTo>
                  <a:lnTo>
                    <a:pt x="133" y="133"/>
                  </a:lnTo>
                  <a:lnTo>
                    <a:pt x="796" y="266"/>
                  </a:lnTo>
                  <a:lnTo>
                    <a:pt x="929" y="399"/>
                  </a:lnTo>
                  <a:lnTo>
                    <a:pt x="1062" y="532"/>
                  </a:lnTo>
                  <a:lnTo>
                    <a:pt x="1062" y="664"/>
                  </a:lnTo>
                  <a:lnTo>
                    <a:pt x="398" y="797"/>
                  </a:lnTo>
                  <a:lnTo>
                    <a:pt x="133" y="797"/>
                  </a:lnTo>
                  <a:lnTo>
                    <a:pt x="133" y="930"/>
                  </a:lnTo>
                  <a:lnTo>
                    <a:pt x="266" y="1328"/>
                  </a:lnTo>
                  <a:lnTo>
                    <a:pt x="5176" y="1726"/>
                  </a:lnTo>
                  <a:lnTo>
                    <a:pt x="5043" y="1328"/>
                  </a:lnTo>
                  <a:lnTo>
                    <a:pt x="4910" y="1195"/>
                  </a:lnTo>
                  <a:lnTo>
                    <a:pt x="4645" y="1062"/>
                  </a:lnTo>
                  <a:lnTo>
                    <a:pt x="3716" y="797"/>
                  </a:lnTo>
                  <a:lnTo>
                    <a:pt x="3716" y="664"/>
                  </a:lnTo>
                  <a:lnTo>
                    <a:pt x="3716" y="532"/>
                  </a:lnTo>
                  <a:lnTo>
                    <a:pt x="4114" y="399"/>
                  </a:lnTo>
                  <a:lnTo>
                    <a:pt x="4114" y="266"/>
                  </a:lnTo>
                  <a:lnTo>
                    <a:pt x="0"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4208;p40">
              <a:extLst>
                <a:ext uri="{FF2B5EF4-FFF2-40B4-BE49-F238E27FC236}">
                  <a16:creationId xmlns:a16="http://schemas.microsoft.com/office/drawing/2014/main" id="{7799800D-4984-BE26-610F-66A072DA17F2}"/>
                </a:ext>
              </a:extLst>
            </p:cNvPr>
            <p:cNvSpPr/>
            <p:nvPr/>
          </p:nvSpPr>
          <p:spPr>
            <a:xfrm>
              <a:off x="6147592" y="1761574"/>
              <a:ext cx="85818" cy="28617"/>
            </a:xfrm>
            <a:custGeom>
              <a:avLst/>
              <a:gdLst/>
              <a:ahLst/>
              <a:cxnLst/>
              <a:rect l="l" t="t" r="r" b="b"/>
              <a:pathLst>
                <a:path w="5176" h="1726" fill="none" extrusionOk="0">
                  <a:moveTo>
                    <a:pt x="5043" y="1328"/>
                  </a:moveTo>
                  <a:lnTo>
                    <a:pt x="5043" y="1328"/>
                  </a:lnTo>
                  <a:lnTo>
                    <a:pt x="4910" y="1195"/>
                  </a:lnTo>
                  <a:lnTo>
                    <a:pt x="4645" y="1062"/>
                  </a:lnTo>
                  <a:lnTo>
                    <a:pt x="3716" y="797"/>
                  </a:lnTo>
                  <a:lnTo>
                    <a:pt x="3716" y="797"/>
                  </a:lnTo>
                  <a:lnTo>
                    <a:pt x="3716" y="797"/>
                  </a:lnTo>
                  <a:lnTo>
                    <a:pt x="3716" y="664"/>
                  </a:lnTo>
                  <a:lnTo>
                    <a:pt x="3716" y="532"/>
                  </a:lnTo>
                  <a:lnTo>
                    <a:pt x="4114" y="399"/>
                  </a:lnTo>
                  <a:lnTo>
                    <a:pt x="4114" y="266"/>
                  </a:lnTo>
                  <a:lnTo>
                    <a:pt x="0" y="1"/>
                  </a:lnTo>
                  <a:lnTo>
                    <a:pt x="133" y="133"/>
                  </a:lnTo>
                  <a:lnTo>
                    <a:pt x="133" y="133"/>
                  </a:lnTo>
                  <a:lnTo>
                    <a:pt x="796" y="266"/>
                  </a:lnTo>
                  <a:lnTo>
                    <a:pt x="929" y="399"/>
                  </a:lnTo>
                  <a:lnTo>
                    <a:pt x="1062" y="532"/>
                  </a:lnTo>
                  <a:lnTo>
                    <a:pt x="1062" y="664"/>
                  </a:lnTo>
                  <a:lnTo>
                    <a:pt x="1062" y="664"/>
                  </a:lnTo>
                  <a:lnTo>
                    <a:pt x="398" y="797"/>
                  </a:lnTo>
                  <a:lnTo>
                    <a:pt x="133" y="797"/>
                  </a:lnTo>
                  <a:lnTo>
                    <a:pt x="133" y="930"/>
                  </a:lnTo>
                  <a:lnTo>
                    <a:pt x="133" y="930"/>
                  </a:lnTo>
                  <a:lnTo>
                    <a:pt x="266" y="1328"/>
                  </a:lnTo>
                  <a:lnTo>
                    <a:pt x="5176" y="1726"/>
                  </a:lnTo>
                  <a:lnTo>
                    <a:pt x="5043" y="132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4209;p40">
              <a:extLst>
                <a:ext uri="{FF2B5EF4-FFF2-40B4-BE49-F238E27FC236}">
                  <a16:creationId xmlns:a16="http://schemas.microsoft.com/office/drawing/2014/main" id="{1DA4A40A-68E1-9884-F561-AF814F561B79}"/>
                </a:ext>
              </a:extLst>
            </p:cNvPr>
            <p:cNvSpPr/>
            <p:nvPr/>
          </p:nvSpPr>
          <p:spPr>
            <a:xfrm>
              <a:off x="6147592" y="1761574"/>
              <a:ext cx="85818" cy="28617"/>
            </a:xfrm>
            <a:custGeom>
              <a:avLst/>
              <a:gdLst/>
              <a:ahLst/>
              <a:cxnLst/>
              <a:rect l="l" t="t" r="r" b="b"/>
              <a:pathLst>
                <a:path w="5176" h="1726" extrusionOk="0">
                  <a:moveTo>
                    <a:pt x="0" y="1"/>
                  </a:moveTo>
                  <a:lnTo>
                    <a:pt x="133" y="133"/>
                  </a:lnTo>
                  <a:lnTo>
                    <a:pt x="796" y="266"/>
                  </a:lnTo>
                  <a:lnTo>
                    <a:pt x="929" y="399"/>
                  </a:lnTo>
                  <a:lnTo>
                    <a:pt x="1062" y="532"/>
                  </a:lnTo>
                  <a:lnTo>
                    <a:pt x="1062" y="664"/>
                  </a:lnTo>
                  <a:lnTo>
                    <a:pt x="398" y="797"/>
                  </a:lnTo>
                  <a:lnTo>
                    <a:pt x="266" y="797"/>
                  </a:lnTo>
                  <a:lnTo>
                    <a:pt x="133" y="930"/>
                  </a:lnTo>
                  <a:lnTo>
                    <a:pt x="266" y="1328"/>
                  </a:lnTo>
                  <a:lnTo>
                    <a:pt x="5176" y="1726"/>
                  </a:lnTo>
                  <a:lnTo>
                    <a:pt x="5043" y="1328"/>
                  </a:lnTo>
                  <a:lnTo>
                    <a:pt x="4910" y="1195"/>
                  </a:lnTo>
                  <a:lnTo>
                    <a:pt x="4645" y="1062"/>
                  </a:lnTo>
                  <a:lnTo>
                    <a:pt x="3716" y="797"/>
                  </a:lnTo>
                  <a:lnTo>
                    <a:pt x="3716" y="664"/>
                  </a:lnTo>
                  <a:lnTo>
                    <a:pt x="3716" y="532"/>
                  </a:lnTo>
                  <a:lnTo>
                    <a:pt x="3981" y="399"/>
                  </a:lnTo>
                  <a:lnTo>
                    <a:pt x="4114" y="399"/>
                  </a:lnTo>
                  <a:lnTo>
                    <a:pt x="4114" y="266"/>
                  </a:lnTo>
                  <a:lnTo>
                    <a:pt x="0"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4210;p40">
              <a:extLst>
                <a:ext uri="{FF2B5EF4-FFF2-40B4-BE49-F238E27FC236}">
                  <a16:creationId xmlns:a16="http://schemas.microsoft.com/office/drawing/2014/main" id="{CD4133C6-C577-325D-7AB2-B33CEF45292C}"/>
                </a:ext>
              </a:extLst>
            </p:cNvPr>
            <p:cNvSpPr/>
            <p:nvPr/>
          </p:nvSpPr>
          <p:spPr>
            <a:xfrm>
              <a:off x="6264199" y="1840793"/>
              <a:ext cx="154045" cy="92433"/>
            </a:xfrm>
            <a:custGeom>
              <a:avLst/>
              <a:gdLst/>
              <a:ahLst/>
              <a:cxnLst/>
              <a:rect l="l" t="t" r="r" b="b"/>
              <a:pathLst>
                <a:path w="9291" h="5575" extrusionOk="0">
                  <a:moveTo>
                    <a:pt x="7831" y="0"/>
                  </a:moveTo>
                  <a:lnTo>
                    <a:pt x="6902" y="531"/>
                  </a:lnTo>
                  <a:lnTo>
                    <a:pt x="6636" y="664"/>
                  </a:lnTo>
                  <a:lnTo>
                    <a:pt x="6371" y="664"/>
                  </a:lnTo>
                  <a:lnTo>
                    <a:pt x="5707" y="398"/>
                  </a:lnTo>
                  <a:lnTo>
                    <a:pt x="2257" y="398"/>
                  </a:lnTo>
                  <a:lnTo>
                    <a:pt x="2257" y="664"/>
                  </a:lnTo>
                  <a:lnTo>
                    <a:pt x="2257" y="929"/>
                  </a:lnTo>
                  <a:lnTo>
                    <a:pt x="2390" y="1195"/>
                  </a:lnTo>
                  <a:lnTo>
                    <a:pt x="2655" y="1460"/>
                  </a:lnTo>
                  <a:lnTo>
                    <a:pt x="3186" y="1593"/>
                  </a:lnTo>
                  <a:lnTo>
                    <a:pt x="3982" y="1726"/>
                  </a:lnTo>
                  <a:lnTo>
                    <a:pt x="3319" y="1991"/>
                  </a:lnTo>
                  <a:lnTo>
                    <a:pt x="2655" y="2256"/>
                  </a:lnTo>
                  <a:lnTo>
                    <a:pt x="1726" y="2389"/>
                  </a:lnTo>
                  <a:lnTo>
                    <a:pt x="664" y="2655"/>
                  </a:lnTo>
                  <a:lnTo>
                    <a:pt x="266" y="2787"/>
                  </a:lnTo>
                  <a:lnTo>
                    <a:pt x="133" y="3053"/>
                  </a:lnTo>
                  <a:lnTo>
                    <a:pt x="1" y="3451"/>
                  </a:lnTo>
                  <a:lnTo>
                    <a:pt x="133" y="3716"/>
                  </a:lnTo>
                  <a:lnTo>
                    <a:pt x="399" y="4247"/>
                  </a:lnTo>
                  <a:lnTo>
                    <a:pt x="930" y="4778"/>
                  </a:lnTo>
                  <a:lnTo>
                    <a:pt x="1328" y="5176"/>
                  </a:lnTo>
                  <a:lnTo>
                    <a:pt x="1859" y="5309"/>
                  </a:lnTo>
                  <a:lnTo>
                    <a:pt x="2390" y="5441"/>
                  </a:lnTo>
                  <a:lnTo>
                    <a:pt x="2920" y="5574"/>
                  </a:lnTo>
                  <a:lnTo>
                    <a:pt x="3584" y="5441"/>
                  </a:lnTo>
                  <a:lnTo>
                    <a:pt x="4380" y="5176"/>
                  </a:lnTo>
                  <a:lnTo>
                    <a:pt x="5309" y="4911"/>
                  </a:lnTo>
                  <a:lnTo>
                    <a:pt x="6371" y="4380"/>
                  </a:lnTo>
                  <a:lnTo>
                    <a:pt x="9290" y="2787"/>
                  </a:lnTo>
                  <a:lnTo>
                    <a:pt x="7831" y="0"/>
                  </a:ln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4211;p40">
              <a:extLst>
                <a:ext uri="{FF2B5EF4-FFF2-40B4-BE49-F238E27FC236}">
                  <a16:creationId xmlns:a16="http://schemas.microsoft.com/office/drawing/2014/main" id="{9BB6B31F-F8C7-7A53-3BC0-1E268353772E}"/>
                </a:ext>
              </a:extLst>
            </p:cNvPr>
            <p:cNvSpPr/>
            <p:nvPr/>
          </p:nvSpPr>
          <p:spPr>
            <a:xfrm>
              <a:off x="6394020" y="1554739"/>
              <a:ext cx="169448" cy="332280"/>
            </a:xfrm>
            <a:custGeom>
              <a:avLst/>
              <a:gdLst/>
              <a:ahLst/>
              <a:cxnLst/>
              <a:rect l="l" t="t" r="r" b="b"/>
              <a:pathLst>
                <a:path w="10220" h="20041" extrusionOk="0">
                  <a:moveTo>
                    <a:pt x="3053" y="1"/>
                  </a:moveTo>
                  <a:lnTo>
                    <a:pt x="2788" y="664"/>
                  </a:lnTo>
                  <a:lnTo>
                    <a:pt x="2522" y="1328"/>
                  </a:lnTo>
                  <a:lnTo>
                    <a:pt x="2389" y="2124"/>
                  </a:lnTo>
                  <a:lnTo>
                    <a:pt x="2257" y="2655"/>
                  </a:lnTo>
                  <a:lnTo>
                    <a:pt x="2389" y="3982"/>
                  </a:lnTo>
                  <a:lnTo>
                    <a:pt x="2522" y="5044"/>
                  </a:lnTo>
                  <a:lnTo>
                    <a:pt x="2920" y="5840"/>
                  </a:lnTo>
                  <a:lnTo>
                    <a:pt x="3318" y="6636"/>
                  </a:lnTo>
                  <a:lnTo>
                    <a:pt x="3717" y="7167"/>
                  </a:lnTo>
                  <a:lnTo>
                    <a:pt x="5707" y="13272"/>
                  </a:lnTo>
                  <a:lnTo>
                    <a:pt x="3451" y="14865"/>
                  </a:lnTo>
                  <a:lnTo>
                    <a:pt x="1" y="17253"/>
                  </a:lnTo>
                  <a:lnTo>
                    <a:pt x="1460" y="20040"/>
                  </a:lnTo>
                  <a:lnTo>
                    <a:pt x="2920" y="19244"/>
                  </a:lnTo>
                  <a:lnTo>
                    <a:pt x="5309" y="18182"/>
                  </a:lnTo>
                  <a:lnTo>
                    <a:pt x="7698" y="16855"/>
                  </a:lnTo>
                  <a:lnTo>
                    <a:pt x="8760" y="16324"/>
                  </a:lnTo>
                  <a:lnTo>
                    <a:pt x="9556" y="15661"/>
                  </a:lnTo>
                  <a:lnTo>
                    <a:pt x="10087" y="15130"/>
                  </a:lnTo>
                  <a:lnTo>
                    <a:pt x="10219" y="14865"/>
                  </a:lnTo>
                  <a:lnTo>
                    <a:pt x="10219" y="14466"/>
                  </a:lnTo>
                  <a:lnTo>
                    <a:pt x="10219" y="13803"/>
                  </a:lnTo>
                  <a:lnTo>
                    <a:pt x="10087" y="12741"/>
                  </a:lnTo>
                  <a:lnTo>
                    <a:pt x="9423" y="10220"/>
                  </a:lnTo>
                  <a:lnTo>
                    <a:pt x="7698" y="4115"/>
                  </a:lnTo>
                  <a:lnTo>
                    <a:pt x="7300" y="2921"/>
                  </a:lnTo>
                  <a:lnTo>
                    <a:pt x="6902" y="1859"/>
                  </a:lnTo>
                  <a:lnTo>
                    <a:pt x="6371" y="1195"/>
                  </a:lnTo>
                  <a:lnTo>
                    <a:pt x="5840" y="664"/>
                  </a:lnTo>
                  <a:lnTo>
                    <a:pt x="5176" y="399"/>
                  </a:lnTo>
                  <a:lnTo>
                    <a:pt x="4646" y="134"/>
                  </a:lnTo>
                  <a:lnTo>
                    <a:pt x="3053"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4212;p40">
              <a:extLst>
                <a:ext uri="{FF2B5EF4-FFF2-40B4-BE49-F238E27FC236}">
                  <a16:creationId xmlns:a16="http://schemas.microsoft.com/office/drawing/2014/main" id="{9893F2A0-ECCC-7106-1437-C73BA8CD4BC7}"/>
                </a:ext>
              </a:extLst>
            </p:cNvPr>
            <p:cNvSpPr/>
            <p:nvPr/>
          </p:nvSpPr>
          <p:spPr>
            <a:xfrm>
              <a:off x="6222401" y="1281898"/>
              <a:ext cx="233247" cy="244257"/>
            </a:xfrm>
            <a:custGeom>
              <a:avLst/>
              <a:gdLst/>
              <a:ahLst/>
              <a:cxnLst/>
              <a:rect l="l" t="t" r="r" b="b"/>
              <a:pathLst>
                <a:path w="14068" h="14732" extrusionOk="0">
                  <a:moveTo>
                    <a:pt x="7167" y="1"/>
                  </a:moveTo>
                  <a:lnTo>
                    <a:pt x="5707" y="134"/>
                  </a:lnTo>
                  <a:lnTo>
                    <a:pt x="4380" y="664"/>
                  </a:lnTo>
                  <a:lnTo>
                    <a:pt x="3318" y="1328"/>
                  </a:lnTo>
                  <a:lnTo>
                    <a:pt x="3053" y="1461"/>
                  </a:lnTo>
                  <a:lnTo>
                    <a:pt x="2787" y="1726"/>
                  </a:lnTo>
                  <a:lnTo>
                    <a:pt x="2389" y="2522"/>
                  </a:lnTo>
                  <a:lnTo>
                    <a:pt x="2256" y="2920"/>
                  </a:lnTo>
                  <a:lnTo>
                    <a:pt x="1991" y="3451"/>
                  </a:lnTo>
                  <a:lnTo>
                    <a:pt x="1593" y="3849"/>
                  </a:lnTo>
                  <a:lnTo>
                    <a:pt x="1195" y="4248"/>
                  </a:lnTo>
                  <a:lnTo>
                    <a:pt x="797" y="4778"/>
                  </a:lnTo>
                  <a:lnTo>
                    <a:pt x="398" y="5177"/>
                  </a:lnTo>
                  <a:lnTo>
                    <a:pt x="133" y="5575"/>
                  </a:lnTo>
                  <a:lnTo>
                    <a:pt x="0" y="5973"/>
                  </a:lnTo>
                  <a:lnTo>
                    <a:pt x="0" y="6371"/>
                  </a:lnTo>
                  <a:lnTo>
                    <a:pt x="0" y="6902"/>
                  </a:lnTo>
                  <a:lnTo>
                    <a:pt x="133" y="7300"/>
                  </a:lnTo>
                  <a:lnTo>
                    <a:pt x="398" y="7698"/>
                  </a:lnTo>
                  <a:lnTo>
                    <a:pt x="797" y="8096"/>
                  </a:lnTo>
                  <a:lnTo>
                    <a:pt x="1460" y="8494"/>
                  </a:lnTo>
                  <a:lnTo>
                    <a:pt x="1593" y="8494"/>
                  </a:lnTo>
                  <a:lnTo>
                    <a:pt x="1991" y="8760"/>
                  </a:lnTo>
                  <a:lnTo>
                    <a:pt x="2522" y="9025"/>
                  </a:lnTo>
                  <a:lnTo>
                    <a:pt x="2920" y="9556"/>
                  </a:lnTo>
                  <a:lnTo>
                    <a:pt x="3318" y="10087"/>
                  </a:lnTo>
                  <a:lnTo>
                    <a:pt x="3982" y="11149"/>
                  </a:lnTo>
                  <a:lnTo>
                    <a:pt x="4512" y="12077"/>
                  </a:lnTo>
                  <a:lnTo>
                    <a:pt x="5043" y="12874"/>
                  </a:lnTo>
                  <a:lnTo>
                    <a:pt x="5441" y="13139"/>
                  </a:lnTo>
                  <a:lnTo>
                    <a:pt x="5972" y="13405"/>
                  </a:lnTo>
                  <a:lnTo>
                    <a:pt x="9423" y="14334"/>
                  </a:lnTo>
                  <a:lnTo>
                    <a:pt x="10086" y="14599"/>
                  </a:lnTo>
                  <a:lnTo>
                    <a:pt x="10352" y="14732"/>
                  </a:lnTo>
                  <a:lnTo>
                    <a:pt x="10484" y="14599"/>
                  </a:lnTo>
                  <a:lnTo>
                    <a:pt x="10484" y="14466"/>
                  </a:lnTo>
                  <a:lnTo>
                    <a:pt x="10883" y="13670"/>
                  </a:lnTo>
                  <a:lnTo>
                    <a:pt x="11413" y="12874"/>
                  </a:lnTo>
                  <a:lnTo>
                    <a:pt x="12077" y="11945"/>
                  </a:lnTo>
                  <a:lnTo>
                    <a:pt x="13006" y="10750"/>
                  </a:lnTo>
                  <a:lnTo>
                    <a:pt x="13404" y="10087"/>
                  </a:lnTo>
                  <a:lnTo>
                    <a:pt x="13669" y="9291"/>
                  </a:lnTo>
                  <a:lnTo>
                    <a:pt x="13935" y="8627"/>
                  </a:lnTo>
                  <a:lnTo>
                    <a:pt x="14068" y="7831"/>
                  </a:lnTo>
                  <a:lnTo>
                    <a:pt x="13935" y="6769"/>
                  </a:lnTo>
                  <a:lnTo>
                    <a:pt x="13802" y="5575"/>
                  </a:lnTo>
                  <a:lnTo>
                    <a:pt x="13139" y="3584"/>
                  </a:lnTo>
                  <a:lnTo>
                    <a:pt x="12740" y="2655"/>
                  </a:lnTo>
                  <a:lnTo>
                    <a:pt x="12210" y="1991"/>
                  </a:lnTo>
                  <a:lnTo>
                    <a:pt x="11546" y="1461"/>
                  </a:lnTo>
                  <a:lnTo>
                    <a:pt x="10750" y="930"/>
                  </a:lnTo>
                  <a:lnTo>
                    <a:pt x="9954" y="532"/>
                  </a:lnTo>
                  <a:lnTo>
                    <a:pt x="9025" y="266"/>
                  </a:lnTo>
                  <a:lnTo>
                    <a:pt x="8096" y="134"/>
                  </a:lnTo>
                  <a:lnTo>
                    <a:pt x="716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4213;p40">
              <a:extLst>
                <a:ext uri="{FF2B5EF4-FFF2-40B4-BE49-F238E27FC236}">
                  <a16:creationId xmlns:a16="http://schemas.microsoft.com/office/drawing/2014/main" id="{D21F7296-EA43-4ED8-3736-BB99C28A5C7C}"/>
                </a:ext>
              </a:extLst>
            </p:cNvPr>
            <p:cNvSpPr/>
            <p:nvPr/>
          </p:nvSpPr>
          <p:spPr>
            <a:xfrm>
              <a:off x="6246608" y="1354519"/>
              <a:ext cx="189244" cy="224443"/>
            </a:xfrm>
            <a:custGeom>
              <a:avLst/>
              <a:gdLst/>
              <a:ahLst/>
              <a:cxnLst/>
              <a:rect l="l" t="t" r="r" b="b"/>
              <a:pathLst>
                <a:path w="11414" h="13537" extrusionOk="0">
                  <a:moveTo>
                    <a:pt x="1460" y="0"/>
                  </a:moveTo>
                  <a:lnTo>
                    <a:pt x="929" y="398"/>
                  </a:lnTo>
                  <a:lnTo>
                    <a:pt x="664" y="797"/>
                  </a:lnTo>
                  <a:lnTo>
                    <a:pt x="398" y="1195"/>
                  </a:lnTo>
                  <a:lnTo>
                    <a:pt x="265" y="1858"/>
                  </a:lnTo>
                  <a:lnTo>
                    <a:pt x="133" y="2654"/>
                  </a:lnTo>
                  <a:lnTo>
                    <a:pt x="0" y="5176"/>
                  </a:lnTo>
                  <a:lnTo>
                    <a:pt x="0" y="6370"/>
                  </a:lnTo>
                  <a:lnTo>
                    <a:pt x="133" y="7432"/>
                  </a:lnTo>
                  <a:lnTo>
                    <a:pt x="265" y="8228"/>
                  </a:lnTo>
                  <a:lnTo>
                    <a:pt x="531" y="8759"/>
                  </a:lnTo>
                  <a:lnTo>
                    <a:pt x="796" y="9290"/>
                  </a:lnTo>
                  <a:lnTo>
                    <a:pt x="1062" y="9555"/>
                  </a:lnTo>
                  <a:lnTo>
                    <a:pt x="1593" y="9954"/>
                  </a:lnTo>
                  <a:lnTo>
                    <a:pt x="2123" y="10086"/>
                  </a:lnTo>
                  <a:lnTo>
                    <a:pt x="2787" y="10086"/>
                  </a:lnTo>
                  <a:lnTo>
                    <a:pt x="4380" y="9954"/>
                  </a:lnTo>
                  <a:lnTo>
                    <a:pt x="4380" y="11546"/>
                  </a:lnTo>
                  <a:lnTo>
                    <a:pt x="4247" y="11812"/>
                  </a:lnTo>
                  <a:lnTo>
                    <a:pt x="4247" y="12475"/>
                  </a:lnTo>
                  <a:lnTo>
                    <a:pt x="4380" y="12740"/>
                  </a:lnTo>
                  <a:lnTo>
                    <a:pt x="4645" y="13139"/>
                  </a:lnTo>
                  <a:lnTo>
                    <a:pt x="5043" y="13404"/>
                  </a:lnTo>
                  <a:lnTo>
                    <a:pt x="5707" y="13537"/>
                  </a:lnTo>
                  <a:lnTo>
                    <a:pt x="6636" y="13404"/>
                  </a:lnTo>
                  <a:lnTo>
                    <a:pt x="7432" y="13271"/>
                  </a:lnTo>
                  <a:lnTo>
                    <a:pt x="8095" y="13006"/>
                  </a:lnTo>
                  <a:lnTo>
                    <a:pt x="8494" y="12740"/>
                  </a:lnTo>
                  <a:lnTo>
                    <a:pt x="8759" y="12342"/>
                  </a:lnTo>
                  <a:lnTo>
                    <a:pt x="8892" y="12077"/>
                  </a:lnTo>
                  <a:lnTo>
                    <a:pt x="9024" y="11812"/>
                  </a:lnTo>
                  <a:lnTo>
                    <a:pt x="9157" y="7167"/>
                  </a:lnTo>
                  <a:lnTo>
                    <a:pt x="9290" y="7167"/>
                  </a:lnTo>
                  <a:lnTo>
                    <a:pt x="9688" y="7299"/>
                  </a:lnTo>
                  <a:lnTo>
                    <a:pt x="10086" y="7167"/>
                  </a:lnTo>
                  <a:lnTo>
                    <a:pt x="10484" y="7034"/>
                  </a:lnTo>
                  <a:lnTo>
                    <a:pt x="10750" y="6769"/>
                  </a:lnTo>
                  <a:lnTo>
                    <a:pt x="11015" y="6503"/>
                  </a:lnTo>
                  <a:lnTo>
                    <a:pt x="11280" y="6105"/>
                  </a:lnTo>
                  <a:lnTo>
                    <a:pt x="11413" y="5309"/>
                  </a:lnTo>
                  <a:lnTo>
                    <a:pt x="11280" y="4778"/>
                  </a:lnTo>
                  <a:lnTo>
                    <a:pt x="11015" y="4247"/>
                  </a:lnTo>
                  <a:lnTo>
                    <a:pt x="10484" y="3982"/>
                  </a:lnTo>
                  <a:lnTo>
                    <a:pt x="9821" y="3982"/>
                  </a:lnTo>
                  <a:lnTo>
                    <a:pt x="9423" y="4247"/>
                  </a:lnTo>
                  <a:lnTo>
                    <a:pt x="8892" y="4778"/>
                  </a:lnTo>
                  <a:lnTo>
                    <a:pt x="8095" y="4645"/>
                  </a:lnTo>
                  <a:lnTo>
                    <a:pt x="7432" y="4380"/>
                  </a:lnTo>
                  <a:lnTo>
                    <a:pt x="6901" y="3849"/>
                  </a:lnTo>
                  <a:lnTo>
                    <a:pt x="6503" y="3185"/>
                  </a:lnTo>
                  <a:lnTo>
                    <a:pt x="6105" y="2389"/>
                  </a:lnTo>
                  <a:lnTo>
                    <a:pt x="5839" y="1593"/>
                  </a:lnTo>
                  <a:lnTo>
                    <a:pt x="5574" y="266"/>
                  </a:lnTo>
                  <a:lnTo>
                    <a:pt x="5441" y="133"/>
                  </a:lnTo>
                  <a:lnTo>
                    <a:pt x="5176" y="0"/>
                  </a:lnTo>
                  <a:lnTo>
                    <a:pt x="4645" y="0"/>
                  </a:lnTo>
                  <a:lnTo>
                    <a:pt x="4114" y="266"/>
                  </a:lnTo>
                  <a:lnTo>
                    <a:pt x="3583" y="531"/>
                  </a:lnTo>
                  <a:lnTo>
                    <a:pt x="3052" y="797"/>
                  </a:lnTo>
                  <a:lnTo>
                    <a:pt x="2522" y="929"/>
                  </a:lnTo>
                  <a:lnTo>
                    <a:pt x="2256" y="797"/>
                  </a:lnTo>
                  <a:lnTo>
                    <a:pt x="1991" y="664"/>
                  </a:lnTo>
                  <a:lnTo>
                    <a:pt x="1725" y="398"/>
                  </a:lnTo>
                  <a:lnTo>
                    <a:pt x="1460" y="0"/>
                  </a:lnTo>
                  <a:close/>
                </a:path>
              </a:pathLst>
            </a:custGeom>
            <a:solidFill>
              <a:srgbClr val="B166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4214;p40">
              <a:extLst>
                <a:ext uri="{FF2B5EF4-FFF2-40B4-BE49-F238E27FC236}">
                  <a16:creationId xmlns:a16="http://schemas.microsoft.com/office/drawing/2014/main" id="{2E849C1F-08B1-9349-636F-EDF22F37DD90}"/>
                </a:ext>
              </a:extLst>
            </p:cNvPr>
            <p:cNvSpPr/>
            <p:nvPr/>
          </p:nvSpPr>
          <p:spPr>
            <a:xfrm>
              <a:off x="6378618" y="1424934"/>
              <a:ext cx="19830" cy="30806"/>
            </a:xfrm>
            <a:custGeom>
              <a:avLst/>
              <a:gdLst/>
              <a:ahLst/>
              <a:cxnLst/>
              <a:rect l="l" t="t" r="r" b="b"/>
              <a:pathLst>
                <a:path w="1196" h="1858" extrusionOk="0">
                  <a:moveTo>
                    <a:pt x="797" y="0"/>
                  </a:moveTo>
                  <a:lnTo>
                    <a:pt x="399" y="133"/>
                  </a:lnTo>
                  <a:lnTo>
                    <a:pt x="133" y="265"/>
                  </a:lnTo>
                  <a:lnTo>
                    <a:pt x="1" y="531"/>
                  </a:lnTo>
                  <a:lnTo>
                    <a:pt x="1" y="1062"/>
                  </a:lnTo>
                  <a:lnTo>
                    <a:pt x="133" y="1327"/>
                  </a:lnTo>
                  <a:lnTo>
                    <a:pt x="399" y="1725"/>
                  </a:lnTo>
                  <a:lnTo>
                    <a:pt x="664" y="1858"/>
                  </a:lnTo>
                  <a:lnTo>
                    <a:pt x="1195" y="133"/>
                  </a:lnTo>
                  <a:lnTo>
                    <a:pt x="79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4215;p40">
              <a:extLst>
                <a:ext uri="{FF2B5EF4-FFF2-40B4-BE49-F238E27FC236}">
                  <a16:creationId xmlns:a16="http://schemas.microsoft.com/office/drawing/2014/main" id="{17EF43CE-C4F5-1787-4B9F-F8C95D7206EC}"/>
                </a:ext>
              </a:extLst>
            </p:cNvPr>
            <p:cNvSpPr/>
            <p:nvPr/>
          </p:nvSpPr>
          <p:spPr>
            <a:xfrm>
              <a:off x="6255395" y="1345715"/>
              <a:ext cx="85835" cy="61628"/>
            </a:xfrm>
            <a:custGeom>
              <a:avLst/>
              <a:gdLst/>
              <a:ahLst/>
              <a:cxnLst/>
              <a:rect l="l" t="t" r="r" b="b"/>
              <a:pathLst>
                <a:path w="5177" h="3717" extrusionOk="0">
                  <a:moveTo>
                    <a:pt x="5177" y="0"/>
                  </a:moveTo>
                  <a:lnTo>
                    <a:pt x="1" y="266"/>
                  </a:lnTo>
                  <a:lnTo>
                    <a:pt x="134" y="797"/>
                  </a:lnTo>
                  <a:lnTo>
                    <a:pt x="399" y="1328"/>
                  </a:lnTo>
                  <a:lnTo>
                    <a:pt x="797" y="1991"/>
                  </a:lnTo>
                  <a:lnTo>
                    <a:pt x="1461" y="2522"/>
                  </a:lnTo>
                  <a:lnTo>
                    <a:pt x="2390" y="3053"/>
                  </a:lnTo>
                  <a:lnTo>
                    <a:pt x="3584" y="3451"/>
                  </a:lnTo>
                  <a:lnTo>
                    <a:pt x="5177" y="3716"/>
                  </a:lnTo>
                  <a:lnTo>
                    <a:pt x="517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4216;p40">
              <a:extLst>
                <a:ext uri="{FF2B5EF4-FFF2-40B4-BE49-F238E27FC236}">
                  <a16:creationId xmlns:a16="http://schemas.microsoft.com/office/drawing/2014/main" id="{D7142DBF-B133-D561-6666-ABF783A28D37}"/>
                </a:ext>
              </a:extLst>
            </p:cNvPr>
            <p:cNvSpPr/>
            <p:nvPr/>
          </p:nvSpPr>
          <p:spPr>
            <a:xfrm>
              <a:off x="6255395" y="1345715"/>
              <a:ext cx="85835" cy="61628"/>
            </a:xfrm>
            <a:custGeom>
              <a:avLst/>
              <a:gdLst/>
              <a:ahLst/>
              <a:cxnLst/>
              <a:rect l="l" t="t" r="r" b="b"/>
              <a:pathLst>
                <a:path w="5177" h="3717" fill="none" extrusionOk="0">
                  <a:moveTo>
                    <a:pt x="1" y="266"/>
                  </a:moveTo>
                  <a:lnTo>
                    <a:pt x="1" y="266"/>
                  </a:lnTo>
                  <a:lnTo>
                    <a:pt x="134" y="797"/>
                  </a:lnTo>
                  <a:lnTo>
                    <a:pt x="399" y="1328"/>
                  </a:lnTo>
                  <a:lnTo>
                    <a:pt x="797" y="1991"/>
                  </a:lnTo>
                  <a:lnTo>
                    <a:pt x="1461" y="2522"/>
                  </a:lnTo>
                  <a:lnTo>
                    <a:pt x="2390" y="3053"/>
                  </a:lnTo>
                  <a:lnTo>
                    <a:pt x="3584" y="3451"/>
                  </a:lnTo>
                  <a:lnTo>
                    <a:pt x="5177" y="3716"/>
                  </a:lnTo>
                  <a:lnTo>
                    <a:pt x="5177" y="0"/>
                  </a:lnTo>
                  <a:lnTo>
                    <a:pt x="1" y="26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4217;p40">
              <a:extLst>
                <a:ext uri="{FF2B5EF4-FFF2-40B4-BE49-F238E27FC236}">
                  <a16:creationId xmlns:a16="http://schemas.microsoft.com/office/drawing/2014/main" id="{7D9AC61F-8022-9CF3-73AF-438BD0539392}"/>
                </a:ext>
              </a:extLst>
            </p:cNvPr>
            <p:cNvSpPr/>
            <p:nvPr/>
          </p:nvSpPr>
          <p:spPr>
            <a:xfrm>
              <a:off x="6314818" y="1420524"/>
              <a:ext cx="15419" cy="15419"/>
            </a:xfrm>
            <a:custGeom>
              <a:avLst/>
              <a:gdLst/>
              <a:ahLst/>
              <a:cxnLst/>
              <a:rect l="l" t="t" r="r" b="b"/>
              <a:pathLst>
                <a:path w="930" h="930" extrusionOk="0">
                  <a:moveTo>
                    <a:pt x="133" y="1"/>
                  </a:moveTo>
                  <a:lnTo>
                    <a:pt x="0" y="399"/>
                  </a:lnTo>
                  <a:lnTo>
                    <a:pt x="133" y="797"/>
                  </a:lnTo>
                  <a:lnTo>
                    <a:pt x="398" y="930"/>
                  </a:lnTo>
                  <a:lnTo>
                    <a:pt x="796" y="797"/>
                  </a:lnTo>
                  <a:lnTo>
                    <a:pt x="929" y="399"/>
                  </a:lnTo>
                  <a:lnTo>
                    <a:pt x="796" y="133"/>
                  </a:lnTo>
                  <a:lnTo>
                    <a:pt x="53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4218;p40">
              <a:extLst>
                <a:ext uri="{FF2B5EF4-FFF2-40B4-BE49-F238E27FC236}">
                  <a16:creationId xmlns:a16="http://schemas.microsoft.com/office/drawing/2014/main" id="{DB76C85B-F715-A268-BB52-D757E8B4E861}"/>
                </a:ext>
              </a:extLst>
            </p:cNvPr>
            <p:cNvSpPr/>
            <p:nvPr/>
          </p:nvSpPr>
          <p:spPr>
            <a:xfrm>
              <a:off x="6297210" y="1473331"/>
              <a:ext cx="24223" cy="17625"/>
            </a:xfrm>
            <a:custGeom>
              <a:avLst/>
              <a:gdLst/>
              <a:ahLst/>
              <a:cxnLst/>
              <a:rect l="l" t="t" r="r" b="b"/>
              <a:pathLst>
                <a:path w="1461" h="1063" extrusionOk="0">
                  <a:moveTo>
                    <a:pt x="1460" y="1"/>
                  </a:moveTo>
                  <a:lnTo>
                    <a:pt x="0" y="531"/>
                  </a:lnTo>
                  <a:lnTo>
                    <a:pt x="133" y="797"/>
                  </a:lnTo>
                  <a:lnTo>
                    <a:pt x="399" y="930"/>
                  </a:lnTo>
                  <a:lnTo>
                    <a:pt x="664" y="1062"/>
                  </a:lnTo>
                  <a:lnTo>
                    <a:pt x="929" y="930"/>
                  </a:lnTo>
                  <a:lnTo>
                    <a:pt x="1195" y="797"/>
                  </a:lnTo>
                  <a:lnTo>
                    <a:pt x="1328" y="664"/>
                  </a:lnTo>
                  <a:lnTo>
                    <a:pt x="1460" y="399"/>
                  </a:lnTo>
                  <a:lnTo>
                    <a:pt x="1460" y="1"/>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4219;p40">
              <a:extLst>
                <a:ext uri="{FF2B5EF4-FFF2-40B4-BE49-F238E27FC236}">
                  <a16:creationId xmlns:a16="http://schemas.microsoft.com/office/drawing/2014/main" id="{038D9CD4-9D93-1E26-B2DE-F38B5626E64F}"/>
                </a:ext>
              </a:extLst>
            </p:cNvPr>
            <p:cNvSpPr/>
            <p:nvPr/>
          </p:nvSpPr>
          <p:spPr>
            <a:xfrm>
              <a:off x="6251001" y="1389718"/>
              <a:ext cx="17625" cy="15419"/>
            </a:xfrm>
            <a:custGeom>
              <a:avLst/>
              <a:gdLst/>
              <a:ahLst/>
              <a:cxnLst/>
              <a:rect l="l" t="t" r="r" b="b"/>
              <a:pathLst>
                <a:path w="1063" h="930" extrusionOk="0">
                  <a:moveTo>
                    <a:pt x="531" y="1"/>
                  </a:moveTo>
                  <a:lnTo>
                    <a:pt x="266" y="133"/>
                  </a:lnTo>
                  <a:lnTo>
                    <a:pt x="133" y="266"/>
                  </a:lnTo>
                  <a:lnTo>
                    <a:pt x="0" y="399"/>
                  </a:lnTo>
                  <a:lnTo>
                    <a:pt x="0" y="664"/>
                  </a:lnTo>
                  <a:lnTo>
                    <a:pt x="133" y="930"/>
                  </a:lnTo>
                  <a:lnTo>
                    <a:pt x="1062" y="266"/>
                  </a:lnTo>
                  <a:lnTo>
                    <a:pt x="929" y="133"/>
                  </a:lnTo>
                  <a:lnTo>
                    <a:pt x="66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4220;p40">
              <a:extLst>
                <a:ext uri="{FF2B5EF4-FFF2-40B4-BE49-F238E27FC236}">
                  <a16:creationId xmlns:a16="http://schemas.microsoft.com/office/drawing/2014/main" id="{6A5FA07C-AAD0-6914-38D0-C14103C119DD}"/>
                </a:ext>
              </a:extLst>
            </p:cNvPr>
            <p:cNvSpPr/>
            <p:nvPr/>
          </p:nvSpPr>
          <p:spPr>
            <a:xfrm>
              <a:off x="6255395" y="1416130"/>
              <a:ext cx="13231" cy="15419"/>
            </a:xfrm>
            <a:custGeom>
              <a:avLst/>
              <a:gdLst/>
              <a:ahLst/>
              <a:cxnLst/>
              <a:rect l="l" t="t" r="r" b="b"/>
              <a:pathLst>
                <a:path w="798" h="930" extrusionOk="0">
                  <a:moveTo>
                    <a:pt x="399" y="0"/>
                  </a:moveTo>
                  <a:lnTo>
                    <a:pt x="134" y="133"/>
                  </a:lnTo>
                  <a:lnTo>
                    <a:pt x="1" y="398"/>
                  </a:lnTo>
                  <a:lnTo>
                    <a:pt x="1" y="796"/>
                  </a:lnTo>
                  <a:lnTo>
                    <a:pt x="399" y="929"/>
                  </a:lnTo>
                  <a:lnTo>
                    <a:pt x="664" y="796"/>
                  </a:lnTo>
                  <a:lnTo>
                    <a:pt x="797" y="531"/>
                  </a:lnTo>
                  <a:lnTo>
                    <a:pt x="797" y="133"/>
                  </a:lnTo>
                  <a:lnTo>
                    <a:pt x="399"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4221;p40">
              <a:extLst>
                <a:ext uri="{FF2B5EF4-FFF2-40B4-BE49-F238E27FC236}">
                  <a16:creationId xmlns:a16="http://schemas.microsoft.com/office/drawing/2014/main" id="{53E38241-B562-4D28-2D74-7410A0A75392}"/>
                </a:ext>
              </a:extLst>
            </p:cNvPr>
            <p:cNvSpPr/>
            <p:nvPr/>
          </p:nvSpPr>
          <p:spPr>
            <a:xfrm>
              <a:off x="6268609" y="1420524"/>
              <a:ext cx="24207" cy="46225"/>
            </a:xfrm>
            <a:custGeom>
              <a:avLst/>
              <a:gdLst/>
              <a:ahLst/>
              <a:cxnLst/>
              <a:rect l="l" t="t" r="r" b="b"/>
              <a:pathLst>
                <a:path w="1460" h="2788" extrusionOk="0">
                  <a:moveTo>
                    <a:pt x="1460" y="1"/>
                  </a:moveTo>
                  <a:lnTo>
                    <a:pt x="0" y="2389"/>
                  </a:lnTo>
                  <a:lnTo>
                    <a:pt x="1460" y="2788"/>
                  </a:lnTo>
                  <a:lnTo>
                    <a:pt x="1460" y="1"/>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4222;p40">
              <a:extLst>
                <a:ext uri="{FF2B5EF4-FFF2-40B4-BE49-F238E27FC236}">
                  <a16:creationId xmlns:a16="http://schemas.microsoft.com/office/drawing/2014/main" id="{B380465C-CC27-911F-18CA-5297ACC53955}"/>
                </a:ext>
              </a:extLst>
            </p:cNvPr>
            <p:cNvSpPr/>
            <p:nvPr/>
          </p:nvSpPr>
          <p:spPr>
            <a:xfrm>
              <a:off x="6319211" y="1490939"/>
              <a:ext cx="63833" cy="39626"/>
            </a:xfrm>
            <a:custGeom>
              <a:avLst/>
              <a:gdLst/>
              <a:ahLst/>
              <a:cxnLst/>
              <a:rect l="l" t="t" r="r" b="b"/>
              <a:pathLst>
                <a:path w="3850" h="2390" extrusionOk="0">
                  <a:moveTo>
                    <a:pt x="3849" y="0"/>
                  </a:moveTo>
                  <a:lnTo>
                    <a:pt x="3584" y="398"/>
                  </a:lnTo>
                  <a:lnTo>
                    <a:pt x="3186" y="664"/>
                  </a:lnTo>
                  <a:lnTo>
                    <a:pt x="2124" y="1195"/>
                  </a:lnTo>
                  <a:lnTo>
                    <a:pt x="1062" y="1460"/>
                  </a:lnTo>
                  <a:lnTo>
                    <a:pt x="1" y="1726"/>
                  </a:lnTo>
                  <a:lnTo>
                    <a:pt x="1" y="2389"/>
                  </a:lnTo>
                  <a:lnTo>
                    <a:pt x="1195" y="1991"/>
                  </a:lnTo>
                  <a:lnTo>
                    <a:pt x="2257" y="1593"/>
                  </a:lnTo>
                  <a:lnTo>
                    <a:pt x="2920" y="1195"/>
                  </a:lnTo>
                  <a:lnTo>
                    <a:pt x="3451" y="797"/>
                  </a:lnTo>
                  <a:lnTo>
                    <a:pt x="3716" y="398"/>
                  </a:lnTo>
                  <a:lnTo>
                    <a:pt x="3849" y="0"/>
                  </a:lnTo>
                  <a:close/>
                </a:path>
              </a:pathLst>
            </a:custGeom>
            <a:solidFill>
              <a:srgbClr val="9A4A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4223;p40">
              <a:extLst>
                <a:ext uri="{FF2B5EF4-FFF2-40B4-BE49-F238E27FC236}">
                  <a16:creationId xmlns:a16="http://schemas.microsoft.com/office/drawing/2014/main" id="{E0BD27D5-21DA-1F14-0BA0-4E51CD59641C}"/>
                </a:ext>
              </a:extLst>
            </p:cNvPr>
            <p:cNvSpPr/>
            <p:nvPr/>
          </p:nvSpPr>
          <p:spPr>
            <a:xfrm>
              <a:off x="6242197" y="1259897"/>
              <a:ext cx="220050" cy="151840"/>
            </a:xfrm>
            <a:custGeom>
              <a:avLst/>
              <a:gdLst/>
              <a:ahLst/>
              <a:cxnLst/>
              <a:rect l="l" t="t" r="r" b="b"/>
              <a:pathLst>
                <a:path w="13272" h="9158" extrusionOk="0">
                  <a:moveTo>
                    <a:pt x="6105" y="1"/>
                  </a:moveTo>
                  <a:lnTo>
                    <a:pt x="5044" y="266"/>
                  </a:lnTo>
                  <a:lnTo>
                    <a:pt x="4115" y="532"/>
                  </a:lnTo>
                  <a:lnTo>
                    <a:pt x="3186" y="930"/>
                  </a:lnTo>
                  <a:lnTo>
                    <a:pt x="2389" y="1593"/>
                  </a:lnTo>
                  <a:lnTo>
                    <a:pt x="1593" y="2257"/>
                  </a:lnTo>
                  <a:lnTo>
                    <a:pt x="1062" y="3053"/>
                  </a:lnTo>
                  <a:lnTo>
                    <a:pt x="531" y="3982"/>
                  </a:lnTo>
                  <a:lnTo>
                    <a:pt x="266" y="4778"/>
                  </a:lnTo>
                  <a:lnTo>
                    <a:pt x="1" y="5575"/>
                  </a:lnTo>
                  <a:lnTo>
                    <a:pt x="1062" y="5309"/>
                  </a:lnTo>
                  <a:lnTo>
                    <a:pt x="2257" y="5176"/>
                  </a:lnTo>
                  <a:lnTo>
                    <a:pt x="4513" y="5176"/>
                  </a:lnTo>
                  <a:lnTo>
                    <a:pt x="5707" y="5442"/>
                  </a:lnTo>
                  <a:lnTo>
                    <a:pt x="6769" y="5575"/>
                  </a:lnTo>
                  <a:lnTo>
                    <a:pt x="7963" y="5973"/>
                  </a:lnTo>
                  <a:lnTo>
                    <a:pt x="9025" y="6371"/>
                  </a:lnTo>
                  <a:lnTo>
                    <a:pt x="9954" y="6902"/>
                  </a:lnTo>
                  <a:lnTo>
                    <a:pt x="10883" y="7433"/>
                  </a:lnTo>
                  <a:lnTo>
                    <a:pt x="11679" y="7963"/>
                  </a:lnTo>
                  <a:lnTo>
                    <a:pt x="12343" y="8627"/>
                  </a:lnTo>
                  <a:lnTo>
                    <a:pt x="12874" y="9158"/>
                  </a:lnTo>
                  <a:lnTo>
                    <a:pt x="13139" y="8229"/>
                  </a:lnTo>
                  <a:lnTo>
                    <a:pt x="13272" y="7300"/>
                  </a:lnTo>
                  <a:lnTo>
                    <a:pt x="13272" y="5840"/>
                  </a:lnTo>
                  <a:lnTo>
                    <a:pt x="13006" y="4646"/>
                  </a:lnTo>
                  <a:lnTo>
                    <a:pt x="12475" y="3451"/>
                  </a:lnTo>
                  <a:lnTo>
                    <a:pt x="11679" y="2390"/>
                  </a:lnTo>
                  <a:lnTo>
                    <a:pt x="10750" y="1461"/>
                  </a:lnTo>
                  <a:lnTo>
                    <a:pt x="9689" y="797"/>
                  </a:lnTo>
                  <a:lnTo>
                    <a:pt x="8494" y="266"/>
                  </a:lnTo>
                  <a:lnTo>
                    <a:pt x="716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4224;p40">
              <a:extLst>
                <a:ext uri="{FF2B5EF4-FFF2-40B4-BE49-F238E27FC236}">
                  <a16:creationId xmlns:a16="http://schemas.microsoft.com/office/drawing/2014/main" id="{97A06204-A03D-55BB-516F-EABD9F0EE28B}"/>
                </a:ext>
              </a:extLst>
            </p:cNvPr>
            <p:cNvSpPr/>
            <p:nvPr/>
          </p:nvSpPr>
          <p:spPr>
            <a:xfrm>
              <a:off x="6292799" y="1257708"/>
              <a:ext cx="118845" cy="50619"/>
            </a:xfrm>
            <a:custGeom>
              <a:avLst/>
              <a:gdLst/>
              <a:ahLst/>
              <a:cxnLst/>
              <a:rect l="l" t="t" r="r" b="b"/>
              <a:pathLst>
                <a:path w="7168" h="3053" extrusionOk="0">
                  <a:moveTo>
                    <a:pt x="6238" y="1062"/>
                  </a:moveTo>
                  <a:lnTo>
                    <a:pt x="7167" y="1194"/>
                  </a:lnTo>
                  <a:lnTo>
                    <a:pt x="6637" y="1062"/>
                  </a:lnTo>
                  <a:close/>
                  <a:moveTo>
                    <a:pt x="5840" y="1062"/>
                  </a:moveTo>
                  <a:lnTo>
                    <a:pt x="5044" y="1194"/>
                  </a:lnTo>
                  <a:lnTo>
                    <a:pt x="4380" y="1460"/>
                  </a:lnTo>
                  <a:lnTo>
                    <a:pt x="5177" y="1194"/>
                  </a:lnTo>
                  <a:lnTo>
                    <a:pt x="6106" y="1062"/>
                  </a:lnTo>
                  <a:close/>
                  <a:moveTo>
                    <a:pt x="3451" y="0"/>
                  </a:moveTo>
                  <a:lnTo>
                    <a:pt x="2788" y="265"/>
                  </a:lnTo>
                  <a:lnTo>
                    <a:pt x="2124" y="531"/>
                  </a:lnTo>
                  <a:lnTo>
                    <a:pt x="1328" y="1062"/>
                  </a:lnTo>
                  <a:lnTo>
                    <a:pt x="532" y="1991"/>
                  </a:lnTo>
                  <a:lnTo>
                    <a:pt x="1" y="2787"/>
                  </a:lnTo>
                  <a:lnTo>
                    <a:pt x="930" y="2920"/>
                  </a:lnTo>
                  <a:lnTo>
                    <a:pt x="1859" y="3052"/>
                  </a:lnTo>
                  <a:lnTo>
                    <a:pt x="2390" y="2389"/>
                  </a:lnTo>
                  <a:lnTo>
                    <a:pt x="3186" y="1593"/>
                  </a:lnTo>
                  <a:lnTo>
                    <a:pt x="3850" y="1062"/>
                  </a:lnTo>
                  <a:lnTo>
                    <a:pt x="4646" y="796"/>
                  </a:lnTo>
                  <a:lnTo>
                    <a:pt x="5309" y="531"/>
                  </a:lnTo>
                  <a:lnTo>
                    <a:pt x="5973" y="531"/>
                  </a:lnTo>
                  <a:lnTo>
                    <a:pt x="6769" y="664"/>
                  </a:lnTo>
                  <a:lnTo>
                    <a:pt x="5044" y="133"/>
                  </a:lnTo>
                  <a:lnTo>
                    <a:pt x="4115"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4225;p40">
              <a:extLst>
                <a:ext uri="{FF2B5EF4-FFF2-40B4-BE49-F238E27FC236}">
                  <a16:creationId xmlns:a16="http://schemas.microsoft.com/office/drawing/2014/main" id="{7C14CDEE-8AE0-D627-0726-365C05C49C68}"/>
                </a:ext>
              </a:extLst>
            </p:cNvPr>
            <p:cNvSpPr/>
            <p:nvPr/>
          </p:nvSpPr>
          <p:spPr>
            <a:xfrm>
              <a:off x="6308202" y="1345715"/>
              <a:ext cx="17" cy="17"/>
            </a:xfrm>
            <a:custGeom>
              <a:avLst/>
              <a:gdLst/>
              <a:ahLst/>
              <a:cxnLst/>
              <a:rect l="l" t="t" r="r" b="b"/>
              <a:pathLst>
                <a:path w="1" h="1" fill="none" extrusionOk="0">
                  <a:moveTo>
                    <a:pt x="1" y="0"/>
                  </a:moveTo>
                  <a:lnTo>
                    <a:pt x="1" y="0"/>
                  </a:lnTo>
                  <a:lnTo>
                    <a:pt x="1" y="0"/>
                  </a:lnTo>
                  <a:lnTo>
                    <a:pt x="1" y="0"/>
                  </a:lnTo>
                  <a:lnTo>
                    <a:pt x="1" y="0"/>
                  </a:lnTo>
                  <a:lnTo>
                    <a:pt x="1" y="0"/>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4226;p40">
              <a:extLst>
                <a:ext uri="{FF2B5EF4-FFF2-40B4-BE49-F238E27FC236}">
                  <a16:creationId xmlns:a16="http://schemas.microsoft.com/office/drawing/2014/main" id="{BD08A125-1850-C70C-0E3B-034E618E3901}"/>
                </a:ext>
              </a:extLst>
            </p:cNvPr>
            <p:cNvSpPr/>
            <p:nvPr/>
          </p:nvSpPr>
          <p:spPr>
            <a:xfrm>
              <a:off x="6365420" y="1275299"/>
              <a:ext cx="61628" cy="15419"/>
            </a:xfrm>
            <a:custGeom>
              <a:avLst/>
              <a:gdLst/>
              <a:ahLst/>
              <a:cxnLst/>
              <a:rect l="l" t="t" r="r" b="b"/>
              <a:pathLst>
                <a:path w="3717" h="930" fill="none" extrusionOk="0">
                  <a:moveTo>
                    <a:pt x="1726" y="1"/>
                  </a:moveTo>
                  <a:lnTo>
                    <a:pt x="1726" y="1"/>
                  </a:lnTo>
                  <a:lnTo>
                    <a:pt x="797" y="133"/>
                  </a:lnTo>
                  <a:lnTo>
                    <a:pt x="0" y="399"/>
                  </a:lnTo>
                  <a:lnTo>
                    <a:pt x="0" y="399"/>
                  </a:lnTo>
                  <a:lnTo>
                    <a:pt x="664" y="133"/>
                  </a:lnTo>
                  <a:lnTo>
                    <a:pt x="1460" y="1"/>
                  </a:lnTo>
                  <a:lnTo>
                    <a:pt x="1460" y="1"/>
                  </a:lnTo>
                  <a:lnTo>
                    <a:pt x="1593" y="1"/>
                  </a:lnTo>
                  <a:lnTo>
                    <a:pt x="1593" y="1"/>
                  </a:lnTo>
                  <a:lnTo>
                    <a:pt x="1858" y="1"/>
                  </a:lnTo>
                  <a:lnTo>
                    <a:pt x="1858" y="1"/>
                  </a:lnTo>
                  <a:lnTo>
                    <a:pt x="2787" y="133"/>
                  </a:lnTo>
                  <a:lnTo>
                    <a:pt x="2787" y="133"/>
                  </a:lnTo>
                  <a:lnTo>
                    <a:pt x="3716" y="930"/>
                  </a:lnTo>
                  <a:lnTo>
                    <a:pt x="3716" y="930"/>
                  </a:lnTo>
                  <a:lnTo>
                    <a:pt x="3716" y="930"/>
                  </a:lnTo>
                  <a:lnTo>
                    <a:pt x="3716" y="930"/>
                  </a:lnTo>
                  <a:lnTo>
                    <a:pt x="2787" y="133"/>
                  </a:lnTo>
                  <a:lnTo>
                    <a:pt x="2787" y="133"/>
                  </a:lnTo>
                  <a:lnTo>
                    <a:pt x="2257" y="1"/>
                  </a:lnTo>
                  <a:lnTo>
                    <a:pt x="172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4227;p40">
              <a:extLst>
                <a:ext uri="{FF2B5EF4-FFF2-40B4-BE49-F238E27FC236}">
                  <a16:creationId xmlns:a16="http://schemas.microsoft.com/office/drawing/2014/main" id="{D10E33D6-6CC1-C8EA-C730-A750F6491A6E}"/>
                </a:ext>
              </a:extLst>
            </p:cNvPr>
            <p:cNvSpPr/>
            <p:nvPr/>
          </p:nvSpPr>
          <p:spPr>
            <a:xfrm>
              <a:off x="6416022" y="1273094"/>
              <a:ext cx="8821" cy="8821"/>
            </a:xfrm>
            <a:custGeom>
              <a:avLst/>
              <a:gdLst/>
              <a:ahLst/>
              <a:cxnLst/>
              <a:rect l="l" t="t" r="r" b="b"/>
              <a:pathLst>
                <a:path w="532" h="532" fill="none" extrusionOk="0">
                  <a:moveTo>
                    <a:pt x="1" y="1"/>
                  </a:moveTo>
                  <a:lnTo>
                    <a:pt x="1" y="1"/>
                  </a:lnTo>
                  <a:lnTo>
                    <a:pt x="266" y="266"/>
                  </a:lnTo>
                  <a:lnTo>
                    <a:pt x="532" y="532"/>
                  </a:lnTo>
                  <a:lnTo>
                    <a:pt x="532" y="532"/>
                  </a:lnTo>
                  <a:lnTo>
                    <a:pt x="266" y="266"/>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4228;p40">
              <a:extLst>
                <a:ext uri="{FF2B5EF4-FFF2-40B4-BE49-F238E27FC236}">
                  <a16:creationId xmlns:a16="http://schemas.microsoft.com/office/drawing/2014/main" id="{0FEAE7F0-A5C6-2CB3-9EA4-0AF998A56438}"/>
                </a:ext>
              </a:extLst>
            </p:cNvPr>
            <p:cNvSpPr/>
            <p:nvPr/>
          </p:nvSpPr>
          <p:spPr>
            <a:xfrm>
              <a:off x="6323605" y="1266495"/>
              <a:ext cx="103443" cy="44036"/>
            </a:xfrm>
            <a:custGeom>
              <a:avLst/>
              <a:gdLst/>
              <a:ahLst/>
              <a:cxnLst/>
              <a:rect l="l" t="t" r="r" b="b"/>
              <a:pathLst>
                <a:path w="6239" h="2656" extrusionOk="0">
                  <a:moveTo>
                    <a:pt x="3451" y="1"/>
                  </a:moveTo>
                  <a:lnTo>
                    <a:pt x="2788" y="266"/>
                  </a:lnTo>
                  <a:lnTo>
                    <a:pt x="1992" y="532"/>
                  </a:lnTo>
                  <a:lnTo>
                    <a:pt x="1328" y="1063"/>
                  </a:lnTo>
                  <a:lnTo>
                    <a:pt x="532" y="1859"/>
                  </a:lnTo>
                  <a:lnTo>
                    <a:pt x="1" y="2522"/>
                  </a:lnTo>
                  <a:lnTo>
                    <a:pt x="664" y="2655"/>
                  </a:lnTo>
                  <a:lnTo>
                    <a:pt x="1328" y="1859"/>
                  </a:lnTo>
                  <a:lnTo>
                    <a:pt x="2124" y="1195"/>
                  </a:lnTo>
                  <a:lnTo>
                    <a:pt x="3053" y="664"/>
                  </a:lnTo>
                  <a:lnTo>
                    <a:pt x="3584" y="532"/>
                  </a:lnTo>
                  <a:lnTo>
                    <a:pt x="4779" y="532"/>
                  </a:lnTo>
                  <a:lnTo>
                    <a:pt x="5309" y="664"/>
                  </a:lnTo>
                  <a:lnTo>
                    <a:pt x="6238" y="1461"/>
                  </a:lnTo>
                  <a:lnTo>
                    <a:pt x="6106" y="930"/>
                  </a:lnTo>
                  <a:lnTo>
                    <a:pt x="5840" y="532"/>
                  </a:lnTo>
                  <a:lnTo>
                    <a:pt x="5309" y="266"/>
                  </a:lnTo>
                  <a:lnTo>
                    <a:pt x="4779"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4229;p40">
              <a:extLst>
                <a:ext uri="{FF2B5EF4-FFF2-40B4-BE49-F238E27FC236}">
                  <a16:creationId xmlns:a16="http://schemas.microsoft.com/office/drawing/2014/main" id="{203E5FA7-1595-A409-FDEF-A91B214DD53D}"/>
                </a:ext>
              </a:extLst>
            </p:cNvPr>
            <p:cNvSpPr/>
            <p:nvPr/>
          </p:nvSpPr>
          <p:spPr>
            <a:xfrm>
              <a:off x="6308202" y="1345715"/>
              <a:ext cx="11026" cy="17"/>
            </a:xfrm>
            <a:custGeom>
              <a:avLst/>
              <a:gdLst/>
              <a:ahLst/>
              <a:cxnLst/>
              <a:rect l="l" t="t" r="r" b="b"/>
              <a:pathLst>
                <a:path w="665" h="1" fill="none" extrusionOk="0">
                  <a:moveTo>
                    <a:pt x="1" y="0"/>
                  </a:moveTo>
                  <a:lnTo>
                    <a:pt x="1" y="0"/>
                  </a:lnTo>
                  <a:lnTo>
                    <a:pt x="1" y="0"/>
                  </a:lnTo>
                  <a:lnTo>
                    <a:pt x="665" y="0"/>
                  </a:lnTo>
                  <a:lnTo>
                    <a:pt x="665" y="0"/>
                  </a:lnTo>
                  <a:lnTo>
                    <a:pt x="665" y="0"/>
                  </a:lnTo>
                  <a:lnTo>
                    <a:pt x="665" y="0"/>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4230;p40">
              <a:extLst>
                <a:ext uri="{FF2B5EF4-FFF2-40B4-BE49-F238E27FC236}">
                  <a16:creationId xmlns:a16="http://schemas.microsoft.com/office/drawing/2014/main" id="{6B835AB5-0F66-557C-C721-69AF2D315E5C}"/>
                </a:ext>
              </a:extLst>
            </p:cNvPr>
            <p:cNvSpPr/>
            <p:nvPr/>
          </p:nvSpPr>
          <p:spPr>
            <a:xfrm>
              <a:off x="6206998" y="1303900"/>
              <a:ext cx="187039" cy="61628"/>
            </a:xfrm>
            <a:custGeom>
              <a:avLst/>
              <a:gdLst/>
              <a:ahLst/>
              <a:cxnLst/>
              <a:rect l="l" t="t" r="r" b="b"/>
              <a:pathLst>
                <a:path w="11281" h="3717" extrusionOk="0">
                  <a:moveTo>
                    <a:pt x="2787" y="1"/>
                  </a:moveTo>
                  <a:lnTo>
                    <a:pt x="1327" y="134"/>
                  </a:lnTo>
                  <a:lnTo>
                    <a:pt x="531" y="266"/>
                  </a:lnTo>
                  <a:lnTo>
                    <a:pt x="133" y="532"/>
                  </a:lnTo>
                  <a:lnTo>
                    <a:pt x="0" y="797"/>
                  </a:lnTo>
                  <a:lnTo>
                    <a:pt x="0" y="1328"/>
                  </a:lnTo>
                  <a:lnTo>
                    <a:pt x="133" y="1063"/>
                  </a:lnTo>
                  <a:lnTo>
                    <a:pt x="531" y="797"/>
                  </a:lnTo>
                  <a:lnTo>
                    <a:pt x="1460" y="664"/>
                  </a:lnTo>
                  <a:lnTo>
                    <a:pt x="2654" y="532"/>
                  </a:lnTo>
                  <a:lnTo>
                    <a:pt x="4778" y="532"/>
                  </a:lnTo>
                  <a:lnTo>
                    <a:pt x="5972" y="664"/>
                  </a:lnTo>
                  <a:lnTo>
                    <a:pt x="7167" y="797"/>
                  </a:lnTo>
                  <a:lnTo>
                    <a:pt x="8096" y="1195"/>
                  </a:lnTo>
                  <a:lnTo>
                    <a:pt x="8892" y="1593"/>
                  </a:lnTo>
                  <a:lnTo>
                    <a:pt x="9555" y="1992"/>
                  </a:lnTo>
                  <a:lnTo>
                    <a:pt x="10484" y="2921"/>
                  </a:lnTo>
                  <a:lnTo>
                    <a:pt x="11015" y="3451"/>
                  </a:lnTo>
                  <a:lnTo>
                    <a:pt x="11148" y="3717"/>
                  </a:lnTo>
                  <a:lnTo>
                    <a:pt x="11281" y="3186"/>
                  </a:lnTo>
                  <a:lnTo>
                    <a:pt x="11015" y="2921"/>
                  </a:lnTo>
                  <a:lnTo>
                    <a:pt x="10484" y="2390"/>
                  </a:lnTo>
                  <a:lnTo>
                    <a:pt x="9555" y="1461"/>
                  </a:lnTo>
                  <a:lnTo>
                    <a:pt x="9025" y="1063"/>
                  </a:lnTo>
                  <a:lnTo>
                    <a:pt x="8228" y="664"/>
                  </a:lnTo>
                  <a:lnTo>
                    <a:pt x="7697" y="399"/>
                  </a:lnTo>
                  <a:lnTo>
                    <a:pt x="7034" y="266"/>
                  </a:lnTo>
                  <a:lnTo>
                    <a:pt x="6105" y="134"/>
                  </a:lnTo>
                  <a:lnTo>
                    <a:pt x="517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4231;p40">
              <a:extLst>
                <a:ext uri="{FF2B5EF4-FFF2-40B4-BE49-F238E27FC236}">
                  <a16:creationId xmlns:a16="http://schemas.microsoft.com/office/drawing/2014/main" id="{80DF8EA9-E8EE-641E-2C9E-159F2B768DFA}"/>
                </a:ext>
              </a:extLst>
            </p:cNvPr>
            <p:cNvSpPr/>
            <p:nvPr/>
          </p:nvSpPr>
          <p:spPr>
            <a:xfrm>
              <a:off x="6389627" y="1365511"/>
              <a:ext cx="2205" cy="17"/>
            </a:xfrm>
            <a:custGeom>
              <a:avLst/>
              <a:gdLst/>
              <a:ahLst/>
              <a:cxnLst/>
              <a:rect l="l" t="t" r="r" b="b"/>
              <a:pathLst>
                <a:path w="133" h="1" fill="none" extrusionOk="0">
                  <a:moveTo>
                    <a:pt x="0" y="1"/>
                  </a:moveTo>
                  <a:lnTo>
                    <a:pt x="0" y="1"/>
                  </a:lnTo>
                  <a:lnTo>
                    <a:pt x="133" y="1"/>
                  </a:lnTo>
                  <a:lnTo>
                    <a:pt x="133" y="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4232;p40">
              <a:extLst>
                <a:ext uri="{FF2B5EF4-FFF2-40B4-BE49-F238E27FC236}">
                  <a16:creationId xmlns:a16="http://schemas.microsoft.com/office/drawing/2014/main" id="{19FAFD88-2753-AD9E-D420-A84230E4CB5A}"/>
                </a:ext>
              </a:extLst>
            </p:cNvPr>
            <p:cNvSpPr/>
            <p:nvPr/>
          </p:nvSpPr>
          <p:spPr>
            <a:xfrm>
              <a:off x="6244402" y="1345715"/>
              <a:ext cx="50619" cy="6615"/>
            </a:xfrm>
            <a:custGeom>
              <a:avLst/>
              <a:gdLst/>
              <a:ahLst/>
              <a:cxnLst/>
              <a:rect l="l" t="t" r="r" b="b"/>
              <a:pathLst>
                <a:path w="3053" h="399" fill="none" extrusionOk="0">
                  <a:moveTo>
                    <a:pt x="3053" y="0"/>
                  </a:moveTo>
                  <a:lnTo>
                    <a:pt x="3053" y="0"/>
                  </a:lnTo>
                  <a:lnTo>
                    <a:pt x="1460" y="133"/>
                  </a:lnTo>
                  <a:lnTo>
                    <a:pt x="0" y="399"/>
                  </a:lnTo>
                  <a:lnTo>
                    <a:pt x="0" y="399"/>
                  </a:lnTo>
                  <a:lnTo>
                    <a:pt x="1460" y="133"/>
                  </a:lnTo>
                  <a:lnTo>
                    <a:pt x="305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4233;p40">
              <a:extLst>
                <a:ext uri="{FF2B5EF4-FFF2-40B4-BE49-F238E27FC236}">
                  <a16:creationId xmlns:a16="http://schemas.microsoft.com/office/drawing/2014/main" id="{C8279C6A-00D5-8842-F6FB-0C17F3ABD7EB}"/>
                </a:ext>
              </a:extLst>
            </p:cNvPr>
            <p:cNvSpPr/>
            <p:nvPr/>
          </p:nvSpPr>
          <p:spPr>
            <a:xfrm>
              <a:off x="6295005" y="1345715"/>
              <a:ext cx="17" cy="17"/>
            </a:xfrm>
            <a:custGeom>
              <a:avLst/>
              <a:gdLst/>
              <a:ahLst/>
              <a:cxnLst/>
              <a:rect l="l" t="t" r="r" b="b"/>
              <a:pathLst>
                <a:path w="1" h="1" fill="none" extrusionOk="0">
                  <a:moveTo>
                    <a:pt x="1" y="0"/>
                  </a:moveTo>
                  <a:lnTo>
                    <a:pt x="1" y="0"/>
                  </a:lnTo>
                  <a:lnTo>
                    <a:pt x="1" y="0"/>
                  </a:lnTo>
                  <a:lnTo>
                    <a:pt x="1" y="0"/>
                  </a:lnTo>
                  <a:lnTo>
                    <a:pt x="1" y="0"/>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4234;p40">
              <a:extLst>
                <a:ext uri="{FF2B5EF4-FFF2-40B4-BE49-F238E27FC236}">
                  <a16:creationId xmlns:a16="http://schemas.microsoft.com/office/drawing/2014/main" id="{9A4C0CB3-E635-4E37-6494-311CABD9669C}"/>
                </a:ext>
              </a:extLst>
            </p:cNvPr>
            <p:cNvSpPr/>
            <p:nvPr/>
          </p:nvSpPr>
          <p:spPr>
            <a:xfrm>
              <a:off x="6206998" y="1312704"/>
              <a:ext cx="184834" cy="52824"/>
            </a:xfrm>
            <a:custGeom>
              <a:avLst/>
              <a:gdLst/>
              <a:ahLst/>
              <a:cxnLst/>
              <a:rect l="l" t="t" r="r" b="b"/>
              <a:pathLst>
                <a:path w="11148" h="3186" extrusionOk="0">
                  <a:moveTo>
                    <a:pt x="2654" y="1"/>
                  </a:moveTo>
                  <a:lnTo>
                    <a:pt x="1327" y="133"/>
                  </a:lnTo>
                  <a:lnTo>
                    <a:pt x="531" y="266"/>
                  </a:lnTo>
                  <a:lnTo>
                    <a:pt x="133" y="664"/>
                  </a:lnTo>
                  <a:lnTo>
                    <a:pt x="0" y="930"/>
                  </a:lnTo>
                  <a:lnTo>
                    <a:pt x="0" y="1062"/>
                  </a:lnTo>
                  <a:lnTo>
                    <a:pt x="531" y="1461"/>
                  </a:lnTo>
                  <a:lnTo>
                    <a:pt x="1195" y="1859"/>
                  </a:lnTo>
                  <a:lnTo>
                    <a:pt x="2124" y="2390"/>
                  </a:lnTo>
                  <a:lnTo>
                    <a:pt x="3716" y="2124"/>
                  </a:lnTo>
                  <a:lnTo>
                    <a:pt x="5309" y="1991"/>
                  </a:lnTo>
                  <a:lnTo>
                    <a:pt x="6769" y="1991"/>
                  </a:lnTo>
                  <a:lnTo>
                    <a:pt x="8228" y="2257"/>
                  </a:lnTo>
                  <a:lnTo>
                    <a:pt x="9821" y="2655"/>
                  </a:lnTo>
                  <a:lnTo>
                    <a:pt x="11148" y="3186"/>
                  </a:lnTo>
                  <a:lnTo>
                    <a:pt x="11015" y="2920"/>
                  </a:lnTo>
                  <a:lnTo>
                    <a:pt x="10484" y="2390"/>
                  </a:lnTo>
                  <a:lnTo>
                    <a:pt x="9555" y="1461"/>
                  </a:lnTo>
                  <a:lnTo>
                    <a:pt x="8892" y="1062"/>
                  </a:lnTo>
                  <a:lnTo>
                    <a:pt x="8096" y="664"/>
                  </a:lnTo>
                  <a:lnTo>
                    <a:pt x="7167" y="266"/>
                  </a:lnTo>
                  <a:lnTo>
                    <a:pt x="5972" y="133"/>
                  </a:lnTo>
                  <a:lnTo>
                    <a:pt x="4778"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4235;p40">
              <a:extLst>
                <a:ext uri="{FF2B5EF4-FFF2-40B4-BE49-F238E27FC236}">
                  <a16:creationId xmlns:a16="http://schemas.microsoft.com/office/drawing/2014/main" id="{D90A5D7D-7B1E-1530-7D40-49E4814A02E6}"/>
                </a:ext>
              </a:extLst>
            </p:cNvPr>
            <p:cNvSpPr/>
            <p:nvPr/>
          </p:nvSpPr>
          <p:spPr>
            <a:xfrm>
              <a:off x="5324660" y="1884797"/>
              <a:ext cx="418081" cy="290465"/>
            </a:xfrm>
            <a:custGeom>
              <a:avLst/>
              <a:gdLst/>
              <a:ahLst/>
              <a:cxnLst/>
              <a:rect l="l" t="t" r="r" b="b"/>
              <a:pathLst>
                <a:path w="25216" h="17519" extrusionOk="0">
                  <a:moveTo>
                    <a:pt x="0" y="1"/>
                  </a:moveTo>
                  <a:lnTo>
                    <a:pt x="266" y="929"/>
                  </a:lnTo>
                  <a:lnTo>
                    <a:pt x="398" y="1858"/>
                  </a:lnTo>
                  <a:lnTo>
                    <a:pt x="531" y="3849"/>
                  </a:lnTo>
                  <a:lnTo>
                    <a:pt x="664" y="5840"/>
                  </a:lnTo>
                  <a:lnTo>
                    <a:pt x="929" y="6901"/>
                  </a:lnTo>
                  <a:lnTo>
                    <a:pt x="1195" y="7830"/>
                  </a:lnTo>
                  <a:lnTo>
                    <a:pt x="2256" y="10352"/>
                  </a:lnTo>
                  <a:lnTo>
                    <a:pt x="3451" y="13272"/>
                  </a:lnTo>
                  <a:lnTo>
                    <a:pt x="4114" y="14731"/>
                  </a:lnTo>
                  <a:lnTo>
                    <a:pt x="4778" y="15926"/>
                  </a:lnTo>
                  <a:lnTo>
                    <a:pt x="5441" y="16855"/>
                  </a:lnTo>
                  <a:lnTo>
                    <a:pt x="5840" y="17253"/>
                  </a:lnTo>
                  <a:lnTo>
                    <a:pt x="6105" y="17518"/>
                  </a:lnTo>
                  <a:lnTo>
                    <a:pt x="6769" y="17518"/>
                  </a:lnTo>
                  <a:lnTo>
                    <a:pt x="8096" y="17120"/>
                  </a:lnTo>
                  <a:lnTo>
                    <a:pt x="11546" y="15926"/>
                  </a:lnTo>
                  <a:lnTo>
                    <a:pt x="15129" y="14333"/>
                  </a:lnTo>
                  <a:lnTo>
                    <a:pt x="17784" y="13272"/>
                  </a:lnTo>
                  <a:lnTo>
                    <a:pt x="22163" y="11281"/>
                  </a:lnTo>
                  <a:lnTo>
                    <a:pt x="23225" y="10750"/>
                  </a:lnTo>
                  <a:lnTo>
                    <a:pt x="24021" y="10087"/>
                  </a:lnTo>
                  <a:lnTo>
                    <a:pt x="24685" y="9423"/>
                  </a:lnTo>
                  <a:lnTo>
                    <a:pt x="25083" y="8494"/>
                  </a:lnTo>
                  <a:lnTo>
                    <a:pt x="25215" y="7830"/>
                  </a:lnTo>
                  <a:lnTo>
                    <a:pt x="25215" y="7300"/>
                  </a:lnTo>
                  <a:lnTo>
                    <a:pt x="25083" y="6901"/>
                  </a:lnTo>
                  <a:lnTo>
                    <a:pt x="24817" y="6503"/>
                  </a:lnTo>
                  <a:lnTo>
                    <a:pt x="24552" y="6105"/>
                  </a:lnTo>
                  <a:lnTo>
                    <a:pt x="24154" y="5972"/>
                  </a:lnTo>
                  <a:lnTo>
                    <a:pt x="23888" y="5840"/>
                  </a:lnTo>
                  <a:lnTo>
                    <a:pt x="23623" y="5972"/>
                  </a:lnTo>
                  <a:lnTo>
                    <a:pt x="21632" y="7300"/>
                  </a:lnTo>
                  <a:lnTo>
                    <a:pt x="20703" y="7830"/>
                  </a:lnTo>
                  <a:lnTo>
                    <a:pt x="20305" y="7830"/>
                  </a:lnTo>
                  <a:lnTo>
                    <a:pt x="20305" y="7698"/>
                  </a:lnTo>
                  <a:lnTo>
                    <a:pt x="20305" y="7167"/>
                  </a:lnTo>
                  <a:lnTo>
                    <a:pt x="20570" y="6769"/>
                  </a:lnTo>
                  <a:lnTo>
                    <a:pt x="20703" y="6371"/>
                  </a:lnTo>
                  <a:lnTo>
                    <a:pt x="20703" y="6105"/>
                  </a:lnTo>
                  <a:lnTo>
                    <a:pt x="20570" y="5972"/>
                  </a:lnTo>
                  <a:lnTo>
                    <a:pt x="20438" y="5707"/>
                  </a:lnTo>
                  <a:lnTo>
                    <a:pt x="20172" y="5707"/>
                  </a:lnTo>
                  <a:lnTo>
                    <a:pt x="19907" y="5840"/>
                  </a:lnTo>
                  <a:lnTo>
                    <a:pt x="19642" y="5972"/>
                  </a:lnTo>
                  <a:lnTo>
                    <a:pt x="19111" y="6636"/>
                  </a:lnTo>
                  <a:lnTo>
                    <a:pt x="18580" y="7300"/>
                  </a:lnTo>
                  <a:lnTo>
                    <a:pt x="18182" y="7830"/>
                  </a:lnTo>
                  <a:lnTo>
                    <a:pt x="17784" y="8229"/>
                  </a:lnTo>
                  <a:lnTo>
                    <a:pt x="17385" y="8759"/>
                  </a:lnTo>
                  <a:lnTo>
                    <a:pt x="16456" y="9423"/>
                  </a:lnTo>
                  <a:lnTo>
                    <a:pt x="15793" y="9821"/>
                  </a:lnTo>
                  <a:lnTo>
                    <a:pt x="14731" y="10219"/>
                  </a:lnTo>
                  <a:lnTo>
                    <a:pt x="12475" y="10883"/>
                  </a:lnTo>
                  <a:lnTo>
                    <a:pt x="7830" y="12077"/>
                  </a:lnTo>
                  <a:lnTo>
                    <a:pt x="5972" y="7167"/>
                  </a:lnTo>
                  <a:lnTo>
                    <a:pt x="4911" y="4911"/>
                  </a:lnTo>
                  <a:lnTo>
                    <a:pt x="3982" y="2920"/>
                  </a:lnTo>
                  <a:lnTo>
                    <a:pt x="3053" y="1726"/>
                  </a:lnTo>
                  <a:lnTo>
                    <a:pt x="2124" y="929"/>
                  </a:lnTo>
                  <a:lnTo>
                    <a:pt x="1195" y="399"/>
                  </a:lnTo>
                  <a:lnTo>
                    <a:pt x="0" y="1"/>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4236;p40">
              <a:extLst>
                <a:ext uri="{FF2B5EF4-FFF2-40B4-BE49-F238E27FC236}">
                  <a16:creationId xmlns:a16="http://schemas.microsoft.com/office/drawing/2014/main" id="{536D57BC-5BC6-1B14-8B1F-5CAD3F173507}"/>
                </a:ext>
              </a:extLst>
            </p:cNvPr>
            <p:cNvSpPr/>
            <p:nvPr/>
          </p:nvSpPr>
          <p:spPr>
            <a:xfrm>
              <a:off x="5315856" y="1880403"/>
              <a:ext cx="310262" cy="301458"/>
            </a:xfrm>
            <a:custGeom>
              <a:avLst/>
              <a:gdLst/>
              <a:ahLst/>
              <a:cxnLst/>
              <a:rect l="l" t="t" r="r" b="b"/>
              <a:pathLst>
                <a:path w="18713" h="18182" extrusionOk="0">
                  <a:moveTo>
                    <a:pt x="1" y="0"/>
                  </a:moveTo>
                  <a:lnTo>
                    <a:pt x="531" y="531"/>
                  </a:lnTo>
                  <a:lnTo>
                    <a:pt x="664" y="929"/>
                  </a:lnTo>
                  <a:lnTo>
                    <a:pt x="797" y="2389"/>
                  </a:lnTo>
                  <a:lnTo>
                    <a:pt x="1460" y="5441"/>
                  </a:lnTo>
                  <a:lnTo>
                    <a:pt x="1991" y="7963"/>
                  </a:lnTo>
                  <a:lnTo>
                    <a:pt x="2787" y="10617"/>
                  </a:lnTo>
                  <a:lnTo>
                    <a:pt x="3716" y="13404"/>
                  </a:lnTo>
                  <a:lnTo>
                    <a:pt x="4645" y="15660"/>
                  </a:lnTo>
                  <a:lnTo>
                    <a:pt x="5176" y="16722"/>
                  </a:lnTo>
                  <a:lnTo>
                    <a:pt x="5707" y="17385"/>
                  </a:lnTo>
                  <a:lnTo>
                    <a:pt x="6238" y="17916"/>
                  </a:lnTo>
                  <a:lnTo>
                    <a:pt x="6769" y="18181"/>
                  </a:lnTo>
                  <a:lnTo>
                    <a:pt x="7565" y="18049"/>
                  </a:lnTo>
                  <a:lnTo>
                    <a:pt x="8759" y="17651"/>
                  </a:lnTo>
                  <a:lnTo>
                    <a:pt x="12343" y="16323"/>
                  </a:lnTo>
                  <a:lnTo>
                    <a:pt x="16058" y="14598"/>
                  </a:lnTo>
                  <a:lnTo>
                    <a:pt x="18713" y="13404"/>
                  </a:lnTo>
                  <a:lnTo>
                    <a:pt x="18182" y="12475"/>
                  </a:lnTo>
                  <a:lnTo>
                    <a:pt x="17651" y="11679"/>
                  </a:lnTo>
                  <a:lnTo>
                    <a:pt x="17253" y="10750"/>
                  </a:lnTo>
                  <a:lnTo>
                    <a:pt x="16987" y="9688"/>
                  </a:lnTo>
                  <a:lnTo>
                    <a:pt x="14864" y="10484"/>
                  </a:lnTo>
                  <a:lnTo>
                    <a:pt x="12475" y="11148"/>
                  </a:lnTo>
                  <a:lnTo>
                    <a:pt x="8627" y="12209"/>
                  </a:lnTo>
                  <a:lnTo>
                    <a:pt x="7432" y="9157"/>
                  </a:lnTo>
                  <a:lnTo>
                    <a:pt x="6238" y="6105"/>
                  </a:lnTo>
                  <a:lnTo>
                    <a:pt x="5044" y="3451"/>
                  </a:lnTo>
                  <a:lnTo>
                    <a:pt x="4513" y="2256"/>
                  </a:lnTo>
                  <a:lnTo>
                    <a:pt x="3982" y="1460"/>
                  </a:lnTo>
                  <a:lnTo>
                    <a:pt x="3186" y="664"/>
                  </a:lnTo>
                  <a:lnTo>
                    <a:pt x="2389" y="133"/>
                  </a:lnTo>
                  <a:lnTo>
                    <a:pt x="1328"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4237;p40">
              <a:extLst>
                <a:ext uri="{FF2B5EF4-FFF2-40B4-BE49-F238E27FC236}">
                  <a16:creationId xmlns:a16="http://schemas.microsoft.com/office/drawing/2014/main" id="{718EB23D-78D3-EAC3-CE39-3B1BAA3D5105}"/>
                </a:ext>
              </a:extLst>
            </p:cNvPr>
            <p:cNvSpPr/>
            <p:nvPr/>
          </p:nvSpPr>
          <p:spPr>
            <a:xfrm>
              <a:off x="5122218" y="2914564"/>
              <a:ext cx="55029" cy="94622"/>
            </a:xfrm>
            <a:custGeom>
              <a:avLst/>
              <a:gdLst/>
              <a:ahLst/>
              <a:cxnLst/>
              <a:rect l="l" t="t" r="r" b="b"/>
              <a:pathLst>
                <a:path w="3319" h="5707" extrusionOk="0">
                  <a:moveTo>
                    <a:pt x="1" y="0"/>
                  </a:moveTo>
                  <a:lnTo>
                    <a:pt x="1" y="5707"/>
                  </a:lnTo>
                  <a:lnTo>
                    <a:pt x="3319" y="5707"/>
                  </a:lnTo>
                  <a:lnTo>
                    <a:pt x="3319" y="0"/>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4238;p40">
              <a:extLst>
                <a:ext uri="{FF2B5EF4-FFF2-40B4-BE49-F238E27FC236}">
                  <a16:creationId xmlns:a16="http://schemas.microsoft.com/office/drawing/2014/main" id="{DDB79575-142B-8346-F684-7C1CB6235564}"/>
                </a:ext>
              </a:extLst>
            </p:cNvPr>
            <p:cNvSpPr/>
            <p:nvPr/>
          </p:nvSpPr>
          <p:spPr>
            <a:xfrm>
              <a:off x="5122218" y="2914564"/>
              <a:ext cx="55029" cy="94622"/>
            </a:xfrm>
            <a:custGeom>
              <a:avLst/>
              <a:gdLst/>
              <a:ahLst/>
              <a:cxnLst/>
              <a:rect l="l" t="t" r="r" b="b"/>
              <a:pathLst>
                <a:path w="3319" h="5707" fill="none" extrusionOk="0">
                  <a:moveTo>
                    <a:pt x="1" y="5707"/>
                  </a:moveTo>
                  <a:lnTo>
                    <a:pt x="3319" y="5707"/>
                  </a:lnTo>
                  <a:lnTo>
                    <a:pt x="3319" y="0"/>
                  </a:lnTo>
                  <a:lnTo>
                    <a:pt x="1" y="0"/>
                  </a:lnTo>
                  <a:lnTo>
                    <a:pt x="1" y="570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4239;p40">
              <a:extLst>
                <a:ext uri="{FF2B5EF4-FFF2-40B4-BE49-F238E27FC236}">
                  <a16:creationId xmlns:a16="http://schemas.microsoft.com/office/drawing/2014/main" id="{FE20FF10-0C56-44C7-6629-AD3E891099B6}"/>
                </a:ext>
              </a:extLst>
            </p:cNvPr>
            <p:cNvSpPr/>
            <p:nvPr/>
          </p:nvSpPr>
          <p:spPr>
            <a:xfrm>
              <a:off x="5324660" y="2839738"/>
              <a:ext cx="68227" cy="112247"/>
            </a:xfrm>
            <a:custGeom>
              <a:avLst/>
              <a:gdLst/>
              <a:ahLst/>
              <a:cxnLst/>
              <a:rect l="l" t="t" r="r" b="b"/>
              <a:pathLst>
                <a:path w="4115" h="6770" extrusionOk="0">
                  <a:moveTo>
                    <a:pt x="0" y="1"/>
                  </a:moveTo>
                  <a:lnTo>
                    <a:pt x="266" y="6636"/>
                  </a:lnTo>
                  <a:lnTo>
                    <a:pt x="3982" y="6769"/>
                  </a:lnTo>
                  <a:lnTo>
                    <a:pt x="4114" y="134"/>
                  </a:lnTo>
                  <a:lnTo>
                    <a:pt x="0" y="1"/>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4240;p40">
              <a:extLst>
                <a:ext uri="{FF2B5EF4-FFF2-40B4-BE49-F238E27FC236}">
                  <a16:creationId xmlns:a16="http://schemas.microsoft.com/office/drawing/2014/main" id="{1A58EBA0-48EC-B478-1B69-1FD6FCCC1B38}"/>
                </a:ext>
              </a:extLst>
            </p:cNvPr>
            <p:cNvSpPr/>
            <p:nvPr/>
          </p:nvSpPr>
          <p:spPr>
            <a:xfrm>
              <a:off x="5324660" y="2839738"/>
              <a:ext cx="68227" cy="112247"/>
            </a:xfrm>
            <a:custGeom>
              <a:avLst/>
              <a:gdLst/>
              <a:ahLst/>
              <a:cxnLst/>
              <a:rect l="l" t="t" r="r" b="b"/>
              <a:pathLst>
                <a:path w="4115" h="6770" fill="none" extrusionOk="0">
                  <a:moveTo>
                    <a:pt x="266" y="6636"/>
                  </a:moveTo>
                  <a:lnTo>
                    <a:pt x="3982" y="6769"/>
                  </a:lnTo>
                  <a:lnTo>
                    <a:pt x="4114" y="134"/>
                  </a:lnTo>
                  <a:lnTo>
                    <a:pt x="0" y="1"/>
                  </a:lnTo>
                  <a:lnTo>
                    <a:pt x="266" y="663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4241;p40">
              <a:extLst>
                <a:ext uri="{FF2B5EF4-FFF2-40B4-BE49-F238E27FC236}">
                  <a16:creationId xmlns:a16="http://schemas.microsoft.com/office/drawing/2014/main" id="{CBBD45F9-4FC0-9CC9-BD57-BCC6E225D64E}"/>
                </a:ext>
              </a:extLst>
            </p:cNvPr>
            <p:cNvSpPr/>
            <p:nvPr/>
          </p:nvSpPr>
          <p:spPr>
            <a:xfrm>
              <a:off x="5109021" y="2254448"/>
              <a:ext cx="290465" cy="712940"/>
            </a:xfrm>
            <a:custGeom>
              <a:avLst/>
              <a:gdLst/>
              <a:ahLst/>
              <a:cxnLst/>
              <a:rect l="l" t="t" r="r" b="b"/>
              <a:pathLst>
                <a:path w="17519" h="43000" extrusionOk="0">
                  <a:moveTo>
                    <a:pt x="16590" y="1"/>
                  </a:moveTo>
                  <a:lnTo>
                    <a:pt x="1195" y="664"/>
                  </a:lnTo>
                  <a:lnTo>
                    <a:pt x="1062" y="21500"/>
                  </a:lnTo>
                  <a:lnTo>
                    <a:pt x="797" y="22296"/>
                  </a:lnTo>
                  <a:lnTo>
                    <a:pt x="532" y="23491"/>
                  </a:lnTo>
                  <a:lnTo>
                    <a:pt x="133" y="25083"/>
                  </a:lnTo>
                  <a:lnTo>
                    <a:pt x="1" y="27207"/>
                  </a:lnTo>
                  <a:lnTo>
                    <a:pt x="1" y="31453"/>
                  </a:lnTo>
                  <a:lnTo>
                    <a:pt x="266" y="36629"/>
                  </a:lnTo>
                  <a:lnTo>
                    <a:pt x="664" y="42601"/>
                  </a:lnTo>
                  <a:lnTo>
                    <a:pt x="930" y="42734"/>
                  </a:lnTo>
                  <a:lnTo>
                    <a:pt x="1593" y="42866"/>
                  </a:lnTo>
                  <a:lnTo>
                    <a:pt x="2124" y="42999"/>
                  </a:lnTo>
                  <a:lnTo>
                    <a:pt x="2788" y="42999"/>
                  </a:lnTo>
                  <a:lnTo>
                    <a:pt x="3451" y="42866"/>
                  </a:lnTo>
                  <a:lnTo>
                    <a:pt x="4247" y="42601"/>
                  </a:lnTo>
                  <a:lnTo>
                    <a:pt x="5575" y="34373"/>
                  </a:lnTo>
                  <a:lnTo>
                    <a:pt x="6504" y="27737"/>
                  </a:lnTo>
                  <a:lnTo>
                    <a:pt x="7300" y="22827"/>
                  </a:lnTo>
                  <a:lnTo>
                    <a:pt x="9158" y="8362"/>
                  </a:lnTo>
                  <a:lnTo>
                    <a:pt x="11414" y="21898"/>
                  </a:lnTo>
                  <a:lnTo>
                    <a:pt x="11148" y="23358"/>
                  </a:lnTo>
                  <a:lnTo>
                    <a:pt x="11148" y="24818"/>
                  </a:lnTo>
                  <a:lnTo>
                    <a:pt x="11148" y="26808"/>
                  </a:lnTo>
                  <a:lnTo>
                    <a:pt x="11547" y="29595"/>
                  </a:lnTo>
                  <a:lnTo>
                    <a:pt x="12077" y="33842"/>
                  </a:lnTo>
                  <a:lnTo>
                    <a:pt x="12874" y="39416"/>
                  </a:lnTo>
                  <a:lnTo>
                    <a:pt x="13272" y="39416"/>
                  </a:lnTo>
                  <a:lnTo>
                    <a:pt x="14201" y="39681"/>
                  </a:lnTo>
                  <a:lnTo>
                    <a:pt x="15661" y="39681"/>
                  </a:lnTo>
                  <a:lnTo>
                    <a:pt x="16324" y="39549"/>
                  </a:lnTo>
                  <a:lnTo>
                    <a:pt x="17253" y="39416"/>
                  </a:lnTo>
                  <a:lnTo>
                    <a:pt x="17519" y="21235"/>
                  </a:lnTo>
                  <a:lnTo>
                    <a:pt x="17386" y="16988"/>
                  </a:lnTo>
                  <a:lnTo>
                    <a:pt x="17120" y="9821"/>
                  </a:lnTo>
                  <a:lnTo>
                    <a:pt x="16590"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4242;p40">
              <a:extLst>
                <a:ext uri="{FF2B5EF4-FFF2-40B4-BE49-F238E27FC236}">
                  <a16:creationId xmlns:a16="http://schemas.microsoft.com/office/drawing/2014/main" id="{0DD5FF55-29A4-03E3-DE71-DDD05D8F6A31}"/>
                </a:ext>
              </a:extLst>
            </p:cNvPr>
            <p:cNvSpPr/>
            <p:nvPr/>
          </p:nvSpPr>
          <p:spPr>
            <a:xfrm>
              <a:off x="5109021" y="2254448"/>
              <a:ext cx="290465" cy="712940"/>
            </a:xfrm>
            <a:custGeom>
              <a:avLst/>
              <a:gdLst/>
              <a:ahLst/>
              <a:cxnLst/>
              <a:rect l="l" t="t" r="r" b="b"/>
              <a:pathLst>
                <a:path w="17519" h="43000" fill="none" extrusionOk="0">
                  <a:moveTo>
                    <a:pt x="1195" y="664"/>
                  </a:moveTo>
                  <a:lnTo>
                    <a:pt x="1195" y="664"/>
                  </a:lnTo>
                  <a:lnTo>
                    <a:pt x="1062" y="21500"/>
                  </a:lnTo>
                  <a:lnTo>
                    <a:pt x="1062" y="21500"/>
                  </a:lnTo>
                  <a:lnTo>
                    <a:pt x="797" y="22296"/>
                  </a:lnTo>
                  <a:lnTo>
                    <a:pt x="532" y="23491"/>
                  </a:lnTo>
                  <a:lnTo>
                    <a:pt x="133" y="25083"/>
                  </a:lnTo>
                  <a:lnTo>
                    <a:pt x="1" y="27207"/>
                  </a:lnTo>
                  <a:lnTo>
                    <a:pt x="1" y="27207"/>
                  </a:lnTo>
                  <a:lnTo>
                    <a:pt x="1" y="31453"/>
                  </a:lnTo>
                  <a:lnTo>
                    <a:pt x="266" y="36629"/>
                  </a:lnTo>
                  <a:lnTo>
                    <a:pt x="664" y="42601"/>
                  </a:lnTo>
                  <a:lnTo>
                    <a:pt x="664" y="42601"/>
                  </a:lnTo>
                  <a:lnTo>
                    <a:pt x="930" y="42734"/>
                  </a:lnTo>
                  <a:lnTo>
                    <a:pt x="1593" y="42866"/>
                  </a:lnTo>
                  <a:lnTo>
                    <a:pt x="2124" y="42999"/>
                  </a:lnTo>
                  <a:lnTo>
                    <a:pt x="2788" y="42999"/>
                  </a:lnTo>
                  <a:lnTo>
                    <a:pt x="3451" y="42866"/>
                  </a:lnTo>
                  <a:lnTo>
                    <a:pt x="4247" y="42601"/>
                  </a:lnTo>
                  <a:lnTo>
                    <a:pt x="4247" y="42601"/>
                  </a:lnTo>
                  <a:lnTo>
                    <a:pt x="5575" y="34373"/>
                  </a:lnTo>
                  <a:lnTo>
                    <a:pt x="6504" y="27737"/>
                  </a:lnTo>
                  <a:lnTo>
                    <a:pt x="7300" y="22827"/>
                  </a:lnTo>
                  <a:lnTo>
                    <a:pt x="7300" y="22827"/>
                  </a:lnTo>
                  <a:lnTo>
                    <a:pt x="9158" y="8362"/>
                  </a:lnTo>
                  <a:lnTo>
                    <a:pt x="11414" y="21898"/>
                  </a:lnTo>
                  <a:lnTo>
                    <a:pt x="11414" y="21898"/>
                  </a:lnTo>
                  <a:lnTo>
                    <a:pt x="11148" y="23358"/>
                  </a:lnTo>
                  <a:lnTo>
                    <a:pt x="11148" y="24818"/>
                  </a:lnTo>
                  <a:lnTo>
                    <a:pt x="11148" y="26808"/>
                  </a:lnTo>
                  <a:lnTo>
                    <a:pt x="11148" y="26808"/>
                  </a:lnTo>
                  <a:lnTo>
                    <a:pt x="11547" y="29595"/>
                  </a:lnTo>
                  <a:lnTo>
                    <a:pt x="12077" y="33842"/>
                  </a:lnTo>
                  <a:lnTo>
                    <a:pt x="12874" y="39416"/>
                  </a:lnTo>
                  <a:lnTo>
                    <a:pt x="12874" y="39416"/>
                  </a:lnTo>
                  <a:lnTo>
                    <a:pt x="13272" y="39416"/>
                  </a:lnTo>
                  <a:lnTo>
                    <a:pt x="14201" y="39681"/>
                  </a:lnTo>
                  <a:lnTo>
                    <a:pt x="15661" y="39681"/>
                  </a:lnTo>
                  <a:lnTo>
                    <a:pt x="16324" y="39549"/>
                  </a:lnTo>
                  <a:lnTo>
                    <a:pt x="17253" y="39416"/>
                  </a:lnTo>
                  <a:lnTo>
                    <a:pt x="17253" y="39416"/>
                  </a:lnTo>
                  <a:lnTo>
                    <a:pt x="17519" y="21235"/>
                  </a:lnTo>
                  <a:lnTo>
                    <a:pt x="17519" y="21235"/>
                  </a:lnTo>
                  <a:lnTo>
                    <a:pt x="17386" y="16988"/>
                  </a:lnTo>
                  <a:lnTo>
                    <a:pt x="17120" y="9821"/>
                  </a:lnTo>
                  <a:lnTo>
                    <a:pt x="16590" y="1"/>
                  </a:lnTo>
                  <a:lnTo>
                    <a:pt x="1195" y="66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4243;p40">
              <a:extLst>
                <a:ext uri="{FF2B5EF4-FFF2-40B4-BE49-F238E27FC236}">
                  <a16:creationId xmlns:a16="http://schemas.microsoft.com/office/drawing/2014/main" id="{6FD73230-0A91-D759-40FA-EDB274A42B3D}"/>
                </a:ext>
              </a:extLst>
            </p:cNvPr>
            <p:cNvSpPr/>
            <p:nvPr/>
          </p:nvSpPr>
          <p:spPr>
            <a:xfrm>
              <a:off x="5126629" y="2269851"/>
              <a:ext cx="270652" cy="312467"/>
            </a:xfrm>
            <a:custGeom>
              <a:avLst/>
              <a:gdLst/>
              <a:ahLst/>
              <a:cxnLst/>
              <a:rect l="l" t="t" r="r" b="b"/>
              <a:pathLst>
                <a:path w="16324" h="18846" extrusionOk="0">
                  <a:moveTo>
                    <a:pt x="15660" y="1"/>
                  </a:moveTo>
                  <a:lnTo>
                    <a:pt x="14466" y="664"/>
                  </a:lnTo>
                  <a:lnTo>
                    <a:pt x="12741" y="1461"/>
                  </a:lnTo>
                  <a:lnTo>
                    <a:pt x="11546" y="1726"/>
                  </a:lnTo>
                  <a:lnTo>
                    <a:pt x="10352" y="1992"/>
                  </a:lnTo>
                  <a:lnTo>
                    <a:pt x="8892" y="2124"/>
                  </a:lnTo>
                  <a:lnTo>
                    <a:pt x="7432" y="2257"/>
                  </a:lnTo>
                  <a:lnTo>
                    <a:pt x="5707" y="2124"/>
                  </a:lnTo>
                  <a:lnTo>
                    <a:pt x="3982" y="1992"/>
                  </a:lnTo>
                  <a:lnTo>
                    <a:pt x="2124" y="1593"/>
                  </a:lnTo>
                  <a:lnTo>
                    <a:pt x="133" y="1063"/>
                  </a:lnTo>
                  <a:lnTo>
                    <a:pt x="0" y="17386"/>
                  </a:lnTo>
                  <a:lnTo>
                    <a:pt x="4513" y="14732"/>
                  </a:lnTo>
                  <a:lnTo>
                    <a:pt x="6901" y="16192"/>
                  </a:lnTo>
                  <a:lnTo>
                    <a:pt x="8096" y="7433"/>
                  </a:lnTo>
                  <a:lnTo>
                    <a:pt x="8627" y="7300"/>
                  </a:lnTo>
                  <a:lnTo>
                    <a:pt x="9821" y="6769"/>
                  </a:lnTo>
                  <a:lnTo>
                    <a:pt x="11414" y="5973"/>
                  </a:lnTo>
                  <a:lnTo>
                    <a:pt x="12210" y="5442"/>
                  </a:lnTo>
                  <a:lnTo>
                    <a:pt x="12873" y="4778"/>
                  </a:lnTo>
                  <a:lnTo>
                    <a:pt x="12873" y="4778"/>
                  </a:lnTo>
                  <a:lnTo>
                    <a:pt x="12741" y="5044"/>
                  </a:lnTo>
                  <a:lnTo>
                    <a:pt x="12210" y="5707"/>
                  </a:lnTo>
                  <a:lnTo>
                    <a:pt x="11148" y="6769"/>
                  </a:lnTo>
                  <a:lnTo>
                    <a:pt x="10352" y="7300"/>
                  </a:lnTo>
                  <a:lnTo>
                    <a:pt x="9423" y="7831"/>
                  </a:lnTo>
                  <a:lnTo>
                    <a:pt x="9954" y="17917"/>
                  </a:lnTo>
                  <a:lnTo>
                    <a:pt x="11679" y="18846"/>
                  </a:lnTo>
                  <a:lnTo>
                    <a:pt x="13404" y="17784"/>
                  </a:lnTo>
                  <a:lnTo>
                    <a:pt x="14466" y="17121"/>
                  </a:lnTo>
                  <a:lnTo>
                    <a:pt x="16324" y="16059"/>
                  </a:lnTo>
                  <a:lnTo>
                    <a:pt x="15660"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4244;p40">
              <a:extLst>
                <a:ext uri="{FF2B5EF4-FFF2-40B4-BE49-F238E27FC236}">
                  <a16:creationId xmlns:a16="http://schemas.microsoft.com/office/drawing/2014/main" id="{98B51218-829A-AD81-87AD-600A7FA64AA1}"/>
                </a:ext>
              </a:extLst>
            </p:cNvPr>
            <p:cNvSpPr/>
            <p:nvPr/>
          </p:nvSpPr>
          <p:spPr>
            <a:xfrm>
              <a:off x="5126629" y="2269851"/>
              <a:ext cx="270652" cy="312467"/>
            </a:xfrm>
            <a:custGeom>
              <a:avLst/>
              <a:gdLst/>
              <a:ahLst/>
              <a:cxnLst/>
              <a:rect l="l" t="t" r="r" b="b"/>
              <a:pathLst>
                <a:path w="16324" h="18846" fill="none" extrusionOk="0">
                  <a:moveTo>
                    <a:pt x="15660" y="1"/>
                  </a:moveTo>
                  <a:lnTo>
                    <a:pt x="15660" y="1"/>
                  </a:lnTo>
                  <a:lnTo>
                    <a:pt x="14466" y="664"/>
                  </a:lnTo>
                  <a:lnTo>
                    <a:pt x="12741" y="1461"/>
                  </a:lnTo>
                  <a:lnTo>
                    <a:pt x="11546" y="1726"/>
                  </a:lnTo>
                  <a:lnTo>
                    <a:pt x="10352" y="1992"/>
                  </a:lnTo>
                  <a:lnTo>
                    <a:pt x="8892" y="2124"/>
                  </a:lnTo>
                  <a:lnTo>
                    <a:pt x="7432" y="2257"/>
                  </a:lnTo>
                  <a:lnTo>
                    <a:pt x="7432" y="2257"/>
                  </a:lnTo>
                  <a:lnTo>
                    <a:pt x="5707" y="2124"/>
                  </a:lnTo>
                  <a:lnTo>
                    <a:pt x="3982" y="1992"/>
                  </a:lnTo>
                  <a:lnTo>
                    <a:pt x="2124" y="1593"/>
                  </a:lnTo>
                  <a:lnTo>
                    <a:pt x="133" y="1063"/>
                  </a:lnTo>
                  <a:lnTo>
                    <a:pt x="133" y="1063"/>
                  </a:lnTo>
                  <a:lnTo>
                    <a:pt x="0" y="17386"/>
                  </a:lnTo>
                  <a:lnTo>
                    <a:pt x="4513" y="14732"/>
                  </a:lnTo>
                  <a:lnTo>
                    <a:pt x="6901" y="16192"/>
                  </a:lnTo>
                  <a:lnTo>
                    <a:pt x="6901" y="16192"/>
                  </a:lnTo>
                  <a:lnTo>
                    <a:pt x="8096" y="7433"/>
                  </a:lnTo>
                  <a:lnTo>
                    <a:pt x="8096" y="7433"/>
                  </a:lnTo>
                  <a:lnTo>
                    <a:pt x="8096" y="7433"/>
                  </a:lnTo>
                  <a:lnTo>
                    <a:pt x="8627" y="7300"/>
                  </a:lnTo>
                  <a:lnTo>
                    <a:pt x="9821" y="6769"/>
                  </a:lnTo>
                  <a:lnTo>
                    <a:pt x="11414" y="5973"/>
                  </a:lnTo>
                  <a:lnTo>
                    <a:pt x="12210" y="5442"/>
                  </a:lnTo>
                  <a:lnTo>
                    <a:pt x="12873" y="4778"/>
                  </a:lnTo>
                  <a:lnTo>
                    <a:pt x="12873" y="4778"/>
                  </a:lnTo>
                  <a:lnTo>
                    <a:pt x="12741" y="5044"/>
                  </a:lnTo>
                  <a:lnTo>
                    <a:pt x="12210" y="5707"/>
                  </a:lnTo>
                  <a:lnTo>
                    <a:pt x="11148" y="6769"/>
                  </a:lnTo>
                  <a:lnTo>
                    <a:pt x="10352" y="7300"/>
                  </a:lnTo>
                  <a:lnTo>
                    <a:pt x="9423" y="7831"/>
                  </a:lnTo>
                  <a:lnTo>
                    <a:pt x="9954" y="17917"/>
                  </a:lnTo>
                  <a:lnTo>
                    <a:pt x="11679" y="18846"/>
                  </a:lnTo>
                  <a:lnTo>
                    <a:pt x="13404" y="17784"/>
                  </a:lnTo>
                  <a:lnTo>
                    <a:pt x="14466" y="17121"/>
                  </a:lnTo>
                  <a:lnTo>
                    <a:pt x="14466" y="17121"/>
                  </a:lnTo>
                  <a:lnTo>
                    <a:pt x="16324" y="16059"/>
                  </a:lnTo>
                  <a:lnTo>
                    <a:pt x="16324" y="16059"/>
                  </a:lnTo>
                  <a:lnTo>
                    <a:pt x="1566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4245;p40">
              <a:extLst>
                <a:ext uri="{FF2B5EF4-FFF2-40B4-BE49-F238E27FC236}">
                  <a16:creationId xmlns:a16="http://schemas.microsoft.com/office/drawing/2014/main" id="{2504684E-392A-815A-AF9E-9E8E8BE7CA36}"/>
                </a:ext>
              </a:extLst>
            </p:cNvPr>
            <p:cNvSpPr/>
            <p:nvPr/>
          </p:nvSpPr>
          <p:spPr>
            <a:xfrm>
              <a:off x="5109021" y="2973970"/>
              <a:ext cx="140847" cy="162832"/>
            </a:xfrm>
            <a:custGeom>
              <a:avLst/>
              <a:gdLst/>
              <a:ahLst/>
              <a:cxnLst/>
              <a:rect l="l" t="t" r="r" b="b"/>
              <a:pathLst>
                <a:path w="8495" h="9821" extrusionOk="0">
                  <a:moveTo>
                    <a:pt x="797" y="0"/>
                  </a:moveTo>
                  <a:lnTo>
                    <a:pt x="664" y="133"/>
                  </a:lnTo>
                  <a:lnTo>
                    <a:pt x="532" y="398"/>
                  </a:lnTo>
                  <a:lnTo>
                    <a:pt x="266" y="1195"/>
                  </a:lnTo>
                  <a:lnTo>
                    <a:pt x="1" y="2256"/>
                  </a:lnTo>
                  <a:lnTo>
                    <a:pt x="1" y="2787"/>
                  </a:lnTo>
                  <a:lnTo>
                    <a:pt x="133" y="3318"/>
                  </a:lnTo>
                  <a:lnTo>
                    <a:pt x="399" y="3982"/>
                  </a:lnTo>
                  <a:lnTo>
                    <a:pt x="797" y="4380"/>
                  </a:lnTo>
                  <a:lnTo>
                    <a:pt x="1328" y="5309"/>
                  </a:lnTo>
                  <a:lnTo>
                    <a:pt x="1461" y="5840"/>
                  </a:lnTo>
                  <a:lnTo>
                    <a:pt x="1593" y="6370"/>
                  </a:lnTo>
                  <a:lnTo>
                    <a:pt x="1726" y="7299"/>
                  </a:lnTo>
                  <a:lnTo>
                    <a:pt x="1991" y="8096"/>
                  </a:lnTo>
                  <a:lnTo>
                    <a:pt x="2390" y="8759"/>
                  </a:lnTo>
                  <a:lnTo>
                    <a:pt x="2920" y="9290"/>
                  </a:lnTo>
                  <a:lnTo>
                    <a:pt x="3717" y="9555"/>
                  </a:lnTo>
                  <a:lnTo>
                    <a:pt x="4778" y="9821"/>
                  </a:lnTo>
                  <a:lnTo>
                    <a:pt x="5973" y="9821"/>
                  </a:lnTo>
                  <a:lnTo>
                    <a:pt x="7167" y="9555"/>
                  </a:lnTo>
                  <a:lnTo>
                    <a:pt x="7698" y="9423"/>
                  </a:lnTo>
                  <a:lnTo>
                    <a:pt x="8229" y="9025"/>
                  </a:lnTo>
                  <a:lnTo>
                    <a:pt x="8361" y="8759"/>
                  </a:lnTo>
                  <a:lnTo>
                    <a:pt x="8494" y="8361"/>
                  </a:lnTo>
                  <a:lnTo>
                    <a:pt x="8361" y="7830"/>
                  </a:lnTo>
                  <a:lnTo>
                    <a:pt x="8361" y="7432"/>
                  </a:lnTo>
                  <a:lnTo>
                    <a:pt x="7831" y="6901"/>
                  </a:lnTo>
                  <a:lnTo>
                    <a:pt x="7300" y="6238"/>
                  </a:lnTo>
                  <a:lnTo>
                    <a:pt x="6105" y="4778"/>
                  </a:lnTo>
                  <a:lnTo>
                    <a:pt x="5707" y="4114"/>
                  </a:lnTo>
                  <a:lnTo>
                    <a:pt x="5309" y="3318"/>
                  </a:lnTo>
                  <a:lnTo>
                    <a:pt x="4911" y="2389"/>
                  </a:lnTo>
                  <a:lnTo>
                    <a:pt x="4646" y="1593"/>
                  </a:lnTo>
                  <a:lnTo>
                    <a:pt x="4513" y="664"/>
                  </a:lnTo>
                  <a:lnTo>
                    <a:pt x="4380" y="133"/>
                  </a:lnTo>
                  <a:lnTo>
                    <a:pt x="4115" y="0"/>
                  </a:lnTo>
                  <a:lnTo>
                    <a:pt x="4115" y="531"/>
                  </a:lnTo>
                  <a:lnTo>
                    <a:pt x="4115" y="664"/>
                  </a:lnTo>
                  <a:lnTo>
                    <a:pt x="3982" y="797"/>
                  </a:lnTo>
                  <a:lnTo>
                    <a:pt x="3451" y="929"/>
                  </a:lnTo>
                  <a:lnTo>
                    <a:pt x="1991" y="929"/>
                  </a:lnTo>
                  <a:lnTo>
                    <a:pt x="1461" y="797"/>
                  </a:lnTo>
                  <a:lnTo>
                    <a:pt x="1062" y="664"/>
                  </a:lnTo>
                  <a:lnTo>
                    <a:pt x="797" y="398"/>
                  </a:lnTo>
                  <a:lnTo>
                    <a:pt x="797"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4246;p40">
              <a:extLst>
                <a:ext uri="{FF2B5EF4-FFF2-40B4-BE49-F238E27FC236}">
                  <a16:creationId xmlns:a16="http://schemas.microsoft.com/office/drawing/2014/main" id="{EAEB34DA-83E6-CEA6-DA20-58773D87E455}"/>
                </a:ext>
              </a:extLst>
            </p:cNvPr>
            <p:cNvSpPr/>
            <p:nvPr/>
          </p:nvSpPr>
          <p:spPr>
            <a:xfrm>
              <a:off x="5109021" y="2973970"/>
              <a:ext cx="140847" cy="162832"/>
            </a:xfrm>
            <a:custGeom>
              <a:avLst/>
              <a:gdLst/>
              <a:ahLst/>
              <a:cxnLst/>
              <a:rect l="l" t="t" r="r" b="b"/>
              <a:pathLst>
                <a:path w="8495" h="9821" fill="none" extrusionOk="0">
                  <a:moveTo>
                    <a:pt x="4115" y="531"/>
                  </a:moveTo>
                  <a:lnTo>
                    <a:pt x="4115" y="0"/>
                  </a:lnTo>
                  <a:lnTo>
                    <a:pt x="4115" y="0"/>
                  </a:lnTo>
                  <a:lnTo>
                    <a:pt x="4380" y="133"/>
                  </a:lnTo>
                  <a:lnTo>
                    <a:pt x="4513" y="664"/>
                  </a:lnTo>
                  <a:lnTo>
                    <a:pt x="4513" y="664"/>
                  </a:lnTo>
                  <a:lnTo>
                    <a:pt x="4646" y="1593"/>
                  </a:lnTo>
                  <a:lnTo>
                    <a:pt x="4646" y="1593"/>
                  </a:lnTo>
                  <a:lnTo>
                    <a:pt x="4911" y="2389"/>
                  </a:lnTo>
                  <a:lnTo>
                    <a:pt x="5309" y="3318"/>
                  </a:lnTo>
                  <a:lnTo>
                    <a:pt x="5309" y="3318"/>
                  </a:lnTo>
                  <a:lnTo>
                    <a:pt x="5707" y="4114"/>
                  </a:lnTo>
                  <a:lnTo>
                    <a:pt x="6105" y="4778"/>
                  </a:lnTo>
                  <a:lnTo>
                    <a:pt x="7300" y="6238"/>
                  </a:lnTo>
                  <a:lnTo>
                    <a:pt x="7300" y="6238"/>
                  </a:lnTo>
                  <a:lnTo>
                    <a:pt x="7831" y="6901"/>
                  </a:lnTo>
                  <a:lnTo>
                    <a:pt x="8361" y="7432"/>
                  </a:lnTo>
                  <a:lnTo>
                    <a:pt x="8361" y="7432"/>
                  </a:lnTo>
                  <a:lnTo>
                    <a:pt x="8361" y="7830"/>
                  </a:lnTo>
                  <a:lnTo>
                    <a:pt x="8494" y="8361"/>
                  </a:lnTo>
                  <a:lnTo>
                    <a:pt x="8361" y="8759"/>
                  </a:lnTo>
                  <a:lnTo>
                    <a:pt x="8229" y="9025"/>
                  </a:lnTo>
                  <a:lnTo>
                    <a:pt x="8229" y="9025"/>
                  </a:lnTo>
                  <a:lnTo>
                    <a:pt x="7698" y="9423"/>
                  </a:lnTo>
                  <a:lnTo>
                    <a:pt x="7167" y="9555"/>
                  </a:lnTo>
                  <a:lnTo>
                    <a:pt x="5973" y="9821"/>
                  </a:lnTo>
                  <a:lnTo>
                    <a:pt x="4778" y="9821"/>
                  </a:lnTo>
                  <a:lnTo>
                    <a:pt x="3717" y="9555"/>
                  </a:lnTo>
                  <a:lnTo>
                    <a:pt x="3717" y="9555"/>
                  </a:lnTo>
                  <a:lnTo>
                    <a:pt x="2920" y="9290"/>
                  </a:lnTo>
                  <a:lnTo>
                    <a:pt x="2390" y="8759"/>
                  </a:lnTo>
                  <a:lnTo>
                    <a:pt x="1991" y="8096"/>
                  </a:lnTo>
                  <a:lnTo>
                    <a:pt x="1726" y="7299"/>
                  </a:lnTo>
                  <a:lnTo>
                    <a:pt x="1726" y="7299"/>
                  </a:lnTo>
                  <a:lnTo>
                    <a:pt x="1593" y="6370"/>
                  </a:lnTo>
                  <a:lnTo>
                    <a:pt x="1593" y="6370"/>
                  </a:lnTo>
                  <a:lnTo>
                    <a:pt x="1461" y="5840"/>
                  </a:lnTo>
                  <a:lnTo>
                    <a:pt x="1328" y="5309"/>
                  </a:lnTo>
                  <a:lnTo>
                    <a:pt x="797" y="4380"/>
                  </a:lnTo>
                  <a:lnTo>
                    <a:pt x="797" y="4380"/>
                  </a:lnTo>
                  <a:lnTo>
                    <a:pt x="399" y="3982"/>
                  </a:lnTo>
                  <a:lnTo>
                    <a:pt x="133" y="3318"/>
                  </a:lnTo>
                  <a:lnTo>
                    <a:pt x="133" y="3318"/>
                  </a:lnTo>
                  <a:lnTo>
                    <a:pt x="1" y="2787"/>
                  </a:lnTo>
                  <a:lnTo>
                    <a:pt x="1" y="2256"/>
                  </a:lnTo>
                  <a:lnTo>
                    <a:pt x="266" y="1195"/>
                  </a:lnTo>
                  <a:lnTo>
                    <a:pt x="266" y="1195"/>
                  </a:lnTo>
                  <a:lnTo>
                    <a:pt x="532" y="398"/>
                  </a:lnTo>
                  <a:lnTo>
                    <a:pt x="664" y="133"/>
                  </a:lnTo>
                  <a:lnTo>
                    <a:pt x="797" y="0"/>
                  </a:lnTo>
                  <a:lnTo>
                    <a:pt x="797" y="0"/>
                  </a:lnTo>
                  <a:lnTo>
                    <a:pt x="797" y="398"/>
                  </a:lnTo>
                  <a:lnTo>
                    <a:pt x="797" y="398"/>
                  </a:lnTo>
                  <a:lnTo>
                    <a:pt x="1062" y="664"/>
                  </a:lnTo>
                  <a:lnTo>
                    <a:pt x="1461" y="797"/>
                  </a:lnTo>
                  <a:lnTo>
                    <a:pt x="1991" y="929"/>
                  </a:lnTo>
                  <a:lnTo>
                    <a:pt x="2522" y="929"/>
                  </a:lnTo>
                  <a:lnTo>
                    <a:pt x="2522" y="929"/>
                  </a:lnTo>
                  <a:lnTo>
                    <a:pt x="3451" y="929"/>
                  </a:lnTo>
                  <a:lnTo>
                    <a:pt x="3982" y="797"/>
                  </a:lnTo>
                  <a:lnTo>
                    <a:pt x="4115" y="664"/>
                  </a:lnTo>
                  <a:lnTo>
                    <a:pt x="4115" y="53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4247;p40">
              <a:extLst>
                <a:ext uri="{FF2B5EF4-FFF2-40B4-BE49-F238E27FC236}">
                  <a16:creationId xmlns:a16="http://schemas.microsoft.com/office/drawing/2014/main" id="{8CDF0245-11A9-D284-7E1B-CEAD741EDF57}"/>
                </a:ext>
              </a:extLst>
            </p:cNvPr>
            <p:cNvSpPr/>
            <p:nvPr/>
          </p:nvSpPr>
          <p:spPr>
            <a:xfrm>
              <a:off x="5311462" y="2929967"/>
              <a:ext cx="224443" cy="118829"/>
            </a:xfrm>
            <a:custGeom>
              <a:avLst/>
              <a:gdLst/>
              <a:ahLst/>
              <a:cxnLst/>
              <a:rect l="l" t="t" r="r" b="b"/>
              <a:pathLst>
                <a:path w="13537" h="7167" extrusionOk="0">
                  <a:moveTo>
                    <a:pt x="929" y="0"/>
                  </a:moveTo>
                  <a:lnTo>
                    <a:pt x="796" y="265"/>
                  </a:lnTo>
                  <a:lnTo>
                    <a:pt x="531" y="929"/>
                  </a:lnTo>
                  <a:lnTo>
                    <a:pt x="266" y="2522"/>
                  </a:lnTo>
                  <a:lnTo>
                    <a:pt x="0" y="3318"/>
                  </a:lnTo>
                  <a:lnTo>
                    <a:pt x="0" y="3981"/>
                  </a:lnTo>
                  <a:lnTo>
                    <a:pt x="0" y="4645"/>
                  </a:lnTo>
                  <a:lnTo>
                    <a:pt x="266" y="4910"/>
                  </a:lnTo>
                  <a:lnTo>
                    <a:pt x="398" y="5176"/>
                  </a:lnTo>
                  <a:lnTo>
                    <a:pt x="1194" y="5441"/>
                  </a:lnTo>
                  <a:lnTo>
                    <a:pt x="2123" y="5574"/>
                  </a:lnTo>
                  <a:lnTo>
                    <a:pt x="3185" y="5707"/>
                  </a:lnTo>
                  <a:lnTo>
                    <a:pt x="4114" y="5574"/>
                  </a:lnTo>
                  <a:lnTo>
                    <a:pt x="4512" y="5707"/>
                  </a:lnTo>
                  <a:lnTo>
                    <a:pt x="4910" y="5707"/>
                  </a:lnTo>
                  <a:lnTo>
                    <a:pt x="5972" y="6237"/>
                  </a:lnTo>
                  <a:lnTo>
                    <a:pt x="7034" y="6636"/>
                  </a:lnTo>
                  <a:lnTo>
                    <a:pt x="7963" y="7034"/>
                  </a:lnTo>
                  <a:lnTo>
                    <a:pt x="9555" y="7166"/>
                  </a:lnTo>
                  <a:lnTo>
                    <a:pt x="11015" y="7166"/>
                  </a:lnTo>
                  <a:lnTo>
                    <a:pt x="12077" y="6901"/>
                  </a:lnTo>
                  <a:lnTo>
                    <a:pt x="12873" y="6636"/>
                  </a:lnTo>
                  <a:lnTo>
                    <a:pt x="13271" y="6105"/>
                  </a:lnTo>
                  <a:lnTo>
                    <a:pt x="13537" y="5574"/>
                  </a:lnTo>
                  <a:lnTo>
                    <a:pt x="13404" y="5176"/>
                  </a:lnTo>
                  <a:lnTo>
                    <a:pt x="13138" y="4910"/>
                  </a:lnTo>
                  <a:lnTo>
                    <a:pt x="13006" y="4778"/>
                  </a:lnTo>
                  <a:lnTo>
                    <a:pt x="10352" y="3716"/>
                  </a:lnTo>
                  <a:lnTo>
                    <a:pt x="7697" y="2522"/>
                  </a:lnTo>
                  <a:lnTo>
                    <a:pt x="6503" y="1858"/>
                  </a:lnTo>
                  <a:lnTo>
                    <a:pt x="5574" y="929"/>
                  </a:lnTo>
                  <a:lnTo>
                    <a:pt x="5043" y="398"/>
                  </a:lnTo>
                  <a:lnTo>
                    <a:pt x="4778" y="265"/>
                  </a:lnTo>
                  <a:lnTo>
                    <a:pt x="4778" y="796"/>
                  </a:lnTo>
                  <a:lnTo>
                    <a:pt x="4380" y="929"/>
                  </a:lnTo>
                  <a:lnTo>
                    <a:pt x="3849" y="1062"/>
                  </a:lnTo>
                  <a:lnTo>
                    <a:pt x="2654" y="1062"/>
                  </a:lnTo>
                  <a:lnTo>
                    <a:pt x="1593" y="796"/>
                  </a:lnTo>
                  <a:lnTo>
                    <a:pt x="1327" y="664"/>
                  </a:lnTo>
                  <a:lnTo>
                    <a:pt x="1062" y="398"/>
                  </a:lnTo>
                  <a:lnTo>
                    <a:pt x="1062"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4248;p40">
              <a:extLst>
                <a:ext uri="{FF2B5EF4-FFF2-40B4-BE49-F238E27FC236}">
                  <a16:creationId xmlns:a16="http://schemas.microsoft.com/office/drawing/2014/main" id="{83846E2A-E3E0-DF39-6068-A0E8406E023D}"/>
                </a:ext>
              </a:extLst>
            </p:cNvPr>
            <p:cNvSpPr/>
            <p:nvPr/>
          </p:nvSpPr>
          <p:spPr>
            <a:xfrm>
              <a:off x="5311462" y="2929967"/>
              <a:ext cx="224443" cy="118829"/>
            </a:xfrm>
            <a:custGeom>
              <a:avLst/>
              <a:gdLst/>
              <a:ahLst/>
              <a:cxnLst/>
              <a:rect l="l" t="t" r="r" b="b"/>
              <a:pathLst>
                <a:path w="13537" h="7167" fill="none" extrusionOk="0">
                  <a:moveTo>
                    <a:pt x="4778" y="265"/>
                  </a:moveTo>
                  <a:lnTo>
                    <a:pt x="4778" y="265"/>
                  </a:lnTo>
                  <a:lnTo>
                    <a:pt x="5043" y="398"/>
                  </a:lnTo>
                  <a:lnTo>
                    <a:pt x="5574" y="929"/>
                  </a:lnTo>
                  <a:lnTo>
                    <a:pt x="5574" y="929"/>
                  </a:lnTo>
                  <a:lnTo>
                    <a:pt x="6503" y="1858"/>
                  </a:lnTo>
                  <a:lnTo>
                    <a:pt x="7697" y="2522"/>
                  </a:lnTo>
                  <a:lnTo>
                    <a:pt x="7697" y="2522"/>
                  </a:lnTo>
                  <a:lnTo>
                    <a:pt x="10352" y="3716"/>
                  </a:lnTo>
                  <a:lnTo>
                    <a:pt x="13006" y="4778"/>
                  </a:lnTo>
                  <a:lnTo>
                    <a:pt x="13006" y="4778"/>
                  </a:lnTo>
                  <a:lnTo>
                    <a:pt x="13138" y="4910"/>
                  </a:lnTo>
                  <a:lnTo>
                    <a:pt x="13404" y="5176"/>
                  </a:lnTo>
                  <a:lnTo>
                    <a:pt x="13537" y="5574"/>
                  </a:lnTo>
                  <a:lnTo>
                    <a:pt x="13271" y="6105"/>
                  </a:lnTo>
                  <a:lnTo>
                    <a:pt x="12873" y="6636"/>
                  </a:lnTo>
                  <a:lnTo>
                    <a:pt x="12873" y="6636"/>
                  </a:lnTo>
                  <a:lnTo>
                    <a:pt x="12077" y="6901"/>
                  </a:lnTo>
                  <a:lnTo>
                    <a:pt x="11015" y="7166"/>
                  </a:lnTo>
                  <a:lnTo>
                    <a:pt x="9555" y="7166"/>
                  </a:lnTo>
                  <a:lnTo>
                    <a:pt x="7963" y="7034"/>
                  </a:lnTo>
                  <a:lnTo>
                    <a:pt x="7963" y="7034"/>
                  </a:lnTo>
                  <a:lnTo>
                    <a:pt x="7034" y="6636"/>
                  </a:lnTo>
                  <a:lnTo>
                    <a:pt x="5972" y="6237"/>
                  </a:lnTo>
                  <a:lnTo>
                    <a:pt x="4910" y="5707"/>
                  </a:lnTo>
                  <a:lnTo>
                    <a:pt x="4512" y="5707"/>
                  </a:lnTo>
                  <a:lnTo>
                    <a:pt x="4114" y="5574"/>
                  </a:lnTo>
                  <a:lnTo>
                    <a:pt x="4114" y="5574"/>
                  </a:lnTo>
                  <a:lnTo>
                    <a:pt x="3185" y="5707"/>
                  </a:lnTo>
                  <a:lnTo>
                    <a:pt x="2123" y="5574"/>
                  </a:lnTo>
                  <a:lnTo>
                    <a:pt x="1194" y="5441"/>
                  </a:lnTo>
                  <a:lnTo>
                    <a:pt x="398" y="5176"/>
                  </a:lnTo>
                  <a:lnTo>
                    <a:pt x="398" y="5176"/>
                  </a:lnTo>
                  <a:lnTo>
                    <a:pt x="266" y="4910"/>
                  </a:lnTo>
                  <a:lnTo>
                    <a:pt x="0" y="4645"/>
                  </a:lnTo>
                  <a:lnTo>
                    <a:pt x="0" y="3981"/>
                  </a:lnTo>
                  <a:lnTo>
                    <a:pt x="0" y="3318"/>
                  </a:lnTo>
                  <a:lnTo>
                    <a:pt x="266" y="2522"/>
                  </a:lnTo>
                  <a:lnTo>
                    <a:pt x="266" y="2522"/>
                  </a:lnTo>
                  <a:lnTo>
                    <a:pt x="531" y="929"/>
                  </a:lnTo>
                  <a:lnTo>
                    <a:pt x="796" y="265"/>
                  </a:lnTo>
                  <a:lnTo>
                    <a:pt x="929" y="0"/>
                  </a:lnTo>
                  <a:lnTo>
                    <a:pt x="1062" y="0"/>
                  </a:lnTo>
                  <a:lnTo>
                    <a:pt x="1062" y="398"/>
                  </a:lnTo>
                  <a:lnTo>
                    <a:pt x="1062" y="398"/>
                  </a:lnTo>
                  <a:lnTo>
                    <a:pt x="1327" y="664"/>
                  </a:lnTo>
                  <a:lnTo>
                    <a:pt x="1593" y="796"/>
                  </a:lnTo>
                  <a:lnTo>
                    <a:pt x="2654" y="1062"/>
                  </a:lnTo>
                  <a:lnTo>
                    <a:pt x="3849" y="1062"/>
                  </a:lnTo>
                  <a:lnTo>
                    <a:pt x="4380" y="929"/>
                  </a:lnTo>
                  <a:lnTo>
                    <a:pt x="4778" y="796"/>
                  </a:lnTo>
                  <a:lnTo>
                    <a:pt x="4778" y="26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4249;p40">
              <a:extLst>
                <a:ext uri="{FF2B5EF4-FFF2-40B4-BE49-F238E27FC236}">
                  <a16:creationId xmlns:a16="http://schemas.microsoft.com/office/drawing/2014/main" id="{F97B14DE-BE17-C81A-9852-97AAB7F2C13F}"/>
                </a:ext>
              </a:extLst>
            </p:cNvPr>
            <p:cNvSpPr/>
            <p:nvPr/>
          </p:nvSpPr>
          <p:spPr>
            <a:xfrm>
              <a:off x="5260844" y="2393073"/>
              <a:ext cx="28617" cy="171653"/>
            </a:xfrm>
            <a:custGeom>
              <a:avLst/>
              <a:gdLst/>
              <a:ahLst/>
              <a:cxnLst/>
              <a:rect l="l" t="t" r="r" b="b"/>
              <a:pathLst>
                <a:path w="1726" h="10353" extrusionOk="0">
                  <a:moveTo>
                    <a:pt x="1" y="1"/>
                  </a:moveTo>
                  <a:lnTo>
                    <a:pt x="1726" y="10352"/>
                  </a:lnTo>
                  <a:lnTo>
                    <a:pt x="1726" y="10352"/>
                  </a:lnTo>
                  <a:lnTo>
                    <a:pt x="1" y="1"/>
                  </a:ln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4250;p40">
              <a:extLst>
                <a:ext uri="{FF2B5EF4-FFF2-40B4-BE49-F238E27FC236}">
                  <a16:creationId xmlns:a16="http://schemas.microsoft.com/office/drawing/2014/main" id="{F0DFB4CF-C7AF-1F3A-7786-FF06A5DA1C5A}"/>
                </a:ext>
              </a:extLst>
            </p:cNvPr>
            <p:cNvSpPr/>
            <p:nvPr/>
          </p:nvSpPr>
          <p:spPr>
            <a:xfrm>
              <a:off x="5260844" y="2393073"/>
              <a:ext cx="28617" cy="171653"/>
            </a:xfrm>
            <a:custGeom>
              <a:avLst/>
              <a:gdLst/>
              <a:ahLst/>
              <a:cxnLst/>
              <a:rect l="l" t="t" r="r" b="b"/>
              <a:pathLst>
                <a:path w="1726" h="10353" fill="none" extrusionOk="0">
                  <a:moveTo>
                    <a:pt x="1" y="1"/>
                  </a:moveTo>
                  <a:lnTo>
                    <a:pt x="1726" y="10352"/>
                  </a:lnTo>
                  <a:lnTo>
                    <a:pt x="1726" y="10352"/>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4251;p40">
              <a:extLst>
                <a:ext uri="{FF2B5EF4-FFF2-40B4-BE49-F238E27FC236}">
                  <a16:creationId xmlns:a16="http://schemas.microsoft.com/office/drawing/2014/main" id="{230D5163-511E-3534-F366-3EDBE6DAD4BC}"/>
                </a:ext>
              </a:extLst>
            </p:cNvPr>
            <p:cNvSpPr/>
            <p:nvPr/>
          </p:nvSpPr>
          <p:spPr>
            <a:xfrm>
              <a:off x="5260844" y="2349070"/>
              <a:ext cx="79236" cy="217845"/>
            </a:xfrm>
            <a:custGeom>
              <a:avLst/>
              <a:gdLst/>
              <a:ahLst/>
              <a:cxnLst/>
              <a:rect l="l" t="t" r="r" b="b"/>
              <a:pathLst>
                <a:path w="4779" h="13139" extrusionOk="0">
                  <a:moveTo>
                    <a:pt x="4778" y="0"/>
                  </a:moveTo>
                  <a:lnTo>
                    <a:pt x="4115" y="664"/>
                  </a:lnTo>
                  <a:lnTo>
                    <a:pt x="3319" y="1195"/>
                  </a:lnTo>
                  <a:lnTo>
                    <a:pt x="1726" y="1991"/>
                  </a:lnTo>
                  <a:lnTo>
                    <a:pt x="532" y="2522"/>
                  </a:lnTo>
                  <a:lnTo>
                    <a:pt x="1" y="2655"/>
                  </a:lnTo>
                  <a:lnTo>
                    <a:pt x="1726" y="13006"/>
                  </a:lnTo>
                  <a:lnTo>
                    <a:pt x="1859" y="13139"/>
                  </a:lnTo>
                  <a:lnTo>
                    <a:pt x="1859" y="13139"/>
                  </a:lnTo>
                  <a:lnTo>
                    <a:pt x="1328" y="3053"/>
                  </a:lnTo>
                  <a:lnTo>
                    <a:pt x="2257" y="2522"/>
                  </a:lnTo>
                  <a:lnTo>
                    <a:pt x="3053" y="1991"/>
                  </a:lnTo>
                  <a:lnTo>
                    <a:pt x="4115" y="929"/>
                  </a:lnTo>
                  <a:lnTo>
                    <a:pt x="4646" y="266"/>
                  </a:lnTo>
                  <a:lnTo>
                    <a:pt x="4778" y="0"/>
                  </a:lnTo>
                  <a:close/>
                </a:path>
              </a:pathLst>
            </a:custGeom>
            <a:solidFill>
              <a:srgbClr val="7B29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4252;p40">
              <a:extLst>
                <a:ext uri="{FF2B5EF4-FFF2-40B4-BE49-F238E27FC236}">
                  <a16:creationId xmlns:a16="http://schemas.microsoft.com/office/drawing/2014/main" id="{655290CF-C1E5-7000-C3B9-57AE686765E9}"/>
                </a:ext>
              </a:extLst>
            </p:cNvPr>
            <p:cNvSpPr/>
            <p:nvPr/>
          </p:nvSpPr>
          <p:spPr>
            <a:xfrm>
              <a:off x="5260844" y="2349070"/>
              <a:ext cx="79236" cy="217845"/>
            </a:xfrm>
            <a:custGeom>
              <a:avLst/>
              <a:gdLst/>
              <a:ahLst/>
              <a:cxnLst/>
              <a:rect l="l" t="t" r="r" b="b"/>
              <a:pathLst>
                <a:path w="4779" h="13139" fill="none" extrusionOk="0">
                  <a:moveTo>
                    <a:pt x="4778" y="0"/>
                  </a:moveTo>
                  <a:lnTo>
                    <a:pt x="4778" y="0"/>
                  </a:lnTo>
                  <a:lnTo>
                    <a:pt x="4115" y="664"/>
                  </a:lnTo>
                  <a:lnTo>
                    <a:pt x="3319" y="1195"/>
                  </a:lnTo>
                  <a:lnTo>
                    <a:pt x="1726" y="1991"/>
                  </a:lnTo>
                  <a:lnTo>
                    <a:pt x="532" y="2522"/>
                  </a:lnTo>
                  <a:lnTo>
                    <a:pt x="1" y="2655"/>
                  </a:lnTo>
                  <a:lnTo>
                    <a:pt x="1" y="2655"/>
                  </a:lnTo>
                  <a:lnTo>
                    <a:pt x="1726" y="13006"/>
                  </a:lnTo>
                  <a:lnTo>
                    <a:pt x="1859" y="13139"/>
                  </a:lnTo>
                  <a:lnTo>
                    <a:pt x="1328" y="3053"/>
                  </a:lnTo>
                  <a:lnTo>
                    <a:pt x="1328" y="3053"/>
                  </a:lnTo>
                  <a:lnTo>
                    <a:pt x="2257" y="2522"/>
                  </a:lnTo>
                  <a:lnTo>
                    <a:pt x="3053" y="1991"/>
                  </a:lnTo>
                  <a:lnTo>
                    <a:pt x="4115" y="929"/>
                  </a:lnTo>
                  <a:lnTo>
                    <a:pt x="4646" y="266"/>
                  </a:lnTo>
                  <a:lnTo>
                    <a:pt x="477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4253;p40">
              <a:extLst>
                <a:ext uri="{FF2B5EF4-FFF2-40B4-BE49-F238E27FC236}">
                  <a16:creationId xmlns:a16="http://schemas.microsoft.com/office/drawing/2014/main" id="{EA8D255C-F974-763A-B51F-32E6F61BD5BD}"/>
                </a:ext>
              </a:extLst>
            </p:cNvPr>
            <p:cNvSpPr/>
            <p:nvPr/>
          </p:nvSpPr>
          <p:spPr>
            <a:xfrm>
              <a:off x="5126629" y="1875993"/>
              <a:ext cx="264053" cy="418081"/>
            </a:xfrm>
            <a:custGeom>
              <a:avLst/>
              <a:gdLst/>
              <a:ahLst/>
              <a:cxnLst/>
              <a:rect l="l" t="t" r="r" b="b"/>
              <a:pathLst>
                <a:path w="15926" h="25216" extrusionOk="0">
                  <a:moveTo>
                    <a:pt x="10352" y="1"/>
                  </a:moveTo>
                  <a:lnTo>
                    <a:pt x="5707" y="133"/>
                  </a:lnTo>
                  <a:lnTo>
                    <a:pt x="4114" y="532"/>
                  </a:lnTo>
                  <a:lnTo>
                    <a:pt x="2124" y="930"/>
                  </a:lnTo>
                  <a:lnTo>
                    <a:pt x="1858" y="1062"/>
                  </a:lnTo>
                  <a:lnTo>
                    <a:pt x="1593" y="1195"/>
                  </a:lnTo>
                  <a:lnTo>
                    <a:pt x="1195" y="1726"/>
                  </a:lnTo>
                  <a:lnTo>
                    <a:pt x="929" y="2389"/>
                  </a:lnTo>
                  <a:lnTo>
                    <a:pt x="664" y="3053"/>
                  </a:lnTo>
                  <a:lnTo>
                    <a:pt x="399" y="5442"/>
                  </a:lnTo>
                  <a:lnTo>
                    <a:pt x="133" y="8096"/>
                  </a:lnTo>
                  <a:lnTo>
                    <a:pt x="0" y="11148"/>
                  </a:lnTo>
                  <a:lnTo>
                    <a:pt x="0" y="23889"/>
                  </a:lnTo>
                  <a:lnTo>
                    <a:pt x="399" y="24154"/>
                  </a:lnTo>
                  <a:lnTo>
                    <a:pt x="1062" y="24419"/>
                  </a:lnTo>
                  <a:lnTo>
                    <a:pt x="2787" y="24818"/>
                  </a:lnTo>
                  <a:lnTo>
                    <a:pt x="4778" y="25083"/>
                  </a:lnTo>
                  <a:lnTo>
                    <a:pt x="7034" y="25216"/>
                  </a:lnTo>
                  <a:lnTo>
                    <a:pt x="9423" y="25083"/>
                  </a:lnTo>
                  <a:lnTo>
                    <a:pt x="11679" y="24685"/>
                  </a:lnTo>
                  <a:lnTo>
                    <a:pt x="12873" y="24419"/>
                  </a:lnTo>
                  <a:lnTo>
                    <a:pt x="13935" y="23889"/>
                  </a:lnTo>
                  <a:lnTo>
                    <a:pt x="14997" y="23490"/>
                  </a:lnTo>
                  <a:lnTo>
                    <a:pt x="15926" y="22827"/>
                  </a:lnTo>
                  <a:lnTo>
                    <a:pt x="15528" y="14997"/>
                  </a:lnTo>
                  <a:lnTo>
                    <a:pt x="15262" y="5309"/>
                  </a:lnTo>
                  <a:lnTo>
                    <a:pt x="15262" y="4513"/>
                  </a:lnTo>
                  <a:lnTo>
                    <a:pt x="14997" y="3584"/>
                  </a:lnTo>
                  <a:lnTo>
                    <a:pt x="14731" y="2655"/>
                  </a:lnTo>
                  <a:lnTo>
                    <a:pt x="14200" y="1859"/>
                  </a:lnTo>
                  <a:lnTo>
                    <a:pt x="13537" y="1062"/>
                  </a:lnTo>
                  <a:lnTo>
                    <a:pt x="12608" y="532"/>
                  </a:lnTo>
                  <a:lnTo>
                    <a:pt x="11679" y="133"/>
                  </a:lnTo>
                  <a:lnTo>
                    <a:pt x="10352"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4254;p40">
              <a:extLst>
                <a:ext uri="{FF2B5EF4-FFF2-40B4-BE49-F238E27FC236}">
                  <a16:creationId xmlns:a16="http://schemas.microsoft.com/office/drawing/2014/main" id="{0C04D196-29AB-3F29-23E1-44DE1CA79B02}"/>
                </a:ext>
              </a:extLst>
            </p:cNvPr>
            <p:cNvSpPr/>
            <p:nvPr/>
          </p:nvSpPr>
          <p:spPr>
            <a:xfrm>
              <a:off x="5126629" y="1875993"/>
              <a:ext cx="264053" cy="418081"/>
            </a:xfrm>
            <a:custGeom>
              <a:avLst/>
              <a:gdLst/>
              <a:ahLst/>
              <a:cxnLst/>
              <a:rect l="l" t="t" r="r" b="b"/>
              <a:pathLst>
                <a:path w="15926" h="25216" fill="none" extrusionOk="0">
                  <a:moveTo>
                    <a:pt x="5707" y="133"/>
                  </a:moveTo>
                  <a:lnTo>
                    <a:pt x="5707" y="133"/>
                  </a:lnTo>
                  <a:lnTo>
                    <a:pt x="4114" y="532"/>
                  </a:lnTo>
                  <a:lnTo>
                    <a:pt x="2124" y="930"/>
                  </a:lnTo>
                  <a:lnTo>
                    <a:pt x="2124" y="930"/>
                  </a:lnTo>
                  <a:lnTo>
                    <a:pt x="1858" y="1062"/>
                  </a:lnTo>
                  <a:lnTo>
                    <a:pt x="1593" y="1195"/>
                  </a:lnTo>
                  <a:lnTo>
                    <a:pt x="1195" y="1726"/>
                  </a:lnTo>
                  <a:lnTo>
                    <a:pt x="929" y="2389"/>
                  </a:lnTo>
                  <a:lnTo>
                    <a:pt x="664" y="3053"/>
                  </a:lnTo>
                  <a:lnTo>
                    <a:pt x="664" y="3053"/>
                  </a:lnTo>
                  <a:lnTo>
                    <a:pt x="399" y="5442"/>
                  </a:lnTo>
                  <a:lnTo>
                    <a:pt x="133" y="8096"/>
                  </a:lnTo>
                  <a:lnTo>
                    <a:pt x="0" y="11148"/>
                  </a:lnTo>
                  <a:lnTo>
                    <a:pt x="0" y="23889"/>
                  </a:lnTo>
                  <a:lnTo>
                    <a:pt x="0" y="23889"/>
                  </a:lnTo>
                  <a:lnTo>
                    <a:pt x="399" y="24154"/>
                  </a:lnTo>
                  <a:lnTo>
                    <a:pt x="1062" y="24419"/>
                  </a:lnTo>
                  <a:lnTo>
                    <a:pt x="2787" y="24818"/>
                  </a:lnTo>
                  <a:lnTo>
                    <a:pt x="4778" y="25083"/>
                  </a:lnTo>
                  <a:lnTo>
                    <a:pt x="7034" y="25216"/>
                  </a:lnTo>
                  <a:lnTo>
                    <a:pt x="9423" y="25083"/>
                  </a:lnTo>
                  <a:lnTo>
                    <a:pt x="11679" y="24685"/>
                  </a:lnTo>
                  <a:lnTo>
                    <a:pt x="12873" y="24419"/>
                  </a:lnTo>
                  <a:lnTo>
                    <a:pt x="13935" y="23889"/>
                  </a:lnTo>
                  <a:lnTo>
                    <a:pt x="14997" y="23490"/>
                  </a:lnTo>
                  <a:lnTo>
                    <a:pt x="15926" y="22827"/>
                  </a:lnTo>
                  <a:lnTo>
                    <a:pt x="15926" y="22827"/>
                  </a:lnTo>
                  <a:lnTo>
                    <a:pt x="15528" y="14997"/>
                  </a:lnTo>
                  <a:lnTo>
                    <a:pt x="15262" y="5309"/>
                  </a:lnTo>
                  <a:lnTo>
                    <a:pt x="15262" y="5309"/>
                  </a:lnTo>
                  <a:lnTo>
                    <a:pt x="15262" y="4513"/>
                  </a:lnTo>
                  <a:lnTo>
                    <a:pt x="14997" y="3584"/>
                  </a:lnTo>
                  <a:lnTo>
                    <a:pt x="14731" y="2655"/>
                  </a:lnTo>
                  <a:lnTo>
                    <a:pt x="14200" y="1859"/>
                  </a:lnTo>
                  <a:lnTo>
                    <a:pt x="13537" y="1062"/>
                  </a:lnTo>
                  <a:lnTo>
                    <a:pt x="12608" y="532"/>
                  </a:lnTo>
                  <a:lnTo>
                    <a:pt x="11679" y="133"/>
                  </a:lnTo>
                  <a:lnTo>
                    <a:pt x="10352" y="1"/>
                  </a:lnTo>
                  <a:lnTo>
                    <a:pt x="5707" y="13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4255;p40">
              <a:extLst>
                <a:ext uri="{FF2B5EF4-FFF2-40B4-BE49-F238E27FC236}">
                  <a16:creationId xmlns:a16="http://schemas.microsoft.com/office/drawing/2014/main" id="{4AC9C413-335F-DFD4-3FFA-1E812E4366E0}"/>
                </a:ext>
              </a:extLst>
            </p:cNvPr>
            <p:cNvSpPr/>
            <p:nvPr/>
          </p:nvSpPr>
          <p:spPr>
            <a:xfrm>
              <a:off x="5122218" y="1871599"/>
              <a:ext cx="275062" cy="435673"/>
            </a:xfrm>
            <a:custGeom>
              <a:avLst/>
              <a:gdLst/>
              <a:ahLst/>
              <a:cxnLst/>
              <a:rect l="l" t="t" r="r" b="b"/>
              <a:pathLst>
                <a:path w="16590" h="26277" extrusionOk="0">
                  <a:moveTo>
                    <a:pt x="10087" y="0"/>
                  </a:moveTo>
                  <a:lnTo>
                    <a:pt x="10087" y="266"/>
                  </a:lnTo>
                  <a:lnTo>
                    <a:pt x="10220" y="266"/>
                  </a:lnTo>
                  <a:lnTo>
                    <a:pt x="10618" y="398"/>
                  </a:lnTo>
                  <a:lnTo>
                    <a:pt x="11016" y="929"/>
                  </a:lnTo>
                  <a:lnTo>
                    <a:pt x="11414" y="1725"/>
                  </a:lnTo>
                  <a:lnTo>
                    <a:pt x="11812" y="2787"/>
                  </a:lnTo>
                  <a:lnTo>
                    <a:pt x="12078" y="4114"/>
                  </a:lnTo>
                  <a:lnTo>
                    <a:pt x="12078" y="4778"/>
                  </a:lnTo>
                  <a:lnTo>
                    <a:pt x="11945" y="5441"/>
                  </a:lnTo>
                  <a:lnTo>
                    <a:pt x="11547" y="6370"/>
                  </a:lnTo>
                  <a:lnTo>
                    <a:pt x="11149" y="7167"/>
                  </a:lnTo>
                  <a:lnTo>
                    <a:pt x="10883" y="7432"/>
                  </a:lnTo>
                  <a:lnTo>
                    <a:pt x="9423" y="6636"/>
                  </a:lnTo>
                  <a:lnTo>
                    <a:pt x="7964" y="5840"/>
                  </a:lnTo>
                  <a:lnTo>
                    <a:pt x="7433" y="5309"/>
                  </a:lnTo>
                  <a:lnTo>
                    <a:pt x="6769" y="4778"/>
                  </a:lnTo>
                  <a:lnTo>
                    <a:pt x="5708" y="3185"/>
                  </a:lnTo>
                  <a:lnTo>
                    <a:pt x="4911" y="1725"/>
                  </a:lnTo>
                  <a:lnTo>
                    <a:pt x="4779" y="1327"/>
                  </a:lnTo>
                  <a:lnTo>
                    <a:pt x="4911" y="929"/>
                  </a:lnTo>
                  <a:lnTo>
                    <a:pt x="5177" y="664"/>
                  </a:lnTo>
                  <a:lnTo>
                    <a:pt x="5442" y="531"/>
                  </a:lnTo>
                  <a:lnTo>
                    <a:pt x="5442" y="266"/>
                  </a:lnTo>
                  <a:lnTo>
                    <a:pt x="1461" y="1062"/>
                  </a:lnTo>
                  <a:lnTo>
                    <a:pt x="930" y="2654"/>
                  </a:lnTo>
                  <a:lnTo>
                    <a:pt x="532" y="4380"/>
                  </a:lnTo>
                  <a:lnTo>
                    <a:pt x="266" y="6238"/>
                  </a:lnTo>
                  <a:lnTo>
                    <a:pt x="1" y="7830"/>
                  </a:lnTo>
                  <a:lnTo>
                    <a:pt x="1" y="10484"/>
                  </a:lnTo>
                  <a:lnTo>
                    <a:pt x="1" y="11413"/>
                  </a:lnTo>
                  <a:lnTo>
                    <a:pt x="1" y="24950"/>
                  </a:lnTo>
                  <a:lnTo>
                    <a:pt x="1992" y="25481"/>
                  </a:lnTo>
                  <a:lnTo>
                    <a:pt x="3850" y="25879"/>
                  </a:lnTo>
                  <a:lnTo>
                    <a:pt x="5575" y="26144"/>
                  </a:lnTo>
                  <a:lnTo>
                    <a:pt x="7167" y="26277"/>
                  </a:lnTo>
                  <a:lnTo>
                    <a:pt x="8627" y="26277"/>
                  </a:lnTo>
                  <a:lnTo>
                    <a:pt x="10087" y="26144"/>
                  </a:lnTo>
                  <a:lnTo>
                    <a:pt x="11281" y="25879"/>
                  </a:lnTo>
                  <a:lnTo>
                    <a:pt x="12343" y="25613"/>
                  </a:lnTo>
                  <a:lnTo>
                    <a:pt x="14201" y="24950"/>
                  </a:lnTo>
                  <a:lnTo>
                    <a:pt x="15528" y="24286"/>
                  </a:lnTo>
                  <a:lnTo>
                    <a:pt x="16324" y="23755"/>
                  </a:lnTo>
                  <a:lnTo>
                    <a:pt x="16590" y="23490"/>
                  </a:lnTo>
                  <a:lnTo>
                    <a:pt x="16324" y="14997"/>
                  </a:lnTo>
                  <a:lnTo>
                    <a:pt x="15926" y="8626"/>
                  </a:lnTo>
                  <a:lnTo>
                    <a:pt x="15794" y="5972"/>
                  </a:lnTo>
                  <a:lnTo>
                    <a:pt x="15528" y="4380"/>
                  </a:lnTo>
                  <a:lnTo>
                    <a:pt x="15395" y="3318"/>
                  </a:lnTo>
                  <a:lnTo>
                    <a:pt x="14997" y="2522"/>
                  </a:lnTo>
                  <a:lnTo>
                    <a:pt x="14599" y="1858"/>
                  </a:lnTo>
                  <a:lnTo>
                    <a:pt x="14201" y="1460"/>
                  </a:lnTo>
                  <a:lnTo>
                    <a:pt x="13670" y="1062"/>
                  </a:lnTo>
                  <a:lnTo>
                    <a:pt x="13272" y="664"/>
                  </a:lnTo>
                  <a:lnTo>
                    <a:pt x="12476" y="266"/>
                  </a:lnTo>
                  <a:lnTo>
                    <a:pt x="11680" y="133"/>
                  </a:lnTo>
                  <a:lnTo>
                    <a:pt x="10883"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4256;p40">
              <a:extLst>
                <a:ext uri="{FF2B5EF4-FFF2-40B4-BE49-F238E27FC236}">
                  <a16:creationId xmlns:a16="http://schemas.microsoft.com/office/drawing/2014/main" id="{406013D6-B7E8-EE83-6E10-6758CFCD06DB}"/>
                </a:ext>
              </a:extLst>
            </p:cNvPr>
            <p:cNvSpPr/>
            <p:nvPr/>
          </p:nvSpPr>
          <p:spPr>
            <a:xfrm>
              <a:off x="5122218" y="1871599"/>
              <a:ext cx="275062" cy="435673"/>
            </a:xfrm>
            <a:custGeom>
              <a:avLst/>
              <a:gdLst/>
              <a:ahLst/>
              <a:cxnLst/>
              <a:rect l="l" t="t" r="r" b="b"/>
              <a:pathLst>
                <a:path w="16590" h="26277" fill="none" extrusionOk="0">
                  <a:moveTo>
                    <a:pt x="5442" y="531"/>
                  </a:moveTo>
                  <a:lnTo>
                    <a:pt x="5442" y="531"/>
                  </a:lnTo>
                  <a:lnTo>
                    <a:pt x="5177" y="664"/>
                  </a:lnTo>
                  <a:lnTo>
                    <a:pt x="4911" y="929"/>
                  </a:lnTo>
                  <a:lnTo>
                    <a:pt x="4779" y="1327"/>
                  </a:lnTo>
                  <a:lnTo>
                    <a:pt x="4911" y="1725"/>
                  </a:lnTo>
                  <a:lnTo>
                    <a:pt x="4911" y="1725"/>
                  </a:lnTo>
                  <a:lnTo>
                    <a:pt x="5708" y="3185"/>
                  </a:lnTo>
                  <a:lnTo>
                    <a:pt x="6769" y="4778"/>
                  </a:lnTo>
                  <a:lnTo>
                    <a:pt x="6769" y="4778"/>
                  </a:lnTo>
                  <a:lnTo>
                    <a:pt x="7433" y="5309"/>
                  </a:lnTo>
                  <a:lnTo>
                    <a:pt x="7964" y="5840"/>
                  </a:lnTo>
                  <a:lnTo>
                    <a:pt x="9423" y="6636"/>
                  </a:lnTo>
                  <a:lnTo>
                    <a:pt x="10883" y="7432"/>
                  </a:lnTo>
                  <a:lnTo>
                    <a:pt x="10883" y="7432"/>
                  </a:lnTo>
                  <a:lnTo>
                    <a:pt x="11149" y="7167"/>
                  </a:lnTo>
                  <a:lnTo>
                    <a:pt x="11547" y="6370"/>
                  </a:lnTo>
                  <a:lnTo>
                    <a:pt x="11945" y="5441"/>
                  </a:lnTo>
                  <a:lnTo>
                    <a:pt x="12078" y="4778"/>
                  </a:lnTo>
                  <a:lnTo>
                    <a:pt x="12078" y="4114"/>
                  </a:lnTo>
                  <a:lnTo>
                    <a:pt x="12078" y="4114"/>
                  </a:lnTo>
                  <a:lnTo>
                    <a:pt x="11812" y="2787"/>
                  </a:lnTo>
                  <a:lnTo>
                    <a:pt x="11414" y="1725"/>
                  </a:lnTo>
                  <a:lnTo>
                    <a:pt x="11016" y="929"/>
                  </a:lnTo>
                  <a:lnTo>
                    <a:pt x="10618" y="398"/>
                  </a:lnTo>
                  <a:lnTo>
                    <a:pt x="10618" y="398"/>
                  </a:lnTo>
                  <a:lnTo>
                    <a:pt x="10220" y="266"/>
                  </a:lnTo>
                  <a:lnTo>
                    <a:pt x="10087" y="266"/>
                  </a:lnTo>
                  <a:lnTo>
                    <a:pt x="10087" y="0"/>
                  </a:lnTo>
                  <a:lnTo>
                    <a:pt x="10087" y="0"/>
                  </a:lnTo>
                  <a:lnTo>
                    <a:pt x="10883" y="0"/>
                  </a:lnTo>
                  <a:lnTo>
                    <a:pt x="11680" y="133"/>
                  </a:lnTo>
                  <a:lnTo>
                    <a:pt x="12476" y="266"/>
                  </a:lnTo>
                  <a:lnTo>
                    <a:pt x="12476" y="266"/>
                  </a:lnTo>
                  <a:lnTo>
                    <a:pt x="13272" y="664"/>
                  </a:lnTo>
                  <a:lnTo>
                    <a:pt x="13670" y="1062"/>
                  </a:lnTo>
                  <a:lnTo>
                    <a:pt x="14201" y="1460"/>
                  </a:lnTo>
                  <a:lnTo>
                    <a:pt x="14599" y="1858"/>
                  </a:lnTo>
                  <a:lnTo>
                    <a:pt x="14997" y="2522"/>
                  </a:lnTo>
                  <a:lnTo>
                    <a:pt x="15395" y="3318"/>
                  </a:lnTo>
                  <a:lnTo>
                    <a:pt x="15528" y="4380"/>
                  </a:lnTo>
                  <a:lnTo>
                    <a:pt x="15528" y="4380"/>
                  </a:lnTo>
                  <a:lnTo>
                    <a:pt x="15794" y="5972"/>
                  </a:lnTo>
                  <a:lnTo>
                    <a:pt x="15926" y="8626"/>
                  </a:lnTo>
                  <a:lnTo>
                    <a:pt x="16324" y="14997"/>
                  </a:lnTo>
                  <a:lnTo>
                    <a:pt x="16590" y="23490"/>
                  </a:lnTo>
                  <a:lnTo>
                    <a:pt x="16590" y="23490"/>
                  </a:lnTo>
                  <a:lnTo>
                    <a:pt x="16324" y="23755"/>
                  </a:lnTo>
                  <a:lnTo>
                    <a:pt x="15528" y="24286"/>
                  </a:lnTo>
                  <a:lnTo>
                    <a:pt x="14201" y="24950"/>
                  </a:lnTo>
                  <a:lnTo>
                    <a:pt x="12343" y="25613"/>
                  </a:lnTo>
                  <a:lnTo>
                    <a:pt x="11281" y="25879"/>
                  </a:lnTo>
                  <a:lnTo>
                    <a:pt x="10087" y="26144"/>
                  </a:lnTo>
                  <a:lnTo>
                    <a:pt x="8627" y="26277"/>
                  </a:lnTo>
                  <a:lnTo>
                    <a:pt x="7167" y="26277"/>
                  </a:lnTo>
                  <a:lnTo>
                    <a:pt x="5575" y="26144"/>
                  </a:lnTo>
                  <a:lnTo>
                    <a:pt x="3850" y="25879"/>
                  </a:lnTo>
                  <a:lnTo>
                    <a:pt x="1992" y="25481"/>
                  </a:lnTo>
                  <a:lnTo>
                    <a:pt x="1" y="24950"/>
                  </a:lnTo>
                  <a:lnTo>
                    <a:pt x="1" y="11413"/>
                  </a:lnTo>
                  <a:lnTo>
                    <a:pt x="1" y="11413"/>
                  </a:lnTo>
                  <a:lnTo>
                    <a:pt x="1" y="10484"/>
                  </a:lnTo>
                  <a:lnTo>
                    <a:pt x="1" y="7830"/>
                  </a:lnTo>
                  <a:lnTo>
                    <a:pt x="266" y="6238"/>
                  </a:lnTo>
                  <a:lnTo>
                    <a:pt x="532" y="4380"/>
                  </a:lnTo>
                  <a:lnTo>
                    <a:pt x="930" y="2654"/>
                  </a:lnTo>
                  <a:lnTo>
                    <a:pt x="1461" y="1062"/>
                  </a:lnTo>
                  <a:lnTo>
                    <a:pt x="5442" y="266"/>
                  </a:lnTo>
                  <a:lnTo>
                    <a:pt x="5442" y="53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4257;p40">
              <a:extLst>
                <a:ext uri="{FF2B5EF4-FFF2-40B4-BE49-F238E27FC236}">
                  <a16:creationId xmlns:a16="http://schemas.microsoft.com/office/drawing/2014/main" id="{118EC396-AE42-89D7-665E-CD8CE3670FE9}"/>
                </a:ext>
              </a:extLst>
            </p:cNvPr>
            <p:cNvSpPr/>
            <p:nvPr/>
          </p:nvSpPr>
          <p:spPr>
            <a:xfrm>
              <a:off x="5122218" y="2122438"/>
              <a:ext cx="270668" cy="70415"/>
            </a:xfrm>
            <a:custGeom>
              <a:avLst/>
              <a:gdLst/>
              <a:ahLst/>
              <a:cxnLst/>
              <a:rect l="l" t="t" r="r" b="b"/>
              <a:pathLst>
                <a:path w="16325" h="4247" extrusionOk="0">
                  <a:moveTo>
                    <a:pt x="16324" y="0"/>
                  </a:moveTo>
                  <a:lnTo>
                    <a:pt x="15794" y="531"/>
                  </a:lnTo>
                  <a:lnTo>
                    <a:pt x="14997" y="1062"/>
                  </a:lnTo>
                  <a:lnTo>
                    <a:pt x="14068" y="1593"/>
                  </a:lnTo>
                  <a:lnTo>
                    <a:pt x="13007" y="1858"/>
                  </a:lnTo>
                  <a:lnTo>
                    <a:pt x="11680" y="2256"/>
                  </a:lnTo>
                  <a:lnTo>
                    <a:pt x="10352" y="2389"/>
                  </a:lnTo>
                  <a:lnTo>
                    <a:pt x="9025" y="2654"/>
                  </a:lnTo>
                  <a:lnTo>
                    <a:pt x="6238" y="2654"/>
                  </a:lnTo>
                  <a:lnTo>
                    <a:pt x="5044" y="2522"/>
                  </a:lnTo>
                  <a:lnTo>
                    <a:pt x="3850" y="2256"/>
                  </a:lnTo>
                  <a:lnTo>
                    <a:pt x="2788" y="2124"/>
                  </a:lnTo>
                  <a:lnTo>
                    <a:pt x="1859" y="1725"/>
                  </a:lnTo>
                  <a:lnTo>
                    <a:pt x="1063" y="1460"/>
                  </a:lnTo>
                  <a:lnTo>
                    <a:pt x="399" y="1062"/>
                  </a:lnTo>
                  <a:lnTo>
                    <a:pt x="1" y="664"/>
                  </a:lnTo>
                  <a:lnTo>
                    <a:pt x="1" y="2256"/>
                  </a:lnTo>
                  <a:lnTo>
                    <a:pt x="399" y="2654"/>
                  </a:lnTo>
                  <a:lnTo>
                    <a:pt x="1063" y="3053"/>
                  </a:lnTo>
                  <a:lnTo>
                    <a:pt x="1859" y="3318"/>
                  </a:lnTo>
                  <a:lnTo>
                    <a:pt x="2788" y="3583"/>
                  </a:lnTo>
                  <a:lnTo>
                    <a:pt x="3850" y="3849"/>
                  </a:lnTo>
                  <a:lnTo>
                    <a:pt x="5044" y="4114"/>
                  </a:lnTo>
                  <a:lnTo>
                    <a:pt x="6238" y="4247"/>
                  </a:lnTo>
                  <a:lnTo>
                    <a:pt x="7565" y="4247"/>
                  </a:lnTo>
                  <a:lnTo>
                    <a:pt x="9025" y="4114"/>
                  </a:lnTo>
                  <a:lnTo>
                    <a:pt x="10352" y="3982"/>
                  </a:lnTo>
                  <a:lnTo>
                    <a:pt x="11680" y="3849"/>
                  </a:lnTo>
                  <a:lnTo>
                    <a:pt x="13007" y="3451"/>
                  </a:lnTo>
                  <a:lnTo>
                    <a:pt x="14201" y="3185"/>
                  </a:lnTo>
                  <a:lnTo>
                    <a:pt x="15130" y="2654"/>
                  </a:lnTo>
                  <a:lnTo>
                    <a:pt x="15794" y="2124"/>
                  </a:lnTo>
                  <a:lnTo>
                    <a:pt x="16324" y="1593"/>
                  </a:lnTo>
                  <a:lnTo>
                    <a:pt x="16324" y="0"/>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4258;p40">
              <a:extLst>
                <a:ext uri="{FF2B5EF4-FFF2-40B4-BE49-F238E27FC236}">
                  <a16:creationId xmlns:a16="http://schemas.microsoft.com/office/drawing/2014/main" id="{68CF6622-ABDA-15A6-1FAF-65B207FE5389}"/>
                </a:ext>
              </a:extLst>
            </p:cNvPr>
            <p:cNvSpPr/>
            <p:nvPr/>
          </p:nvSpPr>
          <p:spPr>
            <a:xfrm>
              <a:off x="5122218" y="2122438"/>
              <a:ext cx="270668" cy="70415"/>
            </a:xfrm>
            <a:custGeom>
              <a:avLst/>
              <a:gdLst/>
              <a:ahLst/>
              <a:cxnLst/>
              <a:rect l="l" t="t" r="r" b="b"/>
              <a:pathLst>
                <a:path w="16325" h="4247" fill="none" extrusionOk="0">
                  <a:moveTo>
                    <a:pt x="16324" y="1593"/>
                  </a:moveTo>
                  <a:lnTo>
                    <a:pt x="16324" y="1593"/>
                  </a:lnTo>
                  <a:lnTo>
                    <a:pt x="15794" y="2124"/>
                  </a:lnTo>
                  <a:lnTo>
                    <a:pt x="15130" y="2654"/>
                  </a:lnTo>
                  <a:lnTo>
                    <a:pt x="14201" y="3185"/>
                  </a:lnTo>
                  <a:lnTo>
                    <a:pt x="13007" y="3451"/>
                  </a:lnTo>
                  <a:lnTo>
                    <a:pt x="11680" y="3849"/>
                  </a:lnTo>
                  <a:lnTo>
                    <a:pt x="10352" y="3982"/>
                  </a:lnTo>
                  <a:lnTo>
                    <a:pt x="9025" y="4114"/>
                  </a:lnTo>
                  <a:lnTo>
                    <a:pt x="7565" y="4247"/>
                  </a:lnTo>
                  <a:lnTo>
                    <a:pt x="7565" y="4247"/>
                  </a:lnTo>
                  <a:lnTo>
                    <a:pt x="6238" y="4247"/>
                  </a:lnTo>
                  <a:lnTo>
                    <a:pt x="5044" y="4114"/>
                  </a:lnTo>
                  <a:lnTo>
                    <a:pt x="3850" y="3849"/>
                  </a:lnTo>
                  <a:lnTo>
                    <a:pt x="2788" y="3583"/>
                  </a:lnTo>
                  <a:lnTo>
                    <a:pt x="1859" y="3318"/>
                  </a:lnTo>
                  <a:lnTo>
                    <a:pt x="1063" y="3053"/>
                  </a:lnTo>
                  <a:lnTo>
                    <a:pt x="399" y="2654"/>
                  </a:lnTo>
                  <a:lnTo>
                    <a:pt x="1" y="2256"/>
                  </a:lnTo>
                  <a:lnTo>
                    <a:pt x="1" y="664"/>
                  </a:lnTo>
                  <a:lnTo>
                    <a:pt x="1" y="664"/>
                  </a:lnTo>
                  <a:lnTo>
                    <a:pt x="399" y="1062"/>
                  </a:lnTo>
                  <a:lnTo>
                    <a:pt x="1063" y="1460"/>
                  </a:lnTo>
                  <a:lnTo>
                    <a:pt x="1859" y="1725"/>
                  </a:lnTo>
                  <a:lnTo>
                    <a:pt x="2788" y="2124"/>
                  </a:lnTo>
                  <a:lnTo>
                    <a:pt x="3850" y="2256"/>
                  </a:lnTo>
                  <a:lnTo>
                    <a:pt x="5044" y="2522"/>
                  </a:lnTo>
                  <a:lnTo>
                    <a:pt x="6238" y="2654"/>
                  </a:lnTo>
                  <a:lnTo>
                    <a:pt x="7565" y="2654"/>
                  </a:lnTo>
                  <a:lnTo>
                    <a:pt x="7565" y="2654"/>
                  </a:lnTo>
                  <a:lnTo>
                    <a:pt x="9025" y="2654"/>
                  </a:lnTo>
                  <a:lnTo>
                    <a:pt x="10352" y="2389"/>
                  </a:lnTo>
                  <a:lnTo>
                    <a:pt x="11680" y="2256"/>
                  </a:lnTo>
                  <a:lnTo>
                    <a:pt x="13007" y="1858"/>
                  </a:lnTo>
                  <a:lnTo>
                    <a:pt x="14068" y="1593"/>
                  </a:lnTo>
                  <a:lnTo>
                    <a:pt x="14997" y="1062"/>
                  </a:lnTo>
                  <a:lnTo>
                    <a:pt x="15794" y="531"/>
                  </a:lnTo>
                  <a:lnTo>
                    <a:pt x="16324" y="0"/>
                  </a:lnTo>
                  <a:lnTo>
                    <a:pt x="16324" y="159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4259;p40">
              <a:extLst>
                <a:ext uri="{FF2B5EF4-FFF2-40B4-BE49-F238E27FC236}">
                  <a16:creationId xmlns:a16="http://schemas.microsoft.com/office/drawing/2014/main" id="{AA62E904-0E5A-9950-DBFF-12A2379C1D88}"/>
                </a:ext>
              </a:extLst>
            </p:cNvPr>
            <p:cNvSpPr/>
            <p:nvPr/>
          </p:nvSpPr>
          <p:spPr>
            <a:xfrm>
              <a:off x="5122218" y="2170835"/>
              <a:ext cx="272874" cy="70432"/>
            </a:xfrm>
            <a:custGeom>
              <a:avLst/>
              <a:gdLst/>
              <a:ahLst/>
              <a:cxnLst/>
              <a:rect l="l" t="t" r="r" b="b"/>
              <a:pathLst>
                <a:path w="16458" h="4248" extrusionOk="0">
                  <a:moveTo>
                    <a:pt x="16457" y="1"/>
                  </a:moveTo>
                  <a:lnTo>
                    <a:pt x="15926" y="532"/>
                  </a:lnTo>
                  <a:lnTo>
                    <a:pt x="15130" y="1063"/>
                  </a:lnTo>
                  <a:lnTo>
                    <a:pt x="14201" y="1461"/>
                  </a:lnTo>
                  <a:lnTo>
                    <a:pt x="13007" y="1859"/>
                  </a:lnTo>
                  <a:lnTo>
                    <a:pt x="11812" y="2257"/>
                  </a:lnTo>
                  <a:lnTo>
                    <a:pt x="10352" y="2390"/>
                  </a:lnTo>
                  <a:lnTo>
                    <a:pt x="9025" y="2522"/>
                  </a:lnTo>
                  <a:lnTo>
                    <a:pt x="7565" y="2655"/>
                  </a:lnTo>
                  <a:lnTo>
                    <a:pt x="6238" y="2655"/>
                  </a:lnTo>
                  <a:lnTo>
                    <a:pt x="5044" y="2522"/>
                  </a:lnTo>
                  <a:lnTo>
                    <a:pt x="3850" y="2257"/>
                  </a:lnTo>
                  <a:lnTo>
                    <a:pt x="2788" y="1992"/>
                  </a:lnTo>
                  <a:lnTo>
                    <a:pt x="1859" y="1726"/>
                  </a:lnTo>
                  <a:lnTo>
                    <a:pt x="1063" y="1461"/>
                  </a:lnTo>
                  <a:lnTo>
                    <a:pt x="399" y="1063"/>
                  </a:lnTo>
                  <a:lnTo>
                    <a:pt x="1" y="664"/>
                  </a:lnTo>
                  <a:lnTo>
                    <a:pt x="1" y="2257"/>
                  </a:lnTo>
                  <a:lnTo>
                    <a:pt x="399" y="2655"/>
                  </a:lnTo>
                  <a:lnTo>
                    <a:pt x="1063" y="3053"/>
                  </a:lnTo>
                  <a:lnTo>
                    <a:pt x="1859" y="3319"/>
                  </a:lnTo>
                  <a:lnTo>
                    <a:pt x="2788" y="3584"/>
                  </a:lnTo>
                  <a:lnTo>
                    <a:pt x="3850" y="3849"/>
                  </a:lnTo>
                  <a:lnTo>
                    <a:pt x="5044" y="4115"/>
                  </a:lnTo>
                  <a:lnTo>
                    <a:pt x="6238" y="4248"/>
                  </a:lnTo>
                  <a:lnTo>
                    <a:pt x="7565" y="4248"/>
                  </a:lnTo>
                  <a:lnTo>
                    <a:pt x="9025" y="4115"/>
                  </a:lnTo>
                  <a:lnTo>
                    <a:pt x="10352" y="3982"/>
                  </a:lnTo>
                  <a:lnTo>
                    <a:pt x="11812" y="3849"/>
                  </a:lnTo>
                  <a:lnTo>
                    <a:pt x="13007" y="3451"/>
                  </a:lnTo>
                  <a:lnTo>
                    <a:pt x="14201" y="3053"/>
                  </a:lnTo>
                  <a:lnTo>
                    <a:pt x="15263" y="2655"/>
                  </a:lnTo>
                  <a:lnTo>
                    <a:pt x="15926" y="2124"/>
                  </a:lnTo>
                  <a:lnTo>
                    <a:pt x="16457" y="1593"/>
                  </a:lnTo>
                  <a:lnTo>
                    <a:pt x="16457" y="1"/>
                  </a:lnTo>
                  <a:close/>
                </a:path>
              </a:pathLst>
            </a:custGeom>
            <a:solidFill>
              <a:srgbClr val="FAF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4260;p40">
              <a:extLst>
                <a:ext uri="{FF2B5EF4-FFF2-40B4-BE49-F238E27FC236}">
                  <a16:creationId xmlns:a16="http://schemas.microsoft.com/office/drawing/2014/main" id="{0E41BD55-70E4-348A-0F9F-6275283A1140}"/>
                </a:ext>
              </a:extLst>
            </p:cNvPr>
            <p:cNvSpPr/>
            <p:nvPr/>
          </p:nvSpPr>
          <p:spPr>
            <a:xfrm>
              <a:off x="5122218" y="2170835"/>
              <a:ext cx="272874" cy="70432"/>
            </a:xfrm>
            <a:custGeom>
              <a:avLst/>
              <a:gdLst/>
              <a:ahLst/>
              <a:cxnLst/>
              <a:rect l="l" t="t" r="r" b="b"/>
              <a:pathLst>
                <a:path w="16458" h="4248" fill="none" extrusionOk="0">
                  <a:moveTo>
                    <a:pt x="1" y="2257"/>
                  </a:moveTo>
                  <a:lnTo>
                    <a:pt x="1" y="2257"/>
                  </a:lnTo>
                  <a:lnTo>
                    <a:pt x="399" y="2655"/>
                  </a:lnTo>
                  <a:lnTo>
                    <a:pt x="1063" y="3053"/>
                  </a:lnTo>
                  <a:lnTo>
                    <a:pt x="1859" y="3319"/>
                  </a:lnTo>
                  <a:lnTo>
                    <a:pt x="2788" y="3584"/>
                  </a:lnTo>
                  <a:lnTo>
                    <a:pt x="3850" y="3849"/>
                  </a:lnTo>
                  <a:lnTo>
                    <a:pt x="5044" y="4115"/>
                  </a:lnTo>
                  <a:lnTo>
                    <a:pt x="6238" y="4248"/>
                  </a:lnTo>
                  <a:lnTo>
                    <a:pt x="7565" y="4248"/>
                  </a:lnTo>
                  <a:lnTo>
                    <a:pt x="7565" y="4248"/>
                  </a:lnTo>
                  <a:lnTo>
                    <a:pt x="9025" y="4115"/>
                  </a:lnTo>
                  <a:lnTo>
                    <a:pt x="10352" y="3982"/>
                  </a:lnTo>
                  <a:lnTo>
                    <a:pt x="11812" y="3849"/>
                  </a:lnTo>
                  <a:lnTo>
                    <a:pt x="13007" y="3451"/>
                  </a:lnTo>
                  <a:lnTo>
                    <a:pt x="14201" y="3053"/>
                  </a:lnTo>
                  <a:lnTo>
                    <a:pt x="15263" y="2655"/>
                  </a:lnTo>
                  <a:lnTo>
                    <a:pt x="15926" y="2124"/>
                  </a:lnTo>
                  <a:lnTo>
                    <a:pt x="16457" y="1593"/>
                  </a:lnTo>
                  <a:lnTo>
                    <a:pt x="16457" y="1"/>
                  </a:lnTo>
                  <a:lnTo>
                    <a:pt x="16457" y="1"/>
                  </a:lnTo>
                  <a:lnTo>
                    <a:pt x="15926" y="532"/>
                  </a:lnTo>
                  <a:lnTo>
                    <a:pt x="15130" y="1063"/>
                  </a:lnTo>
                  <a:lnTo>
                    <a:pt x="14201" y="1461"/>
                  </a:lnTo>
                  <a:lnTo>
                    <a:pt x="13007" y="1859"/>
                  </a:lnTo>
                  <a:lnTo>
                    <a:pt x="11812" y="2257"/>
                  </a:lnTo>
                  <a:lnTo>
                    <a:pt x="10352" y="2390"/>
                  </a:lnTo>
                  <a:lnTo>
                    <a:pt x="9025" y="2522"/>
                  </a:lnTo>
                  <a:lnTo>
                    <a:pt x="7565" y="2655"/>
                  </a:lnTo>
                  <a:lnTo>
                    <a:pt x="7565" y="2655"/>
                  </a:lnTo>
                  <a:lnTo>
                    <a:pt x="6238" y="2655"/>
                  </a:lnTo>
                  <a:lnTo>
                    <a:pt x="5044" y="2522"/>
                  </a:lnTo>
                  <a:lnTo>
                    <a:pt x="3850" y="2257"/>
                  </a:lnTo>
                  <a:lnTo>
                    <a:pt x="2788" y="1992"/>
                  </a:lnTo>
                  <a:lnTo>
                    <a:pt x="1859" y="1726"/>
                  </a:lnTo>
                  <a:lnTo>
                    <a:pt x="1063" y="1461"/>
                  </a:lnTo>
                  <a:lnTo>
                    <a:pt x="399" y="1063"/>
                  </a:lnTo>
                  <a:lnTo>
                    <a:pt x="1" y="664"/>
                  </a:lnTo>
                  <a:lnTo>
                    <a:pt x="1" y="225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4261;p40">
              <a:extLst>
                <a:ext uri="{FF2B5EF4-FFF2-40B4-BE49-F238E27FC236}">
                  <a16:creationId xmlns:a16="http://schemas.microsoft.com/office/drawing/2014/main" id="{868CD978-EE8F-56CC-4519-C554AC0EFB1C}"/>
                </a:ext>
              </a:extLst>
            </p:cNvPr>
            <p:cNvSpPr/>
            <p:nvPr/>
          </p:nvSpPr>
          <p:spPr>
            <a:xfrm>
              <a:off x="5302658" y="1994822"/>
              <a:ext cx="17608" cy="305851"/>
            </a:xfrm>
            <a:custGeom>
              <a:avLst/>
              <a:gdLst/>
              <a:ahLst/>
              <a:cxnLst/>
              <a:rect l="l" t="t" r="r" b="b"/>
              <a:pathLst>
                <a:path w="1062" h="18447" extrusionOk="0">
                  <a:moveTo>
                    <a:pt x="0" y="0"/>
                  </a:moveTo>
                  <a:lnTo>
                    <a:pt x="133" y="10086"/>
                  </a:lnTo>
                  <a:lnTo>
                    <a:pt x="664" y="9953"/>
                  </a:lnTo>
                  <a:lnTo>
                    <a:pt x="0" y="0"/>
                  </a:lnTo>
                  <a:close/>
                  <a:moveTo>
                    <a:pt x="664" y="11546"/>
                  </a:moveTo>
                  <a:lnTo>
                    <a:pt x="266" y="11679"/>
                  </a:lnTo>
                  <a:lnTo>
                    <a:pt x="266" y="12873"/>
                  </a:lnTo>
                  <a:lnTo>
                    <a:pt x="797" y="12873"/>
                  </a:lnTo>
                  <a:lnTo>
                    <a:pt x="664" y="11546"/>
                  </a:lnTo>
                  <a:close/>
                  <a:moveTo>
                    <a:pt x="266" y="14465"/>
                  </a:moveTo>
                  <a:lnTo>
                    <a:pt x="266" y="18447"/>
                  </a:lnTo>
                  <a:lnTo>
                    <a:pt x="1062" y="18314"/>
                  </a:lnTo>
                  <a:lnTo>
                    <a:pt x="929" y="14465"/>
                  </a:lnTo>
                  <a:close/>
                </a:path>
              </a:pathLst>
            </a:custGeom>
            <a:solidFill>
              <a:srgbClr val="CE444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4262;p40">
              <a:extLst>
                <a:ext uri="{FF2B5EF4-FFF2-40B4-BE49-F238E27FC236}">
                  <a16:creationId xmlns:a16="http://schemas.microsoft.com/office/drawing/2014/main" id="{7F4BEB54-37D7-EA7C-6E9E-D84F82D83008}"/>
                </a:ext>
              </a:extLst>
            </p:cNvPr>
            <p:cNvSpPr/>
            <p:nvPr/>
          </p:nvSpPr>
          <p:spPr>
            <a:xfrm>
              <a:off x="5307052" y="2234651"/>
              <a:ext cx="13214" cy="66022"/>
            </a:xfrm>
            <a:custGeom>
              <a:avLst/>
              <a:gdLst/>
              <a:ahLst/>
              <a:cxnLst/>
              <a:rect l="l" t="t" r="r" b="b"/>
              <a:pathLst>
                <a:path w="797" h="3982" fill="none" extrusionOk="0">
                  <a:moveTo>
                    <a:pt x="664" y="0"/>
                  </a:moveTo>
                  <a:lnTo>
                    <a:pt x="664" y="0"/>
                  </a:lnTo>
                  <a:lnTo>
                    <a:pt x="1" y="0"/>
                  </a:lnTo>
                  <a:lnTo>
                    <a:pt x="1" y="3982"/>
                  </a:lnTo>
                  <a:lnTo>
                    <a:pt x="1" y="3982"/>
                  </a:lnTo>
                  <a:lnTo>
                    <a:pt x="797" y="3849"/>
                  </a:lnTo>
                  <a:lnTo>
                    <a:pt x="66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4263;p40">
              <a:extLst>
                <a:ext uri="{FF2B5EF4-FFF2-40B4-BE49-F238E27FC236}">
                  <a16:creationId xmlns:a16="http://schemas.microsoft.com/office/drawing/2014/main" id="{93F849A2-4D10-1299-FDED-C0C944FE2025}"/>
                </a:ext>
              </a:extLst>
            </p:cNvPr>
            <p:cNvSpPr/>
            <p:nvPr/>
          </p:nvSpPr>
          <p:spPr>
            <a:xfrm>
              <a:off x="5307052" y="2186238"/>
              <a:ext cx="8821" cy="22018"/>
            </a:xfrm>
            <a:custGeom>
              <a:avLst/>
              <a:gdLst/>
              <a:ahLst/>
              <a:cxnLst/>
              <a:rect l="l" t="t" r="r" b="b"/>
              <a:pathLst>
                <a:path w="532" h="1328" fill="none" extrusionOk="0">
                  <a:moveTo>
                    <a:pt x="399" y="1"/>
                  </a:moveTo>
                  <a:lnTo>
                    <a:pt x="399" y="1"/>
                  </a:lnTo>
                  <a:lnTo>
                    <a:pt x="1" y="134"/>
                  </a:lnTo>
                  <a:lnTo>
                    <a:pt x="1" y="1328"/>
                  </a:lnTo>
                  <a:lnTo>
                    <a:pt x="1" y="1328"/>
                  </a:lnTo>
                  <a:lnTo>
                    <a:pt x="532" y="1328"/>
                  </a:lnTo>
                  <a:lnTo>
                    <a:pt x="39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4264;p40">
              <a:extLst>
                <a:ext uri="{FF2B5EF4-FFF2-40B4-BE49-F238E27FC236}">
                  <a16:creationId xmlns:a16="http://schemas.microsoft.com/office/drawing/2014/main" id="{C1D3BF4F-3BBC-34E8-1363-83166A536935}"/>
                </a:ext>
              </a:extLst>
            </p:cNvPr>
            <p:cNvSpPr/>
            <p:nvPr/>
          </p:nvSpPr>
          <p:spPr>
            <a:xfrm>
              <a:off x="5302658" y="1994822"/>
              <a:ext cx="11009" cy="167242"/>
            </a:xfrm>
            <a:custGeom>
              <a:avLst/>
              <a:gdLst/>
              <a:ahLst/>
              <a:cxnLst/>
              <a:rect l="l" t="t" r="r" b="b"/>
              <a:pathLst>
                <a:path w="664" h="10087" fill="none" extrusionOk="0">
                  <a:moveTo>
                    <a:pt x="0" y="0"/>
                  </a:moveTo>
                  <a:lnTo>
                    <a:pt x="0" y="0"/>
                  </a:lnTo>
                  <a:lnTo>
                    <a:pt x="133" y="10086"/>
                  </a:lnTo>
                  <a:lnTo>
                    <a:pt x="133" y="10086"/>
                  </a:lnTo>
                  <a:lnTo>
                    <a:pt x="664" y="9953"/>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4265;p40">
              <a:extLst>
                <a:ext uri="{FF2B5EF4-FFF2-40B4-BE49-F238E27FC236}">
                  <a16:creationId xmlns:a16="http://schemas.microsoft.com/office/drawing/2014/main" id="{BE054212-7359-D10A-2148-E852AAD41634}"/>
                </a:ext>
              </a:extLst>
            </p:cNvPr>
            <p:cNvSpPr/>
            <p:nvPr/>
          </p:nvSpPr>
          <p:spPr>
            <a:xfrm>
              <a:off x="5304847" y="2159842"/>
              <a:ext cx="8821" cy="28617"/>
            </a:xfrm>
            <a:custGeom>
              <a:avLst/>
              <a:gdLst/>
              <a:ahLst/>
              <a:cxnLst/>
              <a:rect l="l" t="t" r="r" b="b"/>
              <a:pathLst>
                <a:path w="532" h="1726" extrusionOk="0">
                  <a:moveTo>
                    <a:pt x="532" y="0"/>
                  </a:moveTo>
                  <a:lnTo>
                    <a:pt x="1" y="133"/>
                  </a:lnTo>
                  <a:lnTo>
                    <a:pt x="134" y="1726"/>
                  </a:lnTo>
                  <a:lnTo>
                    <a:pt x="532" y="1593"/>
                  </a:lnTo>
                  <a:lnTo>
                    <a:pt x="532" y="0"/>
                  </a:ln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4266;p40">
              <a:extLst>
                <a:ext uri="{FF2B5EF4-FFF2-40B4-BE49-F238E27FC236}">
                  <a16:creationId xmlns:a16="http://schemas.microsoft.com/office/drawing/2014/main" id="{E255CA13-EE29-14EB-298B-3127067D33BE}"/>
                </a:ext>
              </a:extLst>
            </p:cNvPr>
            <p:cNvSpPr/>
            <p:nvPr/>
          </p:nvSpPr>
          <p:spPr>
            <a:xfrm>
              <a:off x="5304847" y="2159842"/>
              <a:ext cx="8821" cy="28617"/>
            </a:xfrm>
            <a:custGeom>
              <a:avLst/>
              <a:gdLst/>
              <a:ahLst/>
              <a:cxnLst/>
              <a:rect l="l" t="t" r="r" b="b"/>
              <a:pathLst>
                <a:path w="532" h="1726" fill="none" extrusionOk="0">
                  <a:moveTo>
                    <a:pt x="532" y="0"/>
                  </a:moveTo>
                  <a:lnTo>
                    <a:pt x="532" y="0"/>
                  </a:lnTo>
                  <a:lnTo>
                    <a:pt x="1" y="133"/>
                  </a:lnTo>
                  <a:lnTo>
                    <a:pt x="134" y="1726"/>
                  </a:lnTo>
                  <a:lnTo>
                    <a:pt x="134" y="1726"/>
                  </a:lnTo>
                  <a:lnTo>
                    <a:pt x="532" y="1593"/>
                  </a:lnTo>
                  <a:lnTo>
                    <a:pt x="53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4267;p40">
              <a:extLst>
                <a:ext uri="{FF2B5EF4-FFF2-40B4-BE49-F238E27FC236}">
                  <a16:creationId xmlns:a16="http://schemas.microsoft.com/office/drawing/2014/main" id="{D275D450-1636-DBED-9169-766982FD7446}"/>
                </a:ext>
              </a:extLst>
            </p:cNvPr>
            <p:cNvSpPr/>
            <p:nvPr/>
          </p:nvSpPr>
          <p:spPr>
            <a:xfrm>
              <a:off x="5307052" y="2208239"/>
              <a:ext cx="11026" cy="26429"/>
            </a:xfrm>
            <a:custGeom>
              <a:avLst/>
              <a:gdLst/>
              <a:ahLst/>
              <a:cxnLst/>
              <a:rect l="l" t="t" r="r" b="b"/>
              <a:pathLst>
                <a:path w="665" h="1594" extrusionOk="0">
                  <a:moveTo>
                    <a:pt x="1" y="1"/>
                  </a:moveTo>
                  <a:lnTo>
                    <a:pt x="1" y="1593"/>
                  </a:lnTo>
                  <a:lnTo>
                    <a:pt x="664" y="1593"/>
                  </a:lnTo>
                  <a:lnTo>
                    <a:pt x="532" y="1"/>
                  </a:lnTo>
                  <a:close/>
                </a:path>
              </a:pathLst>
            </a:custGeom>
            <a:solidFill>
              <a:srgbClr val="D5D5D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4268;p40">
              <a:extLst>
                <a:ext uri="{FF2B5EF4-FFF2-40B4-BE49-F238E27FC236}">
                  <a16:creationId xmlns:a16="http://schemas.microsoft.com/office/drawing/2014/main" id="{25AE5BD4-07A9-739C-8FB2-BA00BEF93016}"/>
                </a:ext>
              </a:extLst>
            </p:cNvPr>
            <p:cNvSpPr/>
            <p:nvPr/>
          </p:nvSpPr>
          <p:spPr>
            <a:xfrm>
              <a:off x="5307052" y="2208239"/>
              <a:ext cx="11026" cy="26429"/>
            </a:xfrm>
            <a:custGeom>
              <a:avLst/>
              <a:gdLst/>
              <a:ahLst/>
              <a:cxnLst/>
              <a:rect l="l" t="t" r="r" b="b"/>
              <a:pathLst>
                <a:path w="665" h="1594" fill="none" extrusionOk="0">
                  <a:moveTo>
                    <a:pt x="532" y="1"/>
                  </a:moveTo>
                  <a:lnTo>
                    <a:pt x="532" y="1"/>
                  </a:lnTo>
                  <a:lnTo>
                    <a:pt x="1" y="1"/>
                  </a:lnTo>
                  <a:lnTo>
                    <a:pt x="1" y="1593"/>
                  </a:lnTo>
                  <a:lnTo>
                    <a:pt x="1" y="1593"/>
                  </a:lnTo>
                  <a:lnTo>
                    <a:pt x="664" y="1593"/>
                  </a:lnTo>
                  <a:lnTo>
                    <a:pt x="53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4269;p40">
              <a:extLst>
                <a:ext uri="{FF2B5EF4-FFF2-40B4-BE49-F238E27FC236}">
                  <a16:creationId xmlns:a16="http://schemas.microsoft.com/office/drawing/2014/main" id="{1F6B2BF3-D8CA-2A78-ED9D-D2FF304360DF}"/>
                </a:ext>
              </a:extLst>
            </p:cNvPr>
            <p:cNvSpPr/>
            <p:nvPr/>
          </p:nvSpPr>
          <p:spPr>
            <a:xfrm>
              <a:off x="4996807" y="2175245"/>
              <a:ext cx="224443" cy="189244"/>
            </a:xfrm>
            <a:custGeom>
              <a:avLst/>
              <a:gdLst/>
              <a:ahLst/>
              <a:cxnLst/>
              <a:rect l="l" t="t" r="r" b="b"/>
              <a:pathLst>
                <a:path w="13537" h="11414" extrusionOk="0">
                  <a:moveTo>
                    <a:pt x="3849" y="0"/>
                  </a:moveTo>
                  <a:lnTo>
                    <a:pt x="0" y="1460"/>
                  </a:lnTo>
                  <a:lnTo>
                    <a:pt x="1195" y="3318"/>
                  </a:lnTo>
                  <a:lnTo>
                    <a:pt x="2257" y="5043"/>
                  </a:lnTo>
                  <a:lnTo>
                    <a:pt x="3451" y="6503"/>
                  </a:lnTo>
                  <a:lnTo>
                    <a:pt x="4380" y="7565"/>
                  </a:lnTo>
                  <a:lnTo>
                    <a:pt x="5574" y="8892"/>
                  </a:lnTo>
                  <a:lnTo>
                    <a:pt x="6901" y="9954"/>
                  </a:lnTo>
                  <a:lnTo>
                    <a:pt x="7565" y="10352"/>
                  </a:lnTo>
                  <a:lnTo>
                    <a:pt x="8096" y="10750"/>
                  </a:lnTo>
                  <a:lnTo>
                    <a:pt x="9423" y="11148"/>
                  </a:lnTo>
                  <a:lnTo>
                    <a:pt x="10485" y="11413"/>
                  </a:lnTo>
                  <a:lnTo>
                    <a:pt x="11281" y="11281"/>
                  </a:lnTo>
                  <a:lnTo>
                    <a:pt x="12077" y="11148"/>
                  </a:lnTo>
                  <a:lnTo>
                    <a:pt x="12608" y="10883"/>
                  </a:lnTo>
                  <a:lnTo>
                    <a:pt x="13006" y="10617"/>
                  </a:lnTo>
                  <a:lnTo>
                    <a:pt x="13404" y="9954"/>
                  </a:lnTo>
                  <a:lnTo>
                    <a:pt x="13404" y="9821"/>
                  </a:lnTo>
                  <a:lnTo>
                    <a:pt x="13537" y="9423"/>
                  </a:lnTo>
                  <a:lnTo>
                    <a:pt x="13537" y="9157"/>
                  </a:lnTo>
                  <a:lnTo>
                    <a:pt x="13272" y="8892"/>
                  </a:lnTo>
                  <a:lnTo>
                    <a:pt x="13006" y="8627"/>
                  </a:lnTo>
                  <a:lnTo>
                    <a:pt x="11546" y="7830"/>
                  </a:lnTo>
                  <a:lnTo>
                    <a:pt x="10750" y="7432"/>
                  </a:lnTo>
                  <a:lnTo>
                    <a:pt x="9954" y="7034"/>
                  </a:lnTo>
                  <a:lnTo>
                    <a:pt x="9821" y="6901"/>
                  </a:lnTo>
                  <a:lnTo>
                    <a:pt x="9954" y="6769"/>
                  </a:lnTo>
                  <a:lnTo>
                    <a:pt x="11812" y="6769"/>
                  </a:lnTo>
                  <a:lnTo>
                    <a:pt x="12210" y="6503"/>
                  </a:lnTo>
                  <a:lnTo>
                    <a:pt x="12210" y="6370"/>
                  </a:lnTo>
                  <a:lnTo>
                    <a:pt x="12210" y="6105"/>
                  </a:lnTo>
                  <a:lnTo>
                    <a:pt x="12077" y="6105"/>
                  </a:lnTo>
                  <a:lnTo>
                    <a:pt x="11944" y="5972"/>
                  </a:lnTo>
                  <a:lnTo>
                    <a:pt x="10617" y="5707"/>
                  </a:lnTo>
                  <a:lnTo>
                    <a:pt x="9954" y="5574"/>
                  </a:lnTo>
                  <a:lnTo>
                    <a:pt x="9423" y="5441"/>
                  </a:lnTo>
                  <a:lnTo>
                    <a:pt x="8361" y="5309"/>
                  </a:lnTo>
                  <a:lnTo>
                    <a:pt x="7432" y="5043"/>
                  </a:lnTo>
                  <a:lnTo>
                    <a:pt x="7034" y="4778"/>
                  </a:lnTo>
                  <a:lnTo>
                    <a:pt x="6901" y="4512"/>
                  </a:lnTo>
                  <a:lnTo>
                    <a:pt x="6503" y="3982"/>
                  </a:lnTo>
                  <a:lnTo>
                    <a:pt x="5309" y="2389"/>
                  </a:lnTo>
                  <a:lnTo>
                    <a:pt x="3849" y="0"/>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4270;p40">
              <a:extLst>
                <a:ext uri="{FF2B5EF4-FFF2-40B4-BE49-F238E27FC236}">
                  <a16:creationId xmlns:a16="http://schemas.microsoft.com/office/drawing/2014/main" id="{0BC60A38-9612-A60E-2538-B2733B233FD3}"/>
                </a:ext>
              </a:extLst>
            </p:cNvPr>
            <p:cNvSpPr/>
            <p:nvPr/>
          </p:nvSpPr>
          <p:spPr>
            <a:xfrm>
              <a:off x="4970395" y="1889190"/>
              <a:ext cx="195860" cy="385087"/>
            </a:xfrm>
            <a:custGeom>
              <a:avLst/>
              <a:gdLst/>
              <a:ahLst/>
              <a:cxnLst/>
              <a:rect l="l" t="t" r="r" b="b"/>
              <a:pathLst>
                <a:path w="11813" h="23226" extrusionOk="0">
                  <a:moveTo>
                    <a:pt x="10618" y="1"/>
                  </a:moveTo>
                  <a:lnTo>
                    <a:pt x="9689" y="134"/>
                  </a:lnTo>
                  <a:lnTo>
                    <a:pt x="9025" y="399"/>
                  </a:lnTo>
                  <a:lnTo>
                    <a:pt x="8362" y="797"/>
                  </a:lnTo>
                  <a:lnTo>
                    <a:pt x="7698" y="1328"/>
                  </a:lnTo>
                  <a:lnTo>
                    <a:pt x="7035" y="2124"/>
                  </a:lnTo>
                  <a:lnTo>
                    <a:pt x="6504" y="3053"/>
                  </a:lnTo>
                  <a:lnTo>
                    <a:pt x="4911" y="5840"/>
                  </a:lnTo>
                  <a:lnTo>
                    <a:pt x="3319" y="8760"/>
                  </a:lnTo>
                  <a:lnTo>
                    <a:pt x="1726" y="11679"/>
                  </a:lnTo>
                  <a:lnTo>
                    <a:pt x="532" y="14201"/>
                  </a:lnTo>
                  <a:lnTo>
                    <a:pt x="134" y="15263"/>
                  </a:lnTo>
                  <a:lnTo>
                    <a:pt x="1" y="16059"/>
                  </a:lnTo>
                  <a:lnTo>
                    <a:pt x="134" y="16457"/>
                  </a:lnTo>
                  <a:lnTo>
                    <a:pt x="399" y="17121"/>
                  </a:lnTo>
                  <a:lnTo>
                    <a:pt x="1593" y="19111"/>
                  </a:lnTo>
                  <a:lnTo>
                    <a:pt x="3053" y="21235"/>
                  </a:lnTo>
                  <a:lnTo>
                    <a:pt x="4646" y="23225"/>
                  </a:lnTo>
                  <a:lnTo>
                    <a:pt x="5708" y="23093"/>
                  </a:lnTo>
                  <a:lnTo>
                    <a:pt x="6769" y="22694"/>
                  </a:lnTo>
                  <a:lnTo>
                    <a:pt x="7565" y="22164"/>
                  </a:lnTo>
                  <a:lnTo>
                    <a:pt x="8229" y="21500"/>
                  </a:lnTo>
                  <a:lnTo>
                    <a:pt x="5309" y="16192"/>
                  </a:lnTo>
                  <a:lnTo>
                    <a:pt x="9822" y="9423"/>
                  </a:lnTo>
                  <a:lnTo>
                    <a:pt x="10485" y="8362"/>
                  </a:lnTo>
                  <a:lnTo>
                    <a:pt x="11149" y="7167"/>
                  </a:lnTo>
                  <a:lnTo>
                    <a:pt x="11414" y="6504"/>
                  </a:lnTo>
                  <a:lnTo>
                    <a:pt x="11547" y="5707"/>
                  </a:lnTo>
                  <a:lnTo>
                    <a:pt x="11812" y="4115"/>
                  </a:lnTo>
                  <a:lnTo>
                    <a:pt x="11812" y="2522"/>
                  </a:lnTo>
                  <a:lnTo>
                    <a:pt x="11547" y="1195"/>
                  </a:lnTo>
                  <a:lnTo>
                    <a:pt x="11281" y="399"/>
                  </a:lnTo>
                  <a:lnTo>
                    <a:pt x="11016" y="134"/>
                  </a:lnTo>
                  <a:lnTo>
                    <a:pt x="10618"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4271;p40">
              <a:extLst>
                <a:ext uri="{FF2B5EF4-FFF2-40B4-BE49-F238E27FC236}">
                  <a16:creationId xmlns:a16="http://schemas.microsoft.com/office/drawing/2014/main" id="{C255FD33-E8ED-D56F-62F3-244D1EA80094}"/>
                </a:ext>
              </a:extLst>
            </p:cNvPr>
            <p:cNvSpPr/>
            <p:nvPr/>
          </p:nvSpPr>
          <p:spPr>
            <a:xfrm>
              <a:off x="5234448" y="1640557"/>
              <a:ext cx="140831" cy="140847"/>
            </a:xfrm>
            <a:custGeom>
              <a:avLst/>
              <a:gdLst/>
              <a:ahLst/>
              <a:cxnLst/>
              <a:rect l="l" t="t" r="r" b="b"/>
              <a:pathLst>
                <a:path w="8494" h="8495" extrusionOk="0">
                  <a:moveTo>
                    <a:pt x="3318" y="1"/>
                  </a:moveTo>
                  <a:lnTo>
                    <a:pt x="2522" y="266"/>
                  </a:lnTo>
                  <a:lnTo>
                    <a:pt x="1858" y="664"/>
                  </a:lnTo>
                  <a:lnTo>
                    <a:pt x="1195" y="1195"/>
                  </a:lnTo>
                  <a:lnTo>
                    <a:pt x="664" y="1859"/>
                  </a:lnTo>
                  <a:lnTo>
                    <a:pt x="266" y="2522"/>
                  </a:lnTo>
                  <a:lnTo>
                    <a:pt x="0" y="3318"/>
                  </a:lnTo>
                  <a:lnTo>
                    <a:pt x="0" y="4247"/>
                  </a:lnTo>
                  <a:lnTo>
                    <a:pt x="0" y="5044"/>
                  </a:lnTo>
                  <a:lnTo>
                    <a:pt x="266" y="5840"/>
                  </a:lnTo>
                  <a:lnTo>
                    <a:pt x="664" y="6636"/>
                  </a:lnTo>
                  <a:lnTo>
                    <a:pt x="1195" y="7167"/>
                  </a:lnTo>
                  <a:lnTo>
                    <a:pt x="1858" y="7698"/>
                  </a:lnTo>
                  <a:lnTo>
                    <a:pt x="2522" y="8096"/>
                  </a:lnTo>
                  <a:lnTo>
                    <a:pt x="3318" y="8361"/>
                  </a:lnTo>
                  <a:lnTo>
                    <a:pt x="4247" y="8494"/>
                  </a:lnTo>
                  <a:lnTo>
                    <a:pt x="5043" y="8361"/>
                  </a:lnTo>
                  <a:lnTo>
                    <a:pt x="5839" y="8096"/>
                  </a:lnTo>
                  <a:lnTo>
                    <a:pt x="6503" y="7698"/>
                  </a:lnTo>
                  <a:lnTo>
                    <a:pt x="7167" y="7167"/>
                  </a:lnTo>
                  <a:lnTo>
                    <a:pt x="7697" y="6636"/>
                  </a:lnTo>
                  <a:lnTo>
                    <a:pt x="8096" y="5840"/>
                  </a:lnTo>
                  <a:lnTo>
                    <a:pt x="8361" y="5044"/>
                  </a:lnTo>
                  <a:lnTo>
                    <a:pt x="8494" y="4247"/>
                  </a:lnTo>
                  <a:lnTo>
                    <a:pt x="8361" y="3318"/>
                  </a:lnTo>
                  <a:lnTo>
                    <a:pt x="8096" y="2522"/>
                  </a:lnTo>
                  <a:lnTo>
                    <a:pt x="7697" y="1859"/>
                  </a:lnTo>
                  <a:lnTo>
                    <a:pt x="7167" y="1195"/>
                  </a:lnTo>
                  <a:lnTo>
                    <a:pt x="6503" y="664"/>
                  </a:lnTo>
                  <a:lnTo>
                    <a:pt x="5839" y="266"/>
                  </a:lnTo>
                  <a:lnTo>
                    <a:pt x="504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4272;p40">
              <a:extLst>
                <a:ext uri="{FF2B5EF4-FFF2-40B4-BE49-F238E27FC236}">
                  <a16:creationId xmlns:a16="http://schemas.microsoft.com/office/drawing/2014/main" id="{F5BC22DF-7273-9182-7912-EC546D84055E}"/>
                </a:ext>
              </a:extLst>
            </p:cNvPr>
            <p:cNvSpPr/>
            <p:nvPr/>
          </p:nvSpPr>
          <p:spPr>
            <a:xfrm>
              <a:off x="5181641" y="1761574"/>
              <a:ext cx="30822" cy="72637"/>
            </a:xfrm>
            <a:custGeom>
              <a:avLst/>
              <a:gdLst/>
              <a:ahLst/>
              <a:cxnLst/>
              <a:rect l="l" t="t" r="r" b="b"/>
              <a:pathLst>
                <a:path w="1859" h="4381" extrusionOk="0">
                  <a:moveTo>
                    <a:pt x="0" y="1"/>
                  </a:moveTo>
                  <a:lnTo>
                    <a:pt x="398" y="1593"/>
                  </a:lnTo>
                  <a:lnTo>
                    <a:pt x="664" y="2920"/>
                  </a:lnTo>
                  <a:lnTo>
                    <a:pt x="929" y="3717"/>
                  </a:lnTo>
                  <a:lnTo>
                    <a:pt x="1195" y="3982"/>
                  </a:lnTo>
                  <a:lnTo>
                    <a:pt x="1460" y="4247"/>
                  </a:lnTo>
                  <a:lnTo>
                    <a:pt x="1858" y="4380"/>
                  </a:lnTo>
                  <a:lnTo>
                    <a:pt x="1725" y="2124"/>
                  </a:lnTo>
                  <a:lnTo>
                    <a:pt x="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4273;p40">
              <a:extLst>
                <a:ext uri="{FF2B5EF4-FFF2-40B4-BE49-F238E27FC236}">
                  <a16:creationId xmlns:a16="http://schemas.microsoft.com/office/drawing/2014/main" id="{319DD06A-4634-F639-498B-5E517F12CF35}"/>
                </a:ext>
              </a:extLst>
            </p:cNvPr>
            <p:cNvSpPr/>
            <p:nvPr/>
          </p:nvSpPr>
          <p:spPr>
            <a:xfrm>
              <a:off x="5170632" y="1675773"/>
              <a:ext cx="33027" cy="88023"/>
            </a:xfrm>
            <a:custGeom>
              <a:avLst/>
              <a:gdLst/>
              <a:ahLst/>
              <a:cxnLst/>
              <a:rect l="l" t="t" r="r" b="b"/>
              <a:pathLst>
                <a:path w="1992" h="5309" extrusionOk="0">
                  <a:moveTo>
                    <a:pt x="1460" y="0"/>
                  </a:moveTo>
                  <a:lnTo>
                    <a:pt x="1062" y="133"/>
                  </a:lnTo>
                  <a:lnTo>
                    <a:pt x="664" y="265"/>
                  </a:lnTo>
                  <a:lnTo>
                    <a:pt x="266" y="531"/>
                  </a:lnTo>
                  <a:lnTo>
                    <a:pt x="133" y="796"/>
                  </a:lnTo>
                  <a:lnTo>
                    <a:pt x="1" y="1327"/>
                  </a:lnTo>
                  <a:lnTo>
                    <a:pt x="1" y="2389"/>
                  </a:lnTo>
                  <a:lnTo>
                    <a:pt x="266" y="3716"/>
                  </a:lnTo>
                  <a:lnTo>
                    <a:pt x="664" y="5176"/>
                  </a:lnTo>
                  <a:lnTo>
                    <a:pt x="1991" y="5308"/>
                  </a:lnTo>
                  <a:lnTo>
                    <a:pt x="146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4274;p40">
              <a:extLst>
                <a:ext uri="{FF2B5EF4-FFF2-40B4-BE49-F238E27FC236}">
                  <a16:creationId xmlns:a16="http://schemas.microsoft.com/office/drawing/2014/main" id="{0AC104C0-3185-2F9F-EEF4-3C1B051C6BF2}"/>
                </a:ext>
              </a:extLst>
            </p:cNvPr>
            <p:cNvSpPr/>
            <p:nvPr/>
          </p:nvSpPr>
          <p:spPr>
            <a:xfrm>
              <a:off x="5159639" y="1651566"/>
              <a:ext cx="202442" cy="255249"/>
            </a:xfrm>
            <a:custGeom>
              <a:avLst/>
              <a:gdLst/>
              <a:ahLst/>
              <a:cxnLst/>
              <a:rect l="l" t="t" r="r" b="b"/>
              <a:pathLst>
                <a:path w="12210" h="15395" extrusionOk="0">
                  <a:moveTo>
                    <a:pt x="7830" y="0"/>
                  </a:moveTo>
                  <a:lnTo>
                    <a:pt x="6636" y="133"/>
                  </a:lnTo>
                  <a:lnTo>
                    <a:pt x="5574" y="398"/>
                  </a:lnTo>
                  <a:lnTo>
                    <a:pt x="4512" y="929"/>
                  </a:lnTo>
                  <a:lnTo>
                    <a:pt x="4114" y="1195"/>
                  </a:lnTo>
                  <a:lnTo>
                    <a:pt x="3849" y="1593"/>
                  </a:lnTo>
                  <a:lnTo>
                    <a:pt x="3318" y="2522"/>
                  </a:lnTo>
                  <a:lnTo>
                    <a:pt x="3052" y="3451"/>
                  </a:lnTo>
                  <a:lnTo>
                    <a:pt x="2920" y="4380"/>
                  </a:lnTo>
                  <a:lnTo>
                    <a:pt x="2920" y="5309"/>
                  </a:lnTo>
                  <a:lnTo>
                    <a:pt x="2920" y="5972"/>
                  </a:lnTo>
                  <a:lnTo>
                    <a:pt x="3052" y="6768"/>
                  </a:lnTo>
                  <a:lnTo>
                    <a:pt x="2787" y="6768"/>
                  </a:lnTo>
                  <a:lnTo>
                    <a:pt x="2522" y="6636"/>
                  </a:lnTo>
                  <a:lnTo>
                    <a:pt x="2123" y="6105"/>
                  </a:lnTo>
                  <a:lnTo>
                    <a:pt x="1725" y="5839"/>
                  </a:lnTo>
                  <a:lnTo>
                    <a:pt x="1194" y="5707"/>
                  </a:lnTo>
                  <a:lnTo>
                    <a:pt x="929" y="5707"/>
                  </a:lnTo>
                  <a:lnTo>
                    <a:pt x="664" y="5839"/>
                  </a:lnTo>
                  <a:lnTo>
                    <a:pt x="398" y="5972"/>
                  </a:lnTo>
                  <a:lnTo>
                    <a:pt x="133" y="6370"/>
                  </a:lnTo>
                  <a:lnTo>
                    <a:pt x="133" y="6768"/>
                  </a:lnTo>
                  <a:lnTo>
                    <a:pt x="0" y="7299"/>
                  </a:lnTo>
                  <a:lnTo>
                    <a:pt x="133" y="7697"/>
                  </a:lnTo>
                  <a:lnTo>
                    <a:pt x="398" y="8096"/>
                  </a:lnTo>
                  <a:lnTo>
                    <a:pt x="796" y="8759"/>
                  </a:lnTo>
                  <a:lnTo>
                    <a:pt x="1194" y="9025"/>
                  </a:lnTo>
                  <a:lnTo>
                    <a:pt x="1460" y="9157"/>
                  </a:lnTo>
                  <a:lnTo>
                    <a:pt x="1991" y="9290"/>
                  </a:lnTo>
                  <a:lnTo>
                    <a:pt x="2654" y="9290"/>
                  </a:lnTo>
                  <a:lnTo>
                    <a:pt x="2787" y="9157"/>
                  </a:lnTo>
                  <a:lnTo>
                    <a:pt x="3052" y="8892"/>
                  </a:lnTo>
                  <a:lnTo>
                    <a:pt x="3052" y="8759"/>
                  </a:lnTo>
                  <a:lnTo>
                    <a:pt x="3185" y="14068"/>
                  </a:lnTo>
                  <a:lnTo>
                    <a:pt x="3583" y="14466"/>
                  </a:lnTo>
                  <a:lnTo>
                    <a:pt x="4114" y="14864"/>
                  </a:lnTo>
                  <a:lnTo>
                    <a:pt x="4512" y="15129"/>
                  </a:lnTo>
                  <a:lnTo>
                    <a:pt x="5043" y="15262"/>
                  </a:lnTo>
                  <a:lnTo>
                    <a:pt x="6105" y="15395"/>
                  </a:lnTo>
                  <a:lnTo>
                    <a:pt x="7034" y="15395"/>
                  </a:lnTo>
                  <a:lnTo>
                    <a:pt x="7697" y="15129"/>
                  </a:lnTo>
                  <a:lnTo>
                    <a:pt x="8228" y="14864"/>
                  </a:lnTo>
                  <a:lnTo>
                    <a:pt x="8228" y="14731"/>
                  </a:lnTo>
                  <a:lnTo>
                    <a:pt x="8228" y="14466"/>
                  </a:lnTo>
                  <a:lnTo>
                    <a:pt x="8095" y="14068"/>
                  </a:lnTo>
                  <a:lnTo>
                    <a:pt x="7830" y="13802"/>
                  </a:lnTo>
                  <a:lnTo>
                    <a:pt x="7830" y="12210"/>
                  </a:lnTo>
                  <a:lnTo>
                    <a:pt x="8626" y="12210"/>
                  </a:lnTo>
                  <a:lnTo>
                    <a:pt x="9821" y="12342"/>
                  </a:lnTo>
                  <a:lnTo>
                    <a:pt x="10484" y="12077"/>
                  </a:lnTo>
                  <a:lnTo>
                    <a:pt x="11015" y="11546"/>
                  </a:lnTo>
                  <a:lnTo>
                    <a:pt x="11413" y="11015"/>
                  </a:lnTo>
                  <a:lnTo>
                    <a:pt x="11811" y="10219"/>
                  </a:lnTo>
                  <a:lnTo>
                    <a:pt x="12077" y="8892"/>
                  </a:lnTo>
                  <a:lnTo>
                    <a:pt x="12209" y="7432"/>
                  </a:lnTo>
                  <a:lnTo>
                    <a:pt x="12209" y="5574"/>
                  </a:lnTo>
                  <a:lnTo>
                    <a:pt x="12077" y="3318"/>
                  </a:lnTo>
                  <a:lnTo>
                    <a:pt x="11944" y="2654"/>
                  </a:lnTo>
                  <a:lnTo>
                    <a:pt x="11679" y="1991"/>
                  </a:lnTo>
                  <a:lnTo>
                    <a:pt x="11413" y="1460"/>
                  </a:lnTo>
                  <a:lnTo>
                    <a:pt x="11015" y="1062"/>
                  </a:lnTo>
                  <a:lnTo>
                    <a:pt x="10617" y="664"/>
                  </a:lnTo>
                  <a:lnTo>
                    <a:pt x="10086" y="398"/>
                  </a:lnTo>
                  <a:lnTo>
                    <a:pt x="9024" y="0"/>
                  </a:lnTo>
                  <a:close/>
                </a:path>
              </a:pathLst>
            </a:custGeom>
            <a:solidFill>
              <a:srgbClr val="FFA8A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4275;p40">
              <a:extLst>
                <a:ext uri="{FF2B5EF4-FFF2-40B4-BE49-F238E27FC236}">
                  <a16:creationId xmlns:a16="http://schemas.microsoft.com/office/drawing/2014/main" id="{D65AC690-1C8B-8B05-BBB5-115DD8C3BA1B}"/>
                </a:ext>
              </a:extLst>
            </p:cNvPr>
            <p:cNvSpPr/>
            <p:nvPr/>
          </p:nvSpPr>
          <p:spPr>
            <a:xfrm>
              <a:off x="5190445" y="1629564"/>
              <a:ext cx="189244" cy="145224"/>
            </a:xfrm>
            <a:custGeom>
              <a:avLst/>
              <a:gdLst/>
              <a:ahLst/>
              <a:cxnLst/>
              <a:rect l="l" t="t" r="r" b="b"/>
              <a:pathLst>
                <a:path w="11414" h="8759" extrusionOk="0">
                  <a:moveTo>
                    <a:pt x="3318" y="0"/>
                  </a:moveTo>
                  <a:lnTo>
                    <a:pt x="2389" y="266"/>
                  </a:lnTo>
                  <a:lnTo>
                    <a:pt x="1460" y="531"/>
                  </a:lnTo>
                  <a:lnTo>
                    <a:pt x="929" y="929"/>
                  </a:lnTo>
                  <a:lnTo>
                    <a:pt x="398" y="1327"/>
                  </a:lnTo>
                  <a:lnTo>
                    <a:pt x="133" y="1858"/>
                  </a:lnTo>
                  <a:lnTo>
                    <a:pt x="0" y="2522"/>
                  </a:lnTo>
                  <a:lnTo>
                    <a:pt x="133" y="3318"/>
                  </a:lnTo>
                  <a:lnTo>
                    <a:pt x="265" y="3716"/>
                  </a:lnTo>
                  <a:lnTo>
                    <a:pt x="265" y="4114"/>
                  </a:lnTo>
                  <a:lnTo>
                    <a:pt x="133" y="5441"/>
                  </a:lnTo>
                  <a:lnTo>
                    <a:pt x="0" y="6636"/>
                  </a:lnTo>
                  <a:lnTo>
                    <a:pt x="133" y="7034"/>
                  </a:lnTo>
                  <a:lnTo>
                    <a:pt x="265" y="7432"/>
                  </a:lnTo>
                  <a:lnTo>
                    <a:pt x="929" y="8095"/>
                  </a:lnTo>
                  <a:lnTo>
                    <a:pt x="1062" y="8361"/>
                  </a:lnTo>
                  <a:lnTo>
                    <a:pt x="1327" y="8626"/>
                  </a:lnTo>
                  <a:lnTo>
                    <a:pt x="1593" y="8759"/>
                  </a:lnTo>
                  <a:lnTo>
                    <a:pt x="1725" y="8626"/>
                  </a:lnTo>
                  <a:lnTo>
                    <a:pt x="1858" y="8361"/>
                  </a:lnTo>
                  <a:lnTo>
                    <a:pt x="1991" y="7565"/>
                  </a:lnTo>
                  <a:lnTo>
                    <a:pt x="2123" y="5176"/>
                  </a:lnTo>
                  <a:lnTo>
                    <a:pt x="2522" y="5043"/>
                  </a:lnTo>
                  <a:lnTo>
                    <a:pt x="2787" y="4778"/>
                  </a:lnTo>
                  <a:lnTo>
                    <a:pt x="3318" y="4512"/>
                  </a:lnTo>
                  <a:lnTo>
                    <a:pt x="3583" y="3981"/>
                  </a:lnTo>
                  <a:lnTo>
                    <a:pt x="3716" y="3318"/>
                  </a:lnTo>
                  <a:lnTo>
                    <a:pt x="5176" y="4114"/>
                  </a:lnTo>
                  <a:lnTo>
                    <a:pt x="5972" y="4380"/>
                  </a:lnTo>
                  <a:lnTo>
                    <a:pt x="6768" y="4512"/>
                  </a:lnTo>
                  <a:lnTo>
                    <a:pt x="8361" y="4512"/>
                  </a:lnTo>
                  <a:lnTo>
                    <a:pt x="9024" y="4247"/>
                  </a:lnTo>
                  <a:lnTo>
                    <a:pt x="9821" y="3981"/>
                  </a:lnTo>
                  <a:lnTo>
                    <a:pt x="10617" y="3451"/>
                  </a:lnTo>
                  <a:lnTo>
                    <a:pt x="11015" y="3052"/>
                  </a:lnTo>
                  <a:lnTo>
                    <a:pt x="11280" y="2522"/>
                  </a:lnTo>
                  <a:lnTo>
                    <a:pt x="11280" y="2389"/>
                  </a:lnTo>
                  <a:lnTo>
                    <a:pt x="11280" y="2123"/>
                  </a:lnTo>
                  <a:lnTo>
                    <a:pt x="11015" y="1991"/>
                  </a:lnTo>
                  <a:lnTo>
                    <a:pt x="10882" y="2123"/>
                  </a:lnTo>
                  <a:lnTo>
                    <a:pt x="11148" y="1725"/>
                  </a:lnTo>
                  <a:lnTo>
                    <a:pt x="11413" y="1194"/>
                  </a:lnTo>
                  <a:lnTo>
                    <a:pt x="11413" y="796"/>
                  </a:lnTo>
                  <a:lnTo>
                    <a:pt x="11280" y="531"/>
                  </a:lnTo>
                  <a:lnTo>
                    <a:pt x="11148" y="398"/>
                  </a:lnTo>
                  <a:lnTo>
                    <a:pt x="10882" y="266"/>
                  </a:lnTo>
                  <a:lnTo>
                    <a:pt x="10617" y="133"/>
                  </a:lnTo>
                  <a:lnTo>
                    <a:pt x="10086" y="133"/>
                  </a:lnTo>
                  <a:lnTo>
                    <a:pt x="8759" y="266"/>
                  </a:lnTo>
                  <a:lnTo>
                    <a:pt x="7432" y="266"/>
                  </a:lnTo>
                  <a:lnTo>
                    <a:pt x="5176"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4276;p40">
              <a:extLst>
                <a:ext uri="{FF2B5EF4-FFF2-40B4-BE49-F238E27FC236}">
                  <a16:creationId xmlns:a16="http://schemas.microsoft.com/office/drawing/2014/main" id="{5B58FE88-CBFF-2510-830E-F480EC7CFA2E}"/>
                </a:ext>
              </a:extLst>
            </p:cNvPr>
            <p:cNvSpPr/>
            <p:nvPr/>
          </p:nvSpPr>
          <p:spPr>
            <a:xfrm>
              <a:off x="5166238" y="1662558"/>
              <a:ext cx="26412" cy="22018"/>
            </a:xfrm>
            <a:custGeom>
              <a:avLst/>
              <a:gdLst/>
              <a:ahLst/>
              <a:cxnLst/>
              <a:rect l="l" t="t" r="r" b="b"/>
              <a:pathLst>
                <a:path w="1593" h="1328" extrusionOk="0">
                  <a:moveTo>
                    <a:pt x="531" y="1"/>
                  </a:moveTo>
                  <a:lnTo>
                    <a:pt x="133" y="133"/>
                  </a:lnTo>
                  <a:lnTo>
                    <a:pt x="0" y="399"/>
                  </a:lnTo>
                  <a:lnTo>
                    <a:pt x="1460" y="1328"/>
                  </a:lnTo>
                  <a:lnTo>
                    <a:pt x="1593" y="930"/>
                  </a:lnTo>
                  <a:lnTo>
                    <a:pt x="1593" y="532"/>
                  </a:lnTo>
                  <a:lnTo>
                    <a:pt x="1460" y="266"/>
                  </a:lnTo>
                  <a:lnTo>
                    <a:pt x="119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4277;p40">
              <a:extLst>
                <a:ext uri="{FF2B5EF4-FFF2-40B4-BE49-F238E27FC236}">
                  <a16:creationId xmlns:a16="http://schemas.microsoft.com/office/drawing/2014/main" id="{49861619-8695-5620-3F81-7D3EA8A4FDCA}"/>
                </a:ext>
              </a:extLst>
            </p:cNvPr>
            <p:cNvSpPr/>
            <p:nvPr/>
          </p:nvSpPr>
          <p:spPr>
            <a:xfrm>
              <a:off x="5219046" y="1820980"/>
              <a:ext cx="70415" cy="41831"/>
            </a:xfrm>
            <a:custGeom>
              <a:avLst/>
              <a:gdLst/>
              <a:ahLst/>
              <a:cxnLst/>
              <a:rect l="l" t="t" r="r" b="b"/>
              <a:pathLst>
                <a:path w="4247" h="2523" extrusionOk="0">
                  <a:moveTo>
                    <a:pt x="0" y="1"/>
                  </a:moveTo>
                  <a:lnTo>
                    <a:pt x="133" y="399"/>
                  </a:lnTo>
                  <a:lnTo>
                    <a:pt x="266" y="797"/>
                  </a:lnTo>
                  <a:lnTo>
                    <a:pt x="664" y="1328"/>
                  </a:lnTo>
                  <a:lnTo>
                    <a:pt x="929" y="1593"/>
                  </a:lnTo>
                  <a:lnTo>
                    <a:pt x="1460" y="1726"/>
                  </a:lnTo>
                  <a:lnTo>
                    <a:pt x="2654" y="2257"/>
                  </a:lnTo>
                  <a:lnTo>
                    <a:pt x="4247" y="2522"/>
                  </a:lnTo>
                  <a:lnTo>
                    <a:pt x="4247" y="1992"/>
                  </a:lnTo>
                  <a:lnTo>
                    <a:pt x="3053" y="1726"/>
                  </a:lnTo>
                  <a:lnTo>
                    <a:pt x="1991" y="1328"/>
                  </a:lnTo>
                  <a:lnTo>
                    <a:pt x="1062" y="1063"/>
                  </a:lnTo>
                  <a:lnTo>
                    <a:pt x="398" y="532"/>
                  </a:lnTo>
                  <a:lnTo>
                    <a:pt x="0" y="1"/>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4278;p40">
              <a:extLst>
                <a:ext uri="{FF2B5EF4-FFF2-40B4-BE49-F238E27FC236}">
                  <a16:creationId xmlns:a16="http://schemas.microsoft.com/office/drawing/2014/main" id="{B64BB6D9-B84C-87D1-305F-950BE16822E3}"/>
                </a:ext>
              </a:extLst>
            </p:cNvPr>
            <p:cNvSpPr/>
            <p:nvPr/>
          </p:nvSpPr>
          <p:spPr>
            <a:xfrm>
              <a:off x="5271853" y="1746171"/>
              <a:ext cx="17608" cy="17625"/>
            </a:xfrm>
            <a:custGeom>
              <a:avLst/>
              <a:gdLst/>
              <a:ahLst/>
              <a:cxnLst/>
              <a:rect l="l" t="t" r="r" b="b"/>
              <a:pathLst>
                <a:path w="1062" h="1063" extrusionOk="0">
                  <a:moveTo>
                    <a:pt x="266" y="1"/>
                  </a:moveTo>
                  <a:lnTo>
                    <a:pt x="133" y="133"/>
                  </a:lnTo>
                  <a:lnTo>
                    <a:pt x="0" y="399"/>
                  </a:lnTo>
                  <a:lnTo>
                    <a:pt x="0" y="532"/>
                  </a:lnTo>
                  <a:lnTo>
                    <a:pt x="0" y="797"/>
                  </a:lnTo>
                  <a:lnTo>
                    <a:pt x="133" y="930"/>
                  </a:lnTo>
                  <a:lnTo>
                    <a:pt x="266" y="1062"/>
                  </a:lnTo>
                  <a:lnTo>
                    <a:pt x="664" y="1062"/>
                  </a:lnTo>
                  <a:lnTo>
                    <a:pt x="797" y="930"/>
                  </a:lnTo>
                  <a:lnTo>
                    <a:pt x="929" y="797"/>
                  </a:lnTo>
                  <a:lnTo>
                    <a:pt x="1062" y="532"/>
                  </a:lnTo>
                  <a:lnTo>
                    <a:pt x="797" y="133"/>
                  </a:lnTo>
                  <a:lnTo>
                    <a:pt x="66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4279;p40">
              <a:extLst>
                <a:ext uri="{FF2B5EF4-FFF2-40B4-BE49-F238E27FC236}">
                  <a16:creationId xmlns:a16="http://schemas.microsoft.com/office/drawing/2014/main" id="{8310FCF1-FE69-5A7E-FBA0-32A04574A2FC}"/>
                </a:ext>
              </a:extLst>
            </p:cNvPr>
            <p:cNvSpPr/>
            <p:nvPr/>
          </p:nvSpPr>
          <p:spPr>
            <a:xfrm>
              <a:off x="5260844" y="1721965"/>
              <a:ext cx="19830" cy="15419"/>
            </a:xfrm>
            <a:custGeom>
              <a:avLst/>
              <a:gdLst/>
              <a:ahLst/>
              <a:cxnLst/>
              <a:rect l="l" t="t" r="r" b="b"/>
              <a:pathLst>
                <a:path w="1196" h="930" extrusionOk="0">
                  <a:moveTo>
                    <a:pt x="399" y="1"/>
                  </a:moveTo>
                  <a:lnTo>
                    <a:pt x="133" y="266"/>
                  </a:lnTo>
                  <a:lnTo>
                    <a:pt x="133" y="399"/>
                  </a:lnTo>
                  <a:lnTo>
                    <a:pt x="1" y="664"/>
                  </a:lnTo>
                  <a:lnTo>
                    <a:pt x="133" y="930"/>
                  </a:lnTo>
                  <a:lnTo>
                    <a:pt x="1195" y="266"/>
                  </a:lnTo>
                  <a:lnTo>
                    <a:pt x="1062" y="134"/>
                  </a:lnTo>
                  <a:lnTo>
                    <a:pt x="797"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4280;p40">
              <a:extLst>
                <a:ext uri="{FF2B5EF4-FFF2-40B4-BE49-F238E27FC236}">
                  <a16:creationId xmlns:a16="http://schemas.microsoft.com/office/drawing/2014/main" id="{FF7DD8B9-9304-91DD-F15E-DC171F42529E}"/>
                </a:ext>
              </a:extLst>
            </p:cNvPr>
            <p:cNvSpPr/>
            <p:nvPr/>
          </p:nvSpPr>
          <p:spPr>
            <a:xfrm>
              <a:off x="5285050" y="1805577"/>
              <a:ext cx="19813" cy="15419"/>
            </a:xfrm>
            <a:custGeom>
              <a:avLst/>
              <a:gdLst/>
              <a:ahLst/>
              <a:cxnLst/>
              <a:rect l="l" t="t" r="r" b="b"/>
              <a:pathLst>
                <a:path w="1195" h="930" extrusionOk="0">
                  <a:moveTo>
                    <a:pt x="133" y="1"/>
                  </a:moveTo>
                  <a:lnTo>
                    <a:pt x="1" y="266"/>
                  </a:lnTo>
                  <a:lnTo>
                    <a:pt x="133" y="532"/>
                  </a:lnTo>
                  <a:lnTo>
                    <a:pt x="266" y="664"/>
                  </a:lnTo>
                  <a:lnTo>
                    <a:pt x="399" y="797"/>
                  </a:lnTo>
                  <a:lnTo>
                    <a:pt x="664" y="930"/>
                  </a:lnTo>
                  <a:lnTo>
                    <a:pt x="930" y="797"/>
                  </a:lnTo>
                  <a:lnTo>
                    <a:pt x="1062" y="664"/>
                  </a:lnTo>
                  <a:lnTo>
                    <a:pt x="1195" y="399"/>
                  </a:lnTo>
                  <a:lnTo>
                    <a:pt x="133" y="1"/>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4281;p40">
              <a:extLst>
                <a:ext uri="{FF2B5EF4-FFF2-40B4-BE49-F238E27FC236}">
                  <a16:creationId xmlns:a16="http://schemas.microsoft.com/office/drawing/2014/main" id="{8BA3AAD3-3A43-EE98-A5EE-4FD57AD2009F}"/>
                </a:ext>
              </a:extLst>
            </p:cNvPr>
            <p:cNvSpPr/>
            <p:nvPr/>
          </p:nvSpPr>
          <p:spPr>
            <a:xfrm>
              <a:off x="5342268" y="1717571"/>
              <a:ext cx="15419" cy="15419"/>
            </a:xfrm>
            <a:custGeom>
              <a:avLst/>
              <a:gdLst/>
              <a:ahLst/>
              <a:cxnLst/>
              <a:rect l="l" t="t" r="r" b="b"/>
              <a:pathLst>
                <a:path w="930" h="930" extrusionOk="0">
                  <a:moveTo>
                    <a:pt x="265" y="1"/>
                  </a:moveTo>
                  <a:lnTo>
                    <a:pt x="133" y="133"/>
                  </a:lnTo>
                  <a:lnTo>
                    <a:pt x="0" y="266"/>
                  </a:lnTo>
                  <a:lnTo>
                    <a:pt x="929" y="929"/>
                  </a:lnTo>
                  <a:lnTo>
                    <a:pt x="929" y="797"/>
                  </a:lnTo>
                  <a:lnTo>
                    <a:pt x="929" y="531"/>
                  </a:lnTo>
                  <a:lnTo>
                    <a:pt x="929" y="266"/>
                  </a:lnTo>
                  <a:lnTo>
                    <a:pt x="796" y="133"/>
                  </a:lnTo>
                  <a:lnTo>
                    <a:pt x="53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4282;p40">
              <a:extLst>
                <a:ext uri="{FF2B5EF4-FFF2-40B4-BE49-F238E27FC236}">
                  <a16:creationId xmlns:a16="http://schemas.microsoft.com/office/drawing/2014/main" id="{7290EF73-437D-6FA5-50C1-9550A928CDB2}"/>
                </a:ext>
              </a:extLst>
            </p:cNvPr>
            <p:cNvSpPr/>
            <p:nvPr/>
          </p:nvSpPr>
          <p:spPr>
            <a:xfrm>
              <a:off x="5337858" y="1746171"/>
              <a:ext cx="15419" cy="15419"/>
            </a:xfrm>
            <a:custGeom>
              <a:avLst/>
              <a:gdLst/>
              <a:ahLst/>
              <a:cxnLst/>
              <a:rect l="l" t="t" r="r" b="b"/>
              <a:pathLst>
                <a:path w="930" h="930" extrusionOk="0">
                  <a:moveTo>
                    <a:pt x="399" y="1"/>
                  </a:moveTo>
                  <a:lnTo>
                    <a:pt x="133" y="133"/>
                  </a:lnTo>
                  <a:lnTo>
                    <a:pt x="1" y="399"/>
                  </a:lnTo>
                  <a:lnTo>
                    <a:pt x="133" y="797"/>
                  </a:lnTo>
                  <a:lnTo>
                    <a:pt x="399" y="930"/>
                  </a:lnTo>
                  <a:lnTo>
                    <a:pt x="797" y="797"/>
                  </a:lnTo>
                  <a:lnTo>
                    <a:pt x="930" y="399"/>
                  </a:lnTo>
                  <a:lnTo>
                    <a:pt x="797" y="133"/>
                  </a:lnTo>
                  <a:lnTo>
                    <a:pt x="399"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4283;p40">
              <a:extLst>
                <a:ext uri="{FF2B5EF4-FFF2-40B4-BE49-F238E27FC236}">
                  <a16:creationId xmlns:a16="http://schemas.microsoft.com/office/drawing/2014/main" id="{7E01E899-9706-E60E-D25C-F1AAC3FC66F5}"/>
                </a:ext>
              </a:extLst>
            </p:cNvPr>
            <p:cNvSpPr/>
            <p:nvPr/>
          </p:nvSpPr>
          <p:spPr>
            <a:xfrm>
              <a:off x="5307052" y="1741778"/>
              <a:ext cx="30822" cy="50619"/>
            </a:xfrm>
            <a:custGeom>
              <a:avLst/>
              <a:gdLst/>
              <a:ahLst/>
              <a:cxnLst/>
              <a:rect l="l" t="t" r="r" b="b"/>
              <a:pathLst>
                <a:path w="1859" h="3053" extrusionOk="0">
                  <a:moveTo>
                    <a:pt x="1" y="0"/>
                  </a:moveTo>
                  <a:lnTo>
                    <a:pt x="266" y="3053"/>
                  </a:lnTo>
                  <a:lnTo>
                    <a:pt x="1859" y="2522"/>
                  </a:lnTo>
                  <a:lnTo>
                    <a:pt x="1" y="0"/>
                  </a:lnTo>
                  <a:close/>
                </a:path>
              </a:pathLst>
            </a:custGeom>
            <a:solidFill>
              <a:srgbClr val="F28F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4284;p40">
              <a:extLst>
                <a:ext uri="{FF2B5EF4-FFF2-40B4-BE49-F238E27FC236}">
                  <a16:creationId xmlns:a16="http://schemas.microsoft.com/office/drawing/2014/main" id="{09D44F5B-C81B-D865-1B76-7C5A40845B23}"/>
                </a:ext>
              </a:extLst>
            </p:cNvPr>
            <p:cNvSpPr/>
            <p:nvPr/>
          </p:nvSpPr>
          <p:spPr>
            <a:xfrm>
              <a:off x="5274058" y="3429439"/>
              <a:ext cx="149635" cy="118829"/>
            </a:xfrm>
            <a:custGeom>
              <a:avLst/>
              <a:gdLst/>
              <a:ahLst/>
              <a:cxnLst/>
              <a:rect l="l" t="t" r="r" b="b"/>
              <a:pathLst>
                <a:path w="9025" h="7167" extrusionOk="0">
                  <a:moveTo>
                    <a:pt x="9024" y="0"/>
                  </a:moveTo>
                  <a:lnTo>
                    <a:pt x="0" y="5309"/>
                  </a:lnTo>
                  <a:lnTo>
                    <a:pt x="0" y="7167"/>
                  </a:lnTo>
                  <a:lnTo>
                    <a:pt x="9024" y="1858"/>
                  </a:lnTo>
                  <a:lnTo>
                    <a:pt x="9024"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4285;p40">
              <a:extLst>
                <a:ext uri="{FF2B5EF4-FFF2-40B4-BE49-F238E27FC236}">
                  <a16:creationId xmlns:a16="http://schemas.microsoft.com/office/drawing/2014/main" id="{3F6B477F-ED18-22CF-3D4C-26DA7C2CEB1A}"/>
                </a:ext>
              </a:extLst>
            </p:cNvPr>
            <p:cNvSpPr/>
            <p:nvPr/>
          </p:nvSpPr>
          <p:spPr>
            <a:xfrm>
              <a:off x="5274058" y="3429439"/>
              <a:ext cx="149635" cy="118829"/>
            </a:xfrm>
            <a:custGeom>
              <a:avLst/>
              <a:gdLst/>
              <a:ahLst/>
              <a:cxnLst/>
              <a:rect l="l" t="t" r="r" b="b"/>
              <a:pathLst>
                <a:path w="9025" h="7167" fill="none" extrusionOk="0">
                  <a:moveTo>
                    <a:pt x="9024" y="0"/>
                  </a:moveTo>
                  <a:lnTo>
                    <a:pt x="0" y="5309"/>
                  </a:lnTo>
                  <a:lnTo>
                    <a:pt x="0" y="7167"/>
                  </a:lnTo>
                  <a:lnTo>
                    <a:pt x="9024" y="1858"/>
                  </a:lnTo>
                  <a:lnTo>
                    <a:pt x="902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4286;p40">
              <a:extLst>
                <a:ext uri="{FF2B5EF4-FFF2-40B4-BE49-F238E27FC236}">
                  <a16:creationId xmlns:a16="http://schemas.microsoft.com/office/drawing/2014/main" id="{F272D9A4-FEC5-FD93-9470-EB8DB9CA5E9B}"/>
                </a:ext>
              </a:extLst>
            </p:cNvPr>
            <p:cNvSpPr/>
            <p:nvPr/>
          </p:nvSpPr>
          <p:spPr>
            <a:xfrm>
              <a:off x="5274058" y="3429439"/>
              <a:ext cx="149635" cy="118829"/>
            </a:xfrm>
            <a:custGeom>
              <a:avLst/>
              <a:gdLst/>
              <a:ahLst/>
              <a:cxnLst/>
              <a:rect l="l" t="t" r="r" b="b"/>
              <a:pathLst>
                <a:path w="9025" h="7167" extrusionOk="0">
                  <a:moveTo>
                    <a:pt x="9024" y="0"/>
                  </a:moveTo>
                  <a:lnTo>
                    <a:pt x="0" y="5309"/>
                  </a:lnTo>
                  <a:lnTo>
                    <a:pt x="0" y="7167"/>
                  </a:lnTo>
                  <a:lnTo>
                    <a:pt x="9024" y="1858"/>
                  </a:lnTo>
                  <a:lnTo>
                    <a:pt x="9024" y="0"/>
                  </a:lnTo>
                  <a:close/>
                </a:path>
              </a:pathLst>
            </a:custGeom>
            <a:solidFill>
              <a:srgbClr val="6D2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4287;p40">
              <a:extLst>
                <a:ext uri="{FF2B5EF4-FFF2-40B4-BE49-F238E27FC236}">
                  <a16:creationId xmlns:a16="http://schemas.microsoft.com/office/drawing/2014/main" id="{3EB5D2A0-C199-AB1C-C9D7-40DACF1B9032}"/>
                </a:ext>
              </a:extLst>
            </p:cNvPr>
            <p:cNvSpPr/>
            <p:nvPr/>
          </p:nvSpPr>
          <p:spPr>
            <a:xfrm>
              <a:off x="5274058" y="3429439"/>
              <a:ext cx="149635" cy="118829"/>
            </a:xfrm>
            <a:custGeom>
              <a:avLst/>
              <a:gdLst/>
              <a:ahLst/>
              <a:cxnLst/>
              <a:rect l="l" t="t" r="r" b="b"/>
              <a:pathLst>
                <a:path w="9025" h="7167" fill="none" extrusionOk="0">
                  <a:moveTo>
                    <a:pt x="9024" y="0"/>
                  </a:moveTo>
                  <a:lnTo>
                    <a:pt x="0" y="5309"/>
                  </a:lnTo>
                  <a:lnTo>
                    <a:pt x="0" y="7167"/>
                  </a:lnTo>
                  <a:lnTo>
                    <a:pt x="9024" y="1858"/>
                  </a:lnTo>
                  <a:lnTo>
                    <a:pt x="902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4288;p40">
              <a:extLst>
                <a:ext uri="{FF2B5EF4-FFF2-40B4-BE49-F238E27FC236}">
                  <a16:creationId xmlns:a16="http://schemas.microsoft.com/office/drawing/2014/main" id="{E271F913-9278-1252-B7F1-1DC999CBF9F8}"/>
                </a:ext>
              </a:extLst>
            </p:cNvPr>
            <p:cNvSpPr/>
            <p:nvPr/>
          </p:nvSpPr>
          <p:spPr>
            <a:xfrm>
              <a:off x="4844984" y="3268812"/>
              <a:ext cx="429090" cy="279456"/>
            </a:xfrm>
            <a:custGeom>
              <a:avLst/>
              <a:gdLst/>
              <a:ahLst/>
              <a:cxnLst/>
              <a:rect l="l" t="t" r="r" b="b"/>
              <a:pathLst>
                <a:path w="25880" h="16855" extrusionOk="0">
                  <a:moveTo>
                    <a:pt x="0" y="0"/>
                  </a:moveTo>
                  <a:lnTo>
                    <a:pt x="0" y="1991"/>
                  </a:lnTo>
                  <a:lnTo>
                    <a:pt x="25879" y="16855"/>
                  </a:lnTo>
                  <a:lnTo>
                    <a:pt x="25879" y="14997"/>
                  </a:lnTo>
                  <a:lnTo>
                    <a:pt x="0"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4289;p40">
              <a:extLst>
                <a:ext uri="{FF2B5EF4-FFF2-40B4-BE49-F238E27FC236}">
                  <a16:creationId xmlns:a16="http://schemas.microsoft.com/office/drawing/2014/main" id="{EA207A95-E1AF-F140-E264-7117B93DAC7E}"/>
                </a:ext>
              </a:extLst>
            </p:cNvPr>
            <p:cNvSpPr/>
            <p:nvPr/>
          </p:nvSpPr>
          <p:spPr>
            <a:xfrm>
              <a:off x="4844984" y="3268812"/>
              <a:ext cx="429090" cy="279456"/>
            </a:xfrm>
            <a:custGeom>
              <a:avLst/>
              <a:gdLst/>
              <a:ahLst/>
              <a:cxnLst/>
              <a:rect l="l" t="t" r="r" b="b"/>
              <a:pathLst>
                <a:path w="25880" h="16855" fill="none" extrusionOk="0">
                  <a:moveTo>
                    <a:pt x="25879" y="14997"/>
                  </a:moveTo>
                  <a:lnTo>
                    <a:pt x="0" y="0"/>
                  </a:lnTo>
                  <a:lnTo>
                    <a:pt x="0" y="1991"/>
                  </a:lnTo>
                  <a:lnTo>
                    <a:pt x="25879" y="16855"/>
                  </a:lnTo>
                  <a:lnTo>
                    <a:pt x="25879" y="1499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4290;p40">
              <a:extLst>
                <a:ext uri="{FF2B5EF4-FFF2-40B4-BE49-F238E27FC236}">
                  <a16:creationId xmlns:a16="http://schemas.microsoft.com/office/drawing/2014/main" id="{F24C12F0-5EE4-F83C-4E10-96F6C78479FB}"/>
                </a:ext>
              </a:extLst>
            </p:cNvPr>
            <p:cNvSpPr/>
            <p:nvPr/>
          </p:nvSpPr>
          <p:spPr>
            <a:xfrm>
              <a:off x="4844984" y="3268812"/>
              <a:ext cx="429090" cy="279456"/>
            </a:xfrm>
            <a:custGeom>
              <a:avLst/>
              <a:gdLst/>
              <a:ahLst/>
              <a:cxnLst/>
              <a:rect l="l" t="t" r="r" b="b"/>
              <a:pathLst>
                <a:path w="25880" h="16855" extrusionOk="0">
                  <a:moveTo>
                    <a:pt x="0" y="0"/>
                  </a:moveTo>
                  <a:lnTo>
                    <a:pt x="0" y="1991"/>
                  </a:lnTo>
                  <a:lnTo>
                    <a:pt x="25879" y="16855"/>
                  </a:lnTo>
                  <a:lnTo>
                    <a:pt x="25879" y="14997"/>
                  </a:lnTo>
                  <a:lnTo>
                    <a:pt x="0"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4291;p40">
              <a:extLst>
                <a:ext uri="{FF2B5EF4-FFF2-40B4-BE49-F238E27FC236}">
                  <a16:creationId xmlns:a16="http://schemas.microsoft.com/office/drawing/2014/main" id="{E7003BDF-FB62-B454-1D98-2778ACEB1421}"/>
                </a:ext>
              </a:extLst>
            </p:cNvPr>
            <p:cNvSpPr/>
            <p:nvPr/>
          </p:nvSpPr>
          <p:spPr>
            <a:xfrm>
              <a:off x="4844984" y="3268812"/>
              <a:ext cx="429090" cy="279456"/>
            </a:xfrm>
            <a:custGeom>
              <a:avLst/>
              <a:gdLst/>
              <a:ahLst/>
              <a:cxnLst/>
              <a:rect l="l" t="t" r="r" b="b"/>
              <a:pathLst>
                <a:path w="25880" h="16855" fill="none" extrusionOk="0">
                  <a:moveTo>
                    <a:pt x="0" y="0"/>
                  </a:moveTo>
                  <a:lnTo>
                    <a:pt x="0" y="1991"/>
                  </a:lnTo>
                  <a:lnTo>
                    <a:pt x="25879" y="16855"/>
                  </a:lnTo>
                  <a:lnTo>
                    <a:pt x="25879" y="14997"/>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4292;p40">
              <a:extLst>
                <a:ext uri="{FF2B5EF4-FFF2-40B4-BE49-F238E27FC236}">
                  <a16:creationId xmlns:a16="http://schemas.microsoft.com/office/drawing/2014/main" id="{A1688F7C-47B9-DBC6-68CA-2345904C29C2}"/>
                </a:ext>
              </a:extLst>
            </p:cNvPr>
            <p:cNvSpPr/>
            <p:nvPr/>
          </p:nvSpPr>
          <p:spPr>
            <a:xfrm>
              <a:off x="4844984" y="3180806"/>
              <a:ext cx="578708" cy="336657"/>
            </a:xfrm>
            <a:custGeom>
              <a:avLst/>
              <a:gdLst/>
              <a:ahLst/>
              <a:cxnLst/>
              <a:rect l="l" t="t" r="r" b="b"/>
              <a:pathLst>
                <a:path w="34904" h="20305" extrusionOk="0">
                  <a:moveTo>
                    <a:pt x="9025" y="0"/>
                  </a:moveTo>
                  <a:lnTo>
                    <a:pt x="0" y="5308"/>
                  </a:lnTo>
                  <a:lnTo>
                    <a:pt x="25879" y="20305"/>
                  </a:lnTo>
                  <a:lnTo>
                    <a:pt x="34903" y="14996"/>
                  </a:lnTo>
                  <a:lnTo>
                    <a:pt x="9025"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4293;p40">
              <a:extLst>
                <a:ext uri="{FF2B5EF4-FFF2-40B4-BE49-F238E27FC236}">
                  <a16:creationId xmlns:a16="http://schemas.microsoft.com/office/drawing/2014/main" id="{46121DD7-A95F-9C7B-2685-CF3DE6C02242}"/>
                </a:ext>
              </a:extLst>
            </p:cNvPr>
            <p:cNvSpPr/>
            <p:nvPr/>
          </p:nvSpPr>
          <p:spPr>
            <a:xfrm>
              <a:off x="4844984" y="3180806"/>
              <a:ext cx="578708" cy="336657"/>
            </a:xfrm>
            <a:custGeom>
              <a:avLst/>
              <a:gdLst/>
              <a:ahLst/>
              <a:cxnLst/>
              <a:rect l="l" t="t" r="r" b="b"/>
              <a:pathLst>
                <a:path w="34904" h="20305" fill="none" extrusionOk="0">
                  <a:moveTo>
                    <a:pt x="25879" y="20305"/>
                  </a:moveTo>
                  <a:lnTo>
                    <a:pt x="34903" y="14996"/>
                  </a:lnTo>
                  <a:lnTo>
                    <a:pt x="9025" y="0"/>
                  </a:lnTo>
                  <a:lnTo>
                    <a:pt x="0" y="5308"/>
                  </a:lnTo>
                  <a:lnTo>
                    <a:pt x="25879" y="2030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4294;p40">
              <a:extLst>
                <a:ext uri="{FF2B5EF4-FFF2-40B4-BE49-F238E27FC236}">
                  <a16:creationId xmlns:a16="http://schemas.microsoft.com/office/drawing/2014/main" id="{3A3B43AA-B16D-273E-44DC-B814EA6D1ECB}"/>
                </a:ext>
              </a:extLst>
            </p:cNvPr>
            <p:cNvSpPr/>
            <p:nvPr/>
          </p:nvSpPr>
          <p:spPr>
            <a:xfrm>
              <a:off x="4844984" y="3220399"/>
              <a:ext cx="578708" cy="297064"/>
            </a:xfrm>
            <a:custGeom>
              <a:avLst/>
              <a:gdLst/>
              <a:ahLst/>
              <a:cxnLst/>
              <a:rect l="l" t="t" r="r" b="b"/>
              <a:pathLst>
                <a:path w="34904" h="17917" extrusionOk="0">
                  <a:moveTo>
                    <a:pt x="5043" y="1"/>
                  </a:moveTo>
                  <a:lnTo>
                    <a:pt x="0" y="2920"/>
                  </a:lnTo>
                  <a:lnTo>
                    <a:pt x="25879" y="17917"/>
                  </a:lnTo>
                  <a:lnTo>
                    <a:pt x="34903" y="12608"/>
                  </a:lnTo>
                  <a:lnTo>
                    <a:pt x="28002" y="8627"/>
                  </a:lnTo>
                  <a:lnTo>
                    <a:pt x="28002" y="14201"/>
                  </a:lnTo>
                  <a:lnTo>
                    <a:pt x="26410" y="13272"/>
                  </a:lnTo>
                  <a:lnTo>
                    <a:pt x="26410" y="7698"/>
                  </a:lnTo>
                  <a:lnTo>
                    <a:pt x="18182" y="2920"/>
                  </a:lnTo>
                  <a:lnTo>
                    <a:pt x="15926" y="4248"/>
                  </a:lnTo>
                  <a:lnTo>
                    <a:pt x="14864" y="4778"/>
                  </a:lnTo>
                  <a:lnTo>
                    <a:pt x="14068" y="4911"/>
                  </a:lnTo>
                  <a:lnTo>
                    <a:pt x="13537" y="4778"/>
                  </a:lnTo>
                  <a:lnTo>
                    <a:pt x="13006" y="4646"/>
                  </a:lnTo>
                  <a:lnTo>
                    <a:pt x="5043" y="1"/>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4295;p40">
              <a:extLst>
                <a:ext uri="{FF2B5EF4-FFF2-40B4-BE49-F238E27FC236}">
                  <a16:creationId xmlns:a16="http://schemas.microsoft.com/office/drawing/2014/main" id="{93110A36-3D0F-542A-631A-952D5C848FA7}"/>
                </a:ext>
              </a:extLst>
            </p:cNvPr>
            <p:cNvSpPr/>
            <p:nvPr/>
          </p:nvSpPr>
          <p:spPr>
            <a:xfrm>
              <a:off x="4844984" y="3220399"/>
              <a:ext cx="578708" cy="297064"/>
            </a:xfrm>
            <a:custGeom>
              <a:avLst/>
              <a:gdLst/>
              <a:ahLst/>
              <a:cxnLst/>
              <a:rect l="l" t="t" r="r" b="b"/>
              <a:pathLst>
                <a:path w="34904" h="17917" fill="none" extrusionOk="0">
                  <a:moveTo>
                    <a:pt x="5043" y="1"/>
                  </a:moveTo>
                  <a:lnTo>
                    <a:pt x="0" y="2920"/>
                  </a:lnTo>
                  <a:lnTo>
                    <a:pt x="25879" y="17917"/>
                  </a:lnTo>
                  <a:lnTo>
                    <a:pt x="34903" y="12608"/>
                  </a:lnTo>
                  <a:lnTo>
                    <a:pt x="28002" y="8627"/>
                  </a:lnTo>
                  <a:lnTo>
                    <a:pt x="28002" y="14201"/>
                  </a:lnTo>
                  <a:lnTo>
                    <a:pt x="26410" y="13272"/>
                  </a:lnTo>
                  <a:lnTo>
                    <a:pt x="26410" y="7698"/>
                  </a:lnTo>
                  <a:lnTo>
                    <a:pt x="18182" y="2920"/>
                  </a:lnTo>
                  <a:lnTo>
                    <a:pt x="15926" y="4248"/>
                  </a:lnTo>
                  <a:lnTo>
                    <a:pt x="15926" y="4248"/>
                  </a:lnTo>
                  <a:lnTo>
                    <a:pt x="14864" y="4778"/>
                  </a:lnTo>
                  <a:lnTo>
                    <a:pt x="14068" y="4911"/>
                  </a:lnTo>
                  <a:lnTo>
                    <a:pt x="14068" y="4911"/>
                  </a:lnTo>
                  <a:lnTo>
                    <a:pt x="13537" y="4778"/>
                  </a:lnTo>
                  <a:lnTo>
                    <a:pt x="13006" y="4646"/>
                  </a:lnTo>
                  <a:lnTo>
                    <a:pt x="504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4296;p40">
              <a:extLst>
                <a:ext uri="{FF2B5EF4-FFF2-40B4-BE49-F238E27FC236}">
                  <a16:creationId xmlns:a16="http://schemas.microsoft.com/office/drawing/2014/main" id="{A03B0F33-B468-5A39-E4F5-E3EDA0C44DC4}"/>
                </a:ext>
              </a:extLst>
            </p:cNvPr>
            <p:cNvSpPr/>
            <p:nvPr/>
          </p:nvSpPr>
          <p:spPr>
            <a:xfrm>
              <a:off x="5309257" y="3191798"/>
              <a:ext cx="24223" cy="264053"/>
            </a:xfrm>
            <a:custGeom>
              <a:avLst/>
              <a:gdLst/>
              <a:ahLst/>
              <a:cxnLst/>
              <a:rect l="l" t="t" r="r" b="b"/>
              <a:pathLst>
                <a:path w="1461" h="15926" extrusionOk="0">
                  <a:moveTo>
                    <a:pt x="1460" y="1"/>
                  </a:moveTo>
                  <a:lnTo>
                    <a:pt x="0" y="930"/>
                  </a:lnTo>
                  <a:lnTo>
                    <a:pt x="0" y="15926"/>
                  </a:lnTo>
                  <a:lnTo>
                    <a:pt x="1460" y="14997"/>
                  </a:lnTo>
                  <a:lnTo>
                    <a:pt x="1460"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4297;p40">
              <a:extLst>
                <a:ext uri="{FF2B5EF4-FFF2-40B4-BE49-F238E27FC236}">
                  <a16:creationId xmlns:a16="http://schemas.microsoft.com/office/drawing/2014/main" id="{4925F4E6-A602-3985-932A-15A62021B386}"/>
                </a:ext>
              </a:extLst>
            </p:cNvPr>
            <p:cNvSpPr/>
            <p:nvPr/>
          </p:nvSpPr>
          <p:spPr>
            <a:xfrm>
              <a:off x="5282845" y="3191798"/>
              <a:ext cx="26429" cy="264053"/>
            </a:xfrm>
            <a:custGeom>
              <a:avLst/>
              <a:gdLst/>
              <a:ahLst/>
              <a:cxnLst/>
              <a:rect l="l" t="t" r="r" b="b"/>
              <a:pathLst>
                <a:path w="1594" h="15926" extrusionOk="0">
                  <a:moveTo>
                    <a:pt x="1" y="1"/>
                  </a:moveTo>
                  <a:lnTo>
                    <a:pt x="1" y="14997"/>
                  </a:lnTo>
                  <a:lnTo>
                    <a:pt x="1593" y="15926"/>
                  </a:lnTo>
                  <a:lnTo>
                    <a:pt x="1593" y="930"/>
                  </a:lnTo>
                  <a:lnTo>
                    <a:pt x="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4298;p40">
              <a:extLst>
                <a:ext uri="{FF2B5EF4-FFF2-40B4-BE49-F238E27FC236}">
                  <a16:creationId xmlns:a16="http://schemas.microsoft.com/office/drawing/2014/main" id="{4EBD61E1-C9E5-3029-FF01-1D4494B1E1F0}"/>
                </a:ext>
              </a:extLst>
            </p:cNvPr>
            <p:cNvSpPr/>
            <p:nvPr/>
          </p:nvSpPr>
          <p:spPr>
            <a:xfrm>
              <a:off x="5282845" y="3191798"/>
              <a:ext cx="26429" cy="264053"/>
            </a:xfrm>
            <a:custGeom>
              <a:avLst/>
              <a:gdLst/>
              <a:ahLst/>
              <a:cxnLst/>
              <a:rect l="l" t="t" r="r" b="b"/>
              <a:pathLst>
                <a:path w="1594" h="15926" fill="none" extrusionOk="0">
                  <a:moveTo>
                    <a:pt x="1" y="1"/>
                  </a:moveTo>
                  <a:lnTo>
                    <a:pt x="1" y="14997"/>
                  </a:lnTo>
                  <a:lnTo>
                    <a:pt x="1593" y="15926"/>
                  </a:lnTo>
                  <a:lnTo>
                    <a:pt x="1593" y="930"/>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4299;p40">
              <a:extLst>
                <a:ext uri="{FF2B5EF4-FFF2-40B4-BE49-F238E27FC236}">
                  <a16:creationId xmlns:a16="http://schemas.microsoft.com/office/drawing/2014/main" id="{F46E74AA-4953-2327-9636-E98AE55B61B0}"/>
                </a:ext>
              </a:extLst>
            </p:cNvPr>
            <p:cNvSpPr/>
            <p:nvPr/>
          </p:nvSpPr>
          <p:spPr>
            <a:xfrm>
              <a:off x="5236637" y="3130187"/>
              <a:ext cx="151840" cy="118845"/>
            </a:xfrm>
            <a:custGeom>
              <a:avLst/>
              <a:gdLst/>
              <a:ahLst/>
              <a:cxnLst/>
              <a:rect l="l" t="t" r="r" b="b"/>
              <a:pathLst>
                <a:path w="9158" h="7168" extrusionOk="0">
                  <a:moveTo>
                    <a:pt x="9158" y="1"/>
                  </a:moveTo>
                  <a:lnTo>
                    <a:pt x="1" y="5176"/>
                  </a:lnTo>
                  <a:lnTo>
                    <a:pt x="1" y="7167"/>
                  </a:lnTo>
                  <a:lnTo>
                    <a:pt x="9158" y="1859"/>
                  </a:lnTo>
                  <a:lnTo>
                    <a:pt x="9158"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4300;p40">
              <a:extLst>
                <a:ext uri="{FF2B5EF4-FFF2-40B4-BE49-F238E27FC236}">
                  <a16:creationId xmlns:a16="http://schemas.microsoft.com/office/drawing/2014/main" id="{1543E226-623E-0C20-77B0-B3B9F45DDA78}"/>
                </a:ext>
              </a:extLst>
            </p:cNvPr>
            <p:cNvSpPr/>
            <p:nvPr/>
          </p:nvSpPr>
          <p:spPr>
            <a:xfrm>
              <a:off x="5236637" y="3130187"/>
              <a:ext cx="151840" cy="118845"/>
            </a:xfrm>
            <a:custGeom>
              <a:avLst/>
              <a:gdLst/>
              <a:ahLst/>
              <a:cxnLst/>
              <a:rect l="l" t="t" r="r" b="b"/>
              <a:pathLst>
                <a:path w="9158" h="7168" fill="none" extrusionOk="0">
                  <a:moveTo>
                    <a:pt x="9158" y="1"/>
                  </a:moveTo>
                  <a:lnTo>
                    <a:pt x="1" y="5176"/>
                  </a:lnTo>
                  <a:lnTo>
                    <a:pt x="1" y="7167"/>
                  </a:lnTo>
                  <a:lnTo>
                    <a:pt x="9158" y="1859"/>
                  </a:lnTo>
                  <a:lnTo>
                    <a:pt x="915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4301;p40">
              <a:extLst>
                <a:ext uri="{FF2B5EF4-FFF2-40B4-BE49-F238E27FC236}">
                  <a16:creationId xmlns:a16="http://schemas.microsoft.com/office/drawing/2014/main" id="{705881B5-9CA8-81FA-69F6-6ECDCC67B0D0}"/>
                </a:ext>
              </a:extLst>
            </p:cNvPr>
            <p:cNvSpPr/>
            <p:nvPr/>
          </p:nvSpPr>
          <p:spPr>
            <a:xfrm>
              <a:off x="5210242" y="3216005"/>
              <a:ext cx="26412" cy="33027"/>
            </a:xfrm>
            <a:custGeom>
              <a:avLst/>
              <a:gdLst/>
              <a:ahLst/>
              <a:cxnLst/>
              <a:rect l="l" t="t" r="r" b="b"/>
              <a:pathLst>
                <a:path w="1593" h="1992" extrusionOk="0">
                  <a:moveTo>
                    <a:pt x="1593" y="0"/>
                  </a:moveTo>
                  <a:lnTo>
                    <a:pt x="0" y="1062"/>
                  </a:lnTo>
                  <a:lnTo>
                    <a:pt x="1593" y="1991"/>
                  </a:lnTo>
                  <a:lnTo>
                    <a:pt x="1593"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4302;p40">
              <a:extLst>
                <a:ext uri="{FF2B5EF4-FFF2-40B4-BE49-F238E27FC236}">
                  <a16:creationId xmlns:a16="http://schemas.microsoft.com/office/drawing/2014/main" id="{E91CCFE9-2230-6456-48CB-A981DBF44650}"/>
                </a:ext>
              </a:extLst>
            </p:cNvPr>
            <p:cNvSpPr/>
            <p:nvPr/>
          </p:nvSpPr>
          <p:spPr>
            <a:xfrm>
              <a:off x="5210242" y="3216005"/>
              <a:ext cx="26412" cy="33027"/>
            </a:xfrm>
            <a:custGeom>
              <a:avLst/>
              <a:gdLst/>
              <a:ahLst/>
              <a:cxnLst/>
              <a:rect l="l" t="t" r="r" b="b"/>
              <a:pathLst>
                <a:path w="1593" h="1992" fill="none" extrusionOk="0">
                  <a:moveTo>
                    <a:pt x="1593" y="1991"/>
                  </a:moveTo>
                  <a:lnTo>
                    <a:pt x="0" y="1062"/>
                  </a:lnTo>
                  <a:lnTo>
                    <a:pt x="1593" y="0"/>
                  </a:lnTo>
                  <a:lnTo>
                    <a:pt x="1593" y="199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4303;p40">
              <a:extLst>
                <a:ext uri="{FF2B5EF4-FFF2-40B4-BE49-F238E27FC236}">
                  <a16:creationId xmlns:a16="http://schemas.microsoft.com/office/drawing/2014/main" id="{1C39340A-06BA-13CD-51EE-CCEBC86AE0C6}"/>
                </a:ext>
              </a:extLst>
            </p:cNvPr>
            <p:cNvSpPr/>
            <p:nvPr/>
          </p:nvSpPr>
          <p:spPr>
            <a:xfrm>
              <a:off x="5808730" y="3119194"/>
              <a:ext cx="151840" cy="118829"/>
            </a:xfrm>
            <a:custGeom>
              <a:avLst/>
              <a:gdLst/>
              <a:ahLst/>
              <a:cxnLst/>
              <a:rect l="l" t="t" r="r" b="b"/>
              <a:pathLst>
                <a:path w="9158" h="7167" extrusionOk="0">
                  <a:moveTo>
                    <a:pt x="9158" y="0"/>
                  </a:moveTo>
                  <a:lnTo>
                    <a:pt x="1" y="5309"/>
                  </a:lnTo>
                  <a:lnTo>
                    <a:pt x="1" y="7167"/>
                  </a:lnTo>
                  <a:lnTo>
                    <a:pt x="9158" y="1991"/>
                  </a:lnTo>
                  <a:lnTo>
                    <a:pt x="9158"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4304;p40">
              <a:extLst>
                <a:ext uri="{FF2B5EF4-FFF2-40B4-BE49-F238E27FC236}">
                  <a16:creationId xmlns:a16="http://schemas.microsoft.com/office/drawing/2014/main" id="{67EE0493-FBB5-7A92-D723-504DDD5482B1}"/>
                </a:ext>
              </a:extLst>
            </p:cNvPr>
            <p:cNvSpPr/>
            <p:nvPr/>
          </p:nvSpPr>
          <p:spPr>
            <a:xfrm>
              <a:off x="5808730" y="3119194"/>
              <a:ext cx="151840" cy="118829"/>
            </a:xfrm>
            <a:custGeom>
              <a:avLst/>
              <a:gdLst/>
              <a:ahLst/>
              <a:cxnLst/>
              <a:rect l="l" t="t" r="r" b="b"/>
              <a:pathLst>
                <a:path w="9158" h="7167" fill="none" extrusionOk="0">
                  <a:moveTo>
                    <a:pt x="9158" y="0"/>
                  </a:moveTo>
                  <a:lnTo>
                    <a:pt x="1" y="5309"/>
                  </a:lnTo>
                  <a:lnTo>
                    <a:pt x="1" y="7167"/>
                  </a:lnTo>
                  <a:lnTo>
                    <a:pt x="9158" y="1991"/>
                  </a:lnTo>
                  <a:lnTo>
                    <a:pt x="915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4305;p40">
              <a:extLst>
                <a:ext uri="{FF2B5EF4-FFF2-40B4-BE49-F238E27FC236}">
                  <a16:creationId xmlns:a16="http://schemas.microsoft.com/office/drawing/2014/main" id="{2B06AA8D-2290-8C2B-C2C5-3605BEDB2339}"/>
                </a:ext>
              </a:extLst>
            </p:cNvPr>
            <p:cNvSpPr/>
            <p:nvPr/>
          </p:nvSpPr>
          <p:spPr>
            <a:xfrm>
              <a:off x="5808730" y="3119194"/>
              <a:ext cx="151840" cy="118829"/>
            </a:xfrm>
            <a:custGeom>
              <a:avLst/>
              <a:gdLst/>
              <a:ahLst/>
              <a:cxnLst/>
              <a:rect l="l" t="t" r="r" b="b"/>
              <a:pathLst>
                <a:path w="9158" h="7167" extrusionOk="0">
                  <a:moveTo>
                    <a:pt x="9158" y="0"/>
                  </a:moveTo>
                  <a:lnTo>
                    <a:pt x="1" y="5309"/>
                  </a:lnTo>
                  <a:lnTo>
                    <a:pt x="1" y="7167"/>
                  </a:lnTo>
                  <a:lnTo>
                    <a:pt x="9158" y="1991"/>
                  </a:lnTo>
                  <a:lnTo>
                    <a:pt x="9158" y="0"/>
                  </a:lnTo>
                  <a:close/>
                </a:path>
              </a:pathLst>
            </a:custGeom>
            <a:solidFill>
              <a:srgbClr val="6D2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4306;p40">
              <a:extLst>
                <a:ext uri="{FF2B5EF4-FFF2-40B4-BE49-F238E27FC236}">
                  <a16:creationId xmlns:a16="http://schemas.microsoft.com/office/drawing/2014/main" id="{8A1B5883-EB8F-D115-FC99-D1D44062E214}"/>
                </a:ext>
              </a:extLst>
            </p:cNvPr>
            <p:cNvSpPr/>
            <p:nvPr/>
          </p:nvSpPr>
          <p:spPr>
            <a:xfrm>
              <a:off x="5808730" y="3119194"/>
              <a:ext cx="151840" cy="118829"/>
            </a:xfrm>
            <a:custGeom>
              <a:avLst/>
              <a:gdLst/>
              <a:ahLst/>
              <a:cxnLst/>
              <a:rect l="l" t="t" r="r" b="b"/>
              <a:pathLst>
                <a:path w="9158" h="7167" fill="none" extrusionOk="0">
                  <a:moveTo>
                    <a:pt x="9158" y="0"/>
                  </a:moveTo>
                  <a:lnTo>
                    <a:pt x="1" y="5309"/>
                  </a:lnTo>
                  <a:lnTo>
                    <a:pt x="1" y="7167"/>
                  </a:lnTo>
                  <a:lnTo>
                    <a:pt x="9158" y="1991"/>
                  </a:lnTo>
                  <a:lnTo>
                    <a:pt x="915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4307;p40">
              <a:extLst>
                <a:ext uri="{FF2B5EF4-FFF2-40B4-BE49-F238E27FC236}">
                  <a16:creationId xmlns:a16="http://schemas.microsoft.com/office/drawing/2014/main" id="{74C6D0B0-6D2D-864F-484D-E9EB62345442}"/>
                </a:ext>
              </a:extLst>
            </p:cNvPr>
            <p:cNvSpPr/>
            <p:nvPr/>
          </p:nvSpPr>
          <p:spPr>
            <a:xfrm>
              <a:off x="5379673" y="2960756"/>
              <a:ext cx="429074" cy="277267"/>
            </a:xfrm>
            <a:custGeom>
              <a:avLst/>
              <a:gdLst/>
              <a:ahLst/>
              <a:cxnLst/>
              <a:rect l="l" t="t" r="r" b="b"/>
              <a:pathLst>
                <a:path w="25879" h="16723" extrusionOk="0">
                  <a:moveTo>
                    <a:pt x="0" y="1"/>
                  </a:moveTo>
                  <a:lnTo>
                    <a:pt x="0" y="1859"/>
                  </a:lnTo>
                  <a:lnTo>
                    <a:pt x="25879" y="16723"/>
                  </a:lnTo>
                  <a:lnTo>
                    <a:pt x="25879" y="14865"/>
                  </a:lnTo>
                  <a:lnTo>
                    <a:pt x="0"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4308;p40">
              <a:extLst>
                <a:ext uri="{FF2B5EF4-FFF2-40B4-BE49-F238E27FC236}">
                  <a16:creationId xmlns:a16="http://schemas.microsoft.com/office/drawing/2014/main" id="{009B4A99-2EB2-768B-AAA0-4B06FA5E8E67}"/>
                </a:ext>
              </a:extLst>
            </p:cNvPr>
            <p:cNvSpPr/>
            <p:nvPr/>
          </p:nvSpPr>
          <p:spPr>
            <a:xfrm>
              <a:off x="5379673" y="2960756"/>
              <a:ext cx="429074" cy="277267"/>
            </a:xfrm>
            <a:custGeom>
              <a:avLst/>
              <a:gdLst/>
              <a:ahLst/>
              <a:cxnLst/>
              <a:rect l="l" t="t" r="r" b="b"/>
              <a:pathLst>
                <a:path w="25879" h="16723" fill="none" extrusionOk="0">
                  <a:moveTo>
                    <a:pt x="25879" y="14865"/>
                  </a:moveTo>
                  <a:lnTo>
                    <a:pt x="0" y="1"/>
                  </a:lnTo>
                  <a:lnTo>
                    <a:pt x="0" y="1859"/>
                  </a:lnTo>
                  <a:lnTo>
                    <a:pt x="25879" y="16723"/>
                  </a:lnTo>
                  <a:lnTo>
                    <a:pt x="25879" y="1486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4309;p40">
              <a:extLst>
                <a:ext uri="{FF2B5EF4-FFF2-40B4-BE49-F238E27FC236}">
                  <a16:creationId xmlns:a16="http://schemas.microsoft.com/office/drawing/2014/main" id="{0F5E7E6F-A4DE-EE68-B39A-DB5B570062D9}"/>
                </a:ext>
              </a:extLst>
            </p:cNvPr>
            <p:cNvSpPr/>
            <p:nvPr/>
          </p:nvSpPr>
          <p:spPr>
            <a:xfrm>
              <a:off x="5505084" y="3046574"/>
              <a:ext cx="303663" cy="191449"/>
            </a:xfrm>
            <a:custGeom>
              <a:avLst/>
              <a:gdLst/>
              <a:ahLst/>
              <a:cxnLst/>
              <a:rect l="l" t="t" r="r" b="b"/>
              <a:pathLst>
                <a:path w="18315" h="11547" extrusionOk="0">
                  <a:moveTo>
                    <a:pt x="1593" y="1"/>
                  </a:moveTo>
                  <a:lnTo>
                    <a:pt x="1" y="930"/>
                  </a:lnTo>
                  <a:lnTo>
                    <a:pt x="18315" y="11547"/>
                  </a:lnTo>
                  <a:lnTo>
                    <a:pt x="18315" y="9689"/>
                  </a:lnTo>
                  <a:lnTo>
                    <a:pt x="1593"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4310;p40">
              <a:extLst>
                <a:ext uri="{FF2B5EF4-FFF2-40B4-BE49-F238E27FC236}">
                  <a16:creationId xmlns:a16="http://schemas.microsoft.com/office/drawing/2014/main" id="{7A5E5FA3-92AA-B705-9A4D-772C03EF753B}"/>
                </a:ext>
              </a:extLst>
            </p:cNvPr>
            <p:cNvSpPr/>
            <p:nvPr/>
          </p:nvSpPr>
          <p:spPr>
            <a:xfrm>
              <a:off x="5505084" y="3046574"/>
              <a:ext cx="303663" cy="191449"/>
            </a:xfrm>
            <a:custGeom>
              <a:avLst/>
              <a:gdLst/>
              <a:ahLst/>
              <a:cxnLst/>
              <a:rect l="l" t="t" r="r" b="b"/>
              <a:pathLst>
                <a:path w="18315" h="11547" fill="none" extrusionOk="0">
                  <a:moveTo>
                    <a:pt x="1593" y="1"/>
                  </a:moveTo>
                  <a:lnTo>
                    <a:pt x="1" y="930"/>
                  </a:lnTo>
                  <a:lnTo>
                    <a:pt x="18315" y="11547"/>
                  </a:lnTo>
                  <a:lnTo>
                    <a:pt x="18315" y="9689"/>
                  </a:lnTo>
                  <a:lnTo>
                    <a:pt x="159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4311;p40">
              <a:extLst>
                <a:ext uri="{FF2B5EF4-FFF2-40B4-BE49-F238E27FC236}">
                  <a16:creationId xmlns:a16="http://schemas.microsoft.com/office/drawing/2014/main" id="{E6A99E6E-143D-E853-1ADF-0B6A48B89319}"/>
                </a:ext>
              </a:extLst>
            </p:cNvPr>
            <p:cNvSpPr/>
            <p:nvPr/>
          </p:nvSpPr>
          <p:spPr>
            <a:xfrm>
              <a:off x="5379673" y="2872749"/>
              <a:ext cx="580897" cy="334468"/>
            </a:xfrm>
            <a:custGeom>
              <a:avLst/>
              <a:gdLst/>
              <a:ahLst/>
              <a:cxnLst/>
              <a:rect l="l" t="t" r="r" b="b"/>
              <a:pathLst>
                <a:path w="35036" h="20173" extrusionOk="0">
                  <a:moveTo>
                    <a:pt x="9157" y="1"/>
                  </a:moveTo>
                  <a:lnTo>
                    <a:pt x="0" y="5309"/>
                  </a:lnTo>
                  <a:lnTo>
                    <a:pt x="25879" y="20173"/>
                  </a:lnTo>
                  <a:lnTo>
                    <a:pt x="35036" y="14864"/>
                  </a:lnTo>
                  <a:lnTo>
                    <a:pt x="9157"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4312;p40">
              <a:extLst>
                <a:ext uri="{FF2B5EF4-FFF2-40B4-BE49-F238E27FC236}">
                  <a16:creationId xmlns:a16="http://schemas.microsoft.com/office/drawing/2014/main" id="{37FBEB73-ACFE-25D0-08B1-A9E03CFE63F9}"/>
                </a:ext>
              </a:extLst>
            </p:cNvPr>
            <p:cNvSpPr/>
            <p:nvPr/>
          </p:nvSpPr>
          <p:spPr>
            <a:xfrm>
              <a:off x="5379673" y="2872749"/>
              <a:ext cx="580897" cy="334468"/>
            </a:xfrm>
            <a:custGeom>
              <a:avLst/>
              <a:gdLst/>
              <a:ahLst/>
              <a:cxnLst/>
              <a:rect l="l" t="t" r="r" b="b"/>
              <a:pathLst>
                <a:path w="35036" h="20173" fill="none" extrusionOk="0">
                  <a:moveTo>
                    <a:pt x="25879" y="20173"/>
                  </a:moveTo>
                  <a:lnTo>
                    <a:pt x="35036" y="14864"/>
                  </a:lnTo>
                  <a:lnTo>
                    <a:pt x="9157" y="1"/>
                  </a:lnTo>
                  <a:lnTo>
                    <a:pt x="0" y="5309"/>
                  </a:lnTo>
                  <a:lnTo>
                    <a:pt x="25879" y="2017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4313;p40">
              <a:extLst>
                <a:ext uri="{FF2B5EF4-FFF2-40B4-BE49-F238E27FC236}">
                  <a16:creationId xmlns:a16="http://schemas.microsoft.com/office/drawing/2014/main" id="{A9959113-5F13-97BA-686C-0FD26FF4B7D2}"/>
                </a:ext>
              </a:extLst>
            </p:cNvPr>
            <p:cNvSpPr/>
            <p:nvPr/>
          </p:nvSpPr>
          <p:spPr>
            <a:xfrm>
              <a:off x="5531496" y="2958567"/>
              <a:ext cx="429074" cy="248650"/>
            </a:xfrm>
            <a:custGeom>
              <a:avLst/>
              <a:gdLst/>
              <a:ahLst/>
              <a:cxnLst/>
              <a:rect l="l" t="t" r="r" b="b"/>
              <a:pathLst>
                <a:path w="25879" h="14997" extrusionOk="0">
                  <a:moveTo>
                    <a:pt x="9157" y="0"/>
                  </a:moveTo>
                  <a:lnTo>
                    <a:pt x="0" y="5309"/>
                  </a:lnTo>
                  <a:lnTo>
                    <a:pt x="16722" y="14997"/>
                  </a:lnTo>
                  <a:lnTo>
                    <a:pt x="25879" y="9688"/>
                  </a:lnTo>
                  <a:lnTo>
                    <a:pt x="18978" y="5707"/>
                  </a:lnTo>
                  <a:lnTo>
                    <a:pt x="18978" y="11281"/>
                  </a:lnTo>
                  <a:lnTo>
                    <a:pt x="17385" y="10352"/>
                  </a:lnTo>
                  <a:lnTo>
                    <a:pt x="17385" y="4778"/>
                  </a:lnTo>
                  <a:lnTo>
                    <a:pt x="9157"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4314;p40">
              <a:extLst>
                <a:ext uri="{FF2B5EF4-FFF2-40B4-BE49-F238E27FC236}">
                  <a16:creationId xmlns:a16="http://schemas.microsoft.com/office/drawing/2014/main" id="{48C91180-17A9-EB84-E24F-AABF1A4D4D80}"/>
                </a:ext>
              </a:extLst>
            </p:cNvPr>
            <p:cNvSpPr/>
            <p:nvPr/>
          </p:nvSpPr>
          <p:spPr>
            <a:xfrm>
              <a:off x="5531496" y="2958567"/>
              <a:ext cx="429074" cy="248650"/>
            </a:xfrm>
            <a:custGeom>
              <a:avLst/>
              <a:gdLst/>
              <a:ahLst/>
              <a:cxnLst/>
              <a:rect l="l" t="t" r="r" b="b"/>
              <a:pathLst>
                <a:path w="25879" h="14997" fill="none" extrusionOk="0">
                  <a:moveTo>
                    <a:pt x="9157" y="0"/>
                  </a:moveTo>
                  <a:lnTo>
                    <a:pt x="0" y="5309"/>
                  </a:lnTo>
                  <a:lnTo>
                    <a:pt x="16722" y="14997"/>
                  </a:lnTo>
                  <a:lnTo>
                    <a:pt x="25879" y="9688"/>
                  </a:lnTo>
                  <a:lnTo>
                    <a:pt x="18978" y="5707"/>
                  </a:lnTo>
                  <a:lnTo>
                    <a:pt x="18978" y="11281"/>
                  </a:lnTo>
                  <a:lnTo>
                    <a:pt x="17385" y="10352"/>
                  </a:lnTo>
                  <a:lnTo>
                    <a:pt x="17385" y="4778"/>
                  </a:lnTo>
                  <a:lnTo>
                    <a:pt x="9157"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4315;p40">
              <a:extLst>
                <a:ext uri="{FF2B5EF4-FFF2-40B4-BE49-F238E27FC236}">
                  <a16:creationId xmlns:a16="http://schemas.microsoft.com/office/drawing/2014/main" id="{174BB07B-B023-7D8B-707D-F31EF046F589}"/>
                </a:ext>
              </a:extLst>
            </p:cNvPr>
            <p:cNvSpPr/>
            <p:nvPr/>
          </p:nvSpPr>
          <p:spPr>
            <a:xfrm>
              <a:off x="5846134" y="2881553"/>
              <a:ext cx="24223" cy="264053"/>
            </a:xfrm>
            <a:custGeom>
              <a:avLst/>
              <a:gdLst/>
              <a:ahLst/>
              <a:cxnLst/>
              <a:rect l="l" t="t" r="r" b="b"/>
              <a:pathLst>
                <a:path w="1461" h="15926" extrusionOk="0">
                  <a:moveTo>
                    <a:pt x="1461" y="0"/>
                  </a:moveTo>
                  <a:lnTo>
                    <a:pt x="1" y="929"/>
                  </a:lnTo>
                  <a:lnTo>
                    <a:pt x="1" y="15926"/>
                  </a:lnTo>
                  <a:lnTo>
                    <a:pt x="1461" y="14997"/>
                  </a:lnTo>
                  <a:lnTo>
                    <a:pt x="1461"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4316;p40">
              <a:extLst>
                <a:ext uri="{FF2B5EF4-FFF2-40B4-BE49-F238E27FC236}">
                  <a16:creationId xmlns:a16="http://schemas.microsoft.com/office/drawing/2014/main" id="{AA1EF3BC-B91B-A309-C5EE-3B62E93C0C4E}"/>
                </a:ext>
              </a:extLst>
            </p:cNvPr>
            <p:cNvSpPr/>
            <p:nvPr/>
          </p:nvSpPr>
          <p:spPr>
            <a:xfrm>
              <a:off x="5819739" y="2881553"/>
              <a:ext cx="26412" cy="264053"/>
            </a:xfrm>
            <a:custGeom>
              <a:avLst/>
              <a:gdLst/>
              <a:ahLst/>
              <a:cxnLst/>
              <a:rect l="l" t="t" r="r" b="b"/>
              <a:pathLst>
                <a:path w="1593" h="15926" extrusionOk="0">
                  <a:moveTo>
                    <a:pt x="0" y="0"/>
                  </a:moveTo>
                  <a:lnTo>
                    <a:pt x="0" y="14997"/>
                  </a:lnTo>
                  <a:lnTo>
                    <a:pt x="1593" y="15926"/>
                  </a:lnTo>
                  <a:lnTo>
                    <a:pt x="1593" y="929"/>
                  </a:lnTo>
                  <a:lnTo>
                    <a:pt x="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4317;p40">
              <a:extLst>
                <a:ext uri="{FF2B5EF4-FFF2-40B4-BE49-F238E27FC236}">
                  <a16:creationId xmlns:a16="http://schemas.microsoft.com/office/drawing/2014/main" id="{D7EB63CA-538B-E752-3650-75B321181978}"/>
                </a:ext>
              </a:extLst>
            </p:cNvPr>
            <p:cNvSpPr/>
            <p:nvPr/>
          </p:nvSpPr>
          <p:spPr>
            <a:xfrm>
              <a:off x="5819739" y="2881553"/>
              <a:ext cx="26412" cy="264053"/>
            </a:xfrm>
            <a:custGeom>
              <a:avLst/>
              <a:gdLst/>
              <a:ahLst/>
              <a:cxnLst/>
              <a:rect l="l" t="t" r="r" b="b"/>
              <a:pathLst>
                <a:path w="1593" h="15926" fill="none" extrusionOk="0">
                  <a:moveTo>
                    <a:pt x="0" y="0"/>
                  </a:moveTo>
                  <a:lnTo>
                    <a:pt x="0" y="14997"/>
                  </a:lnTo>
                  <a:lnTo>
                    <a:pt x="1593" y="15926"/>
                  </a:lnTo>
                  <a:lnTo>
                    <a:pt x="1593" y="929"/>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4318;p40">
              <a:extLst>
                <a:ext uri="{FF2B5EF4-FFF2-40B4-BE49-F238E27FC236}">
                  <a16:creationId xmlns:a16="http://schemas.microsoft.com/office/drawing/2014/main" id="{D5E185E0-5635-123C-0695-29AEB1B0305A}"/>
                </a:ext>
              </a:extLst>
            </p:cNvPr>
            <p:cNvSpPr/>
            <p:nvPr/>
          </p:nvSpPr>
          <p:spPr>
            <a:xfrm>
              <a:off x="5773530" y="2819942"/>
              <a:ext cx="151840" cy="118829"/>
            </a:xfrm>
            <a:custGeom>
              <a:avLst/>
              <a:gdLst/>
              <a:ahLst/>
              <a:cxnLst/>
              <a:rect l="l" t="t" r="r" b="b"/>
              <a:pathLst>
                <a:path w="9158" h="7167" extrusionOk="0">
                  <a:moveTo>
                    <a:pt x="9157" y="1"/>
                  </a:moveTo>
                  <a:lnTo>
                    <a:pt x="0" y="5309"/>
                  </a:lnTo>
                  <a:lnTo>
                    <a:pt x="0" y="7167"/>
                  </a:lnTo>
                  <a:lnTo>
                    <a:pt x="9157" y="1858"/>
                  </a:lnTo>
                  <a:lnTo>
                    <a:pt x="9157"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4319;p40">
              <a:extLst>
                <a:ext uri="{FF2B5EF4-FFF2-40B4-BE49-F238E27FC236}">
                  <a16:creationId xmlns:a16="http://schemas.microsoft.com/office/drawing/2014/main" id="{F5BBE69A-65E4-E68B-E34C-1EF558B009D6}"/>
                </a:ext>
              </a:extLst>
            </p:cNvPr>
            <p:cNvSpPr/>
            <p:nvPr/>
          </p:nvSpPr>
          <p:spPr>
            <a:xfrm>
              <a:off x="5773530" y="2819942"/>
              <a:ext cx="151840" cy="118829"/>
            </a:xfrm>
            <a:custGeom>
              <a:avLst/>
              <a:gdLst/>
              <a:ahLst/>
              <a:cxnLst/>
              <a:rect l="l" t="t" r="r" b="b"/>
              <a:pathLst>
                <a:path w="9158" h="7167" fill="none" extrusionOk="0">
                  <a:moveTo>
                    <a:pt x="9157" y="1"/>
                  </a:moveTo>
                  <a:lnTo>
                    <a:pt x="0" y="5309"/>
                  </a:lnTo>
                  <a:lnTo>
                    <a:pt x="0" y="7167"/>
                  </a:lnTo>
                  <a:lnTo>
                    <a:pt x="9157" y="1858"/>
                  </a:lnTo>
                  <a:lnTo>
                    <a:pt x="915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4320;p40">
              <a:extLst>
                <a:ext uri="{FF2B5EF4-FFF2-40B4-BE49-F238E27FC236}">
                  <a16:creationId xmlns:a16="http://schemas.microsoft.com/office/drawing/2014/main" id="{DC4B414B-A33F-956C-3444-E80A043D2F46}"/>
                </a:ext>
              </a:extLst>
            </p:cNvPr>
            <p:cNvSpPr/>
            <p:nvPr/>
          </p:nvSpPr>
          <p:spPr>
            <a:xfrm>
              <a:off x="5747119" y="2907949"/>
              <a:ext cx="26429" cy="30822"/>
            </a:xfrm>
            <a:custGeom>
              <a:avLst/>
              <a:gdLst/>
              <a:ahLst/>
              <a:cxnLst/>
              <a:rect l="l" t="t" r="r" b="b"/>
              <a:pathLst>
                <a:path w="1594" h="1859" extrusionOk="0">
                  <a:moveTo>
                    <a:pt x="1593" y="1"/>
                  </a:moveTo>
                  <a:lnTo>
                    <a:pt x="1" y="930"/>
                  </a:lnTo>
                  <a:lnTo>
                    <a:pt x="1593" y="1859"/>
                  </a:lnTo>
                  <a:lnTo>
                    <a:pt x="1593"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4321;p40">
              <a:extLst>
                <a:ext uri="{FF2B5EF4-FFF2-40B4-BE49-F238E27FC236}">
                  <a16:creationId xmlns:a16="http://schemas.microsoft.com/office/drawing/2014/main" id="{2C758A65-F39F-C8C2-531B-BB3CD763658E}"/>
                </a:ext>
              </a:extLst>
            </p:cNvPr>
            <p:cNvSpPr/>
            <p:nvPr/>
          </p:nvSpPr>
          <p:spPr>
            <a:xfrm>
              <a:off x="5747119" y="2907949"/>
              <a:ext cx="26429" cy="30822"/>
            </a:xfrm>
            <a:custGeom>
              <a:avLst/>
              <a:gdLst/>
              <a:ahLst/>
              <a:cxnLst/>
              <a:rect l="l" t="t" r="r" b="b"/>
              <a:pathLst>
                <a:path w="1594" h="1859" fill="none" extrusionOk="0">
                  <a:moveTo>
                    <a:pt x="1593" y="1859"/>
                  </a:moveTo>
                  <a:lnTo>
                    <a:pt x="1" y="930"/>
                  </a:lnTo>
                  <a:lnTo>
                    <a:pt x="1593" y="1"/>
                  </a:lnTo>
                  <a:lnTo>
                    <a:pt x="1593" y="185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4322;p40">
              <a:extLst>
                <a:ext uri="{FF2B5EF4-FFF2-40B4-BE49-F238E27FC236}">
                  <a16:creationId xmlns:a16="http://schemas.microsoft.com/office/drawing/2014/main" id="{816E9DB4-8BFB-24E4-A0A2-574947A71299}"/>
                </a:ext>
              </a:extLst>
            </p:cNvPr>
            <p:cNvSpPr/>
            <p:nvPr/>
          </p:nvSpPr>
          <p:spPr>
            <a:xfrm>
              <a:off x="6167388" y="2914564"/>
              <a:ext cx="151840" cy="118829"/>
            </a:xfrm>
            <a:custGeom>
              <a:avLst/>
              <a:gdLst/>
              <a:ahLst/>
              <a:cxnLst/>
              <a:rect l="l" t="t" r="r" b="b"/>
              <a:pathLst>
                <a:path w="9158" h="7167" extrusionOk="0">
                  <a:moveTo>
                    <a:pt x="9158" y="0"/>
                  </a:moveTo>
                  <a:lnTo>
                    <a:pt x="0" y="5176"/>
                  </a:lnTo>
                  <a:lnTo>
                    <a:pt x="0" y="7166"/>
                  </a:lnTo>
                  <a:lnTo>
                    <a:pt x="9158" y="1858"/>
                  </a:lnTo>
                  <a:lnTo>
                    <a:pt x="9158"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4323;p40">
              <a:extLst>
                <a:ext uri="{FF2B5EF4-FFF2-40B4-BE49-F238E27FC236}">
                  <a16:creationId xmlns:a16="http://schemas.microsoft.com/office/drawing/2014/main" id="{597E0DE2-C733-094C-BDE3-75727135CF71}"/>
                </a:ext>
              </a:extLst>
            </p:cNvPr>
            <p:cNvSpPr/>
            <p:nvPr/>
          </p:nvSpPr>
          <p:spPr>
            <a:xfrm>
              <a:off x="6167388" y="2914564"/>
              <a:ext cx="151840" cy="118829"/>
            </a:xfrm>
            <a:custGeom>
              <a:avLst/>
              <a:gdLst/>
              <a:ahLst/>
              <a:cxnLst/>
              <a:rect l="l" t="t" r="r" b="b"/>
              <a:pathLst>
                <a:path w="9158" h="7167" fill="none" extrusionOk="0">
                  <a:moveTo>
                    <a:pt x="9158" y="0"/>
                  </a:moveTo>
                  <a:lnTo>
                    <a:pt x="0" y="5176"/>
                  </a:lnTo>
                  <a:lnTo>
                    <a:pt x="0" y="7166"/>
                  </a:lnTo>
                  <a:lnTo>
                    <a:pt x="9158" y="1858"/>
                  </a:lnTo>
                  <a:lnTo>
                    <a:pt x="915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4324;p40">
              <a:extLst>
                <a:ext uri="{FF2B5EF4-FFF2-40B4-BE49-F238E27FC236}">
                  <a16:creationId xmlns:a16="http://schemas.microsoft.com/office/drawing/2014/main" id="{98A4ABAF-BB98-BA84-CED4-590726B9CE8A}"/>
                </a:ext>
              </a:extLst>
            </p:cNvPr>
            <p:cNvSpPr/>
            <p:nvPr/>
          </p:nvSpPr>
          <p:spPr>
            <a:xfrm>
              <a:off x="6167388" y="2914564"/>
              <a:ext cx="151840" cy="118829"/>
            </a:xfrm>
            <a:custGeom>
              <a:avLst/>
              <a:gdLst/>
              <a:ahLst/>
              <a:cxnLst/>
              <a:rect l="l" t="t" r="r" b="b"/>
              <a:pathLst>
                <a:path w="9158" h="7167" extrusionOk="0">
                  <a:moveTo>
                    <a:pt x="9158" y="0"/>
                  </a:moveTo>
                  <a:lnTo>
                    <a:pt x="0" y="5176"/>
                  </a:lnTo>
                  <a:lnTo>
                    <a:pt x="0" y="7166"/>
                  </a:lnTo>
                  <a:lnTo>
                    <a:pt x="9158" y="1858"/>
                  </a:lnTo>
                  <a:lnTo>
                    <a:pt x="9158" y="0"/>
                  </a:lnTo>
                  <a:close/>
                </a:path>
              </a:pathLst>
            </a:custGeom>
            <a:solidFill>
              <a:srgbClr val="6D2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4325;p40">
              <a:extLst>
                <a:ext uri="{FF2B5EF4-FFF2-40B4-BE49-F238E27FC236}">
                  <a16:creationId xmlns:a16="http://schemas.microsoft.com/office/drawing/2014/main" id="{CEE48338-0C0F-7E64-D5BB-9E03F334A11F}"/>
                </a:ext>
              </a:extLst>
            </p:cNvPr>
            <p:cNvSpPr/>
            <p:nvPr/>
          </p:nvSpPr>
          <p:spPr>
            <a:xfrm>
              <a:off x="6167388" y="2914564"/>
              <a:ext cx="151840" cy="118829"/>
            </a:xfrm>
            <a:custGeom>
              <a:avLst/>
              <a:gdLst/>
              <a:ahLst/>
              <a:cxnLst/>
              <a:rect l="l" t="t" r="r" b="b"/>
              <a:pathLst>
                <a:path w="9158" h="7167" fill="none" extrusionOk="0">
                  <a:moveTo>
                    <a:pt x="9158" y="0"/>
                  </a:moveTo>
                  <a:lnTo>
                    <a:pt x="0" y="5176"/>
                  </a:lnTo>
                  <a:lnTo>
                    <a:pt x="0" y="7166"/>
                  </a:lnTo>
                  <a:lnTo>
                    <a:pt x="9158" y="1858"/>
                  </a:lnTo>
                  <a:lnTo>
                    <a:pt x="915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4326;p40">
              <a:extLst>
                <a:ext uri="{FF2B5EF4-FFF2-40B4-BE49-F238E27FC236}">
                  <a16:creationId xmlns:a16="http://schemas.microsoft.com/office/drawing/2014/main" id="{2DD8A6DB-93B9-A243-2DBE-7F42E84B9499}"/>
                </a:ext>
              </a:extLst>
            </p:cNvPr>
            <p:cNvSpPr/>
            <p:nvPr/>
          </p:nvSpPr>
          <p:spPr>
            <a:xfrm>
              <a:off x="5738315" y="2753937"/>
              <a:ext cx="429090" cy="279456"/>
            </a:xfrm>
            <a:custGeom>
              <a:avLst/>
              <a:gdLst/>
              <a:ahLst/>
              <a:cxnLst/>
              <a:rect l="l" t="t" r="r" b="b"/>
              <a:pathLst>
                <a:path w="25880" h="16855" extrusionOk="0">
                  <a:moveTo>
                    <a:pt x="1" y="0"/>
                  </a:moveTo>
                  <a:lnTo>
                    <a:pt x="1" y="1858"/>
                  </a:lnTo>
                  <a:lnTo>
                    <a:pt x="25879" y="16854"/>
                  </a:lnTo>
                  <a:lnTo>
                    <a:pt x="25879" y="14864"/>
                  </a:lnTo>
                  <a:lnTo>
                    <a:pt x="1"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4327;p40">
              <a:extLst>
                <a:ext uri="{FF2B5EF4-FFF2-40B4-BE49-F238E27FC236}">
                  <a16:creationId xmlns:a16="http://schemas.microsoft.com/office/drawing/2014/main" id="{E4F3297C-B663-7AF5-40CB-36204AD572AF}"/>
                </a:ext>
              </a:extLst>
            </p:cNvPr>
            <p:cNvSpPr/>
            <p:nvPr/>
          </p:nvSpPr>
          <p:spPr>
            <a:xfrm>
              <a:off x="5738315" y="2753937"/>
              <a:ext cx="429090" cy="279456"/>
            </a:xfrm>
            <a:custGeom>
              <a:avLst/>
              <a:gdLst/>
              <a:ahLst/>
              <a:cxnLst/>
              <a:rect l="l" t="t" r="r" b="b"/>
              <a:pathLst>
                <a:path w="25880" h="16855" fill="none" extrusionOk="0">
                  <a:moveTo>
                    <a:pt x="25879" y="14864"/>
                  </a:moveTo>
                  <a:lnTo>
                    <a:pt x="1" y="0"/>
                  </a:lnTo>
                  <a:lnTo>
                    <a:pt x="1" y="1858"/>
                  </a:lnTo>
                  <a:lnTo>
                    <a:pt x="25879" y="16854"/>
                  </a:lnTo>
                  <a:lnTo>
                    <a:pt x="25879" y="1486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4328;p40">
              <a:extLst>
                <a:ext uri="{FF2B5EF4-FFF2-40B4-BE49-F238E27FC236}">
                  <a16:creationId xmlns:a16="http://schemas.microsoft.com/office/drawing/2014/main" id="{CF57007F-5312-DFDC-43F0-76F394D06985}"/>
                </a:ext>
              </a:extLst>
            </p:cNvPr>
            <p:cNvSpPr/>
            <p:nvPr/>
          </p:nvSpPr>
          <p:spPr>
            <a:xfrm>
              <a:off x="5861537" y="2839738"/>
              <a:ext cx="305868" cy="193654"/>
            </a:xfrm>
            <a:custGeom>
              <a:avLst/>
              <a:gdLst/>
              <a:ahLst/>
              <a:cxnLst/>
              <a:rect l="l" t="t" r="r" b="b"/>
              <a:pathLst>
                <a:path w="18448" h="11680" extrusionOk="0">
                  <a:moveTo>
                    <a:pt x="1726" y="1"/>
                  </a:moveTo>
                  <a:lnTo>
                    <a:pt x="1" y="1063"/>
                  </a:lnTo>
                  <a:lnTo>
                    <a:pt x="18447" y="11679"/>
                  </a:lnTo>
                  <a:lnTo>
                    <a:pt x="18447" y="9689"/>
                  </a:lnTo>
                  <a:lnTo>
                    <a:pt x="3318" y="1063"/>
                  </a:lnTo>
                  <a:lnTo>
                    <a:pt x="1726"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4329;p40">
              <a:extLst>
                <a:ext uri="{FF2B5EF4-FFF2-40B4-BE49-F238E27FC236}">
                  <a16:creationId xmlns:a16="http://schemas.microsoft.com/office/drawing/2014/main" id="{4DBD6938-2B8C-D967-6981-1B927766C18F}"/>
                </a:ext>
              </a:extLst>
            </p:cNvPr>
            <p:cNvSpPr/>
            <p:nvPr/>
          </p:nvSpPr>
          <p:spPr>
            <a:xfrm>
              <a:off x="5861537" y="2839738"/>
              <a:ext cx="305868" cy="193654"/>
            </a:xfrm>
            <a:custGeom>
              <a:avLst/>
              <a:gdLst/>
              <a:ahLst/>
              <a:cxnLst/>
              <a:rect l="l" t="t" r="r" b="b"/>
              <a:pathLst>
                <a:path w="18448" h="11680" fill="none" extrusionOk="0">
                  <a:moveTo>
                    <a:pt x="1726" y="1"/>
                  </a:moveTo>
                  <a:lnTo>
                    <a:pt x="1" y="1063"/>
                  </a:lnTo>
                  <a:lnTo>
                    <a:pt x="18447" y="11679"/>
                  </a:lnTo>
                  <a:lnTo>
                    <a:pt x="18447" y="9689"/>
                  </a:lnTo>
                  <a:lnTo>
                    <a:pt x="3318" y="1063"/>
                  </a:lnTo>
                  <a:lnTo>
                    <a:pt x="1726" y="1"/>
                  </a:lnTo>
                  <a:lnTo>
                    <a:pt x="172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4330;p40">
              <a:extLst>
                <a:ext uri="{FF2B5EF4-FFF2-40B4-BE49-F238E27FC236}">
                  <a16:creationId xmlns:a16="http://schemas.microsoft.com/office/drawing/2014/main" id="{22C2F428-CBE8-988C-6EA3-893CE10C9B24}"/>
                </a:ext>
              </a:extLst>
            </p:cNvPr>
            <p:cNvSpPr/>
            <p:nvPr/>
          </p:nvSpPr>
          <p:spPr>
            <a:xfrm>
              <a:off x="5738315" y="2665914"/>
              <a:ext cx="580913" cy="334468"/>
            </a:xfrm>
            <a:custGeom>
              <a:avLst/>
              <a:gdLst/>
              <a:ahLst/>
              <a:cxnLst/>
              <a:rect l="l" t="t" r="r" b="b"/>
              <a:pathLst>
                <a:path w="35037" h="20173" extrusionOk="0">
                  <a:moveTo>
                    <a:pt x="9158" y="1"/>
                  </a:moveTo>
                  <a:lnTo>
                    <a:pt x="1" y="5309"/>
                  </a:lnTo>
                  <a:lnTo>
                    <a:pt x="25879" y="20173"/>
                  </a:lnTo>
                  <a:lnTo>
                    <a:pt x="35037" y="14997"/>
                  </a:lnTo>
                  <a:lnTo>
                    <a:pt x="9158"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4331;p40">
              <a:extLst>
                <a:ext uri="{FF2B5EF4-FFF2-40B4-BE49-F238E27FC236}">
                  <a16:creationId xmlns:a16="http://schemas.microsoft.com/office/drawing/2014/main" id="{1819DC76-6AFD-7B4F-664A-91D028270D02}"/>
                </a:ext>
              </a:extLst>
            </p:cNvPr>
            <p:cNvSpPr/>
            <p:nvPr/>
          </p:nvSpPr>
          <p:spPr>
            <a:xfrm>
              <a:off x="5738315" y="2665914"/>
              <a:ext cx="580913" cy="334468"/>
            </a:xfrm>
            <a:custGeom>
              <a:avLst/>
              <a:gdLst/>
              <a:ahLst/>
              <a:cxnLst/>
              <a:rect l="l" t="t" r="r" b="b"/>
              <a:pathLst>
                <a:path w="35037" h="20173" fill="none" extrusionOk="0">
                  <a:moveTo>
                    <a:pt x="25879" y="20173"/>
                  </a:moveTo>
                  <a:lnTo>
                    <a:pt x="35037" y="14997"/>
                  </a:lnTo>
                  <a:lnTo>
                    <a:pt x="9158" y="1"/>
                  </a:lnTo>
                  <a:lnTo>
                    <a:pt x="1" y="5309"/>
                  </a:lnTo>
                  <a:lnTo>
                    <a:pt x="25879" y="2017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4332;p40">
              <a:extLst>
                <a:ext uri="{FF2B5EF4-FFF2-40B4-BE49-F238E27FC236}">
                  <a16:creationId xmlns:a16="http://schemas.microsoft.com/office/drawing/2014/main" id="{DE455D8F-4687-B494-CB12-08CEA7E733AC}"/>
                </a:ext>
              </a:extLst>
            </p:cNvPr>
            <p:cNvSpPr/>
            <p:nvPr/>
          </p:nvSpPr>
          <p:spPr>
            <a:xfrm>
              <a:off x="5890138" y="2753937"/>
              <a:ext cx="429090" cy="246445"/>
            </a:xfrm>
            <a:custGeom>
              <a:avLst/>
              <a:gdLst/>
              <a:ahLst/>
              <a:cxnLst/>
              <a:rect l="l" t="t" r="r" b="b"/>
              <a:pathLst>
                <a:path w="25880" h="14864" extrusionOk="0">
                  <a:moveTo>
                    <a:pt x="9025" y="0"/>
                  </a:moveTo>
                  <a:lnTo>
                    <a:pt x="1" y="5176"/>
                  </a:lnTo>
                  <a:lnTo>
                    <a:pt x="16722" y="14864"/>
                  </a:lnTo>
                  <a:lnTo>
                    <a:pt x="25880" y="9688"/>
                  </a:lnTo>
                  <a:lnTo>
                    <a:pt x="20438" y="6503"/>
                  </a:lnTo>
                  <a:lnTo>
                    <a:pt x="20438" y="10219"/>
                  </a:lnTo>
                  <a:lnTo>
                    <a:pt x="18846" y="11148"/>
                  </a:lnTo>
                  <a:lnTo>
                    <a:pt x="17253" y="10219"/>
                  </a:lnTo>
                  <a:lnTo>
                    <a:pt x="17253" y="4645"/>
                  </a:lnTo>
                  <a:lnTo>
                    <a:pt x="9025"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4333;p40">
              <a:extLst>
                <a:ext uri="{FF2B5EF4-FFF2-40B4-BE49-F238E27FC236}">
                  <a16:creationId xmlns:a16="http://schemas.microsoft.com/office/drawing/2014/main" id="{0762DB7B-19B9-5A86-1591-1D11B53FE1D4}"/>
                </a:ext>
              </a:extLst>
            </p:cNvPr>
            <p:cNvSpPr/>
            <p:nvPr/>
          </p:nvSpPr>
          <p:spPr>
            <a:xfrm>
              <a:off x="5890138" y="2753937"/>
              <a:ext cx="429090" cy="246445"/>
            </a:xfrm>
            <a:custGeom>
              <a:avLst/>
              <a:gdLst/>
              <a:ahLst/>
              <a:cxnLst/>
              <a:rect l="l" t="t" r="r" b="b"/>
              <a:pathLst>
                <a:path w="25880" h="14864" fill="none" extrusionOk="0">
                  <a:moveTo>
                    <a:pt x="9025" y="0"/>
                  </a:moveTo>
                  <a:lnTo>
                    <a:pt x="1" y="5176"/>
                  </a:lnTo>
                  <a:lnTo>
                    <a:pt x="16722" y="14864"/>
                  </a:lnTo>
                  <a:lnTo>
                    <a:pt x="25880" y="9688"/>
                  </a:lnTo>
                  <a:lnTo>
                    <a:pt x="20438" y="6503"/>
                  </a:lnTo>
                  <a:lnTo>
                    <a:pt x="20438" y="10219"/>
                  </a:lnTo>
                  <a:lnTo>
                    <a:pt x="18846" y="11148"/>
                  </a:lnTo>
                  <a:lnTo>
                    <a:pt x="18846" y="5574"/>
                  </a:lnTo>
                  <a:lnTo>
                    <a:pt x="18846" y="5574"/>
                  </a:lnTo>
                  <a:lnTo>
                    <a:pt x="18846" y="11148"/>
                  </a:lnTo>
                  <a:lnTo>
                    <a:pt x="17253" y="10219"/>
                  </a:lnTo>
                  <a:lnTo>
                    <a:pt x="17253" y="4645"/>
                  </a:lnTo>
                  <a:lnTo>
                    <a:pt x="902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4334;p40">
              <a:extLst>
                <a:ext uri="{FF2B5EF4-FFF2-40B4-BE49-F238E27FC236}">
                  <a16:creationId xmlns:a16="http://schemas.microsoft.com/office/drawing/2014/main" id="{686348CA-CC30-B6E3-D6D3-5780CE980FE7}"/>
                </a:ext>
              </a:extLst>
            </p:cNvPr>
            <p:cNvSpPr/>
            <p:nvPr/>
          </p:nvSpPr>
          <p:spPr>
            <a:xfrm>
              <a:off x="6202588" y="2676923"/>
              <a:ext cx="26429" cy="261848"/>
            </a:xfrm>
            <a:custGeom>
              <a:avLst/>
              <a:gdLst/>
              <a:ahLst/>
              <a:cxnLst/>
              <a:rect l="l" t="t" r="r" b="b"/>
              <a:pathLst>
                <a:path w="1594" h="15793" extrusionOk="0">
                  <a:moveTo>
                    <a:pt x="1593" y="0"/>
                  </a:moveTo>
                  <a:lnTo>
                    <a:pt x="1" y="797"/>
                  </a:lnTo>
                  <a:lnTo>
                    <a:pt x="1" y="15793"/>
                  </a:lnTo>
                  <a:lnTo>
                    <a:pt x="1593" y="14864"/>
                  </a:lnTo>
                  <a:lnTo>
                    <a:pt x="1593"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4335;p40">
              <a:extLst>
                <a:ext uri="{FF2B5EF4-FFF2-40B4-BE49-F238E27FC236}">
                  <a16:creationId xmlns:a16="http://schemas.microsoft.com/office/drawing/2014/main" id="{B0124329-E955-3D93-D662-4C1030537232}"/>
                </a:ext>
              </a:extLst>
            </p:cNvPr>
            <p:cNvSpPr/>
            <p:nvPr/>
          </p:nvSpPr>
          <p:spPr>
            <a:xfrm>
              <a:off x="6202588" y="2676923"/>
              <a:ext cx="26429" cy="261848"/>
            </a:xfrm>
            <a:custGeom>
              <a:avLst/>
              <a:gdLst/>
              <a:ahLst/>
              <a:cxnLst/>
              <a:rect l="l" t="t" r="r" b="b"/>
              <a:pathLst>
                <a:path w="1594" h="15793" fill="none" extrusionOk="0">
                  <a:moveTo>
                    <a:pt x="1593" y="0"/>
                  </a:moveTo>
                  <a:lnTo>
                    <a:pt x="1593" y="14864"/>
                  </a:lnTo>
                  <a:lnTo>
                    <a:pt x="1" y="15793"/>
                  </a:lnTo>
                  <a:lnTo>
                    <a:pt x="1" y="797"/>
                  </a:lnTo>
                  <a:lnTo>
                    <a:pt x="159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4336;p40">
              <a:extLst>
                <a:ext uri="{FF2B5EF4-FFF2-40B4-BE49-F238E27FC236}">
                  <a16:creationId xmlns:a16="http://schemas.microsoft.com/office/drawing/2014/main" id="{BE32DA14-8A47-3BE9-1227-9D7FF36BF453}"/>
                </a:ext>
              </a:extLst>
            </p:cNvPr>
            <p:cNvSpPr/>
            <p:nvPr/>
          </p:nvSpPr>
          <p:spPr>
            <a:xfrm>
              <a:off x="6176192" y="2676923"/>
              <a:ext cx="26412" cy="261848"/>
            </a:xfrm>
            <a:custGeom>
              <a:avLst/>
              <a:gdLst/>
              <a:ahLst/>
              <a:cxnLst/>
              <a:rect l="l" t="t" r="r" b="b"/>
              <a:pathLst>
                <a:path w="1593" h="15793" extrusionOk="0">
                  <a:moveTo>
                    <a:pt x="0" y="0"/>
                  </a:moveTo>
                  <a:lnTo>
                    <a:pt x="0" y="14864"/>
                  </a:lnTo>
                  <a:lnTo>
                    <a:pt x="1593" y="15793"/>
                  </a:lnTo>
                  <a:lnTo>
                    <a:pt x="1593" y="797"/>
                  </a:lnTo>
                  <a:lnTo>
                    <a:pt x="0"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4337;p40">
              <a:extLst>
                <a:ext uri="{FF2B5EF4-FFF2-40B4-BE49-F238E27FC236}">
                  <a16:creationId xmlns:a16="http://schemas.microsoft.com/office/drawing/2014/main" id="{BB344C29-497E-7393-A6C5-4D39E20D5F23}"/>
                </a:ext>
              </a:extLst>
            </p:cNvPr>
            <p:cNvSpPr/>
            <p:nvPr/>
          </p:nvSpPr>
          <p:spPr>
            <a:xfrm>
              <a:off x="6176192" y="2676923"/>
              <a:ext cx="26412" cy="261848"/>
            </a:xfrm>
            <a:custGeom>
              <a:avLst/>
              <a:gdLst/>
              <a:ahLst/>
              <a:cxnLst/>
              <a:rect l="l" t="t" r="r" b="b"/>
              <a:pathLst>
                <a:path w="1593" h="15793" fill="none" extrusionOk="0">
                  <a:moveTo>
                    <a:pt x="0" y="0"/>
                  </a:moveTo>
                  <a:lnTo>
                    <a:pt x="0" y="14864"/>
                  </a:lnTo>
                  <a:lnTo>
                    <a:pt x="1593" y="15793"/>
                  </a:lnTo>
                  <a:lnTo>
                    <a:pt x="1593" y="797"/>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4338;p40">
              <a:extLst>
                <a:ext uri="{FF2B5EF4-FFF2-40B4-BE49-F238E27FC236}">
                  <a16:creationId xmlns:a16="http://schemas.microsoft.com/office/drawing/2014/main" id="{336D1541-2FFC-AD93-C404-58F6A154FA89}"/>
                </a:ext>
              </a:extLst>
            </p:cNvPr>
            <p:cNvSpPr/>
            <p:nvPr/>
          </p:nvSpPr>
          <p:spPr>
            <a:xfrm>
              <a:off x="6129984" y="2613106"/>
              <a:ext cx="151840" cy="118845"/>
            </a:xfrm>
            <a:custGeom>
              <a:avLst/>
              <a:gdLst/>
              <a:ahLst/>
              <a:cxnLst/>
              <a:rect l="l" t="t" r="r" b="b"/>
              <a:pathLst>
                <a:path w="9158" h="7168" extrusionOk="0">
                  <a:moveTo>
                    <a:pt x="9157" y="1"/>
                  </a:moveTo>
                  <a:lnTo>
                    <a:pt x="0" y="5309"/>
                  </a:lnTo>
                  <a:lnTo>
                    <a:pt x="0" y="7167"/>
                  </a:lnTo>
                  <a:lnTo>
                    <a:pt x="9157" y="1991"/>
                  </a:lnTo>
                  <a:lnTo>
                    <a:pt x="9157"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4339;p40">
              <a:extLst>
                <a:ext uri="{FF2B5EF4-FFF2-40B4-BE49-F238E27FC236}">
                  <a16:creationId xmlns:a16="http://schemas.microsoft.com/office/drawing/2014/main" id="{70F90CE0-3A6A-9342-9CE5-DF5133966305}"/>
                </a:ext>
              </a:extLst>
            </p:cNvPr>
            <p:cNvSpPr/>
            <p:nvPr/>
          </p:nvSpPr>
          <p:spPr>
            <a:xfrm>
              <a:off x="6129984" y="2613106"/>
              <a:ext cx="151840" cy="118845"/>
            </a:xfrm>
            <a:custGeom>
              <a:avLst/>
              <a:gdLst/>
              <a:ahLst/>
              <a:cxnLst/>
              <a:rect l="l" t="t" r="r" b="b"/>
              <a:pathLst>
                <a:path w="9158" h="7168" fill="none" extrusionOk="0">
                  <a:moveTo>
                    <a:pt x="9157" y="1"/>
                  </a:moveTo>
                  <a:lnTo>
                    <a:pt x="0" y="5309"/>
                  </a:lnTo>
                  <a:lnTo>
                    <a:pt x="0" y="7167"/>
                  </a:lnTo>
                  <a:lnTo>
                    <a:pt x="9157" y="1991"/>
                  </a:lnTo>
                  <a:lnTo>
                    <a:pt x="915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4340;p40">
              <a:extLst>
                <a:ext uri="{FF2B5EF4-FFF2-40B4-BE49-F238E27FC236}">
                  <a16:creationId xmlns:a16="http://schemas.microsoft.com/office/drawing/2014/main" id="{60C57523-0F79-523D-CDCE-CB985C24336C}"/>
                </a:ext>
              </a:extLst>
            </p:cNvPr>
            <p:cNvSpPr/>
            <p:nvPr/>
          </p:nvSpPr>
          <p:spPr>
            <a:xfrm>
              <a:off x="6103572" y="2701130"/>
              <a:ext cx="26429" cy="30822"/>
            </a:xfrm>
            <a:custGeom>
              <a:avLst/>
              <a:gdLst/>
              <a:ahLst/>
              <a:cxnLst/>
              <a:rect l="l" t="t" r="r" b="b"/>
              <a:pathLst>
                <a:path w="1594" h="1859" extrusionOk="0">
                  <a:moveTo>
                    <a:pt x="1593" y="0"/>
                  </a:moveTo>
                  <a:lnTo>
                    <a:pt x="1" y="929"/>
                  </a:lnTo>
                  <a:lnTo>
                    <a:pt x="1593" y="1858"/>
                  </a:lnTo>
                  <a:lnTo>
                    <a:pt x="1593"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4341;p40">
              <a:extLst>
                <a:ext uri="{FF2B5EF4-FFF2-40B4-BE49-F238E27FC236}">
                  <a16:creationId xmlns:a16="http://schemas.microsoft.com/office/drawing/2014/main" id="{FAD32CAE-77B2-3347-6A3B-CBB83AA7757F}"/>
                </a:ext>
              </a:extLst>
            </p:cNvPr>
            <p:cNvSpPr/>
            <p:nvPr/>
          </p:nvSpPr>
          <p:spPr>
            <a:xfrm>
              <a:off x="6103572" y="2701130"/>
              <a:ext cx="26429" cy="30822"/>
            </a:xfrm>
            <a:custGeom>
              <a:avLst/>
              <a:gdLst/>
              <a:ahLst/>
              <a:cxnLst/>
              <a:rect l="l" t="t" r="r" b="b"/>
              <a:pathLst>
                <a:path w="1594" h="1859" fill="none" extrusionOk="0">
                  <a:moveTo>
                    <a:pt x="1593" y="1858"/>
                  </a:moveTo>
                  <a:lnTo>
                    <a:pt x="1" y="929"/>
                  </a:lnTo>
                  <a:lnTo>
                    <a:pt x="1593" y="0"/>
                  </a:lnTo>
                  <a:lnTo>
                    <a:pt x="1593" y="185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4342;p40">
              <a:extLst>
                <a:ext uri="{FF2B5EF4-FFF2-40B4-BE49-F238E27FC236}">
                  <a16:creationId xmlns:a16="http://schemas.microsoft.com/office/drawing/2014/main" id="{157E0C11-8A6F-5832-E6A5-5D9320073A04}"/>
                </a:ext>
              </a:extLst>
            </p:cNvPr>
            <p:cNvSpPr/>
            <p:nvPr/>
          </p:nvSpPr>
          <p:spPr>
            <a:xfrm>
              <a:off x="4651346" y="2159842"/>
              <a:ext cx="1837313" cy="1139792"/>
            </a:xfrm>
            <a:custGeom>
              <a:avLst/>
              <a:gdLst/>
              <a:ahLst/>
              <a:cxnLst/>
              <a:rect l="l" t="t" r="r" b="b"/>
              <a:pathLst>
                <a:path w="110815" h="68745" extrusionOk="0">
                  <a:moveTo>
                    <a:pt x="84936" y="0"/>
                  </a:moveTo>
                  <a:lnTo>
                    <a:pt x="84272" y="133"/>
                  </a:lnTo>
                  <a:lnTo>
                    <a:pt x="83476" y="531"/>
                  </a:lnTo>
                  <a:lnTo>
                    <a:pt x="3717" y="46582"/>
                  </a:lnTo>
                  <a:lnTo>
                    <a:pt x="2921" y="47113"/>
                  </a:lnTo>
                  <a:lnTo>
                    <a:pt x="2257" y="47776"/>
                  </a:lnTo>
                  <a:lnTo>
                    <a:pt x="1593" y="48572"/>
                  </a:lnTo>
                  <a:lnTo>
                    <a:pt x="1063" y="49369"/>
                  </a:lnTo>
                  <a:lnTo>
                    <a:pt x="532" y="50165"/>
                  </a:lnTo>
                  <a:lnTo>
                    <a:pt x="266" y="51094"/>
                  </a:lnTo>
                  <a:lnTo>
                    <a:pt x="134" y="52023"/>
                  </a:lnTo>
                  <a:lnTo>
                    <a:pt x="1" y="52819"/>
                  </a:lnTo>
                  <a:lnTo>
                    <a:pt x="134" y="53483"/>
                  </a:lnTo>
                  <a:lnTo>
                    <a:pt x="399" y="54146"/>
                  </a:lnTo>
                  <a:lnTo>
                    <a:pt x="665" y="54544"/>
                  </a:lnTo>
                  <a:lnTo>
                    <a:pt x="1063" y="54943"/>
                  </a:lnTo>
                  <a:lnTo>
                    <a:pt x="24685" y="68612"/>
                  </a:lnTo>
                  <a:lnTo>
                    <a:pt x="25216" y="68744"/>
                  </a:lnTo>
                  <a:lnTo>
                    <a:pt x="26012" y="68744"/>
                  </a:lnTo>
                  <a:lnTo>
                    <a:pt x="26676" y="68612"/>
                  </a:lnTo>
                  <a:lnTo>
                    <a:pt x="27605" y="68214"/>
                  </a:lnTo>
                  <a:lnTo>
                    <a:pt x="107098" y="22296"/>
                  </a:lnTo>
                  <a:lnTo>
                    <a:pt x="107762" y="21898"/>
                  </a:lnTo>
                  <a:lnTo>
                    <a:pt x="108558" y="21234"/>
                  </a:lnTo>
                  <a:lnTo>
                    <a:pt x="109089" y="20438"/>
                  </a:lnTo>
                  <a:lnTo>
                    <a:pt x="109753" y="19642"/>
                  </a:lnTo>
                  <a:lnTo>
                    <a:pt x="110151" y="18713"/>
                  </a:lnTo>
                  <a:lnTo>
                    <a:pt x="110549" y="17916"/>
                  </a:lnTo>
                  <a:lnTo>
                    <a:pt x="110682" y="16987"/>
                  </a:lnTo>
                  <a:lnTo>
                    <a:pt x="110814" y="16058"/>
                  </a:lnTo>
                  <a:lnTo>
                    <a:pt x="110682" y="15395"/>
                  </a:lnTo>
                  <a:lnTo>
                    <a:pt x="110549" y="14731"/>
                  </a:lnTo>
                  <a:lnTo>
                    <a:pt x="110151" y="14200"/>
                  </a:lnTo>
                  <a:lnTo>
                    <a:pt x="109753" y="13935"/>
                  </a:lnTo>
                  <a:lnTo>
                    <a:pt x="86130" y="266"/>
                  </a:lnTo>
                  <a:lnTo>
                    <a:pt x="85599"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4343;p40">
              <a:extLst>
                <a:ext uri="{FF2B5EF4-FFF2-40B4-BE49-F238E27FC236}">
                  <a16:creationId xmlns:a16="http://schemas.microsoft.com/office/drawing/2014/main" id="{0FCB8822-F5FF-EA7E-1C13-1203C3B20FD9}"/>
                </a:ext>
              </a:extLst>
            </p:cNvPr>
            <p:cNvSpPr/>
            <p:nvPr/>
          </p:nvSpPr>
          <p:spPr>
            <a:xfrm>
              <a:off x="4651346" y="2159842"/>
              <a:ext cx="1837313" cy="1139792"/>
            </a:xfrm>
            <a:custGeom>
              <a:avLst/>
              <a:gdLst/>
              <a:ahLst/>
              <a:cxnLst/>
              <a:rect l="l" t="t" r="r" b="b"/>
              <a:pathLst>
                <a:path w="110815" h="68745" fill="none" extrusionOk="0">
                  <a:moveTo>
                    <a:pt x="3717" y="46582"/>
                  </a:moveTo>
                  <a:lnTo>
                    <a:pt x="83476" y="531"/>
                  </a:lnTo>
                  <a:lnTo>
                    <a:pt x="83476" y="531"/>
                  </a:lnTo>
                  <a:lnTo>
                    <a:pt x="84272" y="133"/>
                  </a:lnTo>
                  <a:lnTo>
                    <a:pt x="84936" y="0"/>
                  </a:lnTo>
                  <a:lnTo>
                    <a:pt x="85599" y="0"/>
                  </a:lnTo>
                  <a:lnTo>
                    <a:pt x="86130" y="266"/>
                  </a:lnTo>
                  <a:lnTo>
                    <a:pt x="109753" y="13935"/>
                  </a:lnTo>
                  <a:lnTo>
                    <a:pt x="109753" y="13935"/>
                  </a:lnTo>
                  <a:lnTo>
                    <a:pt x="110151" y="14200"/>
                  </a:lnTo>
                  <a:lnTo>
                    <a:pt x="110549" y="14731"/>
                  </a:lnTo>
                  <a:lnTo>
                    <a:pt x="110682" y="15395"/>
                  </a:lnTo>
                  <a:lnTo>
                    <a:pt x="110814" y="16058"/>
                  </a:lnTo>
                  <a:lnTo>
                    <a:pt x="110814" y="16058"/>
                  </a:lnTo>
                  <a:lnTo>
                    <a:pt x="110682" y="16987"/>
                  </a:lnTo>
                  <a:lnTo>
                    <a:pt x="110549" y="17916"/>
                  </a:lnTo>
                  <a:lnTo>
                    <a:pt x="110151" y="18713"/>
                  </a:lnTo>
                  <a:lnTo>
                    <a:pt x="109753" y="19642"/>
                  </a:lnTo>
                  <a:lnTo>
                    <a:pt x="109089" y="20438"/>
                  </a:lnTo>
                  <a:lnTo>
                    <a:pt x="108558" y="21234"/>
                  </a:lnTo>
                  <a:lnTo>
                    <a:pt x="107762" y="21898"/>
                  </a:lnTo>
                  <a:lnTo>
                    <a:pt x="107098" y="22296"/>
                  </a:lnTo>
                  <a:lnTo>
                    <a:pt x="27605" y="68214"/>
                  </a:lnTo>
                  <a:lnTo>
                    <a:pt x="27605" y="68214"/>
                  </a:lnTo>
                  <a:lnTo>
                    <a:pt x="26676" y="68612"/>
                  </a:lnTo>
                  <a:lnTo>
                    <a:pt x="26012" y="68744"/>
                  </a:lnTo>
                  <a:lnTo>
                    <a:pt x="25216" y="68744"/>
                  </a:lnTo>
                  <a:lnTo>
                    <a:pt x="24685" y="68612"/>
                  </a:lnTo>
                  <a:lnTo>
                    <a:pt x="1063" y="54943"/>
                  </a:lnTo>
                  <a:lnTo>
                    <a:pt x="1063" y="54943"/>
                  </a:lnTo>
                  <a:lnTo>
                    <a:pt x="665" y="54544"/>
                  </a:lnTo>
                  <a:lnTo>
                    <a:pt x="399" y="54146"/>
                  </a:lnTo>
                  <a:lnTo>
                    <a:pt x="134" y="53483"/>
                  </a:lnTo>
                  <a:lnTo>
                    <a:pt x="1" y="52819"/>
                  </a:lnTo>
                  <a:lnTo>
                    <a:pt x="1" y="52819"/>
                  </a:lnTo>
                  <a:lnTo>
                    <a:pt x="134" y="52023"/>
                  </a:lnTo>
                  <a:lnTo>
                    <a:pt x="266" y="51094"/>
                  </a:lnTo>
                  <a:lnTo>
                    <a:pt x="532" y="50165"/>
                  </a:lnTo>
                  <a:lnTo>
                    <a:pt x="1063" y="49369"/>
                  </a:lnTo>
                  <a:lnTo>
                    <a:pt x="1593" y="48572"/>
                  </a:lnTo>
                  <a:lnTo>
                    <a:pt x="2257" y="47776"/>
                  </a:lnTo>
                  <a:lnTo>
                    <a:pt x="2921" y="47113"/>
                  </a:lnTo>
                  <a:lnTo>
                    <a:pt x="3717" y="4658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4344;p40">
              <a:extLst>
                <a:ext uri="{FF2B5EF4-FFF2-40B4-BE49-F238E27FC236}">
                  <a16:creationId xmlns:a16="http://schemas.microsoft.com/office/drawing/2014/main" id="{32B8D167-63FF-D039-F264-6301F1C4C2E9}"/>
                </a:ext>
              </a:extLst>
            </p:cNvPr>
            <p:cNvSpPr/>
            <p:nvPr/>
          </p:nvSpPr>
          <p:spPr>
            <a:xfrm>
              <a:off x="5043016" y="2386474"/>
              <a:ext cx="1445643" cy="913160"/>
            </a:xfrm>
            <a:custGeom>
              <a:avLst/>
              <a:gdLst/>
              <a:ahLst/>
              <a:cxnLst/>
              <a:rect l="l" t="t" r="r" b="b"/>
              <a:pathLst>
                <a:path w="87192" h="55076" extrusionOk="0">
                  <a:moveTo>
                    <a:pt x="84935" y="1"/>
                  </a:moveTo>
                  <a:lnTo>
                    <a:pt x="84139" y="133"/>
                  </a:lnTo>
                  <a:lnTo>
                    <a:pt x="83475" y="531"/>
                  </a:lnTo>
                  <a:lnTo>
                    <a:pt x="3584" y="46582"/>
                  </a:lnTo>
                  <a:lnTo>
                    <a:pt x="2920" y="47113"/>
                  </a:lnTo>
                  <a:lnTo>
                    <a:pt x="2124" y="47776"/>
                  </a:lnTo>
                  <a:lnTo>
                    <a:pt x="1593" y="48440"/>
                  </a:lnTo>
                  <a:lnTo>
                    <a:pt x="1062" y="49236"/>
                  </a:lnTo>
                  <a:lnTo>
                    <a:pt x="531" y="50165"/>
                  </a:lnTo>
                  <a:lnTo>
                    <a:pt x="266" y="51094"/>
                  </a:lnTo>
                  <a:lnTo>
                    <a:pt x="0" y="51890"/>
                  </a:lnTo>
                  <a:lnTo>
                    <a:pt x="0" y="52819"/>
                  </a:lnTo>
                  <a:lnTo>
                    <a:pt x="133" y="53483"/>
                  </a:lnTo>
                  <a:lnTo>
                    <a:pt x="266" y="54014"/>
                  </a:lnTo>
                  <a:lnTo>
                    <a:pt x="664" y="54545"/>
                  </a:lnTo>
                  <a:lnTo>
                    <a:pt x="1062" y="54943"/>
                  </a:lnTo>
                  <a:lnTo>
                    <a:pt x="1593" y="55075"/>
                  </a:lnTo>
                  <a:lnTo>
                    <a:pt x="2389" y="55075"/>
                  </a:lnTo>
                  <a:lnTo>
                    <a:pt x="3053" y="54943"/>
                  </a:lnTo>
                  <a:lnTo>
                    <a:pt x="3982" y="54545"/>
                  </a:lnTo>
                  <a:lnTo>
                    <a:pt x="83475" y="8627"/>
                  </a:lnTo>
                  <a:lnTo>
                    <a:pt x="84139" y="8229"/>
                  </a:lnTo>
                  <a:lnTo>
                    <a:pt x="84935" y="7565"/>
                  </a:lnTo>
                  <a:lnTo>
                    <a:pt x="85466" y="6769"/>
                  </a:lnTo>
                  <a:lnTo>
                    <a:pt x="86130" y="5973"/>
                  </a:lnTo>
                  <a:lnTo>
                    <a:pt x="86528" y="5044"/>
                  </a:lnTo>
                  <a:lnTo>
                    <a:pt x="86926" y="4247"/>
                  </a:lnTo>
                  <a:lnTo>
                    <a:pt x="87059" y="3318"/>
                  </a:lnTo>
                  <a:lnTo>
                    <a:pt x="87191" y="2389"/>
                  </a:lnTo>
                  <a:lnTo>
                    <a:pt x="87059" y="1726"/>
                  </a:lnTo>
                  <a:lnTo>
                    <a:pt x="86926" y="1062"/>
                  </a:lnTo>
                  <a:lnTo>
                    <a:pt x="86528" y="531"/>
                  </a:lnTo>
                  <a:lnTo>
                    <a:pt x="86130" y="266"/>
                  </a:lnTo>
                  <a:lnTo>
                    <a:pt x="85599"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4345;p40">
              <a:extLst>
                <a:ext uri="{FF2B5EF4-FFF2-40B4-BE49-F238E27FC236}">
                  <a16:creationId xmlns:a16="http://schemas.microsoft.com/office/drawing/2014/main" id="{4BE4103B-FD6F-DC30-F657-BEE985D72640}"/>
                </a:ext>
              </a:extLst>
            </p:cNvPr>
            <p:cNvSpPr/>
            <p:nvPr/>
          </p:nvSpPr>
          <p:spPr>
            <a:xfrm>
              <a:off x="5043016" y="2386474"/>
              <a:ext cx="1445643" cy="913160"/>
            </a:xfrm>
            <a:custGeom>
              <a:avLst/>
              <a:gdLst/>
              <a:ahLst/>
              <a:cxnLst/>
              <a:rect l="l" t="t" r="r" b="b"/>
              <a:pathLst>
                <a:path w="87192" h="55076" fill="none" extrusionOk="0">
                  <a:moveTo>
                    <a:pt x="83475" y="8627"/>
                  </a:moveTo>
                  <a:lnTo>
                    <a:pt x="3982" y="54545"/>
                  </a:lnTo>
                  <a:lnTo>
                    <a:pt x="3982" y="54545"/>
                  </a:lnTo>
                  <a:lnTo>
                    <a:pt x="3053" y="54943"/>
                  </a:lnTo>
                  <a:lnTo>
                    <a:pt x="2389" y="55075"/>
                  </a:lnTo>
                  <a:lnTo>
                    <a:pt x="1593" y="55075"/>
                  </a:lnTo>
                  <a:lnTo>
                    <a:pt x="1062" y="54943"/>
                  </a:lnTo>
                  <a:lnTo>
                    <a:pt x="1062" y="54943"/>
                  </a:lnTo>
                  <a:lnTo>
                    <a:pt x="664" y="54545"/>
                  </a:lnTo>
                  <a:lnTo>
                    <a:pt x="266" y="54014"/>
                  </a:lnTo>
                  <a:lnTo>
                    <a:pt x="133" y="53483"/>
                  </a:lnTo>
                  <a:lnTo>
                    <a:pt x="0" y="52819"/>
                  </a:lnTo>
                  <a:lnTo>
                    <a:pt x="0" y="52819"/>
                  </a:lnTo>
                  <a:lnTo>
                    <a:pt x="0" y="51890"/>
                  </a:lnTo>
                  <a:lnTo>
                    <a:pt x="266" y="51094"/>
                  </a:lnTo>
                  <a:lnTo>
                    <a:pt x="531" y="50165"/>
                  </a:lnTo>
                  <a:lnTo>
                    <a:pt x="1062" y="49236"/>
                  </a:lnTo>
                  <a:lnTo>
                    <a:pt x="1593" y="48440"/>
                  </a:lnTo>
                  <a:lnTo>
                    <a:pt x="2124" y="47776"/>
                  </a:lnTo>
                  <a:lnTo>
                    <a:pt x="2920" y="47113"/>
                  </a:lnTo>
                  <a:lnTo>
                    <a:pt x="3584" y="46582"/>
                  </a:lnTo>
                  <a:lnTo>
                    <a:pt x="83475" y="531"/>
                  </a:lnTo>
                  <a:lnTo>
                    <a:pt x="83475" y="531"/>
                  </a:lnTo>
                  <a:lnTo>
                    <a:pt x="84139" y="133"/>
                  </a:lnTo>
                  <a:lnTo>
                    <a:pt x="84935" y="1"/>
                  </a:lnTo>
                  <a:lnTo>
                    <a:pt x="85599" y="1"/>
                  </a:lnTo>
                  <a:lnTo>
                    <a:pt x="86130" y="266"/>
                  </a:lnTo>
                  <a:lnTo>
                    <a:pt x="86130" y="266"/>
                  </a:lnTo>
                  <a:lnTo>
                    <a:pt x="86528" y="531"/>
                  </a:lnTo>
                  <a:lnTo>
                    <a:pt x="86926" y="1062"/>
                  </a:lnTo>
                  <a:lnTo>
                    <a:pt x="87059" y="1726"/>
                  </a:lnTo>
                  <a:lnTo>
                    <a:pt x="87191" y="2389"/>
                  </a:lnTo>
                  <a:lnTo>
                    <a:pt x="87191" y="2389"/>
                  </a:lnTo>
                  <a:lnTo>
                    <a:pt x="87059" y="3318"/>
                  </a:lnTo>
                  <a:lnTo>
                    <a:pt x="86926" y="4247"/>
                  </a:lnTo>
                  <a:lnTo>
                    <a:pt x="86528" y="5044"/>
                  </a:lnTo>
                  <a:lnTo>
                    <a:pt x="86130" y="5973"/>
                  </a:lnTo>
                  <a:lnTo>
                    <a:pt x="85466" y="6769"/>
                  </a:lnTo>
                  <a:lnTo>
                    <a:pt x="84935" y="7565"/>
                  </a:lnTo>
                  <a:lnTo>
                    <a:pt x="84139" y="8229"/>
                  </a:lnTo>
                  <a:lnTo>
                    <a:pt x="83475" y="86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4346;p40">
              <a:extLst>
                <a:ext uri="{FF2B5EF4-FFF2-40B4-BE49-F238E27FC236}">
                  <a16:creationId xmlns:a16="http://schemas.microsoft.com/office/drawing/2014/main" id="{7F938B19-ED87-D486-9312-E4878F5EBA6B}"/>
                </a:ext>
              </a:extLst>
            </p:cNvPr>
            <p:cNvSpPr/>
            <p:nvPr/>
          </p:nvSpPr>
          <p:spPr>
            <a:xfrm>
              <a:off x="5043016" y="2386474"/>
              <a:ext cx="1445643" cy="915365"/>
            </a:xfrm>
            <a:custGeom>
              <a:avLst/>
              <a:gdLst/>
              <a:ahLst/>
              <a:cxnLst/>
              <a:rect l="l" t="t" r="r" b="b"/>
              <a:pathLst>
                <a:path w="87192" h="55209" extrusionOk="0">
                  <a:moveTo>
                    <a:pt x="75247" y="6518"/>
                  </a:moveTo>
                  <a:lnTo>
                    <a:pt x="74053" y="7208"/>
                  </a:lnTo>
                  <a:lnTo>
                    <a:pt x="74053" y="7300"/>
                  </a:lnTo>
                  <a:lnTo>
                    <a:pt x="75247" y="6636"/>
                  </a:lnTo>
                  <a:lnTo>
                    <a:pt x="75247" y="6518"/>
                  </a:lnTo>
                  <a:close/>
                  <a:moveTo>
                    <a:pt x="74053" y="5973"/>
                  </a:moveTo>
                  <a:lnTo>
                    <a:pt x="64498" y="11414"/>
                  </a:lnTo>
                  <a:lnTo>
                    <a:pt x="64498" y="12725"/>
                  </a:lnTo>
                  <a:lnTo>
                    <a:pt x="64498" y="12725"/>
                  </a:lnTo>
                  <a:lnTo>
                    <a:pt x="74053" y="7208"/>
                  </a:lnTo>
                  <a:lnTo>
                    <a:pt x="74053" y="5973"/>
                  </a:lnTo>
                  <a:close/>
                  <a:moveTo>
                    <a:pt x="64498" y="12725"/>
                  </a:moveTo>
                  <a:lnTo>
                    <a:pt x="63436" y="13338"/>
                  </a:lnTo>
                  <a:lnTo>
                    <a:pt x="63436" y="13404"/>
                  </a:lnTo>
                  <a:lnTo>
                    <a:pt x="64498" y="12741"/>
                  </a:lnTo>
                  <a:lnTo>
                    <a:pt x="64498" y="12725"/>
                  </a:lnTo>
                  <a:close/>
                  <a:moveTo>
                    <a:pt x="63436" y="12077"/>
                  </a:moveTo>
                  <a:lnTo>
                    <a:pt x="53881" y="17518"/>
                  </a:lnTo>
                  <a:lnTo>
                    <a:pt x="53881" y="18855"/>
                  </a:lnTo>
                  <a:lnTo>
                    <a:pt x="63436" y="13338"/>
                  </a:lnTo>
                  <a:lnTo>
                    <a:pt x="63436" y="12077"/>
                  </a:lnTo>
                  <a:close/>
                  <a:moveTo>
                    <a:pt x="53881" y="18855"/>
                  </a:moveTo>
                  <a:lnTo>
                    <a:pt x="52686" y="19545"/>
                  </a:lnTo>
                  <a:lnTo>
                    <a:pt x="52686" y="19545"/>
                  </a:lnTo>
                  <a:lnTo>
                    <a:pt x="52686" y="19642"/>
                  </a:lnTo>
                  <a:lnTo>
                    <a:pt x="53881" y="18978"/>
                  </a:lnTo>
                  <a:lnTo>
                    <a:pt x="53881" y="18855"/>
                  </a:lnTo>
                  <a:close/>
                  <a:moveTo>
                    <a:pt x="52686" y="18315"/>
                  </a:moveTo>
                  <a:lnTo>
                    <a:pt x="43131" y="23756"/>
                  </a:lnTo>
                  <a:lnTo>
                    <a:pt x="43131" y="25062"/>
                  </a:lnTo>
                  <a:lnTo>
                    <a:pt x="43131" y="25062"/>
                  </a:lnTo>
                  <a:lnTo>
                    <a:pt x="52686" y="19545"/>
                  </a:lnTo>
                  <a:lnTo>
                    <a:pt x="52686" y="19545"/>
                  </a:lnTo>
                  <a:lnTo>
                    <a:pt x="52686" y="18315"/>
                  </a:lnTo>
                  <a:close/>
                  <a:moveTo>
                    <a:pt x="43131" y="25062"/>
                  </a:moveTo>
                  <a:lnTo>
                    <a:pt x="42180" y="25611"/>
                  </a:lnTo>
                  <a:lnTo>
                    <a:pt x="42180" y="25611"/>
                  </a:lnTo>
                  <a:lnTo>
                    <a:pt x="43131" y="25083"/>
                  </a:lnTo>
                  <a:lnTo>
                    <a:pt x="43131" y="25062"/>
                  </a:lnTo>
                  <a:close/>
                  <a:moveTo>
                    <a:pt x="41937" y="24419"/>
                  </a:moveTo>
                  <a:lnTo>
                    <a:pt x="32514" y="29993"/>
                  </a:lnTo>
                  <a:lnTo>
                    <a:pt x="32514" y="31192"/>
                  </a:lnTo>
                  <a:lnTo>
                    <a:pt x="32514" y="31192"/>
                  </a:lnTo>
                  <a:lnTo>
                    <a:pt x="42180" y="25611"/>
                  </a:lnTo>
                  <a:lnTo>
                    <a:pt x="42180" y="25611"/>
                  </a:lnTo>
                  <a:lnTo>
                    <a:pt x="41937" y="25746"/>
                  </a:lnTo>
                  <a:lnTo>
                    <a:pt x="41937" y="24419"/>
                  </a:lnTo>
                  <a:close/>
                  <a:moveTo>
                    <a:pt x="32514" y="31192"/>
                  </a:moveTo>
                  <a:lnTo>
                    <a:pt x="31320" y="31882"/>
                  </a:lnTo>
                  <a:lnTo>
                    <a:pt x="31320" y="31882"/>
                  </a:lnTo>
                  <a:lnTo>
                    <a:pt x="31320" y="31984"/>
                  </a:lnTo>
                  <a:lnTo>
                    <a:pt x="32514" y="31320"/>
                  </a:lnTo>
                  <a:lnTo>
                    <a:pt x="32514" y="31192"/>
                  </a:lnTo>
                  <a:close/>
                  <a:moveTo>
                    <a:pt x="31320" y="30657"/>
                  </a:moveTo>
                  <a:lnTo>
                    <a:pt x="21765" y="36098"/>
                  </a:lnTo>
                  <a:lnTo>
                    <a:pt x="21765" y="37399"/>
                  </a:lnTo>
                  <a:lnTo>
                    <a:pt x="21765" y="37399"/>
                  </a:lnTo>
                  <a:lnTo>
                    <a:pt x="31320" y="31882"/>
                  </a:lnTo>
                  <a:lnTo>
                    <a:pt x="31320" y="31882"/>
                  </a:lnTo>
                  <a:lnTo>
                    <a:pt x="31320" y="30657"/>
                  </a:lnTo>
                  <a:close/>
                  <a:moveTo>
                    <a:pt x="21765" y="37399"/>
                  </a:moveTo>
                  <a:lnTo>
                    <a:pt x="20593" y="38076"/>
                  </a:lnTo>
                  <a:lnTo>
                    <a:pt x="20593" y="38076"/>
                  </a:lnTo>
                  <a:lnTo>
                    <a:pt x="21765" y="37425"/>
                  </a:lnTo>
                  <a:lnTo>
                    <a:pt x="21765" y="37399"/>
                  </a:lnTo>
                  <a:close/>
                  <a:moveTo>
                    <a:pt x="20571" y="36761"/>
                  </a:moveTo>
                  <a:lnTo>
                    <a:pt x="11148" y="42202"/>
                  </a:lnTo>
                  <a:lnTo>
                    <a:pt x="11148" y="43530"/>
                  </a:lnTo>
                  <a:lnTo>
                    <a:pt x="20593" y="38076"/>
                  </a:lnTo>
                  <a:lnTo>
                    <a:pt x="20593" y="38076"/>
                  </a:lnTo>
                  <a:lnTo>
                    <a:pt x="20571" y="38088"/>
                  </a:lnTo>
                  <a:lnTo>
                    <a:pt x="20571" y="36761"/>
                  </a:lnTo>
                  <a:close/>
                  <a:moveTo>
                    <a:pt x="10086" y="44193"/>
                  </a:moveTo>
                  <a:lnTo>
                    <a:pt x="9954" y="44272"/>
                  </a:lnTo>
                  <a:lnTo>
                    <a:pt x="9954" y="44272"/>
                  </a:lnTo>
                  <a:lnTo>
                    <a:pt x="9954" y="44326"/>
                  </a:lnTo>
                  <a:lnTo>
                    <a:pt x="10086" y="44193"/>
                  </a:lnTo>
                  <a:close/>
                  <a:moveTo>
                    <a:pt x="85201" y="1"/>
                  </a:moveTo>
                  <a:lnTo>
                    <a:pt x="84404" y="133"/>
                  </a:lnTo>
                  <a:lnTo>
                    <a:pt x="83475" y="531"/>
                  </a:lnTo>
                  <a:lnTo>
                    <a:pt x="75247" y="5176"/>
                  </a:lnTo>
                  <a:lnTo>
                    <a:pt x="75247" y="6518"/>
                  </a:lnTo>
                  <a:lnTo>
                    <a:pt x="84006" y="1460"/>
                  </a:lnTo>
                  <a:lnTo>
                    <a:pt x="84670" y="1195"/>
                  </a:lnTo>
                  <a:lnTo>
                    <a:pt x="85599" y="1195"/>
                  </a:lnTo>
                  <a:lnTo>
                    <a:pt x="85731" y="1460"/>
                  </a:lnTo>
                  <a:lnTo>
                    <a:pt x="85864" y="1726"/>
                  </a:lnTo>
                  <a:lnTo>
                    <a:pt x="85997" y="2389"/>
                  </a:lnTo>
                  <a:lnTo>
                    <a:pt x="85997" y="3186"/>
                  </a:lnTo>
                  <a:lnTo>
                    <a:pt x="85731" y="3849"/>
                  </a:lnTo>
                  <a:lnTo>
                    <a:pt x="85466" y="4645"/>
                  </a:lnTo>
                  <a:lnTo>
                    <a:pt x="85068" y="5442"/>
                  </a:lnTo>
                  <a:lnTo>
                    <a:pt x="84670" y="6105"/>
                  </a:lnTo>
                  <a:lnTo>
                    <a:pt x="84006" y="6769"/>
                  </a:lnTo>
                  <a:lnTo>
                    <a:pt x="83475" y="7300"/>
                  </a:lnTo>
                  <a:lnTo>
                    <a:pt x="82812" y="7698"/>
                  </a:lnTo>
                  <a:lnTo>
                    <a:pt x="3318" y="53616"/>
                  </a:lnTo>
                  <a:lnTo>
                    <a:pt x="2655" y="53881"/>
                  </a:lnTo>
                  <a:lnTo>
                    <a:pt x="2124" y="54014"/>
                  </a:lnTo>
                  <a:lnTo>
                    <a:pt x="1593" y="53881"/>
                  </a:lnTo>
                  <a:lnTo>
                    <a:pt x="1460" y="53616"/>
                  </a:lnTo>
                  <a:lnTo>
                    <a:pt x="1328" y="53350"/>
                  </a:lnTo>
                  <a:lnTo>
                    <a:pt x="1195" y="52687"/>
                  </a:lnTo>
                  <a:lnTo>
                    <a:pt x="1195" y="52023"/>
                  </a:lnTo>
                  <a:lnTo>
                    <a:pt x="1328" y="51360"/>
                  </a:lnTo>
                  <a:lnTo>
                    <a:pt x="1593" y="50563"/>
                  </a:lnTo>
                  <a:lnTo>
                    <a:pt x="1991" y="49900"/>
                  </a:lnTo>
                  <a:lnTo>
                    <a:pt x="2522" y="49236"/>
                  </a:lnTo>
                  <a:lnTo>
                    <a:pt x="3053" y="48573"/>
                  </a:lnTo>
                  <a:lnTo>
                    <a:pt x="3584" y="48042"/>
                  </a:lnTo>
                  <a:lnTo>
                    <a:pt x="4247" y="47644"/>
                  </a:lnTo>
                  <a:lnTo>
                    <a:pt x="9954" y="44272"/>
                  </a:lnTo>
                  <a:lnTo>
                    <a:pt x="9954" y="44272"/>
                  </a:lnTo>
                  <a:lnTo>
                    <a:pt x="9954" y="42999"/>
                  </a:lnTo>
                  <a:lnTo>
                    <a:pt x="3584" y="46582"/>
                  </a:lnTo>
                  <a:lnTo>
                    <a:pt x="2920" y="47113"/>
                  </a:lnTo>
                  <a:lnTo>
                    <a:pt x="2256" y="47776"/>
                  </a:lnTo>
                  <a:lnTo>
                    <a:pt x="1593" y="48440"/>
                  </a:lnTo>
                  <a:lnTo>
                    <a:pt x="1062" y="49236"/>
                  </a:lnTo>
                  <a:lnTo>
                    <a:pt x="664" y="50032"/>
                  </a:lnTo>
                  <a:lnTo>
                    <a:pt x="266" y="50961"/>
                  </a:lnTo>
                  <a:lnTo>
                    <a:pt x="133" y="51758"/>
                  </a:lnTo>
                  <a:lnTo>
                    <a:pt x="0" y="52554"/>
                  </a:lnTo>
                  <a:lnTo>
                    <a:pt x="0" y="52819"/>
                  </a:lnTo>
                  <a:lnTo>
                    <a:pt x="133" y="53483"/>
                  </a:lnTo>
                  <a:lnTo>
                    <a:pt x="266" y="54014"/>
                  </a:lnTo>
                  <a:lnTo>
                    <a:pt x="664" y="54545"/>
                  </a:lnTo>
                  <a:lnTo>
                    <a:pt x="1062" y="54943"/>
                  </a:lnTo>
                  <a:lnTo>
                    <a:pt x="1593" y="55075"/>
                  </a:lnTo>
                  <a:lnTo>
                    <a:pt x="2124" y="55208"/>
                  </a:lnTo>
                  <a:lnTo>
                    <a:pt x="2920" y="55075"/>
                  </a:lnTo>
                  <a:lnTo>
                    <a:pt x="3982" y="54545"/>
                  </a:lnTo>
                  <a:lnTo>
                    <a:pt x="83210" y="8759"/>
                  </a:lnTo>
                  <a:lnTo>
                    <a:pt x="84006" y="7698"/>
                  </a:lnTo>
                  <a:lnTo>
                    <a:pt x="84404" y="7963"/>
                  </a:lnTo>
                  <a:lnTo>
                    <a:pt x="84935" y="7432"/>
                  </a:lnTo>
                  <a:lnTo>
                    <a:pt x="85466" y="6769"/>
                  </a:lnTo>
                  <a:lnTo>
                    <a:pt x="86395" y="5442"/>
                  </a:lnTo>
                  <a:lnTo>
                    <a:pt x="86793" y="4645"/>
                  </a:lnTo>
                  <a:lnTo>
                    <a:pt x="86926" y="3849"/>
                  </a:lnTo>
                  <a:lnTo>
                    <a:pt x="87191" y="3186"/>
                  </a:lnTo>
                  <a:lnTo>
                    <a:pt x="87191" y="2389"/>
                  </a:lnTo>
                  <a:lnTo>
                    <a:pt x="87059" y="1726"/>
                  </a:lnTo>
                  <a:lnTo>
                    <a:pt x="86926" y="1062"/>
                  </a:lnTo>
                  <a:lnTo>
                    <a:pt x="86528" y="531"/>
                  </a:lnTo>
                  <a:lnTo>
                    <a:pt x="86130" y="266"/>
                  </a:lnTo>
                  <a:lnTo>
                    <a:pt x="85731"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4347;p40">
              <a:extLst>
                <a:ext uri="{FF2B5EF4-FFF2-40B4-BE49-F238E27FC236}">
                  <a16:creationId xmlns:a16="http://schemas.microsoft.com/office/drawing/2014/main" id="{92FB8600-615C-072F-5C65-43CD7A983164}"/>
                </a:ext>
              </a:extLst>
            </p:cNvPr>
            <p:cNvSpPr/>
            <p:nvPr/>
          </p:nvSpPr>
          <p:spPr>
            <a:xfrm>
              <a:off x="5062812" y="2406271"/>
              <a:ext cx="1406034" cy="875756"/>
            </a:xfrm>
            <a:custGeom>
              <a:avLst/>
              <a:gdLst/>
              <a:ahLst/>
              <a:cxnLst/>
              <a:rect l="l" t="t" r="r" b="b"/>
              <a:pathLst>
                <a:path w="84803" h="52820" extrusionOk="0">
                  <a:moveTo>
                    <a:pt x="83476" y="1"/>
                  </a:moveTo>
                  <a:lnTo>
                    <a:pt x="82812" y="266"/>
                  </a:lnTo>
                  <a:lnTo>
                    <a:pt x="3053" y="46450"/>
                  </a:lnTo>
                  <a:lnTo>
                    <a:pt x="2390" y="46848"/>
                  </a:lnTo>
                  <a:lnTo>
                    <a:pt x="1859" y="47379"/>
                  </a:lnTo>
                  <a:lnTo>
                    <a:pt x="1328" y="48042"/>
                  </a:lnTo>
                  <a:lnTo>
                    <a:pt x="797" y="48706"/>
                  </a:lnTo>
                  <a:lnTo>
                    <a:pt x="399" y="49369"/>
                  </a:lnTo>
                  <a:lnTo>
                    <a:pt x="134" y="50166"/>
                  </a:lnTo>
                  <a:lnTo>
                    <a:pt x="1" y="50829"/>
                  </a:lnTo>
                  <a:lnTo>
                    <a:pt x="1" y="51493"/>
                  </a:lnTo>
                  <a:lnTo>
                    <a:pt x="134" y="52156"/>
                  </a:lnTo>
                  <a:lnTo>
                    <a:pt x="266" y="52422"/>
                  </a:lnTo>
                  <a:lnTo>
                    <a:pt x="399" y="52687"/>
                  </a:lnTo>
                  <a:lnTo>
                    <a:pt x="930" y="52820"/>
                  </a:lnTo>
                  <a:lnTo>
                    <a:pt x="1461" y="52687"/>
                  </a:lnTo>
                  <a:lnTo>
                    <a:pt x="2124" y="52422"/>
                  </a:lnTo>
                  <a:lnTo>
                    <a:pt x="81618" y="6504"/>
                  </a:lnTo>
                  <a:lnTo>
                    <a:pt x="82281" y="6106"/>
                  </a:lnTo>
                  <a:lnTo>
                    <a:pt x="82812" y="5575"/>
                  </a:lnTo>
                  <a:lnTo>
                    <a:pt x="83476" y="4911"/>
                  </a:lnTo>
                  <a:lnTo>
                    <a:pt x="83874" y="4248"/>
                  </a:lnTo>
                  <a:lnTo>
                    <a:pt x="84272" y="3451"/>
                  </a:lnTo>
                  <a:lnTo>
                    <a:pt x="84537" y="2655"/>
                  </a:lnTo>
                  <a:lnTo>
                    <a:pt x="84803" y="1992"/>
                  </a:lnTo>
                  <a:lnTo>
                    <a:pt x="84803" y="1195"/>
                  </a:lnTo>
                  <a:lnTo>
                    <a:pt x="84670" y="532"/>
                  </a:lnTo>
                  <a:lnTo>
                    <a:pt x="84537" y="266"/>
                  </a:lnTo>
                  <a:lnTo>
                    <a:pt x="84405"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4348;p40">
              <a:extLst>
                <a:ext uri="{FF2B5EF4-FFF2-40B4-BE49-F238E27FC236}">
                  <a16:creationId xmlns:a16="http://schemas.microsoft.com/office/drawing/2014/main" id="{86AE8860-EA0A-E34C-E52B-873A2D39CB81}"/>
                </a:ext>
              </a:extLst>
            </p:cNvPr>
            <p:cNvSpPr/>
            <p:nvPr/>
          </p:nvSpPr>
          <p:spPr>
            <a:xfrm>
              <a:off x="5062812" y="2406271"/>
              <a:ext cx="1406034" cy="875756"/>
            </a:xfrm>
            <a:custGeom>
              <a:avLst/>
              <a:gdLst/>
              <a:ahLst/>
              <a:cxnLst/>
              <a:rect l="l" t="t" r="r" b="b"/>
              <a:pathLst>
                <a:path w="84803" h="52820" fill="none" extrusionOk="0">
                  <a:moveTo>
                    <a:pt x="930" y="52820"/>
                  </a:moveTo>
                  <a:lnTo>
                    <a:pt x="930" y="52820"/>
                  </a:lnTo>
                  <a:lnTo>
                    <a:pt x="1461" y="52687"/>
                  </a:lnTo>
                  <a:lnTo>
                    <a:pt x="2124" y="52422"/>
                  </a:lnTo>
                  <a:lnTo>
                    <a:pt x="81618" y="6504"/>
                  </a:lnTo>
                  <a:lnTo>
                    <a:pt x="81618" y="6504"/>
                  </a:lnTo>
                  <a:lnTo>
                    <a:pt x="82281" y="6106"/>
                  </a:lnTo>
                  <a:lnTo>
                    <a:pt x="82812" y="5575"/>
                  </a:lnTo>
                  <a:lnTo>
                    <a:pt x="83476" y="4911"/>
                  </a:lnTo>
                  <a:lnTo>
                    <a:pt x="83874" y="4248"/>
                  </a:lnTo>
                  <a:lnTo>
                    <a:pt x="84272" y="3451"/>
                  </a:lnTo>
                  <a:lnTo>
                    <a:pt x="84537" y="2655"/>
                  </a:lnTo>
                  <a:lnTo>
                    <a:pt x="84803" y="1992"/>
                  </a:lnTo>
                  <a:lnTo>
                    <a:pt x="84803" y="1195"/>
                  </a:lnTo>
                  <a:lnTo>
                    <a:pt x="84803" y="1195"/>
                  </a:lnTo>
                  <a:lnTo>
                    <a:pt x="84670" y="532"/>
                  </a:lnTo>
                  <a:lnTo>
                    <a:pt x="84537" y="266"/>
                  </a:lnTo>
                  <a:lnTo>
                    <a:pt x="84405" y="1"/>
                  </a:lnTo>
                  <a:lnTo>
                    <a:pt x="84405" y="1"/>
                  </a:lnTo>
                  <a:lnTo>
                    <a:pt x="84007" y="1"/>
                  </a:lnTo>
                  <a:lnTo>
                    <a:pt x="84007" y="1"/>
                  </a:lnTo>
                  <a:lnTo>
                    <a:pt x="83476" y="1"/>
                  </a:lnTo>
                  <a:lnTo>
                    <a:pt x="82812" y="266"/>
                  </a:lnTo>
                  <a:lnTo>
                    <a:pt x="3053" y="46450"/>
                  </a:lnTo>
                  <a:lnTo>
                    <a:pt x="3053" y="46450"/>
                  </a:lnTo>
                  <a:lnTo>
                    <a:pt x="2390" y="46848"/>
                  </a:lnTo>
                  <a:lnTo>
                    <a:pt x="1859" y="47379"/>
                  </a:lnTo>
                  <a:lnTo>
                    <a:pt x="1328" y="48042"/>
                  </a:lnTo>
                  <a:lnTo>
                    <a:pt x="797" y="48706"/>
                  </a:lnTo>
                  <a:lnTo>
                    <a:pt x="399" y="49369"/>
                  </a:lnTo>
                  <a:lnTo>
                    <a:pt x="134" y="50166"/>
                  </a:lnTo>
                  <a:lnTo>
                    <a:pt x="1" y="50829"/>
                  </a:lnTo>
                  <a:lnTo>
                    <a:pt x="1" y="51493"/>
                  </a:lnTo>
                  <a:lnTo>
                    <a:pt x="1" y="51493"/>
                  </a:lnTo>
                  <a:lnTo>
                    <a:pt x="134" y="52156"/>
                  </a:lnTo>
                  <a:lnTo>
                    <a:pt x="266" y="52422"/>
                  </a:lnTo>
                  <a:lnTo>
                    <a:pt x="399" y="52687"/>
                  </a:lnTo>
                  <a:lnTo>
                    <a:pt x="399" y="52687"/>
                  </a:lnTo>
                  <a:lnTo>
                    <a:pt x="930" y="5282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4349;p40">
              <a:extLst>
                <a:ext uri="{FF2B5EF4-FFF2-40B4-BE49-F238E27FC236}">
                  <a16:creationId xmlns:a16="http://schemas.microsoft.com/office/drawing/2014/main" id="{9F89ACB6-4D18-F813-7EAA-80D6D267017E}"/>
                </a:ext>
              </a:extLst>
            </p:cNvPr>
            <p:cNvSpPr/>
            <p:nvPr/>
          </p:nvSpPr>
          <p:spPr>
            <a:xfrm>
              <a:off x="5122218" y="3178600"/>
              <a:ext cx="37438" cy="50619"/>
            </a:xfrm>
            <a:custGeom>
              <a:avLst/>
              <a:gdLst/>
              <a:ahLst/>
              <a:cxnLst/>
              <a:rect l="l" t="t" r="r" b="b"/>
              <a:pathLst>
                <a:path w="2258" h="3053" extrusionOk="0">
                  <a:moveTo>
                    <a:pt x="1594" y="0"/>
                  </a:moveTo>
                  <a:lnTo>
                    <a:pt x="1063" y="266"/>
                  </a:lnTo>
                  <a:lnTo>
                    <a:pt x="665" y="531"/>
                  </a:lnTo>
                  <a:lnTo>
                    <a:pt x="266" y="1062"/>
                  </a:lnTo>
                  <a:lnTo>
                    <a:pt x="1" y="1726"/>
                  </a:lnTo>
                  <a:lnTo>
                    <a:pt x="1" y="2256"/>
                  </a:lnTo>
                  <a:lnTo>
                    <a:pt x="1" y="2787"/>
                  </a:lnTo>
                  <a:lnTo>
                    <a:pt x="266" y="3053"/>
                  </a:lnTo>
                  <a:lnTo>
                    <a:pt x="665" y="3053"/>
                  </a:lnTo>
                  <a:lnTo>
                    <a:pt x="1063" y="2920"/>
                  </a:lnTo>
                  <a:lnTo>
                    <a:pt x="1594" y="2522"/>
                  </a:lnTo>
                  <a:lnTo>
                    <a:pt x="1992" y="2124"/>
                  </a:lnTo>
                  <a:lnTo>
                    <a:pt x="2257" y="1460"/>
                  </a:lnTo>
                  <a:lnTo>
                    <a:pt x="2257" y="929"/>
                  </a:lnTo>
                  <a:lnTo>
                    <a:pt x="2257" y="398"/>
                  </a:lnTo>
                  <a:lnTo>
                    <a:pt x="1992" y="133"/>
                  </a:lnTo>
                  <a:lnTo>
                    <a:pt x="159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4350;p40">
              <a:extLst>
                <a:ext uri="{FF2B5EF4-FFF2-40B4-BE49-F238E27FC236}">
                  <a16:creationId xmlns:a16="http://schemas.microsoft.com/office/drawing/2014/main" id="{6CB8E2E9-48F5-52B2-F9B0-EA0033B52FBA}"/>
                </a:ext>
              </a:extLst>
            </p:cNvPr>
            <p:cNvSpPr/>
            <p:nvPr/>
          </p:nvSpPr>
          <p:spPr>
            <a:xfrm>
              <a:off x="5122218" y="3178600"/>
              <a:ext cx="37438" cy="50619"/>
            </a:xfrm>
            <a:custGeom>
              <a:avLst/>
              <a:gdLst/>
              <a:ahLst/>
              <a:cxnLst/>
              <a:rect l="l" t="t" r="r" b="b"/>
              <a:pathLst>
                <a:path w="2258" h="3053" extrusionOk="0">
                  <a:moveTo>
                    <a:pt x="1594" y="0"/>
                  </a:moveTo>
                  <a:lnTo>
                    <a:pt x="1063" y="266"/>
                  </a:lnTo>
                  <a:lnTo>
                    <a:pt x="665" y="531"/>
                  </a:lnTo>
                  <a:lnTo>
                    <a:pt x="266" y="1062"/>
                  </a:lnTo>
                  <a:lnTo>
                    <a:pt x="1" y="1726"/>
                  </a:lnTo>
                  <a:lnTo>
                    <a:pt x="1" y="2256"/>
                  </a:lnTo>
                  <a:lnTo>
                    <a:pt x="1" y="2787"/>
                  </a:lnTo>
                  <a:lnTo>
                    <a:pt x="266" y="3053"/>
                  </a:lnTo>
                  <a:lnTo>
                    <a:pt x="665" y="3053"/>
                  </a:lnTo>
                  <a:lnTo>
                    <a:pt x="1063" y="2920"/>
                  </a:lnTo>
                  <a:lnTo>
                    <a:pt x="1594" y="2522"/>
                  </a:lnTo>
                  <a:lnTo>
                    <a:pt x="1992" y="2124"/>
                  </a:lnTo>
                  <a:lnTo>
                    <a:pt x="2257" y="1460"/>
                  </a:lnTo>
                  <a:lnTo>
                    <a:pt x="2257" y="929"/>
                  </a:lnTo>
                  <a:lnTo>
                    <a:pt x="2257" y="398"/>
                  </a:lnTo>
                  <a:lnTo>
                    <a:pt x="1992" y="133"/>
                  </a:lnTo>
                  <a:lnTo>
                    <a:pt x="159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4351;p40">
              <a:extLst>
                <a:ext uri="{FF2B5EF4-FFF2-40B4-BE49-F238E27FC236}">
                  <a16:creationId xmlns:a16="http://schemas.microsoft.com/office/drawing/2014/main" id="{324DFB60-CF98-C5F1-D1C9-C8A0C99F18B8}"/>
                </a:ext>
              </a:extLst>
            </p:cNvPr>
            <p:cNvSpPr/>
            <p:nvPr/>
          </p:nvSpPr>
          <p:spPr>
            <a:xfrm>
              <a:off x="5300453" y="3077380"/>
              <a:ext cx="37421" cy="50619"/>
            </a:xfrm>
            <a:custGeom>
              <a:avLst/>
              <a:gdLst/>
              <a:ahLst/>
              <a:cxnLst/>
              <a:rect l="l" t="t" r="r" b="b"/>
              <a:pathLst>
                <a:path w="2257" h="3053" extrusionOk="0">
                  <a:moveTo>
                    <a:pt x="1593" y="1"/>
                  </a:moveTo>
                  <a:lnTo>
                    <a:pt x="1062" y="133"/>
                  </a:lnTo>
                  <a:lnTo>
                    <a:pt x="664" y="531"/>
                  </a:lnTo>
                  <a:lnTo>
                    <a:pt x="266" y="1062"/>
                  </a:lnTo>
                  <a:lnTo>
                    <a:pt x="1" y="1593"/>
                  </a:lnTo>
                  <a:lnTo>
                    <a:pt x="1" y="2124"/>
                  </a:lnTo>
                  <a:lnTo>
                    <a:pt x="1" y="2655"/>
                  </a:lnTo>
                  <a:lnTo>
                    <a:pt x="266" y="2920"/>
                  </a:lnTo>
                  <a:lnTo>
                    <a:pt x="664" y="3053"/>
                  </a:lnTo>
                  <a:lnTo>
                    <a:pt x="1062" y="2788"/>
                  </a:lnTo>
                  <a:lnTo>
                    <a:pt x="1593" y="2522"/>
                  </a:lnTo>
                  <a:lnTo>
                    <a:pt x="1991" y="1991"/>
                  </a:lnTo>
                  <a:lnTo>
                    <a:pt x="2257" y="1328"/>
                  </a:lnTo>
                  <a:lnTo>
                    <a:pt x="2257" y="797"/>
                  </a:lnTo>
                  <a:lnTo>
                    <a:pt x="2257" y="266"/>
                  </a:lnTo>
                  <a:lnTo>
                    <a:pt x="199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4352;p40">
              <a:extLst>
                <a:ext uri="{FF2B5EF4-FFF2-40B4-BE49-F238E27FC236}">
                  <a16:creationId xmlns:a16="http://schemas.microsoft.com/office/drawing/2014/main" id="{E6DBBBC9-6C4A-68F8-6E51-5028E7078915}"/>
                </a:ext>
              </a:extLst>
            </p:cNvPr>
            <p:cNvSpPr/>
            <p:nvPr/>
          </p:nvSpPr>
          <p:spPr>
            <a:xfrm>
              <a:off x="5478688" y="2973970"/>
              <a:ext cx="37421" cy="50619"/>
            </a:xfrm>
            <a:custGeom>
              <a:avLst/>
              <a:gdLst/>
              <a:ahLst/>
              <a:cxnLst/>
              <a:rect l="l" t="t" r="r" b="b"/>
              <a:pathLst>
                <a:path w="2257" h="3053" extrusionOk="0">
                  <a:moveTo>
                    <a:pt x="1593" y="0"/>
                  </a:moveTo>
                  <a:lnTo>
                    <a:pt x="1062" y="133"/>
                  </a:lnTo>
                  <a:lnTo>
                    <a:pt x="664" y="531"/>
                  </a:lnTo>
                  <a:lnTo>
                    <a:pt x="266" y="1062"/>
                  </a:lnTo>
                  <a:lnTo>
                    <a:pt x="0" y="1593"/>
                  </a:lnTo>
                  <a:lnTo>
                    <a:pt x="0" y="2256"/>
                  </a:lnTo>
                  <a:lnTo>
                    <a:pt x="0" y="2654"/>
                  </a:lnTo>
                  <a:lnTo>
                    <a:pt x="266" y="2920"/>
                  </a:lnTo>
                  <a:lnTo>
                    <a:pt x="664" y="3053"/>
                  </a:lnTo>
                  <a:lnTo>
                    <a:pt x="1062" y="2920"/>
                  </a:lnTo>
                  <a:lnTo>
                    <a:pt x="1593" y="2522"/>
                  </a:lnTo>
                  <a:lnTo>
                    <a:pt x="1991" y="1991"/>
                  </a:lnTo>
                  <a:lnTo>
                    <a:pt x="2256" y="1460"/>
                  </a:lnTo>
                  <a:lnTo>
                    <a:pt x="2256" y="797"/>
                  </a:lnTo>
                  <a:lnTo>
                    <a:pt x="2256" y="398"/>
                  </a:lnTo>
                  <a:lnTo>
                    <a:pt x="1991" y="133"/>
                  </a:lnTo>
                  <a:lnTo>
                    <a:pt x="159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4353;p40">
              <a:extLst>
                <a:ext uri="{FF2B5EF4-FFF2-40B4-BE49-F238E27FC236}">
                  <a16:creationId xmlns:a16="http://schemas.microsoft.com/office/drawing/2014/main" id="{51329354-F9F7-C040-37FA-9513FEA6E5B0}"/>
                </a:ext>
              </a:extLst>
            </p:cNvPr>
            <p:cNvSpPr/>
            <p:nvPr/>
          </p:nvSpPr>
          <p:spPr>
            <a:xfrm>
              <a:off x="5656907" y="2870544"/>
              <a:ext cx="37421" cy="50635"/>
            </a:xfrm>
            <a:custGeom>
              <a:avLst/>
              <a:gdLst/>
              <a:ahLst/>
              <a:cxnLst/>
              <a:rect l="l" t="t" r="r" b="b"/>
              <a:pathLst>
                <a:path w="2257" h="3054" extrusionOk="0">
                  <a:moveTo>
                    <a:pt x="1593" y="1"/>
                  </a:moveTo>
                  <a:lnTo>
                    <a:pt x="1062" y="134"/>
                  </a:lnTo>
                  <a:lnTo>
                    <a:pt x="664" y="532"/>
                  </a:lnTo>
                  <a:lnTo>
                    <a:pt x="266" y="1063"/>
                  </a:lnTo>
                  <a:lnTo>
                    <a:pt x="1" y="1593"/>
                  </a:lnTo>
                  <a:lnTo>
                    <a:pt x="1" y="2257"/>
                  </a:lnTo>
                  <a:lnTo>
                    <a:pt x="1" y="2655"/>
                  </a:lnTo>
                  <a:lnTo>
                    <a:pt x="266" y="3053"/>
                  </a:lnTo>
                  <a:lnTo>
                    <a:pt x="664" y="3053"/>
                  </a:lnTo>
                  <a:lnTo>
                    <a:pt x="1062" y="2920"/>
                  </a:lnTo>
                  <a:lnTo>
                    <a:pt x="1593" y="2522"/>
                  </a:lnTo>
                  <a:lnTo>
                    <a:pt x="1991" y="1992"/>
                  </a:lnTo>
                  <a:lnTo>
                    <a:pt x="2257" y="1461"/>
                  </a:lnTo>
                  <a:lnTo>
                    <a:pt x="2257" y="930"/>
                  </a:lnTo>
                  <a:lnTo>
                    <a:pt x="2257" y="399"/>
                  </a:lnTo>
                  <a:lnTo>
                    <a:pt x="1991" y="134"/>
                  </a:lnTo>
                  <a:lnTo>
                    <a:pt x="159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4354;p40">
              <a:extLst>
                <a:ext uri="{FF2B5EF4-FFF2-40B4-BE49-F238E27FC236}">
                  <a16:creationId xmlns:a16="http://schemas.microsoft.com/office/drawing/2014/main" id="{C2748B9F-0962-E81F-833B-5ADFE5471963}"/>
                </a:ext>
              </a:extLst>
            </p:cNvPr>
            <p:cNvSpPr/>
            <p:nvPr/>
          </p:nvSpPr>
          <p:spPr>
            <a:xfrm>
              <a:off x="5835142" y="2767135"/>
              <a:ext cx="37421" cy="50619"/>
            </a:xfrm>
            <a:custGeom>
              <a:avLst/>
              <a:gdLst/>
              <a:ahLst/>
              <a:cxnLst/>
              <a:rect l="l" t="t" r="r" b="b"/>
              <a:pathLst>
                <a:path w="2257" h="3053" extrusionOk="0">
                  <a:moveTo>
                    <a:pt x="1593" y="0"/>
                  </a:moveTo>
                  <a:lnTo>
                    <a:pt x="1062" y="266"/>
                  </a:lnTo>
                  <a:lnTo>
                    <a:pt x="664" y="531"/>
                  </a:lnTo>
                  <a:lnTo>
                    <a:pt x="266" y="1062"/>
                  </a:lnTo>
                  <a:lnTo>
                    <a:pt x="0" y="1726"/>
                  </a:lnTo>
                  <a:lnTo>
                    <a:pt x="0" y="2257"/>
                  </a:lnTo>
                  <a:lnTo>
                    <a:pt x="0" y="2787"/>
                  </a:lnTo>
                  <a:lnTo>
                    <a:pt x="266" y="3053"/>
                  </a:lnTo>
                  <a:lnTo>
                    <a:pt x="664" y="3053"/>
                  </a:lnTo>
                  <a:lnTo>
                    <a:pt x="1062" y="2920"/>
                  </a:lnTo>
                  <a:lnTo>
                    <a:pt x="1593" y="2522"/>
                  </a:lnTo>
                  <a:lnTo>
                    <a:pt x="1991" y="2124"/>
                  </a:lnTo>
                  <a:lnTo>
                    <a:pt x="2256" y="1460"/>
                  </a:lnTo>
                  <a:lnTo>
                    <a:pt x="2256" y="929"/>
                  </a:lnTo>
                  <a:lnTo>
                    <a:pt x="2256" y="399"/>
                  </a:lnTo>
                  <a:lnTo>
                    <a:pt x="1991" y="133"/>
                  </a:lnTo>
                  <a:lnTo>
                    <a:pt x="159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4355;p40">
              <a:extLst>
                <a:ext uri="{FF2B5EF4-FFF2-40B4-BE49-F238E27FC236}">
                  <a16:creationId xmlns:a16="http://schemas.microsoft.com/office/drawing/2014/main" id="{C10A97E3-85A7-5408-1930-4102F04C80DE}"/>
                </a:ext>
              </a:extLst>
            </p:cNvPr>
            <p:cNvSpPr/>
            <p:nvPr/>
          </p:nvSpPr>
          <p:spPr>
            <a:xfrm>
              <a:off x="6013360" y="2665914"/>
              <a:ext cx="37421" cy="50635"/>
            </a:xfrm>
            <a:custGeom>
              <a:avLst/>
              <a:gdLst/>
              <a:ahLst/>
              <a:cxnLst/>
              <a:rect l="l" t="t" r="r" b="b"/>
              <a:pathLst>
                <a:path w="2257" h="3054" extrusionOk="0">
                  <a:moveTo>
                    <a:pt x="1593" y="1"/>
                  </a:moveTo>
                  <a:lnTo>
                    <a:pt x="1062" y="133"/>
                  </a:lnTo>
                  <a:lnTo>
                    <a:pt x="664" y="532"/>
                  </a:lnTo>
                  <a:lnTo>
                    <a:pt x="266" y="1062"/>
                  </a:lnTo>
                  <a:lnTo>
                    <a:pt x="1" y="1593"/>
                  </a:lnTo>
                  <a:lnTo>
                    <a:pt x="1" y="2124"/>
                  </a:lnTo>
                  <a:lnTo>
                    <a:pt x="1" y="2655"/>
                  </a:lnTo>
                  <a:lnTo>
                    <a:pt x="266" y="2920"/>
                  </a:lnTo>
                  <a:lnTo>
                    <a:pt x="664" y="3053"/>
                  </a:lnTo>
                  <a:lnTo>
                    <a:pt x="1062" y="2788"/>
                  </a:lnTo>
                  <a:lnTo>
                    <a:pt x="1593" y="2522"/>
                  </a:lnTo>
                  <a:lnTo>
                    <a:pt x="1991" y="1991"/>
                  </a:lnTo>
                  <a:lnTo>
                    <a:pt x="2257" y="1328"/>
                  </a:lnTo>
                  <a:lnTo>
                    <a:pt x="2257" y="797"/>
                  </a:lnTo>
                  <a:lnTo>
                    <a:pt x="2257" y="266"/>
                  </a:lnTo>
                  <a:lnTo>
                    <a:pt x="199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4356;p40">
              <a:extLst>
                <a:ext uri="{FF2B5EF4-FFF2-40B4-BE49-F238E27FC236}">
                  <a16:creationId xmlns:a16="http://schemas.microsoft.com/office/drawing/2014/main" id="{63D90B6B-20E5-6B69-D019-8BDB0D188243}"/>
                </a:ext>
              </a:extLst>
            </p:cNvPr>
            <p:cNvSpPr/>
            <p:nvPr/>
          </p:nvSpPr>
          <p:spPr>
            <a:xfrm>
              <a:off x="6191595" y="2562504"/>
              <a:ext cx="37421" cy="50619"/>
            </a:xfrm>
            <a:custGeom>
              <a:avLst/>
              <a:gdLst/>
              <a:ahLst/>
              <a:cxnLst/>
              <a:rect l="l" t="t" r="r" b="b"/>
              <a:pathLst>
                <a:path w="2257" h="3053" extrusionOk="0">
                  <a:moveTo>
                    <a:pt x="1593" y="0"/>
                  </a:moveTo>
                  <a:lnTo>
                    <a:pt x="1062" y="133"/>
                  </a:lnTo>
                  <a:lnTo>
                    <a:pt x="664" y="531"/>
                  </a:lnTo>
                  <a:lnTo>
                    <a:pt x="266" y="1062"/>
                  </a:lnTo>
                  <a:lnTo>
                    <a:pt x="0" y="1593"/>
                  </a:lnTo>
                  <a:lnTo>
                    <a:pt x="0" y="2256"/>
                  </a:lnTo>
                  <a:lnTo>
                    <a:pt x="0" y="2655"/>
                  </a:lnTo>
                  <a:lnTo>
                    <a:pt x="266" y="2920"/>
                  </a:lnTo>
                  <a:lnTo>
                    <a:pt x="664" y="3053"/>
                  </a:lnTo>
                  <a:lnTo>
                    <a:pt x="1062" y="2920"/>
                  </a:lnTo>
                  <a:lnTo>
                    <a:pt x="1593" y="2522"/>
                  </a:lnTo>
                  <a:lnTo>
                    <a:pt x="1991" y="1991"/>
                  </a:lnTo>
                  <a:lnTo>
                    <a:pt x="2256" y="1460"/>
                  </a:lnTo>
                  <a:lnTo>
                    <a:pt x="2256" y="797"/>
                  </a:lnTo>
                  <a:lnTo>
                    <a:pt x="2256" y="399"/>
                  </a:lnTo>
                  <a:lnTo>
                    <a:pt x="1991" y="133"/>
                  </a:lnTo>
                  <a:lnTo>
                    <a:pt x="159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4357;p40">
              <a:extLst>
                <a:ext uri="{FF2B5EF4-FFF2-40B4-BE49-F238E27FC236}">
                  <a16:creationId xmlns:a16="http://schemas.microsoft.com/office/drawing/2014/main" id="{73D51667-F2B9-6BB2-CACA-BD8714460AF3}"/>
                </a:ext>
              </a:extLst>
            </p:cNvPr>
            <p:cNvSpPr/>
            <p:nvPr/>
          </p:nvSpPr>
          <p:spPr>
            <a:xfrm>
              <a:off x="6369814" y="2459078"/>
              <a:ext cx="37421" cy="50635"/>
            </a:xfrm>
            <a:custGeom>
              <a:avLst/>
              <a:gdLst/>
              <a:ahLst/>
              <a:cxnLst/>
              <a:rect l="l" t="t" r="r" b="b"/>
              <a:pathLst>
                <a:path w="2257" h="3054" extrusionOk="0">
                  <a:moveTo>
                    <a:pt x="1593" y="1"/>
                  </a:moveTo>
                  <a:lnTo>
                    <a:pt x="1063" y="134"/>
                  </a:lnTo>
                  <a:lnTo>
                    <a:pt x="664" y="532"/>
                  </a:lnTo>
                  <a:lnTo>
                    <a:pt x="266" y="1063"/>
                  </a:lnTo>
                  <a:lnTo>
                    <a:pt x="1" y="1594"/>
                  </a:lnTo>
                  <a:lnTo>
                    <a:pt x="1" y="2257"/>
                  </a:lnTo>
                  <a:lnTo>
                    <a:pt x="1" y="2655"/>
                  </a:lnTo>
                  <a:lnTo>
                    <a:pt x="266" y="3053"/>
                  </a:lnTo>
                  <a:lnTo>
                    <a:pt x="664" y="3053"/>
                  </a:lnTo>
                  <a:lnTo>
                    <a:pt x="1063" y="2921"/>
                  </a:lnTo>
                  <a:lnTo>
                    <a:pt x="1593" y="2522"/>
                  </a:lnTo>
                  <a:lnTo>
                    <a:pt x="1992" y="1992"/>
                  </a:lnTo>
                  <a:lnTo>
                    <a:pt x="2257" y="1461"/>
                  </a:lnTo>
                  <a:lnTo>
                    <a:pt x="2257" y="930"/>
                  </a:lnTo>
                  <a:lnTo>
                    <a:pt x="2257" y="399"/>
                  </a:lnTo>
                  <a:lnTo>
                    <a:pt x="1992" y="134"/>
                  </a:lnTo>
                  <a:lnTo>
                    <a:pt x="1593"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4358;p40">
              <a:extLst>
                <a:ext uri="{FF2B5EF4-FFF2-40B4-BE49-F238E27FC236}">
                  <a16:creationId xmlns:a16="http://schemas.microsoft.com/office/drawing/2014/main" id="{E5C0D122-DB73-FDF2-FB49-F1C902A88EB6}"/>
                </a:ext>
              </a:extLst>
            </p:cNvPr>
            <p:cNvSpPr/>
            <p:nvPr/>
          </p:nvSpPr>
          <p:spPr>
            <a:xfrm>
              <a:off x="5210242" y="3108185"/>
              <a:ext cx="17625" cy="11026"/>
            </a:xfrm>
            <a:custGeom>
              <a:avLst/>
              <a:gdLst/>
              <a:ahLst/>
              <a:cxnLst/>
              <a:rect l="l" t="t" r="r" b="b"/>
              <a:pathLst>
                <a:path w="1063" h="665" extrusionOk="0">
                  <a:moveTo>
                    <a:pt x="1062" y="1"/>
                  </a:moveTo>
                  <a:lnTo>
                    <a:pt x="0" y="664"/>
                  </a:lnTo>
                  <a:lnTo>
                    <a:pt x="0" y="664"/>
                  </a:lnTo>
                  <a:lnTo>
                    <a:pt x="1062" y="133"/>
                  </a:lnTo>
                  <a:lnTo>
                    <a:pt x="1062" y="1"/>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4359;p40">
              <a:extLst>
                <a:ext uri="{FF2B5EF4-FFF2-40B4-BE49-F238E27FC236}">
                  <a16:creationId xmlns:a16="http://schemas.microsoft.com/office/drawing/2014/main" id="{6FE5FA2B-DAFA-7038-26DE-F8222A99B192}"/>
                </a:ext>
              </a:extLst>
            </p:cNvPr>
            <p:cNvSpPr/>
            <p:nvPr/>
          </p:nvSpPr>
          <p:spPr>
            <a:xfrm>
              <a:off x="5210242" y="3086184"/>
              <a:ext cx="17625" cy="33027"/>
            </a:xfrm>
            <a:custGeom>
              <a:avLst/>
              <a:gdLst/>
              <a:ahLst/>
              <a:cxnLst/>
              <a:rect l="l" t="t" r="r" b="b"/>
              <a:pathLst>
                <a:path w="1063" h="1992" fill="none" extrusionOk="0">
                  <a:moveTo>
                    <a:pt x="1062" y="0"/>
                  </a:moveTo>
                  <a:lnTo>
                    <a:pt x="1062" y="133"/>
                  </a:lnTo>
                  <a:lnTo>
                    <a:pt x="1062" y="1460"/>
                  </a:lnTo>
                  <a:lnTo>
                    <a:pt x="0" y="1991"/>
                  </a:lnTo>
                  <a:lnTo>
                    <a:pt x="0" y="1991"/>
                  </a:lnTo>
                  <a:lnTo>
                    <a:pt x="1062" y="1328"/>
                  </a:lnTo>
                  <a:lnTo>
                    <a:pt x="106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4360;p40">
              <a:extLst>
                <a:ext uri="{FF2B5EF4-FFF2-40B4-BE49-F238E27FC236}">
                  <a16:creationId xmlns:a16="http://schemas.microsoft.com/office/drawing/2014/main" id="{3EEABF5F-4B7A-F235-03C8-2977D922CA18}"/>
                </a:ext>
              </a:extLst>
            </p:cNvPr>
            <p:cNvSpPr/>
            <p:nvPr/>
          </p:nvSpPr>
          <p:spPr>
            <a:xfrm>
              <a:off x="5210242" y="3108185"/>
              <a:ext cx="17625" cy="11026"/>
            </a:xfrm>
            <a:custGeom>
              <a:avLst/>
              <a:gdLst/>
              <a:ahLst/>
              <a:cxnLst/>
              <a:rect l="l" t="t" r="r" b="b"/>
              <a:pathLst>
                <a:path w="1063" h="665" extrusionOk="0">
                  <a:moveTo>
                    <a:pt x="1062" y="1"/>
                  </a:moveTo>
                  <a:lnTo>
                    <a:pt x="0" y="664"/>
                  </a:lnTo>
                  <a:lnTo>
                    <a:pt x="0" y="664"/>
                  </a:lnTo>
                  <a:lnTo>
                    <a:pt x="1062" y="1"/>
                  </a:lnTo>
                  <a:lnTo>
                    <a:pt x="1062" y="1"/>
                  </a:lnTo>
                  <a:close/>
                </a:path>
              </a:pathLst>
            </a:custGeom>
            <a:solidFill>
              <a:srgbClr val="3748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4361;p40">
              <a:extLst>
                <a:ext uri="{FF2B5EF4-FFF2-40B4-BE49-F238E27FC236}">
                  <a16:creationId xmlns:a16="http://schemas.microsoft.com/office/drawing/2014/main" id="{7767C232-1174-866E-BCCB-CE98E824FCCB}"/>
                </a:ext>
              </a:extLst>
            </p:cNvPr>
            <p:cNvSpPr/>
            <p:nvPr/>
          </p:nvSpPr>
          <p:spPr>
            <a:xfrm>
              <a:off x="5210242" y="3108185"/>
              <a:ext cx="17625" cy="11026"/>
            </a:xfrm>
            <a:custGeom>
              <a:avLst/>
              <a:gdLst/>
              <a:ahLst/>
              <a:cxnLst/>
              <a:rect l="l" t="t" r="r" b="b"/>
              <a:pathLst>
                <a:path w="1063" h="665" fill="none" extrusionOk="0">
                  <a:moveTo>
                    <a:pt x="1062" y="1"/>
                  </a:moveTo>
                  <a:lnTo>
                    <a:pt x="0" y="664"/>
                  </a:lnTo>
                  <a:lnTo>
                    <a:pt x="0" y="664"/>
                  </a:lnTo>
                  <a:lnTo>
                    <a:pt x="1062" y="1"/>
                  </a:lnTo>
                  <a:lnTo>
                    <a:pt x="106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4362;p40">
              <a:extLst>
                <a:ext uri="{FF2B5EF4-FFF2-40B4-BE49-F238E27FC236}">
                  <a16:creationId xmlns:a16="http://schemas.microsoft.com/office/drawing/2014/main" id="{340C0C88-8AB7-0DA0-3DFD-9D802155EE3A}"/>
                </a:ext>
              </a:extLst>
            </p:cNvPr>
            <p:cNvSpPr/>
            <p:nvPr/>
          </p:nvSpPr>
          <p:spPr>
            <a:xfrm>
              <a:off x="5208036" y="3097193"/>
              <a:ext cx="2222" cy="2205"/>
            </a:xfrm>
            <a:custGeom>
              <a:avLst/>
              <a:gdLst/>
              <a:ahLst/>
              <a:cxnLst/>
              <a:rect l="l" t="t" r="r" b="b"/>
              <a:pathLst>
                <a:path w="134" h="133" extrusionOk="0">
                  <a:moveTo>
                    <a:pt x="133" y="0"/>
                  </a:moveTo>
                  <a:lnTo>
                    <a:pt x="1" y="133"/>
                  </a:lnTo>
                  <a:lnTo>
                    <a:pt x="1" y="133"/>
                  </a:lnTo>
                  <a:lnTo>
                    <a:pt x="133" y="0"/>
                  </a:lnTo>
                  <a:lnTo>
                    <a:pt x="133" y="0"/>
                  </a:lnTo>
                  <a:close/>
                </a:path>
              </a:pathLst>
            </a:custGeom>
            <a:solidFill>
              <a:srgbClr val="C24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4363;p40">
              <a:extLst>
                <a:ext uri="{FF2B5EF4-FFF2-40B4-BE49-F238E27FC236}">
                  <a16:creationId xmlns:a16="http://schemas.microsoft.com/office/drawing/2014/main" id="{EEF8BB2A-1B20-2184-3CB8-692A73FFB706}"/>
                </a:ext>
              </a:extLst>
            </p:cNvPr>
            <p:cNvSpPr/>
            <p:nvPr/>
          </p:nvSpPr>
          <p:spPr>
            <a:xfrm>
              <a:off x="5208036" y="3097193"/>
              <a:ext cx="2222" cy="2205"/>
            </a:xfrm>
            <a:custGeom>
              <a:avLst/>
              <a:gdLst/>
              <a:ahLst/>
              <a:cxnLst/>
              <a:rect l="l" t="t" r="r" b="b"/>
              <a:pathLst>
                <a:path w="134" h="133" fill="none" extrusionOk="0">
                  <a:moveTo>
                    <a:pt x="133" y="0"/>
                  </a:moveTo>
                  <a:lnTo>
                    <a:pt x="1" y="133"/>
                  </a:lnTo>
                  <a:lnTo>
                    <a:pt x="1" y="133"/>
                  </a:lnTo>
                  <a:lnTo>
                    <a:pt x="133" y="0"/>
                  </a:lnTo>
                  <a:lnTo>
                    <a:pt x="13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4364;p40">
              <a:extLst>
                <a:ext uri="{FF2B5EF4-FFF2-40B4-BE49-F238E27FC236}">
                  <a16:creationId xmlns:a16="http://schemas.microsoft.com/office/drawing/2014/main" id="{04FE5F00-F46E-D086-D29C-57671DA15320}"/>
                </a:ext>
              </a:extLst>
            </p:cNvPr>
            <p:cNvSpPr/>
            <p:nvPr/>
          </p:nvSpPr>
          <p:spPr>
            <a:xfrm>
              <a:off x="5208036" y="3088389"/>
              <a:ext cx="19830" cy="33011"/>
            </a:xfrm>
            <a:custGeom>
              <a:avLst/>
              <a:gdLst/>
              <a:ahLst/>
              <a:cxnLst/>
              <a:rect l="l" t="t" r="r" b="b"/>
              <a:pathLst>
                <a:path w="1196" h="1991" extrusionOk="0">
                  <a:moveTo>
                    <a:pt x="1195" y="0"/>
                  </a:moveTo>
                  <a:lnTo>
                    <a:pt x="133" y="531"/>
                  </a:lnTo>
                  <a:lnTo>
                    <a:pt x="1" y="664"/>
                  </a:lnTo>
                  <a:lnTo>
                    <a:pt x="1" y="1991"/>
                  </a:lnTo>
                  <a:lnTo>
                    <a:pt x="133" y="1858"/>
                  </a:lnTo>
                  <a:lnTo>
                    <a:pt x="1195" y="1327"/>
                  </a:lnTo>
                  <a:lnTo>
                    <a:pt x="1195" y="0"/>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4365;p40">
              <a:extLst>
                <a:ext uri="{FF2B5EF4-FFF2-40B4-BE49-F238E27FC236}">
                  <a16:creationId xmlns:a16="http://schemas.microsoft.com/office/drawing/2014/main" id="{C573F53F-573A-7DA5-0453-782682971969}"/>
                </a:ext>
              </a:extLst>
            </p:cNvPr>
            <p:cNvSpPr/>
            <p:nvPr/>
          </p:nvSpPr>
          <p:spPr>
            <a:xfrm>
              <a:off x="5208036" y="3088389"/>
              <a:ext cx="19830" cy="33011"/>
            </a:xfrm>
            <a:custGeom>
              <a:avLst/>
              <a:gdLst/>
              <a:ahLst/>
              <a:cxnLst/>
              <a:rect l="l" t="t" r="r" b="b"/>
              <a:pathLst>
                <a:path w="1196" h="1991" fill="none" extrusionOk="0">
                  <a:moveTo>
                    <a:pt x="1195" y="0"/>
                  </a:moveTo>
                  <a:lnTo>
                    <a:pt x="133" y="531"/>
                  </a:lnTo>
                  <a:lnTo>
                    <a:pt x="1" y="664"/>
                  </a:lnTo>
                  <a:lnTo>
                    <a:pt x="1" y="1991"/>
                  </a:lnTo>
                  <a:lnTo>
                    <a:pt x="133" y="1858"/>
                  </a:lnTo>
                  <a:lnTo>
                    <a:pt x="1195" y="1327"/>
                  </a:lnTo>
                  <a:lnTo>
                    <a:pt x="119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4366;p40">
              <a:extLst>
                <a:ext uri="{FF2B5EF4-FFF2-40B4-BE49-F238E27FC236}">
                  <a16:creationId xmlns:a16="http://schemas.microsoft.com/office/drawing/2014/main" id="{ACA8045B-724F-5263-BF5B-45F7A5034DD4}"/>
                </a:ext>
              </a:extLst>
            </p:cNvPr>
            <p:cNvSpPr/>
            <p:nvPr/>
          </p:nvSpPr>
          <p:spPr>
            <a:xfrm>
              <a:off x="5384066" y="2984963"/>
              <a:ext cx="19813" cy="11026"/>
            </a:xfrm>
            <a:custGeom>
              <a:avLst/>
              <a:gdLst/>
              <a:ahLst/>
              <a:cxnLst/>
              <a:rect l="l" t="t" r="r" b="b"/>
              <a:pathLst>
                <a:path w="1195" h="665" extrusionOk="0">
                  <a:moveTo>
                    <a:pt x="1195" y="1"/>
                  </a:moveTo>
                  <a:lnTo>
                    <a:pt x="1" y="664"/>
                  </a:lnTo>
                  <a:lnTo>
                    <a:pt x="1" y="664"/>
                  </a:lnTo>
                  <a:lnTo>
                    <a:pt x="1195" y="1"/>
                  </a:lnTo>
                  <a:lnTo>
                    <a:pt x="1195" y="1"/>
                  </a:lnTo>
                  <a:close/>
                </a:path>
              </a:pathLst>
            </a:custGeom>
            <a:solidFill>
              <a:srgbClr val="C24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4367;p40">
              <a:extLst>
                <a:ext uri="{FF2B5EF4-FFF2-40B4-BE49-F238E27FC236}">
                  <a16:creationId xmlns:a16="http://schemas.microsoft.com/office/drawing/2014/main" id="{F0665911-AE04-EA79-1F9E-4822083BE4AD}"/>
                </a:ext>
              </a:extLst>
            </p:cNvPr>
            <p:cNvSpPr/>
            <p:nvPr/>
          </p:nvSpPr>
          <p:spPr>
            <a:xfrm>
              <a:off x="5384066" y="2984963"/>
              <a:ext cx="19813" cy="11026"/>
            </a:xfrm>
            <a:custGeom>
              <a:avLst/>
              <a:gdLst/>
              <a:ahLst/>
              <a:cxnLst/>
              <a:rect l="l" t="t" r="r" b="b"/>
              <a:pathLst>
                <a:path w="1195" h="665" fill="none" extrusionOk="0">
                  <a:moveTo>
                    <a:pt x="1195" y="1"/>
                  </a:moveTo>
                  <a:lnTo>
                    <a:pt x="1" y="664"/>
                  </a:lnTo>
                  <a:lnTo>
                    <a:pt x="1" y="664"/>
                  </a:lnTo>
                  <a:lnTo>
                    <a:pt x="1195" y="1"/>
                  </a:lnTo>
                  <a:lnTo>
                    <a:pt x="119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4368;p40">
              <a:extLst>
                <a:ext uri="{FF2B5EF4-FFF2-40B4-BE49-F238E27FC236}">
                  <a16:creationId xmlns:a16="http://schemas.microsoft.com/office/drawing/2014/main" id="{F08467F0-E1CD-C383-0294-E3F0295B668F}"/>
                </a:ext>
              </a:extLst>
            </p:cNvPr>
            <p:cNvSpPr/>
            <p:nvPr/>
          </p:nvSpPr>
          <p:spPr>
            <a:xfrm>
              <a:off x="5384066" y="2984963"/>
              <a:ext cx="19813" cy="33027"/>
            </a:xfrm>
            <a:custGeom>
              <a:avLst/>
              <a:gdLst/>
              <a:ahLst/>
              <a:cxnLst/>
              <a:rect l="l" t="t" r="r" b="b"/>
              <a:pathLst>
                <a:path w="1195" h="1992" extrusionOk="0">
                  <a:moveTo>
                    <a:pt x="1195" y="1"/>
                  </a:moveTo>
                  <a:lnTo>
                    <a:pt x="1" y="664"/>
                  </a:lnTo>
                  <a:lnTo>
                    <a:pt x="1" y="1991"/>
                  </a:lnTo>
                  <a:lnTo>
                    <a:pt x="1195" y="1328"/>
                  </a:lnTo>
                  <a:lnTo>
                    <a:pt x="1195" y="1"/>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4369;p40">
              <a:extLst>
                <a:ext uri="{FF2B5EF4-FFF2-40B4-BE49-F238E27FC236}">
                  <a16:creationId xmlns:a16="http://schemas.microsoft.com/office/drawing/2014/main" id="{162A85DD-3EBE-1E54-280F-E3F1AAE448CD}"/>
                </a:ext>
              </a:extLst>
            </p:cNvPr>
            <p:cNvSpPr/>
            <p:nvPr/>
          </p:nvSpPr>
          <p:spPr>
            <a:xfrm>
              <a:off x="5384066" y="2984963"/>
              <a:ext cx="19813" cy="33027"/>
            </a:xfrm>
            <a:custGeom>
              <a:avLst/>
              <a:gdLst/>
              <a:ahLst/>
              <a:cxnLst/>
              <a:rect l="l" t="t" r="r" b="b"/>
              <a:pathLst>
                <a:path w="1195" h="1992" fill="none" extrusionOk="0">
                  <a:moveTo>
                    <a:pt x="1195" y="1"/>
                  </a:moveTo>
                  <a:lnTo>
                    <a:pt x="1" y="664"/>
                  </a:lnTo>
                  <a:lnTo>
                    <a:pt x="1" y="1991"/>
                  </a:lnTo>
                  <a:lnTo>
                    <a:pt x="1195" y="1328"/>
                  </a:lnTo>
                  <a:lnTo>
                    <a:pt x="119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4370;p40">
              <a:extLst>
                <a:ext uri="{FF2B5EF4-FFF2-40B4-BE49-F238E27FC236}">
                  <a16:creationId xmlns:a16="http://schemas.microsoft.com/office/drawing/2014/main" id="{049A869C-EB60-1348-3A08-FCA9EC840724}"/>
                </a:ext>
              </a:extLst>
            </p:cNvPr>
            <p:cNvSpPr/>
            <p:nvPr/>
          </p:nvSpPr>
          <p:spPr>
            <a:xfrm>
              <a:off x="5562301" y="2883758"/>
              <a:ext cx="19813" cy="11009"/>
            </a:xfrm>
            <a:custGeom>
              <a:avLst/>
              <a:gdLst/>
              <a:ahLst/>
              <a:cxnLst/>
              <a:rect l="l" t="t" r="r" b="b"/>
              <a:pathLst>
                <a:path w="1195" h="664" extrusionOk="0">
                  <a:moveTo>
                    <a:pt x="1194" y="0"/>
                  </a:moveTo>
                  <a:lnTo>
                    <a:pt x="0" y="664"/>
                  </a:lnTo>
                  <a:lnTo>
                    <a:pt x="0" y="664"/>
                  </a:lnTo>
                  <a:lnTo>
                    <a:pt x="1194" y="0"/>
                  </a:lnTo>
                  <a:lnTo>
                    <a:pt x="1194" y="0"/>
                  </a:lnTo>
                  <a:close/>
                </a:path>
              </a:pathLst>
            </a:custGeom>
            <a:solidFill>
              <a:srgbClr val="C24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4371;p40">
              <a:extLst>
                <a:ext uri="{FF2B5EF4-FFF2-40B4-BE49-F238E27FC236}">
                  <a16:creationId xmlns:a16="http://schemas.microsoft.com/office/drawing/2014/main" id="{8A6439A2-6A36-B1AD-4FF4-2FA5C57897E2}"/>
                </a:ext>
              </a:extLst>
            </p:cNvPr>
            <p:cNvSpPr/>
            <p:nvPr/>
          </p:nvSpPr>
          <p:spPr>
            <a:xfrm>
              <a:off x="5562301" y="2883758"/>
              <a:ext cx="19813" cy="11009"/>
            </a:xfrm>
            <a:custGeom>
              <a:avLst/>
              <a:gdLst/>
              <a:ahLst/>
              <a:cxnLst/>
              <a:rect l="l" t="t" r="r" b="b"/>
              <a:pathLst>
                <a:path w="1195" h="664" fill="none" extrusionOk="0">
                  <a:moveTo>
                    <a:pt x="1194" y="0"/>
                  </a:moveTo>
                  <a:lnTo>
                    <a:pt x="0" y="664"/>
                  </a:lnTo>
                  <a:lnTo>
                    <a:pt x="0" y="664"/>
                  </a:lnTo>
                  <a:lnTo>
                    <a:pt x="1194" y="0"/>
                  </a:lnTo>
                  <a:lnTo>
                    <a:pt x="119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4372;p40">
              <a:extLst>
                <a:ext uri="{FF2B5EF4-FFF2-40B4-BE49-F238E27FC236}">
                  <a16:creationId xmlns:a16="http://schemas.microsoft.com/office/drawing/2014/main" id="{6BF2797B-C367-5B39-02D6-5C2705E2E52A}"/>
                </a:ext>
              </a:extLst>
            </p:cNvPr>
            <p:cNvSpPr/>
            <p:nvPr/>
          </p:nvSpPr>
          <p:spPr>
            <a:xfrm>
              <a:off x="5562301" y="2883758"/>
              <a:ext cx="19813" cy="33011"/>
            </a:xfrm>
            <a:custGeom>
              <a:avLst/>
              <a:gdLst/>
              <a:ahLst/>
              <a:cxnLst/>
              <a:rect l="l" t="t" r="r" b="b"/>
              <a:pathLst>
                <a:path w="1195" h="1991" extrusionOk="0">
                  <a:moveTo>
                    <a:pt x="1194" y="0"/>
                  </a:moveTo>
                  <a:lnTo>
                    <a:pt x="0" y="664"/>
                  </a:lnTo>
                  <a:lnTo>
                    <a:pt x="0" y="1991"/>
                  </a:lnTo>
                  <a:lnTo>
                    <a:pt x="1194" y="1327"/>
                  </a:lnTo>
                  <a:lnTo>
                    <a:pt x="1194" y="0"/>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4373;p40">
              <a:extLst>
                <a:ext uri="{FF2B5EF4-FFF2-40B4-BE49-F238E27FC236}">
                  <a16:creationId xmlns:a16="http://schemas.microsoft.com/office/drawing/2014/main" id="{EB212D35-A2B8-51E8-54B9-B80FCAE35B82}"/>
                </a:ext>
              </a:extLst>
            </p:cNvPr>
            <p:cNvSpPr/>
            <p:nvPr/>
          </p:nvSpPr>
          <p:spPr>
            <a:xfrm>
              <a:off x="5562301" y="2883758"/>
              <a:ext cx="19813" cy="33011"/>
            </a:xfrm>
            <a:custGeom>
              <a:avLst/>
              <a:gdLst/>
              <a:ahLst/>
              <a:cxnLst/>
              <a:rect l="l" t="t" r="r" b="b"/>
              <a:pathLst>
                <a:path w="1195" h="1991" fill="none" extrusionOk="0">
                  <a:moveTo>
                    <a:pt x="1194" y="0"/>
                  </a:moveTo>
                  <a:lnTo>
                    <a:pt x="0" y="664"/>
                  </a:lnTo>
                  <a:lnTo>
                    <a:pt x="0" y="1991"/>
                  </a:lnTo>
                  <a:lnTo>
                    <a:pt x="1194" y="1327"/>
                  </a:lnTo>
                  <a:lnTo>
                    <a:pt x="119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4374;p40">
              <a:extLst>
                <a:ext uri="{FF2B5EF4-FFF2-40B4-BE49-F238E27FC236}">
                  <a16:creationId xmlns:a16="http://schemas.microsoft.com/office/drawing/2014/main" id="{9CB410F2-9810-F394-C0EB-67A3B813B85B}"/>
                </a:ext>
              </a:extLst>
            </p:cNvPr>
            <p:cNvSpPr/>
            <p:nvPr/>
          </p:nvSpPr>
          <p:spPr>
            <a:xfrm>
              <a:off x="5738315" y="2780332"/>
              <a:ext cx="19830" cy="11026"/>
            </a:xfrm>
            <a:custGeom>
              <a:avLst/>
              <a:gdLst/>
              <a:ahLst/>
              <a:cxnLst/>
              <a:rect l="l" t="t" r="r" b="b"/>
              <a:pathLst>
                <a:path w="1196" h="665" extrusionOk="0">
                  <a:moveTo>
                    <a:pt x="1195" y="1"/>
                  </a:moveTo>
                  <a:lnTo>
                    <a:pt x="1" y="664"/>
                  </a:lnTo>
                  <a:lnTo>
                    <a:pt x="1" y="664"/>
                  </a:lnTo>
                  <a:lnTo>
                    <a:pt x="1195" y="1"/>
                  </a:lnTo>
                  <a:lnTo>
                    <a:pt x="1195" y="1"/>
                  </a:lnTo>
                  <a:close/>
                </a:path>
              </a:pathLst>
            </a:custGeom>
            <a:solidFill>
              <a:srgbClr val="C24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4375;p40">
              <a:extLst>
                <a:ext uri="{FF2B5EF4-FFF2-40B4-BE49-F238E27FC236}">
                  <a16:creationId xmlns:a16="http://schemas.microsoft.com/office/drawing/2014/main" id="{B500FAA8-D5C1-AB28-12B9-9DD9725ADC97}"/>
                </a:ext>
              </a:extLst>
            </p:cNvPr>
            <p:cNvSpPr/>
            <p:nvPr/>
          </p:nvSpPr>
          <p:spPr>
            <a:xfrm>
              <a:off x="5738315" y="2780332"/>
              <a:ext cx="19830" cy="11026"/>
            </a:xfrm>
            <a:custGeom>
              <a:avLst/>
              <a:gdLst/>
              <a:ahLst/>
              <a:cxnLst/>
              <a:rect l="l" t="t" r="r" b="b"/>
              <a:pathLst>
                <a:path w="1196" h="665" fill="none" extrusionOk="0">
                  <a:moveTo>
                    <a:pt x="1195" y="1"/>
                  </a:moveTo>
                  <a:lnTo>
                    <a:pt x="1" y="664"/>
                  </a:lnTo>
                  <a:lnTo>
                    <a:pt x="1" y="664"/>
                  </a:lnTo>
                  <a:lnTo>
                    <a:pt x="1195" y="1"/>
                  </a:lnTo>
                  <a:lnTo>
                    <a:pt x="119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4376;p40">
              <a:extLst>
                <a:ext uri="{FF2B5EF4-FFF2-40B4-BE49-F238E27FC236}">
                  <a16:creationId xmlns:a16="http://schemas.microsoft.com/office/drawing/2014/main" id="{60E5EC69-1108-7B53-7851-F597C3FD6C44}"/>
                </a:ext>
              </a:extLst>
            </p:cNvPr>
            <p:cNvSpPr/>
            <p:nvPr/>
          </p:nvSpPr>
          <p:spPr>
            <a:xfrm>
              <a:off x="5738315" y="2780332"/>
              <a:ext cx="19830" cy="33027"/>
            </a:xfrm>
            <a:custGeom>
              <a:avLst/>
              <a:gdLst/>
              <a:ahLst/>
              <a:cxnLst/>
              <a:rect l="l" t="t" r="r" b="b"/>
              <a:pathLst>
                <a:path w="1196" h="1992" extrusionOk="0">
                  <a:moveTo>
                    <a:pt x="1195" y="1"/>
                  </a:moveTo>
                  <a:lnTo>
                    <a:pt x="1" y="664"/>
                  </a:lnTo>
                  <a:lnTo>
                    <a:pt x="1" y="1991"/>
                  </a:lnTo>
                  <a:lnTo>
                    <a:pt x="1195" y="1328"/>
                  </a:lnTo>
                  <a:lnTo>
                    <a:pt x="1195" y="1"/>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4377;p40">
              <a:extLst>
                <a:ext uri="{FF2B5EF4-FFF2-40B4-BE49-F238E27FC236}">
                  <a16:creationId xmlns:a16="http://schemas.microsoft.com/office/drawing/2014/main" id="{3B16E815-2536-FC44-5E6A-26BBFE5B6362}"/>
                </a:ext>
              </a:extLst>
            </p:cNvPr>
            <p:cNvSpPr/>
            <p:nvPr/>
          </p:nvSpPr>
          <p:spPr>
            <a:xfrm>
              <a:off x="5738315" y="2780332"/>
              <a:ext cx="19830" cy="33027"/>
            </a:xfrm>
            <a:custGeom>
              <a:avLst/>
              <a:gdLst/>
              <a:ahLst/>
              <a:cxnLst/>
              <a:rect l="l" t="t" r="r" b="b"/>
              <a:pathLst>
                <a:path w="1196" h="1992" fill="none" extrusionOk="0">
                  <a:moveTo>
                    <a:pt x="1195" y="1"/>
                  </a:moveTo>
                  <a:lnTo>
                    <a:pt x="1" y="664"/>
                  </a:lnTo>
                  <a:lnTo>
                    <a:pt x="1" y="1991"/>
                  </a:lnTo>
                  <a:lnTo>
                    <a:pt x="1195" y="1328"/>
                  </a:lnTo>
                  <a:lnTo>
                    <a:pt x="119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4378;p40">
              <a:extLst>
                <a:ext uri="{FF2B5EF4-FFF2-40B4-BE49-F238E27FC236}">
                  <a16:creationId xmlns:a16="http://schemas.microsoft.com/office/drawing/2014/main" id="{E77DB340-E7F7-C98E-5249-A0D775A6AC7F}"/>
                </a:ext>
              </a:extLst>
            </p:cNvPr>
            <p:cNvSpPr/>
            <p:nvPr/>
          </p:nvSpPr>
          <p:spPr>
            <a:xfrm>
              <a:off x="5916550" y="2676923"/>
              <a:ext cx="19813" cy="13214"/>
            </a:xfrm>
            <a:custGeom>
              <a:avLst/>
              <a:gdLst/>
              <a:ahLst/>
              <a:cxnLst/>
              <a:rect l="l" t="t" r="r" b="b"/>
              <a:pathLst>
                <a:path w="1195" h="797" extrusionOk="0">
                  <a:moveTo>
                    <a:pt x="1195" y="0"/>
                  </a:moveTo>
                  <a:lnTo>
                    <a:pt x="0" y="797"/>
                  </a:lnTo>
                  <a:lnTo>
                    <a:pt x="0" y="797"/>
                  </a:lnTo>
                  <a:lnTo>
                    <a:pt x="1195" y="0"/>
                  </a:lnTo>
                  <a:lnTo>
                    <a:pt x="1195" y="0"/>
                  </a:lnTo>
                  <a:close/>
                </a:path>
              </a:pathLst>
            </a:custGeom>
            <a:solidFill>
              <a:srgbClr val="C24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4379;p40">
              <a:extLst>
                <a:ext uri="{FF2B5EF4-FFF2-40B4-BE49-F238E27FC236}">
                  <a16:creationId xmlns:a16="http://schemas.microsoft.com/office/drawing/2014/main" id="{8FA9E74D-6052-ECB9-B78D-17036EB63165}"/>
                </a:ext>
              </a:extLst>
            </p:cNvPr>
            <p:cNvSpPr/>
            <p:nvPr/>
          </p:nvSpPr>
          <p:spPr>
            <a:xfrm>
              <a:off x="5916550" y="2676923"/>
              <a:ext cx="19813" cy="13214"/>
            </a:xfrm>
            <a:custGeom>
              <a:avLst/>
              <a:gdLst/>
              <a:ahLst/>
              <a:cxnLst/>
              <a:rect l="l" t="t" r="r" b="b"/>
              <a:pathLst>
                <a:path w="1195" h="797" fill="none" extrusionOk="0">
                  <a:moveTo>
                    <a:pt x="1195" y="0"/>
                  </a:moveTo>
                  <a:lnTo>
                    <a:pt x="0" y="797"/>
                  </a:lnTo>
                  <a:lnTo>
                    <a:pt x="0" y="797"/>
                  </a:lnTo>
                  <a:lnTo>
                    <a:pt x="1195" y="0"/>
                  </a:lnTo>
                  <a:lnTo>
                    <a:pt x="119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4380;p40">
              <a:extLst>
                <a:ext uri="{FF2B5EF4-FFF2-40B4-BE49-F238E27FC236}">
                  <a16:creationId xmlns:a16="http://schemas.microsoft.com/office/drawing/2014/main" id="{787DB75F-7F5B-DB71-6CDE-1B0B6C1075B4}"/>
                </a:ext>
              </a:extLst>
            </p:cNvPr>
            <p:cNvSpPr/>
            <p:nvPr/>
          </p:nvSpPr>
          <p:spPr>
            <a:xfrm>
              <a:off x="5916550" y="2676923"/>
              <a:ext cx="19813" cy="35216"/>
            </a:xfrm>
            <a:custGeom>
              <a:avLst/>
              <a:gdLst/>
              <a:ahLst/>
              <a:cxnLst/>
              <a:rect l="l" t="t" r="r" b="b"/>
              <a:pathLst>
                <a:path w="1195" h="2124" extrusionOk="0">
                  <a:moveTo>
                    <a:pt x="1195" y="0"/>
                  </a:moveTo>
                  <a:lnTo>
                    <a:pt x="0" y="797"/>
                  </a:lnTo>
                  <a:lnTo>
                    <a:pt x="0" y="2124"/>
                  </a:lnTo>
                  <a:lnTo>
                    <a:pt x="1195" y="1460"/>
                  </a:lnTo>
                  <a:lnTo>
                    <a:pt x="1195" y="0"/>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4381;p40">
              <a:extLst>
                <a:ext uri="{FF2B5EF4-FFF2-40B4-BE49-F238E27FC236}">
                  <a16:creationId xmlns:a16="http://schemas.microsoft.com/office/drawing/2014/main" id="{B35A9E99-8AC9-EBF3-EA3C-8B607E43DA92}"/>
                </a:ext>
              </a:extLst>
            </p:cNvPr>
            <p:cNvSpPr/>
            <p:nvPr/>
          </p:nvSpPr>
          <p:spPr>
            <a:xfrm>
              <a:off x="5916550" y="2676923"/>
              <a:ext cx="19813" cy="35216"/>
            </a:xfrm>
            <a:custGeom>
              <a:avLst/>
              <a:gdLst/>
              <a:ahLst/>
              <a:cxnLst/>
              <a:rect l="l" t="t" r="r" b="b"/>
              <a:pathLst>
                <a:path w="1195" h="2124" fill="none" extrusionOk="0">
                  <a:moveTo>
                    <a:pt x="1195" y="0"/>
                  </a:moveTo>
                  <a:lnTo>
                    <a:pt x="0" y="797"/>
                  </a:lnTo>
                  <a:lnTo>
                    <a:pt x="0" y="2124"/>
                  </a:lnTo>
                  <a:lnTo>
                    <a:pt x="1195" y="1460"/>
                  </a:lnTo>
                  <a:lnTo>
                    <a:pt x="119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4382;p40">
              <a:extLst>
                <a:ext uri="{FF2B5EF4-FFF2-40B4-BE49-F238E27FC236}">
                  <a16:creationId xmlns:a16="http://schemas.microsoft.com/office/drawing/2014/main" id="{6E54EC13-1C3D-DD06-8506-E1AB53BA5688}"/>
                </a:ext>
              </a:extLst>
            </p:cNvPr>
            <p:cNvSpPr/>
            <p:nvPr/>
          </p:nvSpPr>
          <p:spPr>
            <a:xfrm>
              <a:off x="6094785" y="2575702"/>
              <a:ext cx="17608" cy="11026"/>
            </a:xfrm>
            <a:custGeom>
              <a:avLst/>
              <a:gdLst/>
              <a:ahLst/>
              <a:cxnLst/>
              <a:rect l="l" t="t" r="r" b="b"/>
              <a:pathLst>
                <a:path w="1062" h="665" extrusionOk="0">
                  <a:moveTo>
                    <a:pt x="1062" y="1"/>
                  </a:moveTo>
                  <a:lnTo>
                    <a:pt x="0" y="664"/>
                  </a:lnTo>
                  <a:lnTo>
                    <a:pt x="0" y="664"/>
                  </a:lnTo>
                  <a:lnTo>
                    <a:pt x="1062" y="1"/>
                  </a:lnTo>
                  <a:lnTo>
                    <a:pt x="1062" y="1"/>
                  </a:lnTo>
                  <a:close/>
                </a:path>
              </a:pathLst>
            </a:custGeom>
            <a:solidFill>
              <a:srgbClr val="C24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4383;p40">
              <a:extLst>
                <a:ext uri="{FF2B5EF4-FFF2-40B4-BE49-F238E27FC236}">
                  <a16:creationId xmlns:a16="http://schemas.microsoft.com/office/drawing/2014/main" id="{AD915101-E4EA-51DB-4435-197586606AB8}"/>
                </a:ext>
              </a:extLst>
            </p:cNvPr>
            <p:cNvSpPr/>
            <p:nvPr/>
          </p:nvSpPr>
          <p:spPr>
            <a:xfrm>
              <a:off x="6094785" y="2575702"/>
              <a:ext cx="17608" cy="11026"/>
            </a:xfrm>
            <a:custGeom>
              <a:avLst/>
              <a:gdLst/>
              <a:ahLst/>
              <a:cxnLst/>
              <a:rect l="l" t="t" r="r" b="b"/>
              <a:pathLst>
                <a:path w="1062" h="665" fill="none" extrusionOk="0">
                  <a:moveTo>
                    <a:pt x="1062" y="1"/>
                  </a:moveTo>
                  <a:lnTo>
                    <a:pt x="0" y="664"/>
                  </a:lnTo>
                  <a:lnTo>
                    <a:pt x="0" y="664"/>
                  </a:lnTo>
                  <a:lnTo>
                    <a:pt x="1062" y="1"/>
                  </a:lnTo>
                  <a:lnTo>
                    <a:pt x="106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4384;p40">
              <a:extLst>
                <a:ext uri="{FF2B5EF4-FFF2-40B4-BE49-F238E27FC236}">
                  <a16:creationId xmlns:a16="http://schemas.microsoft.com/office/drawing/2014/main" id="{756499AD-A22D-0ECA-0BBA-2DF2602F1357}"/>
                </a:ext>
              </a:extLst>
            </p:cNvPr>
            <p:cNvSpPr/>
            <p:nvPr/>
          </p:nvSpPr>
          <p:spPr>
            <a:xfrm>
              <a:off x="6094785" y="2575702"/>
              <a:ext cx="17608" cy="33027"/>
            </a:xfrm>
            <a:custGeom>
              <a:avLst/>
              <a:gdLst/>
              <a:ahLst/>
              <a:cxnLst/>
              <a:rect l="l" t="t" r="r" b="b"/>
              <a:pathLst>
                <a:path w="1062" h="1992" extrusionOk="0">
                  <a:moveTo>
                    <a:pt x="1062" y="1"/>
                  </a:moveTo>
                  <a:lnTo>
                    <a:pt x="0" y="664"/>
                  </a:lnTo>
                  <a:lnTo>
                    <a:pt x="0" y="1991"/>
                  </a:lnTo>
                  <a:lnTo>
                    <a:pt x="1062" y="1328"/>
                  </a:lnTo>
                  <a:lnTo>
                    <a:pt x="1062" y="1"/>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4385;p40">
              <a:extLst>
                <a:ext uri="{FF2B5EF4-FFF2-40B4-BE49-F238E27FC236}">
                  <a16:creationId xmlns:a16="http://schemas.microsoft.com/office/drawing/2014/main" id="{9D1BD63B-A3B3-2433-6B7E-EB0785F13991}"/>
                </a:ext>
              </a:extLst>
            </p:cNvPr>
            <p:cNvSpPr/>
            <p:nvPr/>
          </p:nvSpPr>
          <p:spPr>
            <a:xfrm>
              <a:off x="6094785" y="2575702"/>
              <a:ext cx="17608" cy="33027"/>
            </a:xfrm>
            <a:custGeom>
              <a:avLst/>
              <a:gdLst/>
              <a:ahLst/>
              <a:cxnLst/>
              <a:rect l="l" t="t" r="r" b="b"/>
              <a:pathLst>
                <a:path w="1062" h="1992" fill="none" extrusionOk="0">
                  <a:moveTo>
                    <a:pt x="1062" y="1"/>
                  </a:moveTo>
                  <a:lnTo>
                    <a:pt x="0" y="664"/>
                  </a:lnTo>
                  <a:lnTo>
                    <a:pt x="0" y="1991"/>
                  </a:lnTo>
                  <a:lnTo>
                    <a:pt x="1062" y="1328"/>
                  </a:lnTo>
                  <a:lnTo>
                    <a:pt x="106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4386;p40">
              <a:extLst>
                <a:ext uri="{FF2B5EF4-FFF2-40B4-BE49-F238E27FC236}">
                  <a16:creationId xmlns:a16="http://schemas.microsoft.com/office/drawing/2014/main" id="{D1ECE7FC-88A8-9275-BC8D-3FD86A4442B0}"/>
                </a:ext>
              </a:extLst>
            </p:cNvPr>
            <p:cNvSpPr/>
            <p:nvPr/>
          </p:nvSpPr>
          <p:spPr>
            <a:xfrm>
              <a:off x="6270798" y="2472292"/>
              <a:ext cx="19830" cy="13214"/>
            </a:xfrm>
            <a:custGeom>
              <a:avLst/>
              <a:gdLst/>
              <a:ahLst/>
              <a:cxnLst/>
              <a:rect l="l" t="t" r="r" b="b"/>
              <a:pathLst>
                <a:path w="1196" h="797" extrusionOk="0">
                  <a:moveTo>
                    <a:pt x="1195" y="0"/>
                  </a:moveTo>
                  <a:lnTo>
                    <a:pt x="1" y="797"/>
                  </a:lnTo>
                  <a:lnTo>
                    <a:pt x="1195" y="0"/>
                  </a:lnTo>
                  <a:lnTo>
                    <a:pt x="1195" y="0"/>
                  </a:lnTo>
                  <a:close/>
                </a:path>
              </a:pathLst>
            </a:custGeom>
            <a:solidFill>
              <a:srgbClr val="C24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4387;p40">
              <a:extLst>
                <a:ext uri="{FF2B5EF4-FFF2-40B4-BE49-F238E27FC236}">
                  <a16:creationId xmlns:a16="http://schemas.microsoft.com/office/drawing/2014/main" id="{EF3BB563-F244-D71C-2FF2-0BF9BFE0F66E}"/>
                </a:ext>
              </a:extLst>
            </p:cNvPr>
            <p:cNvSpPr/>
            <p:nvPr/>
          </p:nvSpPr>
          <p:spPr>
            <a:xfrm>
              <a:off x="6270798" y="2472292"/>
              <a:ext cx="19830" cy="13214"/>
            </a:xfrm>
            <a:custGeom>
              <a:avLst/>
              <a:gdLst/>
              <a:ahLst/>
              <a:cxnLst/>
              <a:rect l="l" t="t" r="r" b="b"/>
              <a:pathLst>
                <a:path w="1196" h="797" fill="none" extrusionOk="0">
                  <a:moveTo>
                    <a:pt x="1195" y="0"/>
                  </a:moveTo>
                  <a:lnTo>
                    <a:pt x="1" y="797"/>
                  </a:lnTo>
                  <a:lnTo>
                    <a:pt x="1195" y="0"/>
                  </a:lnTo>
                  <a:lnTo>
                    <a:pt x="119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4388;p40">
              <a:extLst>
                <a:ext uri="{FF2B5EF4-FFF2-40B4-BE49-F238E27FC236}">
                  <a16:creationId xmlns:a16="http://schemas.microsoft.com/office/drawing/2014/main" id="{16D70D74-5520-8F5F-C9E7-9202F8EFBE27}"/>
                </a:ext>
              </a:extLst>
            </p:cNvPr>
            <p:cNvSpPr/>
            <p:nvPr/>
          </p:nvSpPr>
          <p:spPr>
            <a:xfrm>
              <a:off x="6270798" y="2472292"/>
              <a:ext cx="19830" cy="35216"/>
            </a:xfrm>
            <a:custGeom>
              <a:avLst/>
              <a:gdLst/>
              <a:ahLst/>
              <a:cxnLst/>
              <a:rect l="l" t="t" r="r" b="b"/>
              <a:pathLst>
                <a:path w="1196" h="2124" extrusionOk="0">
                  <a:moveTo>
                    <a:pt x="1195" y="0"/>
                  </a:moveTo>
                  <a:lnTo>
                    <a:pt x="1" y="797"/>
                  </a:lnTo>
                  <a:lnTo>
                    <a:pt x="1" y="2124"/>
                  </a:lnTo>
                  <a:lnTo>
                    <a:pt x="1195" y="1460"/>
                  </a:lnTo>
                  <a:lnTo>
                    <a:pt x="1195" y="0"/>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4389;p40">
              <a:extLst>
                <a:ext uri="{FF2B5EF4-FFF2-40B4-BE49-F238E27FC236}">
                  <a16:creationId xmlns:a16="http://schemas.microsoft.com/office/drawing/2014/main" id="{6FFA9169-4CD8-8F98-9E86-199417F9A4C2}"/>
                </a:ext>
              </a:extLst>
            </p:cNvPr>
            <p:cNvSpPr/>
            <p:nvPr/>
          </p:nvSpPr>
          <p:spPr>
            <a:xfrm>
              <a:off x="6270798" y="2472292"/>
              <a:ext cx="19830" cy="35216"/>
            </a:xfrm>
            <a:custGeom>
              <a:avLst/>
              <a:gdLst/>
              <a:ahLst/>
              <a:cxnLst/>
              <a:rect l="l" t="t" r="r" b="b"/>
              <a:pathLst>
                <a:path w="1196" h="2124" fill="none" extrusionOk="0">
                  <a:moveTo>
                    <a:pt x="1195" y="0"/>
                  </a:moveTo>
                  <a:lnTo>
                    <a:pt x="1" y="797"/>
                  </a:lnTo>
                  <a:lnTo>
                    <a:pt x="1" y="2124"/>
                  </a:lnTo>
                  <a:lnTo>
                    <a:pt x="1195" y="1460"/>
                  </a:lnTo>
                  <a:lnTo>
                    <a:pt x="119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4390;p40">
              <a:extLst>
                <a:ext uri="{FF2B5EF4-FFF2-40B4-BE49-F238E27FC236}">
                  <a16:creationId xmlns:a16="http://schemas.microsoft.com/office/drawing/2014/main" id="{639F0C86-0F2C-2B46-A03F-757820DA24F8}"/>
                </a:ext>
              </a:extLst>
            </p:cNvPr>
            <p:cNvSpPr/>
            <p:nvPr/>
          </p:nvSpPr>
          <p:spPr>
            <a:xfrm>
              <a:off x="4836180" y="2859551"/>
              <a:ext cx="2222" cy="2222"/>
            </a:xfrm>
            <a:custGeom>
              <a:avLst/>
              <a:gdLst/>
              <a:ahLst/>
              <a:cxnLst/>
              <a:rect l="l" t="t" r="r" b="b"/>
              <a:pathLst>
                <a:path w="134" h="134" extrusionOk="0">
                  <a:moveTo>
                    <a:pt x="133" y="0"/>
                  </a:moveTo>
                  <a:lnTo>
                    <a:pt x="1" y="133"/>
                  </a:lnTo>
                  <a:lnTo>
                    <a:pt x="1" y="133"/>
                  </a:lnTo>
                  <a:lnTo>
                    <a:pt x="133" y="0"/>
                  </a:lnTo>
                  <a:lnTo>
                    <a:pt x="133"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4391;p40">
              <a:extLst>
                <a:ext uri="{FF2B5EF4-FFF2-40B4-BE49-F238E27FC236}">
                  <a16:creationId xmlns:a16="http://schemas.microsoft.com/office/drawing/2014/main" id="{A935A03C-992F-1F6B-8266-6C244CAF20DB}"/>
                </a:ext>
              </a:extLst>
            </p:cNvPr>
            <p:cNvSpPr/>
            <p:nvPr/>
          </p:nvSpPr>
          <p:spPr>
            <a:xfrm>
              <a:off x="4836180" y="2859551"/>
              <a:ext cx="2222" cy="2222"/>
            </a:xfrm>
            <a:custGeom>
              <a:avLst/>
              <a:gdLst/>
              <a:ahLst/>
              <a:cxnLst/>
              <a:rect l="l" t="t" r="r" b="b"/>
              <a:pathLst>
                <a:path w="134" h="134" fill="none" extrusionOk="0">
                  <a:moveTo>
                    <a:pt x="133" y="0"/>
                  </a:moveTo>
                  <a:lnTo>
                    <a:pt x="1" y="133"/>
                  </a:lnTo>
                  <a:lnTo>
                    <a:pt x="1" y="133"/>
                  </a:lnTo>
                  <a:lnTo>
                    <a:pt x="133" y="0"/>
                  </a:lnTo>
                  <a:lnTo>
                    <a:pt x="13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4392;p40">
              <a:extLst>
                <a:ext uri="{FF2B5EF4-FFF2-40B4-BE49-F238E27FC236}">
                  <a16:creationId xmlns:a16="http://schemas.microsoft.com/office/drawing/2014/main" id="{63D3B002-857D-C1DD-21F6-790ED0DF6C06}"/>
                </a:ext>
              </a:extLst>
            </p:cNvPr>
            <p:cNvSpPr/>
            <p:nvPr/>
          </p:nvSpPr>
          <p:spPr>
            <a:xfrm>
              <a:off x="4836180" y="2859551"/>
              <a:ext cx="391686" cy="228854"/>
            </a:xfrm>
            <a:custGeom>
              <a:avLst/>
              <a:gdLst/>
              <a:ahLst/>
              <a:cxnLst/>
              <a:rect l="l" t="t" r="r" b="b"/>
              <a:pathLst>
                <a:path w="23624" h="13803" extrusionOk="0">
                  <a:moveTo>
                    <a:pt x="133" y="0"/>
                  </a:moveTo>
                  <a:lnTo>
                    <a:pt x="1" y="133"/>
                  </a:lnTo>
                  <a:lnTo>
                    <a:pt x="23623" y="13802"/>
                  </a:lnTo>
                  <a:lnTo>
                    <a:pt x="23623" y="13669"/>
                  </a:lnTo>
                  <a:lnTo>
                    <a:pt x="133" y="0"/>
                  </a:lnTo>
                  <a:close/>
                </a:path>
              </a:pathLst>
            </a:custGeom>
            <a:solidFill>
              <a:srgbClr val="C24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4393;p40">
              <a:extLst>
                <a:ext uri="{FF2B5EF4-FFF2-40B4-BE49-F238E27FC236}">
                  <a16:creationId xmlns:a16="http://schemas.microsoft.com/office/drawing/2014/main" id="{C38A6E06-E982-DA79-35EB-513BB9829B3D}"/>
                </a:ext>
              </a:extLst>
            </p:cNvPr>
            <p:cNvSpPr/>
            <p:nvPr/>
          </p:nvSpPr>
          <p:spPr>
            <a:xfrm>
              <a:off x="4836180" y="2859551"/>
              <a:ext cx="391686" cy="237658"/>
            </a:xfrm>
            <a:custGeom>
              <a:avLst/>
              <a:gdLst/>
              <a:ahLst/>
              <a:cxnLst/>
              <a:rect l="l" t="t" r="r" b="b"/>
              <a:pathLst>
                <a:path w="23624" h="14334" fill="none" extrusionOk="0">
                  <a:moveTo>
                    <a:pt x="133" y="0"/>
                  </a:moveTo>
                  <a:lnTo>
                    <a:pt x="1" y="133"/>
                  </a:lnTo>
                  <a:lnTo>
                    <a:pt x="23623" y="13802"/>
                  </a:lnTo>
                  <a:lnTo>
                    <a:pt x="22561" y="14333"/>
                  </a:lnTo>
                  <a:lnTo>
                    <a:pt x="23623" y="13802"/>
                  </a:lnTo>
                  <a:lnTo>
                    <a:pt x="23623" y="13802"/>
                  </a:lnTo>
                  <a:lnTo>
                    <a:pt x="23623" y="13669"/>
                  </a:lnTo>
                  <a:lnTo>
                    <a:pt x="13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4394;p40">
              <a:extLst>
                <a:ext uri="{FF2B5EF4-FFF2-40B4-BE49-F238E27FC236}">
                  <a16:creationId xmlns:a16="http://schemas.microsoft.com/office/drawing/2014/main" id="{73DAC1A9-820B-F74A-D132-02023ECF98AB}"/>
                </a:ext>
              </a:extLst>
            </p:cNvPr>
            <p:cNvSpPr/>
            <p:nvPr/>
          </p:nvSpPr>
          <p:spPr>
            <a:xfrm>
              <a:off x="5227849" y="3086184"/>
              <a:ext cx="17" cy="2222"/>
            </a:xfrm>
            <a:custGeom>
              <a:avLst/>
              <a:gdLst/>
              <a:ahLst/>
              <a:cxnLst/>
              <a:rect l="l" t="t" r="r" b="b"/>
              <a:pathLst>
                <a:path w="1" h="134" extrusionOk="0">
                  <a:moveTo>
                    <a:pt x="0" y="0"/>
                  </a:moveTo>
                  <a:lnTo>
                    <a:pt x="0" y="133"/>
                  </a:lnTo>
                  <a:lnTo>
                    <a:pt x="0" y="133"/>
                  </a:lnTo>
                  <a:lnTo>
                    <a:pt x="0" y="0"/>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4395;p40">
              <a:extLst>
                <a:ext uri="{FF2B5EF4-FFF2-40B4-BE49-F238E27FC236}">
                  <a16:creationId xmlns:a16="http://schemas.microsoft.com/office/drawing/2014/main" id="{171FDB43-5BF0-CB36-5061-7C946807A940}"/>
                </a:ext>
              </a:extLst>
            </p:cNvPr>
            <p:cNvSpPr/>
            <p:nvPr/>
          </p:nvSpPr>
          <p:spPr>
            <a:xfrm>
              <a:off x="5227849" y="3086184"/>
              <a:ext cx="17" cy="2222"/>
            </a:xfrm>
            <a:custGeom>
              <a:avLst/>
              <a:gdLst/>
              <a:ahLst/>
              <a:cxnLst/>
              <a:rect l="l" t="t" r="r" b="b"/>
              <a:pathLst>
                <a:path w="1" h="134" fill="none" extrusionOk="0">
                  <a:moveTo>
                    <a:pt x="0" y="0"/>
                  </a:moveTo>
                  <a:lnTo>
                    <a:pt x="0" y="133"/>
                  </a:lnTo>
                  <a:lnTo>
                    <a:pt x="0" y="133"/>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4396;p40">
              <a:extLst>
                <a:ext uri="{FF2B5EF4-FFF2-40B4-BE49-F238E27FC236}">
                  <a16:creationId xmlns:a16="http://schemas.microsoft.com/office/drawing/2014/main" id="{216564AE-2A5C-1A07-2CF1-030252476C01}"/>
                </a:ext>
              </a:extLst>
            </p:cNvPr>
            <p:cNvSpPr/>
            <p:nvPr/>
          </p:nvSpPr>
          <p:spPr>
            <a:xfrm>
              <a:off x="5210242" y="3088389"/>
              <a:ext cx="17625" cy="8821"/>
            </a:xfrm>
            <a:custGeom>
              <a:avLst/>
              <a:gdLst/>
              <a:ahLst/>
              <a:cxnLst/>
              <a:rect l="l" t="t" r="r" b="b"/>
              <a:pathLst>
                <a:path w="1063" h="532" extrusionOk="0">
                  <a:moveTo>
                    <a:pt x="1062" y="0"/>
                  </a:moveTo>
                  <a:lnTo>
                    <a:pt x="0" y="531"/>
                  </a:lnTo>
                  <a:lnTo>
                    <a:pt x="0" y="531"/>
                  </a:lnTo>
                  <a:lnTo>
                    <a:pt x="1062" y="0"/>
                  </a:lnTo>
                  <a:lnTo>
                    <a:pt x="1062" y="0"/>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4397;p40">
              <a:extLst>
                <a:ext uri="{FF2B5EF4-FFF2-40B4-BE49-F238E27FC236}">
                  <a16:creationId xmlns:a16="http://schemas.microsoft.com/office/drawing/2014/main" id="{82B21D09-C69B-6FA7-0AC2-6519E2C3328D}"/>
                </a:ext>
              </a:extLst>
            </p:cNvPr>
            <p:cNvSpPr/>
            <p:nvPr/>
          </p:nvSpPr>
          <p:spPr>
            <a:xfrm>
              <a:off x="5210242" y="3088389"/>
              <a:ext cx="17625" cy="8821"/>
            </a:xfrm>
            <a:custGeom>
              <a:avLst/>
              <a:gdLst/>
              <a:ahLst/>
              <a:cxnLst/>
              <a:rect l="l" t="t" r="r" b="b"/>
              <a:pathLst>
                <a:path w="1063" h="532" fill="none" extrusionOk="0">
                  <a:moveTo>
                    <a:pt x="1062" y="0"/>
                  </a:moveTo>
                  <a:lnTo>
                    <a:pt x="0" y="531"/>
                  </a:lnTo>
                  <a:lnTo>
                    <a:pt x="0" y="531"/>
                  </a:lnTo>
                  <a:lnTo>
                    <a:pt x="1062" y="0"/>
                  </a:lnTo>
                  <a:lnTo>
                    <a:pt x="106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4398;p40">
              <a:extLst>
                <a:ext uri="{FF2B5EF4-FFF2-40B4-BE49-F238E27FC236}">
                  <a16:creationId xmlns:a16="http://schemas.microsoft.com/office/drawing/2014/main" id="{221407E8-B45A-810A-F263-E3E9F3A7E917}"/>
                </a:ext>
              </a:extLst>
            </p:cNvPr>
            <p:cNvSpPr/>
            <p:nvPr/>
          </p:nvSpPr>
          <p:spPr>
            <a:xfrm>
              <a:off x="5210242" y="3088389"/>
              <a:ext cx="17625" cy="8821"/>
            </a:xfrm>
            <a:custGeom>
              <a:avLst/>
              <a:gdLst/>
              <a:ahLst/>
              <a:cxnLst/>
              <a:rect l="l" t="t" r="r" b="b"/>
              <a:pathLst>
                <a:path w="1063" h="532" extrusionOk="0">
                  <a:moveTo>
                    <a:pt x="1062" y="0"/>
                  </a:moveTo>
                  <a:lnTo>
                    <a:pt x="0" y="531"/>
                  </a:lnTo>
                  <a:lnTo>
                    <a:pt x="0" y="531"/>
                  </a:lnTo>
                  <a:lnTo>
                    <a:pt x="1062" y="0"/>
                  </a:lnTo>
                  <a:lnTo>
                    <a:pt x="1062" y="0"/>
                  </a:lnTo>
                  <a:close/>
                </a:path>
              </a:pathLst>
            </a:custGeom>
            <a:solidFill>
              <a:srgbClr val="7C29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4399;p40">
              <a:extLst>
                <a:ext uri="{FF2B5EF4-FFF2-40B4-BE49-F238E27FC236}">
                  <a16:creationId xmlns:a16="http://schemas.microsoft.com/office/drawing/2014/main" id="{D9EA700D-B66C-04D9-C99A-93E3550B23C7}"/>
                </a:ext>
              </a:extLst>
            </p:cNvPr>
            <p:cNvSpPr/>
            <p:nvPr/>
          </p:nvSpPr>
          <p:spPr>
            <a:xfrm>
              <a:off x="5210242" y="3088389"/>
              <a:ext cx="17625" cy="8821"/>
            </a:xfrm>
            <a:custGeom>
              <a:avLst/>
              <a:gdLst/>
              <a:ahLst/>
              <a:cxnLst/>
              <a:rect l="l" t="t" r="r" b="b"/>
              <a:pathLst>
                <a:path w="1063" h="532" fill="none" extrusionOk="0">
                  <a:moveTo>
                    <a:pt x="1062" y="0"/>
                  </a:moveTo>
                  <a:lnTo>
                    <a:pt x="0" y="531"/>
                  </a:lnTo>
                  <a:lnTo>
                    <a:pt x="0" y="531"/>
                  </a:lnTo>
                  <a:lnTo>
                    <a:pt x="1062" y="0"/>
                  </a:lnTo>
                  <a:lnTo>
                    <a:pt x="106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4400;p40">
              <a:extLst>
                <a:ext uri="{FF2B5EF4-FFF2-40B4-BE49-F238E27FC236}">
                  <a16:creationId xmlns:a16="http://schemas.microsoft.com/office/drawing/2014/main" id="{8CE24443-2EB2-24A6-290F-E982F7794EEA}"/>
                </a:ext>
              </a:extLst>
            </p:cNvPr>
            <p:cNvSpPr/>
            <p:nvPr/>
          </p:nvSpPr>
          <p:spPr>
            <a:xfrm>
              <a:off x="4816384" y="2861757"/>
              <a:ext cx="19813" cy="11009"/>
            </a:xfrm>
            <a:custGeom>
              <a:avLst/>
              <a:gdLst/>
              <a:ahLst/>
              <a:cxnLst/>
              <a:rect l="l" t="t" r="r" b="b"/>
              <a:pathLst>
                <a:path w="1195" h="664" extrusionOk="0">
                  <a:moveTo>
                    <a:pt x="1195" y="0"/>
                  </a:moveTo>
                  <a:lnTo>
                    <a:pt x="0" y="664"/>
                  </a:lnTo>
                  <a:lnTo>
                    <a:pt x="1195" y="0"/>
                  </a:lnTo>
                  <a:lnTo>
                    <a:pt x="1195" y="0"/>
                  </a:lnTo>
                  <a:lnTo>
                    <a:pt x="1195"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4401;p40">
              <a:extLst>
                <a:ext uri="{FF2B5EF4-FFF2-40B4-BE49-F238E27FC236}">
                  <a16:creationId xmlns:a16="http://schemas.microsoft.com/office/drawing/2014/main" id="{8B33B679-4A33-32BB-4980-610000482E07}"/>
                </a:ext>
              </a:extLst>
            </p:cNvPr>
            <p:cNvSpPr/>
            <p:nvPr/>
          </p:nvSpPr>
          <p:spPr>
            <a:xfrm>
              <a:off x="4816384" y="2861757"/>
              <a:ext cx="19813" cy="11009"/>
            </a:xfrm>
            <a:custGeom>
              <a:avLst/>
              <a:gdLst/>
              <a:ahLst/>
              <a:cxnLst/>
              <a:rect l="l" t="t" r="r" b="b"/>
              <a:pathLst>
                <a:path w="1195" h="664" fill="none" extrusionOk="0">
                  <a:moveTo>
                    <a:pt x="1195" y="0"/>
                  </a:moveTo>
                  <a:lnTo>
                    <a:pt x="0" y="664"/>
                  </a:lnTo>
                  <a:lnTo>
                    <a:pt x="1195" y="0"/>
                  </a:lnTo>
                  <a:lnTo>
                    <a:pt x="1195" y="0"/>
                  </a:lnTo>
                  <a:lnTo>
                    <a:pt x="119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4402;p40">
              <a:extLst>
                <a:ext uri="{FF2B5EF4-FFF2-40B4-BE49-F238E27FC236}">
                  <a16:creationId xmlns:a16="http://schemas.microsoft.com/office/drawing/2014/main" id="{4C565125-F536-2C98-6684-B8D561828585}"/>
                </a:ext>
              </a:extLst>
            </p:cNvPr>
            <p:cNvSpPr/>
            <p:nvPr/>
          </p:nvSpPr>
          <p:spPr>
            <a:xfrm>
              <a:off x="4816384" y="2861757"/>
              <a:ext cx="411482" cy="237641"/>
            </a:xfrm>
            <a:custGeom>
              <a:avLst/>
              <a:gdLst/>
              <a:ahLst/>
              <a:cxnLst/>
              <a:rect l="l" t="t" r="r" b="b"/>
              <a:pathLst>
                <a:path w="24818" h="14333" extrusionOk="0">
                  <a:moveTo>
                    <a:pt x="1195" y="0"/>
                  </a:moveTo>
                  <a:lnTo>
                    <a:pt x="0" y="664"/>
                  </a:lnTo>
                  <a:lnTo>
                    <a:pt x="23623" y="14333"/>
                  </a:lnTo>
                  <a:lnTo>
                    <a:pt x="23755" y="14200"/>
                  </a:lnTo>
                  <a:lnTo>
                    <a:pt x="24817" y="13669"/>
                  </a:lnTo>
                  <a:lnTo>
                    <a:pt x="1195"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4403;p40">
              <a:extLst>
                <a:ext uri="{FF2B5EF4-FFF2-40B4-BE49-F238E27FC236}">
                  <a16:creationId xmlns:a16="http://schemas.microsoft.com/office/drawing/2014/main" id="{CFC39DCD-43E0-E057-8103-B3124DA85366}"/>
                </a:ext>
              </a:extLst>
            </p:cNvPr>
            <p:cNvSpPr/>
            <p:nvPr/>
          </p:nvSpPr>
          <p:spPr>
            <a:xfrm>
              <a:off x="5296060" y="2934360"/>
              <a:ext cx="107820" cy="61628"/>
            </a:xfrm>
            <a:custGeom>
              <a:avLst/>
              <a:gdLst/>
              <a:ahLst/>
              <a:cxnLst/>
              <a:rect l="l" t="t" r="r" b="b"/>
              <a:pathLst>
                <a:path w="6503" h="3717" extrusionOk="0">
                  <a:moveTo>
                    <a:pt x="1195" y="0"/>
                  </a:moveTo>
                  <a:lnTo>
                    <a:pt x="0" y="664"/>
                  </a:lnTo>
                  <a:lnTo>
                    <a:pt x="5309" y="3716"/>
                  </a:lnTo>
                  <a:lnTo>
                    <a:pt x="6503" y="3053"/>
                  </a:lnTo>
                  <a:lnTo>
                    <a:pt x="1195"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4404;p40">
              <a:extLst>
                <a:ext uri="{FF2B5EF4-FFF2-40B4-BE49-F238E27FC236}">
                  <a16:creationId xmlns:a16="http://schemas.microsoft.com/office/drawing/2014/main" id="{D6AA2301-0C97-8783-416A-7E3F441AFD79}"/>
                </a:ext>
              </a:extLst>
            </p:cNvPr>
            <p:cNvSpPr/>
            <p:nvPr/>
          </p:nvSpPr>
          <p:spPr>
            <a:xfrm>
              <a:off x="5432480" y="2797940"/>
              <a:ext cx="149635" cy="96827"/>
            </a:xfrm>
            <a:custGeom>
              <a:avLst/>
              <a:gdLst/>
              <a:ahLst/>
              <a:cxnLst/>
              <a:rect l="l" t="t" r="r" b="b"/>
              <a:pathLst>
                <a:path w="9025" h="5840" extrusionOk="0">
                  <a:moveTo>
                    <a:pt x="0" y="0"/>
                  </a:moveTo>
                  <a:lnTo>
                    <a:pt x="0" y="1328"/>
                  </a:lnTo>
                  <a:lnTo>
                    <a:pt x="7830" y="5840"/>
                  </a:lnTo>
                  <a:lnTo>
                    <a:pt x="9024" y="5176"/>
                  </a:lnTo>
                  <a:lnTo>
                    <a:pt x="0"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4405;p40">
              <a:extLst>
                <a:ext uri="{FF2B5EF4-FFF2-40B4-BE49-F238E27FC236}">
                  <a16:creationId xmlns:a16="http://schemas.microsoft.com/office/drawing/2014/main" id="{55FA7C7E-307F-FC1E-2D49-39E04CA281DE}"/>
                </a:ext>
              </a:extLst>
            </p:cNvPr>
            <p:cNvSpPr/>
            <p:nvPr/>
          </p:nvSpPr>
          <p:spPr>
            <a:xfrm>
              <a:off x="5348867" y="2553700"/>
              <a:ext cx="17608" cy="11026"/>
            </a:xfrm>
            <a:custGeom>
              <a:avLst/>
              <a:gdLst/>
              <a:ahLst/>
              <a:cxnLst/>
              <a:rect l="l" t="t" r="r" b="b"/>
              <a:pathLst>
                <a:path w="1062" h="665" extrusionOk="0">
                  <a:moveTo>
                    <a:pt x="1062" y="1"/>
                  </a:moveTo>
                  <a:lnTo>
                    <a:pt x="0" y="664"/>
                  </a:lnTo>
                  <a:lnTo>
                    <a:pt x="1062" y="1"/>
                  </a:lnTo>
                  <a:lnTo>
                    <a:pt x="1062" y="1"/>
                  </a:lnTo>
                  <a:close/>
                </a:path>
              </a:pathLst>
            </a:custGeom>
            <a:solidFill>
              <a:srgbClr val="74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4406;p40">
              <a:extLst>
                <a:ext uri="{FF2B5EF4-FFF2-40B4-BE49-F238E27FC236}">
                  <a16:creationId xmlns:a16="http://schemas.microsoft.com/office/drawing/2014/main" id="{749537FA-91DD-1D13-090A-DD25765B8361}"/>
                </a:ext>
              </a:extLst>
            </p:cNvPr>
            <p:cNvSpPr/>
            <p:nvPr/>
          </p:nvSpPr>
          <p:spPr>
            <a:xfrm>
              <a:off x="5348867" y="2553700"/>
              <a:ext cx="17608" cy="11026"/>
            </a:xfrm>
            <a:custGeom>
              <a:avLst/>
              <a:gdLst/>
              <a:ahLst/>
              <a:cxnLst/>
              <a:rect l="l" t="t" r="r" b="b"/>
              <a:pathLst>
                <a:path w="1062" h="665" fill="none" extrusionOk="0">
                  <a:moveTo>
                    <a:pt x="1062" y="1"/>
                  </a:moveTo>
                  <a:lnTo>
                    <a:pt x="0" y="664"/>
                  </a:lnTo>
                  <a:lnTo>
                    <a:pt x="1062" y="1"/>
                  </a:lnTo>
                  <a:lnTo>
                    <a:pt x="106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4407;p40">
              <a:extLst>
                <a:ext uri="{FF2B5EF4-FFF2-40B4-BE49-F238E27FC236}">
                  <a16:creationId xmlns:a16="http://schemas.microsoft.com/office/drawing/2014/main" id="{391A199E-92FD-119C-FC05-04250B04779E}"/>
                </a:ext>
              </a:extLst>
            </p:cNvPr>
            <p:cNvSpPr/>
            <p:nvPr/>
          </p:nvSpPr>
          <p:spPr>
            <a:xfrm>
              <a:off x="5348867" y="2553700"/>
              <a:ext cx="409277" cy="237658"/>
            </a:xfrm>
            <a:custGeom>
              <a:avLst/>
              <a:gdLst/>
              <a:ahLst/>
              <a:cxnLst/>
              <a:rect l="l" t="t" r="r" b="b"/>
              <a:pathLst>
                <a:path w="24685" h="14334" extrusionOk="0">
                  <a:moveTo>
                    <a:pt x="1062" y="1"/>
                  </a:moveTo>
                  <a:lnTo>
                    <a:pt x="0" y="664"/>
                  </a:lnTo>
                  <a:lnTo>
                    <a:pt x="23490" y="14333"/>
                  </a:lnTo>
                  <a:lnTo>
                    <a:pt x="24684" y="13670"/>
                  </a:lnTo>
                  <a:lnTo>
                    <a:pt x="1062"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4408;p40">
              <a:extLst>
                <a:ext uri="{FF2B5EF4-FFF2-40B4-BE49-F238E27FC236}">
                  <a16:creationId xmlns:a16="http://schemas.microsoft.com/office/drawing/2014/main" id="{278F3458-BB6A-119C-DC91-547BDEB9AACD}"/>
                </a:ext>
              </a:extLst>
            </p:cNvPr>
            <p:cNvSpPr/>
            <p:nvPr/>
          </p:nvSpPr>
          <p:spPr>
            <a:xfrm>
              <a:off x="5828543" y="2628509"/>
              <a:ext cx="107820" cy="61628"/>
            </a:xfrm>
            <a:custGeom>
              <a:avLst/>
              <a:gdLst/>
              <a:ahLst/>
              <a:cxnLst/>
              <a:rect l="l" t="t" r="r" b="b"/>
              <a:pathLst>
                <a:path w="6503" h="3717" extrusionOk="0">
                  <a:moveTo>
                    <a:pt x="1194" y="1"/>
                  </a:moveTo>
                  <a:lnTo>
                    <a:pt x="0" y="664"/>
                  </a:lnTo>
                  <a:lnTo>
                    <a:pt x="5308" y="3717"/>
                  </a:lnTo>
                  <a:lnTo>
                    <a:pt x="6503" y="2920"/>
                  </a:lnTo>
                  <a:lnTo>
                    <a:pt x="1194"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4409;p40">
              <a:extLst>
                <a:ext uri="{FF2B5EF4-FFF2-40B4-BE49-F238E27FC236}">
                  <a16:creationId xmlns:a16="http://schemas.microsoft.com/office/drawing/2014/main" id="{3BCC849A-4710-282E-7DFD-4B387313D566}"/>
                </a:ext>
              </a:extLst>
            </p:cNvPr>
            <p:cNvSpPr/>
            <p:nvPr/>
          </p:nvSpPr>
          <p:spPr>
            <a:xfrm>
              <a:off x="5969357" y="2492089"/>
              <a:ext cx="143036" cy="94639"/>
            </a:xfrm>
            <a:custGeom>
              <a:avLst/>
              <a:gdLst/>
              <a:ahLst/>
              <a:cxnLst/>
              <a:rect l="l" t="t" r="r" b="b"/>
              <a:pathLst>
                <a:path w="8627" h="5708" extrusionOk="0">
                  <a:moveTo>
                    <a:pt x="1" y="1"/>
                  </a:moveTo>
                  <a:lnTo>
                    <a:pt x="1" y="1460"/>
                  </a:lnTo>
                  <a:lnTo>
                    <a:pt x="7565" y="5707"/>
                  </a:lnTo>
                  <a:lnTo>
                    <a:pt x="8627" y="5044"/>
                  </a:lnTo>
                  <a:lnTo>
                    <a:pt x="1"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4410;p40">
              <a:extLst>
                <a:ext uri="{FF2B5EF4-FFF2-40B4-BE49-F238E27FC236}">
                  <a16:creationId xmlns:a16="http://schemas.microsoft.com/office/drawing/2014/main" id="{90C638F8-FEA1-C532-22C1-AF3B8DD5619E}"/>
                </a:ext>
              </a:extLst>
            </p:cNvPr>
            <p:cNvSpPr/>
            <p:nvPr/>
          </p:nvSpPr>
          <p:spPr>
            <a:xfrm>
              <a:off x="5885744" y="2247849"/>
              <a:ext cx="13214" cy="8821"/>
            </a:xfrm>
            <a:custGeom>
              <a:avLst/>
              <a:gdLst/>
              <a:ahLst/>
              <a:cxnLst/>
              <a:rect l="l" t="t" r="r" b="b"/>
              <a:pathLst>
                <a:path w="797" h="532" extrusionOk="0">
                  <a:moveTo>
                    <a:pt x="797" y="1"/>
                  </a:moveTo>
                  <a:lnTo>
                    <a:pt x="1" y="532"/>
                  </a:lnTo>
                  <a:lnTo>
                    <a:pt x="797" y="1"/>
                  </a:lnTo>
                  <a:lnTo>
                    <a:pt x="797" y="1"/>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4411;p40">
              <a:extLst>
                <a:ext uri="{FF2B5EF4-FFF2-40B4-BE49-F238E27FC236}">
                  <a16:creationId xmlns:a16="http://schemas.microsoft.com/office/drawing/2014/main" id="{98E36313-677D-E2C9-D38D-9F4A82B792D9}"/>
                </a:ext>
              </a:extLst>
            </p:cNvPr>
            <p:cNvSpPr/>
            <p:nvPr/>
          </p:nvSpPr>
          <p:spPr>
            <a:xfrm>
              <a:off x="5885744" y="2247849"/>
              <a:ext cx="13214" cy="8821"/>
            </a:xfrm>
            <a:custGeom>
              <a:avLst/>
              <a:gdLst/>
              <a:ahLst/>
              <a:cxnLst/>
              <a:rect l="l" t="t" r="r" b="b"/>
              <a:pathLst>
                <a:path w="797" h="532" fill="none" extrusionOk="0">
                  <a:moveTo>
                    <a:pt x="797" y="1"/>
                  </a:moveTo>
                  <a:lnTo>
                    <a:pt x="1" y="532"/>
                  </a:lnTo>
                  <a:lnTo>
                    <a:pt x="797" y="1"/>
                  </a:lnTo>
                  <a:lnTo>
                    <a:pt x="79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4412;p40">
              <a:extLst>
                <a:ext uri="{FF2B5EF4-FFF2-40B4-BE49-F238E27FC236}">
                  <a16:creationId xmlns:a16="http://schemas.microsoft.com/office/drawing/2014/main" id="{A8D1E210-B333-6CB1-FE34-F0876A422BCD}"/>
                </a:ext>
              </a:extLst>
            </p:cNvPr>
            <p:cNvSpPr/>
            <p:nvPr/>
          </p:nvSpPr>
          <p:spPr>
            <a:xfrm>
              <a:off x="5879145" y="2247849"/>
              <a:ext cx="411482" cy="237658"/>
            </a:xfrm>
            <a:custGeom>
              <a:avLst/>
              <a:gdLst/>
              <a:ahLst/>
              <a:cxnLst/>
              <a:rect l="l" t="t" r="r" b="b"/>
              <a:pathLst>
                <a:path w="24818" h="14334" extrusionOk="0">
                  <a:moveTo>
                    <a:pt x="1195" y="1"/>
                  </a:moveTo>
                  <a:lnTo>
                    <a:pt x="399" y="532"/>
                  </a:lnTo>
                  <a:lnTo>
                    <a:pt x="0" y="664"/>
                  </a:lnTo>
                  <a:lnTo>
                    <a:pt x="23623" y="14334"/>
                  </a:lnTo>
                  <a:lnTo>
                    <a:pt x="24817" y="13537"/>
                  </a:lnTo>
                  <a:lnTo>
                    <a:pt x="1195"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4413;p40">
              <a:extLst>
                <a:ext uri="{FF2B5EF4-FFF2-40B4-BE49-F238E27FC236}">
                  <a16:creationId xmlns:a16="http://schemas.microsoft.com/office/drawing/2014/main" id="{E1BE7826-8484-EDFC-B88B-0D40C650CD9C}"/>
                </a:ext>
              </a:extLst>
            </p:cNvPr>
            <p:cNvSpPr/>
            <p:nvPr/>
          </p:nvSpPr>
          <p:spPr>
            <a:xfrm>
              <a:off x="7553609" y="3924518"/>
              <a:ext cx="149635" cy="118829"/>
            </a:xfrm>
            <a:custGeom>
              <a:avLst/>
              <a:gdLst/>
              <a:ahLst/>
              <a:cxnLst/>
              <a:rect l="l" t="t" r="r" b="b"/>
              <a:pathLst>
                <a:path w="9025" h="7167" extrusionOk="0">
                  <a:moveTo>
                    <a:pt x="0" y="0"/>
                  </a:moveTo>
                  <a:lnTo>
                    <a:pt x="0" y="1991"/>
                  </a:lnTo>
                  <a:lnTo>
                    <a:pt x="9024" y="7167"/>
                  </a:lnTo>
                  <a:lnTo>
                    <a:pt x="9024" y="5309"/>
                  </a:lnTo>
                  <a:lnTo>
                    <a:pt x="0"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4414;p40">
              <a:extLst>
                <a:ext uri="{FF2B5EF4-FFF2-40B4-BE49-F238E27FC236}">
                  <a16:creationId xmlns:a16="http://schemas.microsoft.com/office/drawing/2014/main" id="{9E6631A9-C8BA-5265-559D-50134A13267E}"/>
                </a:ext>
              </a:extLst>
            </p:cNvPr>
            <p:cNvSpPr/>
            <p:nvPr/>
          </p:nvSpPr>
          <p:spPr>
            <a:xfrm>
              <a:off x="7553609" y="3924518"/>
              <a:ext cx="149635" cy="118829"/>
            </a:xfrm>
            <a:custGeom>
              <a:avLst/>
              <a:gdLst/>
              <a:ahLst/>
              <a:cxnLst/>
              <a:rect l="l" t="t" r="r" b="b"/>
              <a:pathLst>
                <a:path w="9025" h="7167" fill="none" extrusionOk="0">
                  <a:moveTo>
                    <a:pt x="0" y="0"/>
                  </a:moveTo>
                  <a:lnTo>
                    <a:pt x="9024" y="5309"/>
                  </a:lnTo>
                  <a:lnTo>
                    <a:pt x="9024" y="7167"/>
                  </a:lnTo>
                  <a:lnTo>
                    <a:pt x="0" y="1991"/>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4415;p40">
              <a:extLst>
                <a:ext uri="{FF2B5EF4-FFF2-40B4-BE49-F238E27FC236}">
                  <a16:creationId xmlns:a16="http://schemas.microsoft.com/office/drawing/2014/main" id="{B82F9CB1-5271-8A01-6F0F-8E075145BE3B}"/>
                </a:ext>
              </a:extLst>
            </p:cNvPr>
            <p:cNvSpPr/>
            <p:nvPr/>
          </p:nvSpPr>
          <p:spPr>
            <a:xfrm>
              <a:off x="7553609" y="3924518"/>
              <a:ext cx="149635" cy="118829"/>
            </a:xfrm>
            <a:custGeom>
              <a:avLst/>
              <a:gdLst/>
              <a:ahLst/>
              <a:cxnLst/>
              <a:rect l="l" t="t" r="r" b="b"/>
              <a:pathLst>
                <a:path w="9025" h="7167" extrusionOk="0">
                  <a:moveTo>
                    <a:pt x="0" y="0"/>
                  </a:moveTo>
                  <a:lnTo>
                    <a:pt x="0" y="1991"/>
                  </a:lnTo>
                  <a:lnTo>
                    <a:pt x="9024" y="7167"/>
                  </a:lnTo>
                  <a:lnTo>
                    <a:pt x="9024" y="5309"/>
                  </a:lnTo>
                  <a:lnTo>
                    <a:pt x="0" y="0"/>
                  </a:lnTo>
                  <a:close/>
                </a:path>
              </a:pathLst>
            </a:custGeom>
            <a:solidFill>
              <a:srgbClr val="6D2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4416;p40">
              <a:extLst>
                <a:ext uri="{FF2B5EF4-FFF2-40B4-BE49-F238E27FC236}">
                  <a16:creationId xmlns:a16="http://schemas.microsoft.com/office/drawing/2014/main" id="{424E8F43-7F63-54A7-2BD5-202899017194}"/>
                </a:ext>
              </a:extLst>
            </p:cNvPr>
            <p:cNvSpPr/>
            <p:nvPr/>
          </p:nvSpPr>
          <p:spPr>
            <a:xfrm>
              <a:off x="7553609" y="3924518"/>
              <a:ext cx="149635" cy="118829"/>
            </a:xfrm>
            <a:custGeom>
              <a:avLst/>
              <a:gdLst/>
              <a:ahLst/>
              <a:cxnLst/>
              <a:rect l="l" t="t" r="r" b="b"/>
              <a:pathLst>
                <a:path w="9025" h="7167" fill="none" extrusionOk="0">
                  <a:moveTo>
                    <a:pt x="0" y="0"/>
                  </a:moveTo>
                  <a:lnTo>
                    <a:pt x="0" y="1991"/>
                  </a:lnTo>
                  <a:lnTo>
                    <a:pt x="9024" y="7167"/>
                  </a:lnTo>
                  <a:lnTo>
                    <a:pt x="9024" y="5309"/>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4417;p40">
              <a:extLst>
                <a:ext uri="{FF2B5EF4-FFF2-40B4-BE49-F238E27FC236}">
                  <a16:creationId xmlns:a16="http://schemas.microsoft.com/office/drawing/2014/main" id="{5C41BAA3-693C-934C-60A2-D3F793C22493}"/>
                </a:ext>
              </a:extLst>
            </p:cNvPr>
            <p:cNvSpPr/>
            <p:nvPr/>
          </p:nvSpPr>
          <p:spPr>
            <a:xfrm>
              <a:off x="7703227" y="3763891"/>
              <a:ext cx="429074" cy="279456"/>
            </a:xfrm>
            <a:custGeom>
              <a:avLst/>
              <a:gdLst/>
              <a:ahLst/>
              <a:cxnLst/>
              <a:rect l="l" t="t" r="r" b="b"/>
              <a:pathLst>
                <a:path w="25879" h="16855" extrusionOk="0">
                  <a:moveTo>
                    <a:pt x="25879" y="0"/>
                  </a:moveTo>
                  <a:lnTo>
                    <a:pt x="0" y="14997"/>
                  </a:lnTo>
                  <a:lnTo>
                    <a:pt x="0" y="16855"/>
                  </a:lnTo>
                  <a:lnTo>
                    <a:pt x="25879" y="1991"/>
                  </a:lnTo>
                  <a:lnTo>
                    <a:pt x="25879"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4418;p40">
              <a:extLst>
                <a:ext uri="{FF2B5EF4-FFF2-40B4-BE49-F238E27FC236}">
                  <a16:creationId xmlns:a16="http://schemas.microsoft.com/office/drawing/2014/main" id="{41C3A238-3200-06D5-C003-257DFBDEAF7F}"/>
                </a:ext>
              </a:extLst>
            </p:cNvPr>
            <p:cNvSpPr/>
            <p:nvPr/>
          </p:nvSpPr>
          <p:spPr>
            <a:xfrm>
              <a:off x="7703227" y="3763891"/>
              <a:ext cx="429074" cy="279456"/>
            </a:xfrm>
            <a:custGeom>
              <a:avLst/>
              <a:gdLst/>
              <a:ahLst/>
              <a:cxnLst/>
              <a:rect l="l" t="t" r="r" b="b"/>
              <a:pathLst>
                <a:path w="25879" h="16855" fill="none" extrusionOk="0">
                  <a:moveTo>
                    <a:pt x="0" y="14997"/>
                  </a:moveTo>
                  <a:lnTo>
                    <a:pt x="25879" y="0"/>
                  </a:lnTo>
                  <a:lnTo>
                    <a:pt x="25879" y="1991"/>
                  </a:lnTo>
                  <a:lnTo>
                    <a:pt x="0" y="16855"/>
                  </a:lnTo>
                  <a:lnTo>
                    <a:pt x="0" y="1499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4419;p40">
              <a:extLst>
                <a:ext uri="{FF2B5EF4-FFF2-40B4-BE49-F238E27FC236}">
                  <a16:creationId xmlns:a16="http://schemas.microsoft.com/office/drawing/2014/main" id="{D3CE39D2-7B2D-CE12-9885-87C0AE9E89A1}"/>
                </a:ext>
              </a:extLst>
            </p:cNvPr>
            <p:cNvSpPr/>
            <p:nvPr/>
          </p:nvSpPr>
          <p:spPr>
            <a:xfrm>
              <a:off x="7703227" y="3763891"/>
              <a:ext cx="429074" cy="279456"/>
            </a:xfrm>
            <a:custGeom>
              <a:avLst/>
              <a:gdLst/>
              <a:ahLst/>
              <a:cxnLst/>
              <a:rect l="l" t="t" r="r" b="b"/>
              <a:pathLst>
                <a:path w="25879" h="16855" extrusionOk="0">
                  <a:moveTo>
                    <a:pt x="25879" y="0"/>
                  </a:moveTo>
                  <a:lnTo>
                    <a:pt x="0" y="14997"/>
                  </a:lnTo>
                  <a:lnTo>
                    <a:pt x="0" y="16855"/>
                  </a:lnTo>
                  <a:lnTo>
                    <a:pt x="25879" y="1991"/>
                  </a:lnTo>
                  <a:lnTo>
                    <a:pt x="25879"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4420;p40">
              <a:extLst>
                <a:ext uri="{FF2B5EF4-FFF2-40B4-BE49-F238E27FC236}">
                  <a16:creationId xmlns:a16="http://schemas.microsoft.com/office/drawing/2014/main" id="{5CD23543-B798-A7C2-2DF4-4D301FA062D4}"/>
                </a:ext>
              </a:extLst>
            </p:cNvPr>
            <p:cNvSpPr/>
            <p:nvPr/>
          </p:nvSpPr>
          <p:spPr>
            <a:xfrm>
              <a:off x="7703227" y="3763891"/>
              <a:ext cx="429074" cy="279456"/>
            </a:xfrm>
            <a:custGeom>
              <a:avLst/>
              <a:gdLst/>
              <a:ahLst/>
              <a:cxnLst/>
              <a:rect l="l" t="t" r="r" b="b"/>
              <a:pathLst>
                <a:path w="25879" h="16855" fill="none" extrusionOk="0">
                  <a:moveTo>
                    <a:pt x="25879" y="0"/>
                  </a:moveTo>
                  <a:lnTo>
                    <a:pt x="0" y="14997"/>
                  </a:lnTo>
                  <a:lnTo>
                    <a:pt x="0" y="16855"/>
                  </a:lnTo>
                  <a:lnTo>
                    <a:pt x="25879" y="1991"/>
                  </a:lnTo>
                  <a:lnTo>
                    <a:pt x="25879"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4421;p40">
              <a:extLst>
                <a:ext uri="{FF2B5EF4-FFF2-40B4-BE49-F238E27FC236}">
                  <a16:creationId xmlns:a16="http://schemas.microsoft.com/office/drawing/2014/main" id="{0A5FD68C-BADA-8C05-2F1C-404FC1325E3B}"/>
                </a:ext>
              </a:extLst>
            </p:cNvPr>
            <p:cNvSpPr/>
            <p:nvPr/>
          </p:nvSpPr>
          <p:spPr>
            <a:xfrm>
              <a:off x="7553609" y="3678073"/>
              <a:ext cx="578692" cy="334468"/>
            </a:xfrm>
            <a:custGeom>
              <a:avLst/>
              <a:gdLst/>
              <a:ahLst/>
              <a:cxnLst/>
              <a:rect l="l" t="t" r="r" b="b"/>
              <a:pathLst>
                <a:path w="34903" h="20173" extrusionOk="0">
                  <a:moveTo>
                    <a:pt x="25879" y="1"/>
                  </a:moveTo>
                  <a:lnTo>
                    <a:pt x="0" y="14864"/>
                  </a:lnTo>
                  <a:lnTo>
                    <a:pt x="9024" y="20173"/>
                  </a:lnTo>
                  <a:lnTo>
                    <a:pt x="34903" y="5176"/>
                  </a:lnTo>
                  <a:lnTo>
                    <a:pt x="25879"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4422;p40">
              <a:extLst>
                <a:ext uri="{FF2B5EF4-FFF2-40B4-BE49-F238E27FC236}">
                  <a16:creationId xmlns:a16="http://schemas.microsoft.com/office/drawing/2014/main" id="{CE1F5F47-DDA7-5944-0E5D-8A75F623C7DD}"/>
                </a:ext>
              </a:extLst>
            </p:cNvPr>
            <p:cNvSpPr/>
            <p:nvPr/>
          </p:nvSpPr>
          <p:spPr>
            <a:xfrm>
              <a:off x="7553609" y="3678073"/>
              <a:ext cx="578692" cy="334468"/>
            </a:xfrm>
            <a:custGeom>
              <a:avLst/>
              <a:gdLst/>
              <a:ahLst/>
              <a:cxnLst/>
              <a:rect l="l" t="t" r="r" b="b"/>
              <a:pathLst>
                <a:path w="34903" h="20173" fill="none" extrusionOk="0">
                  <a:moveTo>
                    <a:pt x="9024" y="20173"/>
                  </a:moveTo>
                  <a:lnTo>
                    <a:pt x="0" y="14864"/>
                  </a:lnTo>
                  <a:lnTo>
                    <a:pt x="25879" y="1"/>
                  </a:lnTo>
                  <a:lnTo>
                    <a:pt x="34903" y="5176"/>
                  </a:lnTo>
                  <a:lnTo>
                    <a:pt x="9024" y="2017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4423;p40">
              <a:extLst>
                <a:ext uri="{FF2B5EF4-FFF2-40B4-BE49-F238E27FC236}">
                  <a16:creationId xmlns:a16="http://schemas.microsoft.com/office/drawing/2014/main" id="{3A21B091-D58C-3D16-7376-F0DA95E9A9F0}"/>
                </a:ext>
              </a:extLst>
            </p:cNvPr>
            <p:cNvSpPr/>
            <p:nvPr/>
          </p:nvSpPr>
          <p:spPr>
            <a:xfrm>
              <a:off x="7553609" y="3728675"/>
              <a:ext cx="578692" cy="283866"/>
            </a:xfrm>
            <a:custGeom>
              <a:avLst/>
              <a:gdLst/>
              <a:ahLst/>
              <a:cxnLst/>
              <a:rect l="l" t="t" r="r" b="b"/>
              <a:pathLst>
                <a:path w="34903" h="17121" extrusionOk="0">
                  <a:moveTo>
                    <a:pt x="31187" y="1"/>
                  </a:moveTo>
                  <a:lnTo>
                    <a:pt x="23224" y="4513"/>
                  </a:lnTo>
                  <a:lnTo>
                    <a:pt x="22694" y="4779"/>
                  </a:lnTo>
                  <a:lnTo>
                    <a:pt x="22163" y="4779"/>
                  </a:lnTo>
                  <a:lnTo>
                    <a:pt x="21234" y="4646"/>
                  </a:lnTo>
                  <a:lnTo>
                    <a:pt x="20305" y="4248"/>
                  </a:lnTo>
                  <a:lnTo>
                    <a:pt x="16722" y="2124"/>
                  </a:lnTo>
                  <a:lnTo>
                    <a:pt x="8494" y="6902"/>
                  </a:lnTo>
                  <a:lnTo>
                    <a:pt x="8494" y="12476"/>
                  </a:lnTo>
                  <a:lnTo>
                    <a:pt x="6901" y="13405"/>
                  </a:lnTo>
                  <a:lnTo>
                    <a:pt x="6901" y="7831"/>
                  </a:lnTo>
                  <a:lnTo>
                    <a:pt x="0" y="11812"/>
                  </a:lnTo>
                  <a:lnTo>
                    <a:pt x="9024" y="17121"/>
                  </a:lnTo>
                  <a:lnTo>
                    <a:pt x="34903" y="2124"/>
                  </a:lnTo>
                  <a:lnTo>
                    <a:pt x="31187" y="1"/>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4424;p40">
              <a:extLst>
                <a:ext uri="{FF2B5EF4-FFF2-40B4-BE49-F238E27FC236}">
                  <a16:creationId xmlns:a16="http://schemas.microsoft.com/office/drawing/2014/main" id="{63D7212D-44B9-D086-DA39-13C939411D08}"/>
                </a:ext>
              </a:extLst>
            </p:cNvPr>
            <p:cNvSpPr/>
            <p:nvPr/>
          </p:nvSpPr>
          <p:spPr>
            <a:xfrm>
              <a:off x="7553609" y="3728675"/>
              <a:ext cx="578692" cy="283866"/>
            </a:xfrm>
            <a:custGeom>
              <a:avLst/>
              <a:gdLst/>
              <a:ahLst/>
              <a:cxnLst/>
              <a:rect l="l" t="t" r="r" b="b"/>
              <a:pathLst>
                <a:path w="34903" h="17121" fill="none" extrusionOk="0">
                  <a:moveTo>
                    <a:pt x="31187" y="1"/>
                  </a:moveTo>
                  <a:lnTo>
                    <a:pt x="23224" y="4513"/>
                  </a:lnTo>
                  <a:lnTo>
                    <a:pt x="23224" y="4513"/>
                  </a:lnTo>
                  <a:lnTo>
                    <a:pt x="22694" y="4779"/>
                  </a:lnTo>
                  <a:lnTo>
                    <a:pt x="22163" y="4779"/>
                  </a:lnTo>
                  <a:lnTo>
                    <a:pt x="22163" y="4779"/>
                  </a:lnTo>
                  <a:lnTo>
                    <a:pt x="21234" y="4646"/>
                  </a:lnTo>
                  <a:lnTo>
                    <a:pt x="20305" y="4248"/>
                  </a:lnTo>
                  <a:lnTo>
                    <a:pt x="20305" y="4248"/>
                  </a:lnTo>
                  <a:lnTo>
                    <a:pt x="16722" y="2124"/>
                  </a:lnTo>
                  <a:lnTo>
                    <a:pt x="8494" y="6902"/>
                  </a:lnTo>
                  <a:lnTo>
                    <a:pt x="8494" y="12476"/>
                  </a:lnTo>
                  <a:lnTo>
                    <a:pt x="6901" y="13405"/>
                  </a:lnTo>
                  <a:lnTo>
                    <a:pt x="6901" y="7831"/>
                  </a:lnTo>
                  <a:lnTo>
                    <a:pt x="0" y="11812"/>
                  </a:lnTo>
                  <a:lnTo>
                    <a:pt x="9024" y="17121"/>
                  </a:lnTo>
                  <a:lnTo>
                    <a:pt x="34903" y="2124"/>
                  </a:lnTo>
                  <a:lnTo>
                    <a:pt x="3118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4425;p40">
              <a:extLst>
                <a:ext uri="{FF2B5EF4-FFF2-40B4-BE49-F238E27FC236}">
                  <a16:creationId xmlns:a16="http://schemas.microsoft.com/office/drawing/2014/main" id="{ADAF3270-85BC-613C-00B3-D49CC9A5C8A9}"/>
                </a:ext>
              </a:extLst>
            </p:cNvPr>
            <p:cNvSpPr/>
            <p:nvPr/>
          </p:nvSpPr>
          <p:spPr>
            <a:xfrm>
              <a:off x="7643821" y="3686877"/>
              <a:ext cx="24223" cy="264053"/>
            </a:xfrm>
            <a:custGeom>
              <a:avLst/>
              <a:gdLst/>
              <a:ahLst/>
              <a:cxnLst/>
              <a:rect l="l" t="t" r="r" b="b"/>
              <a:pathLst>
                <a:path w="1461" h="15926" extrusionOk="0">
                  <a:moveTo>
                    <a:pt x="0" y="0"/>
                  </a:moveTo>
                  <a:lnTo>
                    <a:pt x="0" y="14997"/>
                  </a:lnTo>
                  <a:lnTo>
                    <a:pt x="1460" y="15926"/>
                  </a:lnTo>
                  <a:lnTo>
                    <a:pt x="1460" y="929"/>
                  </a:lnTo>
                  <a:lnTo>
                    <a:pt x="0"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4426;p40">
              <a:extLst>
                <a:ext uri="{FF2B5EF4-FFF2-40B4-BE49-F238E27FC236}">
                  <a16:creationId xmlns:a16="http://schemas.microsoft.com/office/drawing/2014/main" id="{19FC5153-7E35-B160-848F-C4E11D633555}"/>
                </a:ext>
              </a:extLst>
            </p:cNvPr>
            <p:cNvSpPr/>
            <p:nvPr/>
          </p:nvSpPr>
          <p:spPr>
            <a:xfrm>
              <a:off x="7668028" y="3686877"/>
              <a:ext cx="26412" cy="264053"/>
            </a:xfrm>
            <a:custGeom>
              <a:avLst/>
              <a:gdLst/>
              <a:ahLst/>
              <a:cxnLst/>
              <a:rect l="l" t="t" r="r" b="b"/>
              <a:pathLst>
                <a:path w="1593" h="15926" extrusionOk="0">
                  <a:moveTo>
                    <a:pt x="1593" y="0"/>
                  </a:moveTo>
                  <a:lnTo>
                    <a:pt x="0" y="929"/>
                  </a:lnTo>
                  <a:lnTo>
                    <a:pt x="0" y="15926"/>
                  </a:lnTo>
                  <a:lnTo>
                    <a:pt x="1593" y="14997"/>
                  </a:lnTo>
                  <a:lnTo>
                    <a:pt x="159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4427;p40">
              <a:extLst>
                <a:ext uri="{FF2B5EF4-FFF2-40B4-BE49-F238E27FC236}">
                  <a16:creationId xmlns:a16="http://schemas.microsoft.com/office/drawing/2014/main" id="{35F86730-1D5C-2F5B-3782-3C86845FA1C1}"/>
                </a:ext>
              </a:extLst>
            </p:cNvPr>
            <p:cNvSpPr/>
            <p:nvPr/>
          </p:nvSpPr>
          <p:spPr>
            <a:xfrm>
              <a:off x="7668028" y="3686877"/>
              <a:ext cx="26412" cy="264053"/>
            </a:xfrm>
            <a:custGeom>
              <a:avLst/>
              <a:gdLst/>
              <a:ahLst/>
              <a:cxnLst/>
              <a:rect l="l" t="t" r="r" b="b"/>
              <a:pathLst>
                <a:path w="1593" h="15926" fill="none" extrusionOk="0">
                  <a:moveTo>
                    <a:pt x="1593" y="0"/>
                  </a:moveTo>
                  <a:lnTo>
                    <a:pt x="1593" y="14997"/>
                  </a:lnTo>
                  <a:lnTo>
                    <a:pt x="0" y="15926"/>
                  </a:lnTo>
                  <a:lnTo>
                    <a:pt x="0" y="929"/>
                  </a:lnTo>
                  <a:lnTo>
                    <a:pt x="159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4428;p40">
              <a:extLst>
                <a:ext uri="{FF2B5EF4-FFF2-40B4-BE49-F238E27FC236}">
                  <a16:creationId xmlns:a16="http://schemas.microsoft.com/office/drawing/2014/main" id="{2793C2C5-8466-35D5-9F4F-1891D0F13581}"/>
                </a:ext>
              </a:extLst>
            </p:cNvPr>
            <p:cNvSpPr/>
            <p:nvPr/>
          </p:nvSpPr>
          <p:spPr>
            <a:xfrm>
              <a:off x="7588808" y="3625266"/>
              <a:ext cx="151840" cy="118829"/>
            </a:xfrm>
            <a:custGeom>
              <a:avLst/>
              <a:gdLst/>
              <a:ahLst/>
              <a:cxnLst/>
              <a:rect l="l" t="t" r="r" b="b"/>
              <a:pathLst>
                <a:path w="9158" h="7167" extrusionOk="0">
                  <a:moveTo>
                    <a:pt x="0" y="1"/>
                  </a:moveTo>
                  <a:lnTo>
                    <a:pt x="0" y="1859"/>
                  </a:lnTo>
                  <a:lnTo>
                    <a:pt x="9157" y="7167"/>
                  </a:lnTo>
                  <a:lnTo>
                    <a:pt x="9157" y="5309"/>
                  </a:lnTo>
                  <a:lnTo>
                    <a:pt x="0"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4429;p40">
              <a:extLst>
                <a:ext uri="{FF2B5EF4-FFF2-40B4-BE49-F238E27FC236}">
                  <a16:creationId xmlns:a16="http://schemas.microsoft.com/office/drawing/2014/main" id="{EC29C13A-6DC3-EE99-05F0-E9C0D3CE58B4}"/>
                </a:ext>
              </a:extLst>
            </p:cNvPr>
            <p:cNvSpPr/>
            <p:nvPr/>
          </p:nvSpPr>
          <p:spPr>
            <a:xfrm>
              <a:off x="7588808" y="3625266"/>
              <a:ext cx="151840" cy="118829"/>
            </a:xfrm>
            <a:custGeom>
              <a:avLst/>
              <a:gdLst/>
              <a:ahLst/>
              <a:cxnLst/>
              <a:rect l="l" t="t" r="r" b="b"/>
              <a:pathLst>
                <a:path w="9158" h="7167" fill="none" extrusionOk="0">
                  <a:moveTo>
                    <a:pt x="0" y="1"/>
                  </a:moveTo>
                  <a:lnTo>
                    <a:pt x="9157" y="5309"/>
                  </a:lnTo>
                  <a:lnTo>
                    <a:pt x="9157" y="7167"/>
                  </a:lnTo>
                  <a:lnTo>
                    <a:pt x="0" y="1859"/>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4430;p40">
              <a:extLst>
                <a:ext uri="{FF2B5EF4-FFF2-40B4-BE49-F238E27FC236}">
                  <a16:creationId xmlns:a16="http://schemas.microsoft.com/office/drawing/2014/main" id="{DCC322EE-E117-C226-5895-679F7A51B4E4}"/>
                </a:ext>
              </a:extLst>
            </p:cNvPr>
            <p:cNvSpPr/>
            <p:nvPr/>
          </p:nvSpPr>
          <p:spPr>
            <a:xfrm>
              <a:off x="7740631" y="3713289"/>
              <a:ext cx="26429" cy="30806"/>
            </a:xfrm>
            <a:custGeom>
              <a:avLst/>
              <a:gdLst/>
              <a:ahLst/>
              <a:cxnLst/>
              <a:rect l="l" t="t" r="r" b="b"/>
              <a:pathLst>
                <a:path w="1594" h="1858" extrusionOk="0">
                  <a:moveTo>
                    <a:pt x="0" y="0"/>
                  </a:moveTo>
                  <a:lnTo>
                    <a:pt x="0" y="1858"/>
                  </a:lnTo>
                  <a:lnTo>
                    <a:pt x="1593" y="929"/>
                  </a:lnTo>
                  <a:lnTo>
                    <a:pt x="0"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4431;p40">
              <a:extLst>
                <a:ext uri="{FF2B5EF4-FFF2-40B4-BE49-F238E27FC236}">
                  <a16:creationId xmlns:a16="http://schemas.microsoft.com/office/drawing/2014/main" id="{23821C6B-24D9-2CEA-C985-38F1D21DF641}"/>
                </a:ext>
              </a:extLst>
            </p:cNvPr>
            <p:cNvSpPr/>
            <p:nvPr/>
          </p:nvSpPr>
          <p:spPr>
            <a:xfrm>
              <a:off x="7740631" y="3713289"/>
              <a:ext cx="26429" cy="30806"/>
            </a:xfrm>
            <a:custGeom>
              <a:avLst/>
              <a:gdLst/>
              <a:ahLst/>
              <a:cxnLst/>
              <a:rect l="l" t="t" r="r" b="b"/>
              <a:pathLst>
                <a:path w="1594" h="1858" fill="none" extrusionOk="0">
                  <a:moveTo>
                    <a:pt x="0" y="1858"/>
                  </a:moveTo>
                  <a:lnTo>
                    <a:pt x="1593" y="929"/>
                  </a:lnTo>
                  <a:lnTo>
                    <a:pt x="0" y="0"/>
                  </a:lnTo>
                  <a:lnTo>
                    <a:pt x="0" y="1858"/>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4432;p40">
              <a:extLst>
                <a:ext uri="{FF2B5EF4-FFF2-40B4-BE49-F238E27FC236}">
                  <a16:creationId xmlns:a16="http://schemas.microsoft.com/office/drawing/2014/main" id="{9B28F612-A559-FFF1-ED43-8FC9C8E8F125}"/>
                </a:ext>
              </a:extLst>
            </p:cNvPr>
            <p:cNvSpPr/>
            <p:nvPr/>
          </p:nvSpPr>
          <p:spPr>
            <a:xfrm>
              <a:off x="6926504" y="3563654"/>
              <a:ext cx="151840" cy="118845"/>
            </a:xfrm>
            <a:custGeom>
              <a:avLst/>
              <a:gdLst/>
              <a:ahLst/>
              <a:cxnLst/>
              <a:rect l="l" t="t" r="r" b="b"/>
              <a:pathLst>
                <a:path w="9158" h="7168" extrusionOk="0">
                  <a:moveTo>
                    <a:pt x="1" y="1"/>
                  </a:moveTo>
                  <a:lnTo>
                    <a:pt x="1" y="1859"/>
                  </a:lnTo>
                  <a:lnTo>
                    <a:pt x="9158" y="7167"/>
                  </a:lnTo>
                  <a:lnTo>
                    <a:pt x="9158" y="5309"/>
                  </a:lnTo>
                  <a:lnTo>
                    <a:pt x="1"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4433;p40">
              <a:extLst>
                <a:ext uri="{FF2B5EF4-FFF2-40B4-BE49-F238E27FC236}">
                  <a16:creationId xmlns:a16="http://schemas.microsoft.com/office/drawing/2014/main" id="{2DA92D6B-E5C4-DA8C-0282-59F3E7C184F0}"/>
                </a:ext>
              </a:extLst>
            </p:cNvPr>
            <p:cNvSpPr/>
            <p:nvPr/>
          </p:nvSpPr>
          <p:spPr>
            <a:xfrm>
              <a:off x="6926504" y="3563654"/>
              <a:ext cx="151840" cy="118845"/>
            </a:xfrm>
            <a:custGeom>
              <a:avLst/>
              <a:gdLst/>
              <a:ahLst/>
              <a:cxnLst/>
              <a:rect l="l" t="t" r="r" b="b"/>
              <a:pathLst>
                <a:path w="9158" h="7168" fill="none" extrusionOk="0">
                  <a:moveTo>
                    <a:pt x="1" y="1"/>
                  </a:moveTo>
                  <a:lnTo>
                    <a:pt x="9158" y="5309"/>
                  </a:lnTo>
                  <a:lnTo>
                    <a:pt x="9158" y="7167"/>
                  </a:lnTo>
                  <a:lnTo>
                    <a:pt x="1" y="1859"/>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4434;p40">
              <a:extLst>
                <a:ext uri="{FF2B5EF4-FFF2-40B4-BE49-F238E27FC236}">
                  <a16:creationId xmlns:a16="http://schemas.microsoft.com/office/drawing/2014/main" id="{EA5A09F7-857F-6099-69A8-D5623B548C4A}"/>
                </a:ext>
              </a:extLst>
            </p:cNvPr>
            <p:cNvSpPr/>
            <p:nvPr/>
          </p:nvSpPr>
          <p:spPr>
            <a:xfrm>
              <a:off x="6926504" y="3563654"/>
              <a:ext cx="151840" cy="118845"/>
            </a:xfrm>
            <a:custGeom>
              <a:avLst/>
              <a:gdLst/>
              <a:ahLst/>
              <a:cxnLst/>
              <a:rect l="l" t="t" r="r" b="b"/>
              <a:pathLst>
                <a:path w="9158" h="7168" extrusionOk="0">
                  <a:moveTo>
                    <a:pt x="1" y="1"/>
                  </a:moveTo>
                  <a:lnTo>
                    <a:pt x="1" y="1859"/>
                  </a:lnTo>
                  <a:lnTo>
                    <a:pt x="9158" y="7167"/>
                  </a:lnTo>
                  <a:lnTo>
                    <a:pt x="9158" y="5309"/>
                  </a:lnTo>
                  <a:lnTo>
                    <a:pt x="1" y="1"/>
                  </a:lnTo>
                  <a:close/>
                </a:path>
              </a:pathLst>
            </a:custGeom>
            <a:solidFill>
              <a:srgbClr val="6D2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4435;p40">
              <a:extLst>
                <a:ext uri="{FF2B5EF4-FFF2-40B4-BE49-F238E27FC236}">
                  <a16:creationId xmlns:a16="http://schemas.microsoft.com/office/drawing/2014/main" id="{D97C6331-A1B1-A6BB-A687-DBA4FD3DAF11}"/>
                </a:ext>
              </a:extLst>
            </p:cNvPr>
            <p:cNvSpPr/>
            <p:nvPr/>
          </p:nvSpPr>
          <p:spPr>
            <a:xfrm>
              <a:off x="6926504" y="3563654"/>
              <a:ext cx="151840" cy="118845"/>
            </a:xfrm>
            <a:custGeom>
              <a:avLst/>
              <a:gdLst/>
              <a:ahLst/>
              <a:cxnLst/>
              <a:rect l="l" t="t" r="r" b="b"/>
              <a:pathLst>
                <a:path w="9158" h="7168" fill="none" extrusionOk="0">
                  <a:moveTo>
                    <a:pt x="1" y="1"/>
                  </a:moveTo>
                  <a:lnTo>
                    <a:pt x="1" y="1859"/>
                  </a:lnTo>
                  <a:lnTo>
                    <a:pt x="9158" y="7167"/>
                  </a:lnTo>
                  <a:lnTo>
                    <a:pt x="9158" y="5309"/>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4436;p40">
              <a:extLst>
                <a:ext uri="{FF2B5EF4-FFF2-40B4-BE49-F238E27FC236}">
                  <a16:creationId xmlns:a16="http://schemas.microsoft.com/office/drawing/2014/main" id="{095E4993-521F-ED4C-D776-D3BE12D7D840}"/>
                </a:ext>
              </a:extLst>
            </p:cNvPr>
            <p:cNvSpPr/>
            <p:nvPr/>
          </p:nvSpPr>
          <p:spPr>
            <a:xfrm>
              <a:off x="7078327" y="3403027"/>
              <a:ext cx="429090" cy="279472"/>
            </a:xfrm>
            <a:custGeom>
              <a:avLst/>
              <a:gdLst/>
              <a:ahLst/>
              <a:cxnLst/>
              <a:rect l="l" t="t" r="r" b="b"/>
              <a:pathLst>
                <a:path w="25880" h="16856" extrusionOk="0">
                  <a:moveTo>
                    <a:pt x="25879" y="1"/>
                  </a:moveTo>
                  <a:lnTo>
                    <a:pt x="1" y="14997"/>
                  </a:lnTo>
                  <a:lnTo>
                    <a:pt x="1" y="16855"/>
                  </a:lnTo>
                  <a:lnTo>
                    <a:pt x="25879" y="1991"/>
                  </a:lnTo>
                  <a:lnTo>
                    <a:pt x="25879"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4437;p40">
              <a:extLst>
                <a:ext uri="{FF2B5EF4-FFF2-40B4-BE49-F238E27FC236}">
                  <a16:creationId xmlns:a16="http://schemas.microsoft.com/office/drawing/2014/main" id="{866A718B-A295-7E29-05E7-55B6467D7938}"/>
                </a:ext>
              </a:extLst>
            </p:cNvPr>
            <p:cNvSpPr/>
            <p:nvPr/>
          </p:nvSpPr>
          <p:spPr>
            <a:xfrm>
              <a:off x="7078327" y="3403027"/>
              <a:ext cx="429090" cy="279472"/>
            </a:xfrm>
            <a:custGeom>
              <a:avLst/>
              <a:gdLst/>
              <a:ahLst/>
              <a:cxnLst/>
              <a:rect l="l" t="t" r="r" b="b"/>
              <a:pathLst>
                <a:path w="25880" h="16856" fill="none" extrusionOk="0">
                  <a:moveTo>
                    <a:pt x="1" y="14997"/>
                  </a:moveTo>
                  <a:lnTo>
                    <a:pt x="25879" y="1"/>
                  </a:lnTo>
                  <a:lnTo>
                    <a:pt x="25879" y="1991"/>
                  </a:lnTo>
                  <a:lnTo>
                    <a:pt x="1" y="16855"/>
                  </a:lnTo>
                  <a:lnTo>
                    <a:pt x="1" y="1499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4438;p40">
              <a:extLst>
                <a:ext uri="{FF2B5EF4-FFF2-40B4-BE49-F238E27FC236}">
                  <a16:creationId xmlns:a16="http://schemas.microsoft.com/office/drawing/2014/main" id="{5DBCE645-C1DE-DD2C-7E45-EF9966112BB8}"/>
                </a:ext>
              </a:extLst>
            </p:cNvPr>
            <p:cNvSpPr/>
            <p:nvPr/>
          </p:nvSpPr>
          <p:spPr>
            <a:xfrm>
              <a:off x="7078327" y="3491051"/>
              <a:ext cx="305868" cy="191449"/>
            </a:xfrm>
            <a:custGeom>
              <a:avLst/>
              <a:gdLst/>
              <a:ahLst/>
              <a:cxnLst/>
              <a:rect l="l" t="t" r="r" b="b"/>
              <a:pathLst>
                <a:path w="18448" h="11547" extrusionOk="0">
                  <a:moveTo>
                    <a:pt x="16722" y="0"/>
                  </a:moveTo>
                  <a:lnTo>
                    <a:pt x="1" y="9688"/>
                  </a:lnTo>
                  <a:lnTo>
                    <a:pt x="1" y="11546"/>
                  </a:lnTo>
                  <a:lnTo>
                    <a:pt x="18447" y="929"/>
                  </a:lnTo>
                  <a:lnTo>
                    <a:pt x="16722"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4439;p40">
              <a:extLst>
                <a:ext uri="{FF2B5EF4-FFF2-40B4-BE49-F238E27FC236}">
                  <a16:creationId xmlns:a16="http://schemas.microsoft.com/office/drawing/2014/main" id="{BFD0046A-AE98-F742-E39A-568BE9976AD2}"/>
                </a:ext>
              </a:extLst>
            </p:cNvPr>
            <p:cNvSpPr/>
            <p:nvPr/>
          </p:nvSpPr>
          <p:spPr>
            <a:xfrm>
              <a:off x="7078327" y="3491051"/>
              <a:ext cx="305868" cy="191449"/>
            </a:xfrm>
            <a:custGeom>
              <a:avLst/>
              <a:gdLst/>
              <a:ahLst/>
              <a:cxnLst/>
              <a:rect l="l" t="t" r="r" b="b"/>
              <a:pathLst>
                <a:path w="18448" h="11547" fill="none" extrusionOk="0">
                  <a:moveTo>
                    <a:pt x="16722" y="0"/>
                  </a:moveTo>
                  <a:lnTo>
                    <a:pt x="1" y="9688"/>
                  </a:lnTo>
                  <a:lnTo>
                    <a:pt x="1" y="11546"/>
                  </a:lnTo>
                  <a:lnTo>
                    <a:pt x="18447" y="929"/>
                  </a:lnTo>
                  <a:lnTo>
                    <a:pt x="1672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4440;p40">
              <a:extLst>
                <a:ext uri="{FF2B5EF4-FFF2-40B4-BE49-F238E27FC236}">
                  <a16:creationId xmlns:a16="http://schemas.microsoft.com/office/drawing/2014/main" id="{8E80440B-92A0-F91D-BA67-BC10019C82C3}"/>
                </a:ext>
              </a:extLst>
            </p:cNvPr>
            <p:cNvSpPr/>
            <p:nvPr/>
          </p:nvSpPr>
          <p:spPr>
            <a:xfrm>
              <a:off x="6926504" y="3315021"/>
              <a:ext cx="580913" cy="336673"/>
            </a:xfrm>
            <a:custGeom>
              <a:avLst/>
              <a:gdLst/>
              <a:ahLst/>
              <a:cxnLst/>
              <a:rect l="l" t="t" r="r" b="b"/>
              <a:pathLst>
                <a:path w="35037" h="20306" extrusionOk="0">
                  <a:moveTo>
                    <a:pt x="25879" y="0"/>
                  </a:moveTo>
                  <a:lnTo>
                    <a:pt x="1" y="14997"/>
                  </a:lnTo>
                  <a:lnTo>
                    <a:pt x="9158" y="20305"/>
                  </a:lnTo>
                  <a:lnTo>
                    <a:pt x="35036" y="5309"/>
                  </a:lnTo>
                  <a:lnTo>
                    <a:pt x="25879"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4441;p40">
              <a:extLst>
                <a:ext uri="{FF2B5EF4-FFF2-40B4-BE49-F238E27FC236}">
                  <a16:creationId xmlns:a16="http://schemas.microsoft.com/office/drawing/2014/main" id="{C0441665-B69D-D423-BBF2-4DD28C78FEFD}"/>
                </a:ext>
              </a:extLst>
            </p:cNvPr>
            <p:cNvSpPr/>
            <p:nvPr/>
          </p:nvSpPr>
          <p:spPr>
            <a:xfrm>
              <a:off x="6926504" y="3315021"/>
              <a:ext cx="580913" cy="336673"/>
            </a:xfrm>
            <a:custGeom>
              <a:avLst/>
              <a:gdLst/>
              <a:ahLst/>
              <a:cxnLst/>
              <a:rect l="l" t="t" r="r" b="b"/>
              <a:pathLst>
                <a:path w="35037" h="20306" fill="none" extrusionOk="0">
                  <a:moveTo>
                    <a:pt x="9158" y="20305"/>
                  </a:moveTo>
                  <a:lnTo>
                    <a:pt x="1" y="14997"/>
                  </a:lnTo>
                  <a:lnTo>
                    <a:pt x="25879" y="0"/>
                  </a:lnTo>
                  <a:lnTo>
                    <a:pt x="35036" y="5309"/>
                  </a:lnTo>
                  <a:lnTo>
                    <a:pt x="9158" y="2030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4442;p40">
              <a:extLst>
                <a:ext uri="{FF2B5EF4-FFF2-40B4-BE49-F238E27FC236}">
                  <a16:creationId xmlns:a16="http://schemas.microsoft.com/office/drawing/2014/main" id="{D6E079C9-3950-AC91-C191-B01A8C3DB1E1}"/>
                </a:ext>
              </a:extLst>
            </p:cNvPr>
            <p:cNvSpPr/>
            <p:nvPr/>
          </p:nvSpPr>
          <p:spPr>
            <a:xfrm>
              <a:off x="6926504" y="3403027"/>
              <a:ext cx="429090" cy="248667"/>
            </a:xfrm>
            <a:custGeom>
              <a:avLst/>
              <a:gdLst/>
              <a:ahLst/>
              <a:cxnLst/>
              <a:rect l="l" t="t" r="r" b="b"/>
              <a:pathLst>
                <a:path w="25880" h="14998" extrusionOk="0">
                  <a:moveTo>
                    <a:pt x="16722" y="1"/>
                  </a:moveTo>
                  <a:lnTo>
                    <a:pt x="8494" y="4778"/>
                  </a:lnTo>
                  <a:lnTo>
                    <a:pt x="8494" y="10352"/>
                  </a:lnTo>
                  <a:lnTo>
                    <a:pt x="7034" y="11281"/>
                  </a:lnTo>
                  <a:lnTo>
                    <a:pt x="7034" y="5707"/>
                  </a:lnTo>
                  <a:lnTo>
                    <a:pt x="1" y="9689"/>
                  </a:lnTo>
                  <a:lnTo>
                    <a:pt x="9158" y="14997"/>
                  </a:lnTo>
                  <a:lnTo>
                    <a:pt x="25879" y="5309"/>
                  </a:lnTo>
                  <a:lnTo>
                    <a:pt x="16722" y="1"/>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4443;p40">
              <a:extLst>
                <a:ext uri="{FF2B5EF4-FFF2-40B4-BE49-F238E27FC236}">
                  <a16:creationId xmlns:a16="http://schemas.microsoft.com/office/drawing/2014/main" id="{C3A229FF-2F28-5387-08F2-84FB50618200}"/>
                </a:ext>
              </a:extLst>
            </p:cNvPr>
            <p:cNvSpPr/>
            <p:nvPr/>
          </p:nvSpPr>
          <p:spPr>
            <a:xfrm>
              <a:off x="6926504" y="3403027"/>
              <a:ext cx="429090" cy="248667"/>
            </a:xfrm>
            <a:custGeom>
              <a:avLst/>
              <a:gdLst/>
              <a:ahLst/>
              <a:cxnLst/>
              <a:rect l="l" t="t" r="r" b="b"/>
              <a:pathLst>
                <a:path w="25880" h="14998" fill="none" extrusionOk="0">
                  <a:moveTo>
                    <a:pt x="16722" y="1"/>
                  </a:moveTo>
                  <a:lnTo>
                    <a:pt x="8494" y="4778"/>
                  </a:lnTo>
                  <a:lnTo>
                    <a:pt x="8494" y="10352"/>
                  </a:lnTo>
                  <a:lnTo>
                    <a:pt x="7034" y="11281"/>
                  </a:lnTo>
                  <a:lnTo>
                    <a:pt x="7034" y="5707"/>
                  </a:lnTo>
                  <a:lnTo>
                    <a:pt x="1" y="9689"/>
                  </a:lnTo>
                  <a:lnTo>
                    <a:pt x="9158" y="14997"/>
                  </a:lnTo>
                  <a:lnTo>
                    <a:pt x="25879" y="5309"/>
                  </a:lnTo>
                  <a:lnTo>
                    <a:pt x="1672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4444;p40">
              <a:extLst>
                <a:ext uri="{FF2B5EF4-FFF2-40B4-BE49-F238E27FC236}">
                  <a16:creationId xmlns:a16="http://schemas.microsoft.com/office/drawing/2014/main" id="{C61C4DED-C50D-C620-F13F-F91EB5561531}"/>
                </a:ext>
              </a:extLst>
            </p:cNvPr>
            <p:cNvSpPr/>
            <p:nvPr/>
          </p:nvSpPr>
          <p:spPr>
            <a:xfrm>
              <a:off x="7016715" y="3326013"/>
              <a:ext cx="26429" cy="264070"/>
            </a:xfrm>
            <a:custGeom>
              <a:avLst/>
              <a:gdLst/>
              <a:ahLst/>
              <a:cxnLst/>
              <a:rect l="l" t="t" r="r" b="b"/>
              <a:pathLst>
                <a:path w="1594" h="15927" extrusionOk="0">
                  <a:moveTo>
                    <a:pt x="1" y="1"/>
                  </a:moveTo>
                  <a:lnTo>
                    <a:pt x="1" y="14997"/>
                  </a:lnTo>
                  <a:lnTo>
                    <a:pt x="1593" y="15926"/>
                  </a:lnTo>
                  <a:lnTo>
                    <a:pt x="1593" y="930"/>
                  </a:lnTo>
                  <a:lnTo>
                    <a:pt x="1"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4445;p40">
              <a:extLst>
                <a:ext uri="{FF2B5EF4-FFF2-40B4-BE49-F238E27FC236}">
                  <a16:creationId xmlns:a16="http://schemas.microsoft.com/office/drawing/2014/main" id="{B6C3B88C-A318-5EC8-3002-4BBDFBE4F9F4}"/>
                </a:ext>
              </a:extLst>
            </p:cNvPr>
            <p:cNvSpPr/>
            <p:nvPr/>
          </p:nvSpPr>
          <p:spPr>
            <a:xfrm>
              <a:off x="7043127" y="3326013"/>
              <a:ext cx="24223" cy="264070"/>
            </a:xfrm>
            <a:custGeom>
              <a:avLst/>
              <a:gdLst/>
              <a:ahLst/>
              <a:cxnLst/>
              <a:rect l="l" t="t" r="r" b="b"/>
              <a:pathLst>
                <a:path w="1461" h="15927" extrusionOk="0">
                  <a:moveTo>
                    <a:pt x="1460" y="1"/>
                  </a:moveTo>
                  <a:lnTo>
                    <a:pt x="0" y="930"/>
                  </a:lnTo>
                  <a:lnTo>
                    <a:pt x="0" y="15926"/>
                  </a:lnTo>
                  <a:lnTo>
                    <a:pt x="1460" y="14997"/>
                  </a:lnTo>
                  <a:lnTo>
                    <a:pt x="146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4446;p40">
              <a:extLst>
                <a:ext uri="{FF2B5EF4-FFF2-40B4-BE49-F238E27FC236}">
                  <a16:creationId xmlns:a16="http://schemas.microsoft.com/office/drawing/2014/main" id="{AC995155-3765-9553-DC7E-175AEA26F9E9}"/>
                </a:ext>
              </a:extLst>
            </p:cNvPr>
            <p:cNvSpPr/>
            <p:nvPr/>
          </p:nvSpPr>
          <p:spPr>
            <a:xfrm>
              <a:off x="7043127" y="3326013"/>
              <a:ext cx="24223" cy="264070"/>
            </a:xfrm>
            <a:custGeom>
              <a:avLst/>
              <a:gdLst/>
              <a:ahLst/>
              <a:cxnLst/>
              <a:rect l="l" t="t" r="r" b="b"/>
              <a:pathLst>
                <a:path w="1461" h="15927" fill="none" extrusionOk="0">
                  <a:moveTo>
                    <a:pt x="1460" y="1"/>
                  </a:moveTo>
                  <a:lnTo>
                    <a:pt x="1460" y="14997"/>
                  </a:lnTo>
                  <a:lnTo>
                    <a:pt x="0" y="15926"/>
                  </a:lnTo>
                  <a:lnTo>
                    <a:pt x="0" y="930"/>
                  </a:lnTo>
                  <a:lnTo>
                    <a:pt x="146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4447;p40">
              <a:extLst>
                <a:ext uri="{FF2B5EF4-FFF2-40B4-BE49-F238E27FC236}">
                  <a16:creationId xmlns:a16="http://schemas.microsoft.com/office/drawing/2014/main" id="{D1EAEF64-CB55-0A8E-70EA-7A133DEF396F}"/>
                </a:ext>
              </a:extLst>
            </p:cNvPr>
            <p:cNvSpPr/>
            <p:nvPr/>
          </p:nvSpPr>
          <p:spPr>
            <a:xfrm>
              <a:off x="6963908" y="3264419"/>
              <a:ext cx="149635" cy="118829"/>
            </a:xfrm>
            <a:custGeom>
              <a:avLst/>
              <a:gdLst/>
              <a:ahLst/>
              <a:cxnLst/>
              <a:rect l="l" t="t" r="r" b="b"/>
              <a:pathLst>
                <a:path w="9025" h="7167" extrusionOk="0">
                  <a:moveTo>
                    <a:pt x="1" y="0"/>
                  </a:moveTo>
                  <a:lnTo>
                    <a:pt x="1" y="1858"/>
                  </a:lnTo>
                  <a:lnTo>
                    <a:pt x="9025" y="7166"/>
                  </a:lnTo>
                  <a:lnTo>
                    <a:pt x="9025" y="5176"/>
                  </a:lnTo>
                  <a:lnTo>
                    <a:pt x="1"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4448;p40">
              <a:extLst>
                <a:ext uri="{FF2B5EF4-FFF2-40B4-BE49-F238E27FC236}">
                  <a16:creationId xmlns:a16="http://schemas.microsoft.com/office/drawing/2014/main" id="{A117A6E2-4172-46CE-6201-9F868E81791F}"/>
                </a:ext>
              </a:extLst>
            </p:cNvPr>
            <p:cNvSpPr/>
            <p:nvPr/>
          </p:nvSpPr>
          <p:spPr>
            <a:xfrm>
              <a:off x="6963908" y="3264419"/>
              <a:ext cx="149635" cy="118829"/>
            </a:xfrm>
            <a:custGeom>
              <a:avLst/>
              <a:gdLst/>
              <a:ahLst/>
              <a:cxnLst/>
              <a:rect l="l" t="t" r="r" b="b"/>
              <a:pathLst>
                <a:path w="9025" h="7167" fill="none" extrusionOk="0">
                  <a:moveTo>
                    <a:pt x="1" y="0"/>
                  </a:moveTo>
                  <a:lnTo>
                    <a:pt x="9025" y="5176"/>
                  </a:lnTo>
                  <a:lnTo>
                    <a:pt x="9025" y="7166"/>
                  </a:lnTo>
                  <a:lnTo>
                    <a:pt x="1" y="1858"/>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4449;p40">
              <a:extLst>
                <a:ext uri="{FF2B5EF4-FFF2-40B4-BE49-F238E27FC236}">
                  <a16:creationId xmlns:a16="http://schemas.microsoft.com/office/drawing/2014/main" id="{1F23AB03-F8C4-3C2D-A702-07A4FF58835F}"/>
                </a:ext>
              </a:extLst>
            </p:cNvPr>
            <p:cNvSpPr/>
            <p:nvPr/>
          </p:nvSpPr>
          <p:spPr>
            <a:xfrm>
              <a:off x="7113543" y="3350220"/>
              <a:ext cx="28617" cy="33027"/>
            </a:xfrm>
            <a:custGeom>
              <a:avLst/>
              <a:gdLst/>
              <a:ahLst/>
              <a:cxnLst/>
              <a:rect l="l" t="t" r="r" b="b"/>
              <a:pathLst>
                <a:path w="1726" h="1992" extrusionOk="0">
                  <a:moveTo>
                    <a:pt x="0" y="1"/>
                  </a:moveTo>
                  <a:lnTo>
                    <a:pt x="0" y="1991"/>
                  </a:lnTo>
                  <a:lnTo>
                    <a:pt x="1725" y="1062"/>
                  </a:lnTo>
                  <a:lnTo>
                    <a:pt x="0"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4450;p40">
              <a:extLst>
                <a:ext uri="{FF2B5EF4-FFF2-40B4-BE49-F238E27FC236}">
                  <a16:creationId xmlns:a16="http://schemas.microsoft.com/office/drawing/2014/main" id="{CB332FC7-8FFA-5434-5184-63A872EBCFE7}"/>
                </a:ext>
              </a:extLst>
            </p:cNvPr>
            <p:cNvSpPr/>
            <p:nvPr/>
          </p:nvSpPr>
          <p:spPr>
            <a:xfrm>
              <a:off x="7113543" y="3350220"/>
              <a:ext cx="28617" cy="33027"/>
            </a:xfrm>
            <a:custGeom>
              <a:avLst/>
              <a:gdLst/>
              <a:ahLst/>
              <a:cxnLst/>
              <a:rect l="l" t="t" r="r" b="b"/>
              <a:pathLst>
                <a:path w="1726" h="1992" fill="none" extrusionOk="0">
                  <a:moveTo>
                    <a:pt x="0" y="1991"/>
                  </a:moveTo>
                  <a:lnTo>
                    <a:pt x="1725" y="1062"/>
                  </a:lnTo>
                  <a:lnTo>
                    <a:pt x="0" y="1"/>
                  </a:lnTo>
                  <a:lnTo>
                    <a:pt x="0" y="199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4451;p40">
              <a:extLst>
                <a:ext uri="{FF2B5EF4-FFF2-40B4-BE49-F238E27FC236}">
                  <a16:creationId xmlns:a16="http://schemas.microsoft.com/office/drawing/2014/main" id="{0A9D4844-8BA3-1964-A7B2-65CDE76304FD}"/>
                </a:ext>
              </a:extLst>
            </p:cNvPr>
            <p:cNvSpPr/>
            <p:nvPr/>
          </p:nvSpPr>
          <p:spPr>
            <a:xfrm>
              <a:off x="6301603" y="3202807"/>
              <a:ext cx="151840" cy="118829"/>
            </a:xfrm>
            <a:custGeom>
              <a:avLst/>
              <a:gdLst/>
              <a:ahLst/>
              <a:cxnLst/>
              <a:rect l="l" t="t" r="r" b="b"/>
              <a:pathLst>
                <a:path w="9158" h="7167" extrusionOk="0">
                  <a:moveTo>
                    <a:pt x="1" y="0"/>
                  </a:moveTo>
                  <a:lnTo>
                    <a:pt x="1" y="1858"/>
                  </a:lnTo>
                  <a:lnTo>
                    <a:pt x="9158" y="7167"/>
                  </a:lnTo>
                  <a:lnTo>
                    <a:pt x="9158" y="5309"/>
                  </a:lnTo>
                  <a:lnTo>
                    <a:pt x="1"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4452;p40">
              <a:extLst>
                <a:ext uri="{FF2B5EF4-FFF2-40B4-BE49-F238E27FC236}">
                  <a16:creationId xmlns:a16="http://schemas.microsoft.com/office/drawing/2014/main" id="{E79AA100-38C3-441B-712C-9A0BE8818F1C}"/>
                </a:ext>
              </a:extLst>
            </p:cNvPr>
            <p:cNvSpPr/>
            <p:nvPr/>
          </p:nvSpPr>
          <p:spPr>
            <a:xfrm>
              <a:off x="6301603" y="3202807"/>
              <a:ext cx="151840" cy="118829"/>
            </a:xfrm>
            <a:custGeom>
              <a:avLst/>
              <a:gdLst/>
              <a:ahLst/>
              <a:cxnLst/>
              <a:rect l="l" t="t" r="r" b="b"/>
              <a:pathLst>
                <a:path w="9158" h="7167" fill="none" extrusionOk="0">
                  <a:moveTo>
                    <a:pt x="1" y="0"/>
                  </a:moveTo>
                  <a:lnTo>
                    <a:pt x="9158" y="5309"/>
                  </a:lnTo>
                  <a:lnTo>
                    <a:pt x="9158" y="7167"/>
                  </a:lnTo>
                  <a:lnTo>
                    <a:pt x="1" y="1858"/>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4453;p40">
              <a:extLst>
                <a:ext uri="{FF2B5EF4-FFF2-40B4-BE49-F238E27FC236}">
                  <a16:creationId xmlns:a16="http://schemas.microsoft.com/office/drawing/2014/main" id="{0512071C-BA23-3F4D-E5A5-5CC853BEC85B}"/>
                </a:ext>
              </a:extLst>
            </p:cNvPr>
            <p:cNvSpPr/>
            <p:nvPr/>
          </p:nvSpPr>
          <p:spPr>
            <a:xfrm>
              <a:off x="6301603" y="3202807"/>
              <a:ext cx="151840" cy="118829"/>
            </a:xfrm>
            <a:custGeom>
              <a:avLst/>
              <a:gdLst/>
              <a:ahLst/>
              <a:cxnLst/>
              <a:rect l="l" t="t" r="r" b="b"/>
              <a:pathLst>
                <a:path w="9158" h="7167" extrusionOk="0">
                  <a:moveTo>
                    <a:pt x="1" y="0"/>
                  </a:moveTo>
                  <a:lnTo>
                    <a:pt x="1" y="1858"/>
                  </a:lnTo>
                  <a:lnTo>
                    <a:pt x="9158" y="7167"/>
                  </a:lnTo>
                  <a:lnTo>
                    <a:pt x="9158" y="5309"/>
                  </a:lnTo>
                  <a:lnTo>
                    <a:pt x="1" y="0"/>
                  </a:lnTo>
                  <a:close/>
                </a:path>
              </a:pathLst>
            </a:custGeom>
            <a:solidFill>
              <a:srgbClr val="6D242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4454;p40">
              <a:extLst>
                <a:ext uri="{FF2B5EF4-FFF2-40B4-BE49-F238E27FC236}">
                  <a16:creationId xmlns:a16="http://schemas.microsoft.com/office/drawing/2014/main" id="{3FFD6A2F-5761-ED69-ED71-9DAD8EF09A4D}"/>
                </a:ext>
              </a:extLst>
            </p:cNvPr>
            <p:cNvSpPr/>
            <p:nvPr/>
          </p:nvSpPr>
          <p:spPr>
            <a:xfrm>
              <a:off x="6301603" y="3202807"/>
              <a:ext cx="151840" cy="118829"/>
            </a:xfrm>
            <a:custGeom>
              <a:avLst/>
              <a:gdLst/>
              <a:ahLst/>
              <a:cxnLst/>
              <a:rect l="l" t="t" r="r" b="b"/>
              <a:pathLst>
                <a:path w="9158" h="7167" fill="none" extrusionOk="0">
                  <a:moveTo>
                    <a:pt x="1" y="0"/>
                  </a:moveTo>
                  <a:lnTo>
                    <a:pt x="1" y="1858"/>
                  </a:lnTo>
                  <a:lnTo>
                    <a:pt x="9158" y="7167"/>
                  </a:lnTo>
                  <a:lnTo>
                    <a:pt x="9158" y="5309"/>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4455;p40">
              <a:extLst>
                <a:ext uri="{FF2B5EF4-FFF2-40B4-BE49-F238E27FC236}">
                  <a16:creationId xmlns:a16="http://schemas.microsoft.com/office/drawing/2014/main" id="{4743ED1F-3768-1332-AFFB-57687FAEDE86}"/>
                </a:ext>
              </a:extLst>
            </p:cNvPr>
            <p:cNvSpPr/>
            <p:nvPr/>
          </p:nvSpPr>
          <p:spPr>
            <a:xfrm>
              <a:off x="6453427" y="3042180"/>
              <a:ext cx="429090" cy="279456"/>
            </a:xfrm>
            <a:custGeom>
              <a:avLst/>
              <a:gdLst/>
              <a:ahLst/>
              <a:cxnLst/>
              <a:rect l="l" t="t" r="r" b="b"/>
              <a:pathLst>
                <a:path w="25880" h="16855" extrusionOk="0">
                  <a:moveTo>
                    <a:pt x="25879" y="0"/>
                  </a:moveTo>
                  <a:lnTo>
                    <a:pt x="1" y="14997"/>
                  </a:lnTo>
                  <a:lnTo>
                    <a:pt x="1" y="16855"/>
                  </a:lnTo>
                  <a:lnTo>
                    <a:pt x="25879" y="1858"/>
                  </a:lnTo>
                  <a:lnTo>
                    <a:pt x="25879"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4456;p40">
              <a:extLst>
                <a:ext uri="{FF2B5EF4-FFF2-40B4-BE49-F238E27FC236}">
                  <a16:creationId xmlns:a16="http://schemas.microsoft.com/office/drawing/2014/main" id="{93DAD4FB-BE26-2A65-70E1-46E2D2324671}"/>
                </a:ext>
              </a:extLst>
            </p:cNvPr>
            <p:cNvSpPr/>
            <p:nvPr/>
          </p:nvSpPr>
          <p:spPr>
            <a:xfrm>
              <a:off x="6453427" y="3042180"/>
              <a:ext cx="429090" cy="279456"/>
            </a:xfrm>
            <a:custGeom>
              <a:avLst/>
              <a:gdLst/>
              <a:ahLst/>
              <a:cxnLst/>
              <a:rect l="l" t="t" r="r" b="b"/>
              <a:pathLst>
                <a:path w="25880" h="16855" fill="none" extrusionOk="0">
                  <a:moveTo>
                    <a:pt x="1" y="14997"/>
                  </a:moveTo>
                  <a:lnTo>
                    <a:pt x="25879" y="0"/>
                  </a:lnTo>
                  <a:lnTo>
                    <a:pt x="25879" y="1858"/>
                  </a:lnTo>
                  <a:lnTo>
                    <a:pt x="1" y="16855"/>
                  </a:lnTo>
                  <a:lnTo>
                    <a:pt x="1" y="1499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4457;p40">
              <a:extLst>
                <a:ext uri="{FF2B5EF4-FFF2-40B4-BE49-F238E27FC236}">
                  <a16:creationId xmlns:a16="http://schemas.microsoft.com/office/drawing/2014/main" id="{2F1E679C-ED75-2CA4-6B62-0C4450331C64}"/>
                </a:ext>
              </a:extLst>
            </p:cNvPr>
            <p:cNvSpPr/>
            <p:nvPr/>
          </p:nvSpPr>
          <p:spPr>
            <a:xfrm>
              <a:off x="6453427" y="3130187"/>
              <a:ext cx="303663" cy="191449"/>
            </a:xfrm>
            <a:custGeom>
              <a:avLst/>
              <a:gdLst/>
              <a:ahLst/>
              <a:cxnLst/>
              <a:rect l="l" t="t" r="r" b="b"/>
              <a:pathLst>
                <a:path w="18315" h="11547" extrusionOk="0">
                  <a:moveTo>
                    <a:pt x="16722" y="1"/>
                  </a:moveTo>
                  <a:lnTo>
                    <a:pt x="1" y="9689"/>
                  </a:lnTo>
                  <a:lnTo>
                    <a:pt x="1" y="11547"/>
                  </a:lnTo>
                  <a:lnTo>
                    <a:pt x="18315" y="930"/>
                  </a:lnTo>
                  <a:lnTo>
                    <a:pt x="16722"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4458;p40">
              <a:extLst>
                <a:ext uri="{FF2B5EF4-FFF2-40B4-BE49-F238E27FC236}">
                  <a16:creationId xmlns:a16="http://schemas.microsoft.com/office/drawing/2014/main" id="{08EA3285-0BCC-3084-3DD2-022AA505BAAD}"/>
                </a:ext>
              </a:extLst>
            </p:cNvPr>
            <p:cNvSpPr/>
            <p:nvPr/>
          </p:nvSpPr>
          <p:spPr>
            <a:xfrm>
              <a:off x="6453427" y="3130187"/>
              <a:ext cx="303663" cy="191449"/>
            </a:xfrm>
            <a:custGeom>
              <a:avLst/>
              <a:gdLst/>
              <a:ahLst/>
              <a:cxnLst/>
              <a:rect l="l" t="t" r="r" b="b"/>
              <a:pathLst>
                <a:path w="18315" h="11547" fill="none" extrusionOk="0">
                  <a:moveTo>
                    <a:pt x="16722" y="1"/>
                  </a:moveTo>
                  <a:lnTo>
                    <a:pt x="1" y="9689"/>
                  </a:lnTo>
                  <a:lnTo>
                    <a:pt x="1" y="11547"/>
                  </a:lnTo>
                  <a:lnTo>
                    <a:pt x="18315" y="930"/>
                  </a:lnTo>
                  <a:lnTo>
                    <a:pt x="1672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4459;p40">
              <a:extLst>
                <a:ext uri="{FF2B5EF4-FFF2-40B4-BE49-F238E27FC236}">
                  <a16:creationId xmlns:a16="http://schemas.microsoft.com/office/drawing/2014/main" id="{9675C508-A8ED-96E4-293B-92F8FB39012D}"/>
                </a:ext>
              </a:extLst>
            </p:cNvPr>
            <p:cNvSpPr/>
            <p:nvPr/>
          </p:nvSpPr>
          <p:spPr>
            <a:xfrm>
              <a:off x="6301603" y="2954157"/>
              <a:ext cx="580913" cy="336673"/>
            </a:xfrm>
            <a:custGeom>
              <a:avLst/>
              <a:gdLst/>
              <a:ahLst/>
              <a:cxnLst/>
              <a:rect l="l" t="t" r="r" b="b"/>
              <a:pathLst>
                <a:path w="35037" h="20306" extrusionOk="0">
                  <a:moveTo>
                    <a:pt x="25879" y="1"/>
                  </a:moveTo>
                  <a:lnTo>
                    <a:pt x="1" y="14997"/>
                  </a:lnTo>
                  <a:lnTo>
                    <a:pt x="9158" y="20306"/>
                  </a:lnTo>
                  <a:lnTo>
                    <a:pt x="35036" y="5309"/>
                  </a:lnTo>
                  <a:lnTo>
                    <a:pt x="25879"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4460;p40">
              <a:extLst>
                <a:ext uri="{FF2B5EF4-FFF2-40B4-BE49-F238E27FC236}">
                  <a16:creationId xmlns:a16="http://schemas.microsoft.com/office/drawing/2014/main" id="{FFE236F0-32FA-D640-7FC2-7CBB470AE6BB}"/>
                </a:ext>
              </a:extLst>
            </p:cNvPr>
            <p:cNvSpPr/>
            <p:nvPr/>
          </p:nvSpPr>
          <p:spPr>
            <a:xfrm>
              <a:off x="6301603" y="2954157"/>
              <a:ext cx="580913" cy="336673"/>
            </a:xfrm>
            <a:custGeom>
              <a:avLst/>
              <a:gdLst/>
              <a:ahLst/>
              <a:cxnLst/>
              <a:rect l="l" t="t" r="r" b="b"/>
              <a:pathLst>
                <a:path w="35037" h="20306" fill="none" extrusionOk="0">
                  <a:moveTo>
                    <a:pt x="9158" y="20306"/>
                  </a:moveTo>
                  <a:lnTo>
                    <a:pt x="1" y="14997"/>
                  </a:lnTo>
                  <a:lnTo>
                    <a:pt x="25879" y="1"/>
                  </a:lnTo>
                  <a:lnTo>
                    <a:pt x="35036" y="5309"/>
                  </a:lnTo>
                  <a:lnTo>
                    <a:pt x="9158" y="2030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4461;p40">
              <a:extLst>
                <a:ext uri="{FF2B5EF4-FFF2-40B4-BE49-F238E27FC236}">
                  <a16:creationId xmlns:a16="http://schemas.microsoft.com/office/drawing/2014/main" id="{EF32F92E-4130-F027-EAF0-1B83860AFCB7}"/>
                </a:ext>
              </a:extLst>
            </p:cNvPr>
            <p:cNvSpPr/>
            <p:nvPr/>
          </p:nvSpPr>
          <p:spPr>
            <a:xfrm>
              <a:off x="6301603" y="3042180"/>
              <a:ext cx="429090" cy="248650"/>
            </a:xfrm>
            <a:custGeom>
              <a:avLst/>
              <a:gdLst/>
              <a:ahLst/>
              <a:cxnLst/>
              <a:rect l="l" t="t" r="r" b="b"/>
              <a:pathLst>
                <a:path w="25880" h="14997" extrusionOk="0">
                  <a:moveTo>
                    <a:pt x="16722" y="0"/>
                  </a:moveTo>
                  <a:lnTo>
                    <a:pt x="8494" y="4778"/>
                  </a:lnTo>
                  <a:lnTo>
                    <a:pt x="8494" y="10352"/>
                  </a:lnTo>
                  <a:lnTo>
                    <a:pt x="6902" y="11148"/>
                  </a:lnTo>
                  <a:lnTo>
                    <a:pt x="6902" y="5707"/>
                  </a:lnTo>
                  <a:lnTo>
                    <a:pt x="1" y="9688"/>
                  </a:lnTo>
                  <a:lnTo>
                    <a:pt x="9158" y="14997"/>
                  </a:lnTo>
                  <a:lnTo>
                    <a:pt x="25879" y="5309"/>
                  </a:lnTo>
                  <a:lnTo>
                    <a:pt x="16722"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4462;p40">
              <a:extLst>
                <a:ext uri="{FF2B5EF4-FFF2-40B4-BE49-F238E27FC236}">
                  <a16:creationId xmlns:a16="http://schemas.microsoft.com/office/drawing/2014/main" id="{049F551E-ACC4-EED8-A383-2CFA527FAE16}"/>
                </a:ext>
              </a:extLst>
            </p:cNvPr>
            <p:cNvSpPr/>
            <p:nvPr/>
          </p:nvSpPr>
          <p:spPr>
            <a:xfrm>
              <a:off x="6301603" y="3042180"/>
              <a:ext cx="429090" cy="248650"/>
            </a:xfrm>
            <a:custGeom>
              <a:avLst/>
              <a:gdLst/>
              <a:ahLst/>
              <a:cxnLst/>
              <a:rect l="l" t="t" r="r" b="b"/>
              <a:pathLst>
                <a:path w="25880" h="14997" fill="none" extrusionOk="0">
                  <a:moveTo>
                    <a:pt x="16722" y="0"/>
                  </a:moveTo>
                  <a:lnTo>
                    <a:pt x="8494" y="4778"/>
                  </a:lnTo>
                  <a:lnTo>
                    <a:pt x="8494" y="10352"/>
                  </a:lnTo>
                  <a:lnTo>
                    <a:pt x="6902" y="11148"/>
                  </a:lnTo>
                  <a:lnTo>
                    <a:pt x="6902" y="5707"/>
                  </a:lnTo>
                  <a:lnTo>
                    <a:pt x="1" y="9688"/>
                  </a:lnTo>
                  <a:lnTo>
                    <a:pt x="9158" y="14997"/>
                  </a:lnTo>
                  <a:lnTo>
                    <a:pt x="25879" y="5309"/>
                  </a:lnTo>
                  <a:lnTo>
                    <a:pt x="1672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4463;p40">
              <a:extLst>
                <a:ext uri="{FF2B5EF4-FFF2-40B4-BE49-F238E27FC236}">
                  <a16:creationId xmlns:a16="http://schemas.microsoft.com/office/drawing/2014/main" id="{212A53BE-D2A1-89E7-8DE5-693ADCF5D041}"/>
                </a:ext>
              </a:extLst>
            </p:cNvPr>
            <p:cNvSpPr/>
            <p:nvPr/>
          </p:nvSpPr>
          <p:spPr>
            <a:xfrm>
              <a:off x="6391815" y="2965166"/>
              <a:ext cx="24223" cy="261848"/>
            </a:xfrm>
            <a:custGeom>
              <a:avLst/>
              <a:gdLst/>
              <a:ahLst/>
              <a:cxnLst/>
              <a:rect l="l" t="t" r="r" b="b"/>
              <a:pathLst>
                <a:path w="1461" h="15793" extrusionOk="0">
                  <a:moveTo>
                    <a:pt x="1" y="0"/>
                  </a:moveTo>
                  <a:lnTo>
                    <a:pt x="1" y="14997"/>
                  </a:lnTo>
                  <a:lnTo>
                    <a:pt x="1461" y="15793"/>
                  </a:lnTo>
                  <a:lnTo>
                    <a:pt x="1461" y="929"/>
                  </a:lnTo>
                  <a:lnTo>
                    <a:pt x="1"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4464;p40">
              <a:extLst>
                <a:ext uri="{FF2B5EF4-FFF2-40B4-BE49-F238E27FC236}">
                  <a16:creationId xmlns:a16="http://schemas.microsoft.com/office/drawing/2014/main" id="{B20E26B0-DD45-1DE9-9E4A-6EC45F5463E9}"/>
                </a:ext>
              </a:extLst>
            </p:cNvPr>
            <p:cNvSpPr/>
            <p:nvPr/>
          </p:nvSpPr>
          <p:spPr>
            <a:xfrm>
              <a:off x="6416022" y="2965166"/>
              <a:ext cx="26429" cy="261848"/>
            </a:xfrm>
            <a:custGeom>
              <a:avLst/>
              <a:gdLst/>
              <a:ahLst/>
              <a:cxnLst/>
              <a:rect l="l" t="t" r="r" b="b"/>
              <a:pathLst>
                <a:path w="1594" h="15793" extrusionOk="0">
                  <a:moveTo>
                    <a:pt x="1593" y="0"/>
                  </a:moveTo>
                  <a:lnTo>
                    <a:pt x="1" y="929"/>
                  </a:lnTo>
                  <a:lnTo>
                    <a:pt x="1" y="15793"/>
                  </a:lnTo>
                  <a:lnTo>
                    <a:pt x="1593" y="14997"/>
                  </a:lnTo>
                  <a:lnTo>
                    <a:pt x="1593"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4465;p40">
              <a:extLst>
                <a:ext uri="{FF2B5EF4-FFF2-40B4-BE49-F238E27FC236}">
                  <a16:creationId xmlns:a16="http://schemas.microsoft.com/office/drawing/2014/main" id="{DD172E06-C270-07BC-C93A-F827CC38977C}"/>
                </a:ext>
              </a:extLst>
            </p:cNvPr>
            <p:cNvSpPr/>
            <p:nvPr/>
          </p:nvSpPr>
          <p:spPr>
            <a:xfrm>
              <a:off x="6416022" y="2965166"/>
              <a:ext cx="26429" cy="261848"/>
            </a:xfrm>
            <a:custGeom>
              <a:avLst/>
              <a:gdLst/>
              <a:ahLst/>
              <a:cxnLst/>
              <a:rect l="l" t="t" r="r" b="b"/>
              <a:pathLst>
                <a:path w="1594" h="15793" fill="none" extrusionOk="0">
                  <a:moveTo>
                    <a:pt x="1593" y="0"/>
                  </a:moveTo>
                  <a:lnTo>
                    <a:pt x="1593" y="14997"/>
                  </a:lnTo>
                  <a:lnTo>
                    <a:pt x="1" y="15793"/>
                  </a:lnTo>
                  <a:lnTo>
                    <a:pt x="1" y="929"/>
                  </a:lnTo>
                  <a:lnTo>
                    <a:pt x="159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4466;p40">
              <a:extLst>
                <a:ext uri="{FF2B5EF4-FFF2-40B4-BE49-F238E27FC236}">
                  <a16:creationId xmlns:a16="http://schemas.microsoft.com/office/drawing/2014/main" id="{88EC0AF0-6AE0-6F96-0934-D6CB4F2C5B8F}"/>
                </a:ext>
              </a:extLst>
            </p:cNvPr>
            <p:cNvSpPr/>
            <p:nvPr/>
          </p:nvSpPr>
          <p:spPr>
            <a:xfrm>
              <a:off x="6336819" y="2903555"/>
              <a:ext cx="151840" cy="118829"/>
            </a:xfrm>
            <a:custGeom>
              <a:avLst/>
              <a:gdLst/>
              <a:ahLst/>
              <a:cxnLst/>
              <a:rect l="l" t="t" r="r" b="b"/>
              <a:pathLst>
                <a:path w="9158" h="7167" extrusionOk="0">
                  <a:moveTo>
                    <a:pt x="0" y="1"/>
                  </a:moveTo>
                  <a:lnTo>
                    <a:pt x="0" y="1858"/>
                  </a:lnTo>
                  <a:lnTo>
                    <a:pt x="9157" y="7167"/>
                  </a:lnTo>
                  <a:lnTo>
                    <a:pt x="9157" y="5176"/>
                  </a:lnTo>
                  <a:lnTo>
                    <a:pt x="0"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4467;p40">
              <a:extLst>
                <a:ext uri="{FF2B5EF4-FFF2-40B4-BE49-F238E27FC236}">
                  <a16:creationId xmlns:a16="http://schemas.microsoft.com/office/drawing/2014/main" id="{DBBD0B02-ED33-D461-AE59-550806D29181}"/>
                </a:ext>
              </a:extLst>
            </p:cNvPr>
            <p:cNvSpPr/>
            <p:nvPr/>
          </p:nvSpPr>
          <p:spPr>
            <a:xfrm>
              <a:off x="6336819" y="2903555"/>
              <a:ext cx="151840" cy="118829"/>
            </a:xfrm>
            <a:custGeom>
              <a:avLst/>
              <a:gdLst/>
              <a:ahLst/>
              <a:cxnLst/>
              <a:rect l="l" t="t" r="r" b="b"/>
              <a:pathLst>
                <a:path w="9158" h="7167" fill="none" extrusionOk="0">
                  <a:moveTo>
                    <a:pt x="0" y="1"/>
                  </a:moveTo>
                  <a:lnTo>
                    <a:pt x="9157" y="5176"/>
                  </a:lnTo>
                  <a:lnTo>
                    <a:pt x="9157" y="7167"/>
                  </a:lnTo>
                  <a:lnTo>
                    <a:pt x="0" y="1858"/>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4468;p40">
              <a:extLst>
                <a:ext uri="{FF2B5EF4-FFF2-40B4-BE49-F238E27FC236}">
                  <a16:creationId xmlns:a16="http://schemas.microsoft.com/office/drawing/2014/main" id="{B69F5ADE-19BD-6100-67D4-1EE900E1B0CA}"/>
                </a:ext>
              </a:extLst>
            </p:cNvPr>
            <p:cNvSpPr/>
            <p:nvPr/>
          </p:nvSpPr>
          <p:spPr>
            <a:xfrm>
              <a:off x="6488642" y="2989373"/>
              <a:ext cx="26412" cy="33011"/>
            </a:xfrm>
            <a:custGeom>
              <a:avLst/>
              <a:gdLst/>
              <a:ahLst/>
              <a:cxnLst/>
              <a:rect l="l" t="t" r="r" b="b"/>
              <a:pathLst>
                <a:path w="1593" h="1991" extrusionOk="0">
                  <a:moveTo>
                    <a:pt x="0" y="0"/>
                  </a:moveTo>
                  <a:lnTo>
                    <a:pt x="0" y="1991"/>
                  </a:lnTo>
                  <a:lnTo>
                    <a:pt x="1593" y="929"/>
                  </a:lnTo>
                  <a:lnTo>
                    <a:pt x="0"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4469;p40">
              <a:extLst>
                <a:ext uri="{FF2B5EF4-FFF2-40B4-BE49-F238E27FC236}">
                  <a16:creationId xmlns:a16="http://schemas.microsoft.com/office/drawing/2014/main" id="{18A269CA-26D3-8783-CB6E-CCF6E48AB5FB}"/>
                </a:ext>
              </a:extLst>
            </p:cNvPr>
            <p:cNvSpPr/>
            <p:nvPr/>
          </p:nvSpPr>
          <p:spPr>
            <a:xfrm>
              <a:off x="6488642" y="2989373"/>
              <a:ext cx="26412" cy="33011"/>
            </a:xfrm>
            <a:custGeom>
              <a:avLst/>
              <a:gdLst/>
              <a:ahLst/>
              <a:cxnLst/>
              <a:rect l="l" t="t" r="r" b="b"/>
              <a:pathLst>
                <a:path w="1593" h="1991" fill="none" extrusionOk="0">
                  <a:moveTo>
                    <a:pt x="0" y="1991"/>
                  </a:moveTo>
                  <a:lnTo>
                    <a:pt x="1593" y="929"/>
                  </a:lnTo>
                  <a:lnTo>
                    <a:pt x="0" y="0"/>
                  </a:lnTo>
                  <a:lnTo>
                    <a:pt x="0" y="199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4470;p40">
              <a:extLst>
                <a:ext uri="{FF2B5EF4-FFF2-40B4-BE49-F238E27FC236}">
                  <a16:creationId xmlns:a16="http://schemas.microsoft.com/office/drawing/2014/main" id="{04E57514-5F96-B8AE-8E0C-F02E4AB8ABBD}"/>
                </a:ext>
              </a:extLst>
            </p:cNvPr>
            <p:cNvSpPr/>
            <p:nvPr/>
          </p:nvSpPr>
          <p:spPr>
            <a:xfrm>
              <a:off x="6154191" y="2463487"/>
              <a:ext cx="2193750" cy="1344422"/>
            </a:xfrm>
            <a:custGeom>
              <a:avLst/>
              <a:gdLst/>
              <a:ahLst/>
              <a:cxnLst/>
              <a:rect l="l" t="t" r="r" b="b"/>
              <a:pathLst>
                <a:path w="132313" h="81087" extrusionOk="0">
                  <a:moveTo>
                    <a:pt x="25215" y="0"/>
                  </a:moveTo>
                  <a:lnTo>
                    <a:pt x="24552" y="133"/>
                  </a:lnTo>
                  <a:lnTo>
                    <a:pt x="1062" y="13802"/>
                  </a:lnTo>
                  <a:lnTo>
                    <a:pt x="531" y="14200"/>
                  </a:lnTo>
                  <a:lnTo>
                    <a:pt x="266" y="14599"/>
                  </a:lnTo>
                  <a:lnTo>
                    <a:pt x="0" y="15262"/>
                  </a:lnTo>
                  <a:lnTo>
                    <a:pt x="0" y="16058"/>
                  </a:lnTo>
                  <a:lnTo>
                    <a:pt x="0" y="16855"/>
                  </a:lnTo>
                  <a:lnTo>
                    <a:pt x="266" y="17784"/>
                  </a:lnTo>
                  <a:lnTo>
                    <a:pt x="664" y="18713"/>
                  </a:lnTo>
                  <a:lnTo>
                    <a:pt x="1062" y="19509"/>
                  </a:lnTo>
                  <a:lnTo>
                    <a:pt x="1593" y="20305"/>
                  </a:lnTo>
                  <a:lnTo>
                    <a:pt x="2256" y="21101"/>
                  </a:lnTo>
                  <a:lnTo>
                    <a:pt x="3053" y="21765"/>
                  </a:lnTo>
                  <a:lnTo>
                    <a:pt x="3716" y="22296"/>
                  </a:lnTo>
                  <a:lnTo>
                    <a:pt x="104709" y="80556"/>
                  </a:lnTo>
                  <a:lnTo>
                    <a:pt x="105505" y="80954"/>
                  </a:lnTo>
                  <a:lnTo>
                    <a:pt x="106301" y="81087"/>
                  </a:lnTo>
                  <a:lnTo>
                    <a:pt x="106965" y="81087"/>
                  </a:lnTo>
                  <a:lnTo>
                    <a:pt x="107628" y="80821"/>
                  </a:lnTo>
                  <a:lnTo>
                    <a:pt x="131251" y="67285"/>
                  </a:lnTo>
                  <a:lnTo>
                    <a:pt x="131649" y="66887"/>
                  </a:lnTo>
                  <a:lnTo>
                    <a:pt x="131914" y="66488"/>
                  </a:lnTo>
                  <a:lnTo>
                    <a:pt x="132180" y="65825"/>
                  </a:lnTo>
                  <a:lnTo>
                    <a:pt x="132313" y="65161"/>
                  </a:lnTo>
                  <a:lnTo>
                    <a:pt x="132180" y="64232"/>
                  </a:lnTo>
                  <a:lnTo>
                    <a:pt x="132047" y="63436"/>
                  </a:lnTo>
                  <a:lnTo>
                    <a:pt x="131649" y="62507"/>
                  </a:lnTo>
                  <a:lnTo>
                    <a:pt x="131251" y="61711"/>
                  </a:lnTo>
                  <a:lnTo>
                    <a:pt x="130720" y="60915"/>
                  </a:lnTo>
                  <a:lnTo>
                    <a:pt x="130057" y="60118"/>
                  </a:lnTo>
                  <a:lnTo>
                    <a:pt x="129393" y="59455"/>
                  </a:lnTo>
                  <a:lnTo>
                    <a:pt x="128597" y="58924"/>
                  </a:lnTo>
                  <a:lnTo>
                    <a:pt x="27339" y="531"/>
                  </a:lnTo>
                  <a:lnTo>
                    <a:pt x="26542" y="133"/>
                  </a:lnTo>
                  <a:lnTo>
                    <a:pt x="25879"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4471;p40">
              <a:extLst>
                <a:ext uri="{FF2B5EF4-FFF2-40B4-BE49-F238E27FC236}">
                  <a16:creationId xmlns:a16="http://schemas.microsoft.com/office/drawing/2014/main" id="{F1C11D50-708D-0C05-00A7-FCFA21ED272E}"/>
                </a:ext>
              </a:extLst>
            </p:cNvPr>
            <p:cNvSpPr/>
            <p:nvPr/>
          </p:nvSpPr>
          <p:spPr>
            <a:xfrm>
              <a:off x="6154191" y="2463488"/>
              <a:ext cx="2193750" cy="1344422"/>
            </a:xfrm>
            <a:custGeom>
              <a:avLst/>
              <a:gdLst/>
              <a:ahLst/>
              <a:cxnLst/>
              <a:rect l="l" t="t" r="r" b="b"/>
              <a:pathLst>
                <a:path w="132313" h="81087" fill="none" extrusionOk="0">
                  <a:moveTo>
                    <a:pt x="128597" y="58924"/>
                  </a:moveTo>
                  <a:lnTo>
                    <a:pt x="27339" y="531"/>
                  </a:lnTo>
                  <a:lnTo>
                    <a:pt x="27339" y="531"/>
                  </a:lnTo>
                  <a:lnTo>
                    <a:pt x="26542" y="133"/>
                  </a:lnTo>
                  <a:lnTo>
                    <a:pt x="25879" y="0"/>
                  </a:lnTo>
                  <a:lnTo>
                    <a:pt x="25215" y="0"/>
                  </a:lnTo>
                  <a:lnTo>
                    <a:pt x="24552" y="133"/>
                  </a:lnTo>
                  <a:lnTo>
                    <a:pt x="1062" y="13802"/>
                  </a:lnTo>
                  <a:lnTo>
                    <a:pt x="1062" y="13802"/>
                  </a:lnTo>
                  <a:lnTo>
                    <a:pt x="531" y="14200"/>
                  </a:lnTo>
                  <a:lnTo>
                    <a:pt x="266" y="14599"/>
                  </a:lnTo>
                  <a:lnTo>
                    <a:pt x="0" y="15262"/>
                  </a:lnTo>
                  <a:lnTo>
                    <a:pt x="0" y="16058"/>
                  </a:lnTo>
                  <a:lnTo>
                    <a:pt x="0" y="16058"/>
                  </a:lnTo>
                  <a:lnTo>
                    <a:pt x="0" y="16855"/>
                  </a:lnTo>
                  <a:lnTo>
                    <a:pt x="266" y="17784"/>
                  </a:lnTo>
                  <a:lnTo>
                    <a:pt x="664" y="18713"/>
                  </a:lnTo>
                  <a:lnTo>
                    <a:pt x="1062" y="19509"/>
                  </a:lnTo>
                  <a:lnTo>
                    <a:pt x="1593" y="20305"/>
                  </a:lnTo>
                  <a:lnTo>
                    <a:pt x="2256" y="21101"/>
                  </a:lnTo>
                  <a:lnTo>
                    <a:pt x="3053" y="21765"/>
                  </a:lnTo>
                  <a:lnTo>
                    <a:pt x="3716" y="22296"/>
                  </a:lnTo>
                  <a:lnTo>
                    <a:pt x="104709" y="80556"/>
                  </a:lnTo>
                  <a:lnTo>
                    <a:pt x="104709" y="80556"/>
                  </a:lnTo>
                  <a:lnTo>
                    <a:pt x="105505" y="80954"/>
                  </a:lnTo>
                  <a:lnTo>
                    <a:pt x="106301" y="81087"/>
                  </a:lnTo>
                  <a:lnTo>
                    <a:pt x="106965" y="81087"/>
                  </a:lnTo>
                  <a:lnTo>
                    <a:pt x="107628" y="80821"/>
                  </a:lnTo>
                  <a:lnTo>
                    <a:pt x="131251" y="67285"/>
                  </a:lnTo>
                  <a:lnTo>
                    <a:pt x="131251" y="67285"/>
                  </a:lnTo>
                  <a:lnTo>
                    <a:pt x="131649" y="66887"/>
                  </a:lnTo>
                  <a:lnTo>
                    <a:pt x="131914" y="66488"/>
                  </a:lnTo>
                  <a:lnTo>
                    <a:pt x="132180" y="65825"/>
                  </a:lnTo>
                  <a:lnTo>
                    <a:pt x="132313" y="65161"/>
                  </a:lnTo>
                  <a:lnTo>
                    <a:pt x="132313" y="65161"/>
                  </a:lnTo>
                  <a:lnTo>
                    <a:pt x="132180" y="64232"/>
                  </a:lnTo>
                  <a:lnTo>
                    <a:pt x="132047" y="63436"/>
                  </a:lnTo>
                  <a:lnTo>
                    <a:pt x="131649" y="62507"/>
                  </a:lnTo>
                  <a:lnTo>
                    <a:pt x="131251" y="61711"/>
                  </a:lnTo>
                  <a:lnTo>
                    <a:pt x="130720" y="60915"/>
                  </a:lnTo>
                  <a:lnTo>
                    <a:pt x="130057" y="60118"/>
                  </a:lnTo>
                  <a:lnTo>
                    <a:pt x="129393" y="59455"/>
                  </a:lnTo>
                  <a:lnTo>
                    <a:pt x="128597" y="5892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4472;p40">
              <a:extLst>
                <a:ext uri="{FF2B5EF4-FFF2-40B4-BE49-F238E27FC236}">
                  <a16:creationId xmlns:a16="http://schemas.microsoft.com/office/drawing/2014/main" id="{57802DBE-4077-0361-6E51-35003893BC68}"/>
                </a:ext>
              </a:extLst>
            </p:cNvPr>
            <p:cNvSpPr/>
            <p:nvPr/>
          </p:nvSpPr>
          <p:spPr>
            <a:xfrm>
              <a:off x="6154191" y="2687915"/>
              <a:ext cx="1802097" cy="1119996"/>
            </a:xfrm>
            <a:custGeom>
              <a:avLst/>
              <a:gdLst/>
              <a:ahLst/>
              <a:cxnLst/>
              <a:rect l="l" t="t" r="r" b="b"/>
              <a:pathLst>
                <a:path w="108691" h="67551" extrusionOk="0">
                  <a:moveTo>
                    <a:pt x="1593" y="1"/>
                  </a:moveTo>
                  <a:lnTo>
                    <a:pt x="1062" y="266"/>
                  </a:lnTo>
                  <a:lnTo>
                    <a:pt x="531" y="664"/>
                  </a:lnTo>
                  <a:lnTo>
                    <a:pt x="266" y="1063"/>
                  </a:lnTo>
                  <a:lnTo>
                    <a:pt x="0" y="1726"/>
                  </a:lnTo>
                  <a:lnTo>
                    <a:pt x="0" y="2522"/>
                  </a:lnTo>
                  <a:lnTo>
                    <a:pt x="0" y="3319"/>
                  </a:lnTo>
                  <a:lnTo>
                    <a:pt x="266" y="4248"/>
                  </a:lnTo>
                  <a:lnTo>
                    <a:pt x="664" y="5177"/>
                  </a:lnTo>
                  <a:lnTo>
                    <a:pt x="1062" y="5973"/>
                  </a:lnTo>
                  <a:lnTo>
                    <a:pt x="1593" y="6769"/>
                  </a:lnTo>
                  <a:lnTo>
                    <a:pt x="2256" y="7565"/>
                  </a:lnTo>
                  <a:lnTo>
                    <a:pt x="3053" y="8229"/>
                  </a:lnTo>
                  <a:lnTo>
                    <a:pt x="3716" y="8760"/>
                  </a:lnTo>
                  <a:lnTo>
                    <a:pt x="104709" y="67020"/>
                  </a:lnTo>
                  <a:lnTo>
                    <a:pt x="105505" y="67418"/>
                  </a:lnTo>
                  <a:lnTo>
                    <a:pt x="106301" y="67551"/>
                  </a:lnTo>
                  <a:lnTo>
                    <a:pt x="106965" y="67551"/>
                  </a:lnTo>
                  <a:lnTo>
                    <a:pt x="107628" y="67285"/>
                  </a:lnTo>
                  <a:lnTo>
                    <a:pt x="108027" y="67020"/>
                  </a:lnTo>
                  <a:lnTo>
                    <a:pt x="108425" y="66489"/>
                  </a:lnTo>
                  <a:lnTo>
                    <a:pt x="108557" y="65958"/>
                  </a:lnTo>
                  <a:lnTo>
                    <a:pt x="108690" y="65162"/>
                  </a:lnTo>
                  <a:lnTo>
                    <a:pt x="108557" y="64366"/>
                  </a:lnTo>
                  <a:lnTo>
                    <a:pt x="108425" y="63437"/>
                  </a:lnTo>
                  <a:lnTo>
                    <a:pt x="108159" y="62640"/>
                  </a:lnTo>
                  <a:lnTo>
                    <a:pt x="107628" y="61711"/>
                  </a:lnTo>
                  <a:lnTo>
                    <a:pt x="107098" y="60915"/>
                  </a:lnTo>
                  <a:lnTo>
                    <a:pt x="106434" y="60251"/>
                  </a:lnTo>
                  <a:lnTo>
                    <a:pt x="105770" y="59588"/>
                  </a:lnTo>
                  <a:lnTo>
                    <a:pt x="104974" y="59057"/>
                  </a:lnTo>
                  <a:lnTo>
                    <a:pt x="3716" y="532"/>
                  </a:lnTo>
                  <a:lnTo>
                    <a:pt x="2920" y="266"/>
                  </a:lnTo>
                  <a:lnTo>
                    <a:pt x="2256"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4473;p40">
              <a:extLst>
                <a:ext uri="{FF2B5EF4-FFF2-40B4-BE49-F238E27FC236}">
                  <a16:creationId xmlns:a16="http://schemas.microsoft.com/office/drawing/2014/main" id="{F5D08573-0917-0C64-4D47-191FE89CE384}"/>
                </a:ext>
              </a:extLst>
            </p:cNvPr>
            <p:cNvSpPr/>
            <p:nvPr/>
          </p:nvSpPr>
          <p:spPr>
            <a:xfrm>
              <a:off x="6154191" y="2687915"/>
              <a:ext cx="1802097" cy="1119996"/>
            </a:xfrm>
            <a:custGeom>
              <a:avLst/>
              <a:gdLst/>
              <a:ahLst/>
              <a:cxnLst/>
              <a:rect l="l" t="t" r="r" b="b"/>
              <a:pathLst>
                <a:path w="108691" h="67551" fill="none" extrusionOk="0">
                  <a:moveTo>
                    <a:pt x="3716" y="8760"/>
                  </a:moveTo>
                  <a:lnTo>
                    <a:pt x="104709" y="67020"/>
                  </a:lnTo>
                  <a:lnTo>
                    <a:pt x="104709" y="67020"/>
                  </a:lnTo>
                  <a:lnTo>
                    <a:pt x="105505" y="67418"/>
                  </a:lnTo>
                  <a:lnTo>
                    <a:pt x="106301" y="67551"/>
                  </a:lnTo>
                  <a:lnTo>
                    <a:pt x="106965" y="67551"/>
                  </a:lnTo>
                  <a:lnTo>
                    <a:pt x="107628" y="67285"/>
                  </a:lnTo>
                  <a:lnTo>
                    <a:pt x="107628" y="67285"/>
                  </a:lnTo>
                  <a:lnTo>
                    <a:pt x="108027" y="67020"/>
                  </a:lnTo>
                  <a:lnTo>
                    <a:pt x="108425" y="66489"/>
                  </a:lnTo>
                  <a:lnTo>
                    <a:pt x="108557" y="65958"/>
                  </a:lnTo>
                  <a:lnTo>
                    <a:pt x="108690" y="65162"/>
                  </a:lnTo>
                  <a:lnTo>
                    <a:pt x="108690" y="65162"/>
                  </a:lnTo>
                  <a:lnTo>
                    <a:pt x="108557" y="64366"/>
                  </a:lnTo>
                  <a:lnTo>
                    <a:pt x="108425" y="63437"/>
                  </a:lnTo>
                  <a:lnTo>
                    <a:pt x="108159" y="62640"/>
                  </a:lnTo>
                  <a:lnTo>
                    <a:pt x="107628" y="61711"/>
                  </a:lnTo>
                  <a:lnTo>
                    <a:pt x="107098" y="60915"/>
                  </a:lnTo>
                  <a:lnTo>
                    <a:pt x="106434" y="60251"/>
                  </a:lnTo>
                  <a:lnTo>
                    <a:pt x="105770" y="59588"/>
                  </a:lnTo>
                  <a:lnTo>
                    <a:pt x="104974" y="59057"/>
                  </a:lnTo>
                  <a:lnTo>
                    <a:pt x="3716" y="532"/>
                  </a:lnTo>
                  <a:lnTo>
                    <a:pt x="3716" y="532"/>
                  </a:lnTo>
                  <a:lnTo>
                    <a:pt x="2920" y="266"/>
                  </a:lnTo>
                  <a:lnTo>
                    <a:pt x="2256" y="1"/>
                  </a:lnTo>
                  <a:lnTo>
                    <a:pt x="1593" y="1"/>
                  </a:lnTo>
                  <a:lnTo>
                    <a:pt x="1062" y="266"/>
                  </a:lnTo>
                  <a:lnTo>
                    <a:pt x="1062" y="266"/>
                  </a:lnTo>
                  <a:lnTo>
                    <a:pt x="531" y="664"/>
                  </a:lnTo>
                  <a:lnTo>
                    <a:pt x="266" y="1063"/>
                  </a:lnTo>
                  <a:lnTo>
                    <a:pt x="0" y="1726"/>
                  </a:lnTo>
                  <a:lnTo>
                    <a:pt x="0" y="2522"/>
                  </a:lnTo>
                  <a:lnTo>
                    <a:pt x="0" y="2522"/>
                  </a:lnTo>
                  <a:lnTo>
                    <a:pt x="0" y="3319"/>
                  </a:lnTo>
                  <a:lnTo>
                    <a:pt x="266" y="4248"/>
                  </a:lnTo>
                  <a:lnTo>
                    <a:pt x="664" y="5177"/>
                  </a:lnTo>
                  <a:lnTo>
                    <a:pt x="1062" y="5973"/>
                  </a:lnTo>
                  <a:lnTo>
                    <a:pt x="1593" y="6769"/>
                  </a:lnTo>
                  <a:lnTo>
                    <a:pt x="2256" y="7565"/>
                  </a:lnTo>
                  <a:lnTo>
                    <a:pt x="3053" y="8229"/>
                  </a:lnTo>
                  <a:lnTo>
                    <a:pt x="3716" y="876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4474;p40">
              <a:extLst>
                <a:ext uri="{FF2B5EF4-FFF2-40B4-BE49-F238E27FC236}">
                  <a16:creationId xmlns:a16="http://schemas.microsoft.com/office/drawing/2014/main" id="{8FDC40B1-5E19-7ACE-85D0-D60095A7EB93}"/>
                </a:ext>
              </a:extLst>
            </p:cNvPr>
            <p:cNvSpPr/>
            <p:nvPr/>
          </p:nvSpPr>
          <p:spPr>
            <a:xfrm>
              <a:off x="6154191" y="2687915"/>
              <a:ext cx="1802097" cy="1119996"/>
            </a:xfrm>
            <a:custGeom>
              <a:avLst/>
              <a:gdLst/>
              <a:ahLst/>
              <a:cxnLst/>
              <a:rect l="l" t="t" r="r" b="b"/>
              <a:pathLst>
                <a:path w="108691" h="67551" extrusionOk="0">
                  <a:moveTo>
                    <a:pt x="22990" y="13027"/>
                  </a:moveTo>
                  <a:lnTo>
                    <a:pt x="23755" y="13537"/>
                  </a:lnTo>
                  <a:lnTo>
                    <a:pt x="23755" y="13469"/>
                  </a:lnTo>
                  <a:lnTo>
                    <a:pt x="22990" y="13027"/>
                  </a:lnTo>
                  <a:close/>
                  <a:moveTo>
                    <a:pt x="23755" y="12078"/>
                  </a:moveTo>
                  <a:lnTo>
                    <a:pt x="23755" y="13469"/>
                  </a:lnTo>
                  <a:lnTo>
                    <a:pt x="44686" y="25553"/>
                  </a:lnTo>
                  <a:lnTo>
                    <a:pt x="44060" y="25083"/>
                  </a:lnTo>
                  <a:lnTo>
                    <a:pt x="44060" y="23756"/>
                  </a:lnTo>
                  <a:lnTo>
                    <a:pt x="34505" y="18315"/>
                  </a:lnTo>
                  <a:lnTo>
                    <a:pt x="34505" y="19642"/>
                  </a:lnTo>
                  <a:lnTo>
                    <a:pt x="33311" y="18978"/>
                  </a:lnTo>
                  <a:lnTo>
                    <a:pt x="33311" y="17651"/>
                  </a:lnTo>
                  <a:lnTo>
                    <a:pt x="23755" y="12078"/>
                  </a:lnTo>
                  <a:close/>
                  <a:moveTo>
                    <a:pt x="44686" y="25553"/>
                  </a:moveTo>
                  <a:lnTo>
                    <a:pt x="45122" y="25879"/>
                  </a:lnTo>
                  <a:lnTo>
                    <a:pt x="45122" y="25804"/>
                  </a:lnTo>
                  <a:lnTo>
                    <a:pt x="44686" y="25553"/>
                  </a:lnTo>
                  <a:close/>
                  <a:moveTo>
                    <a:pt x="45122" y="24420"/>
                  </a:moveTo>
                  <a:lnTo>
                    <a:pt x="45122" y="25804"/>
                  </a:lnTo>
                  <a:lnTo>
                    <a:pt x="54677" y="31321"/>
                  </a:lnTo>
                  <a:lnTo>
                    <a:pt x="54677" y="29993"/>
                  </a:lnTo>
                  <a:lnTo>
                    <a:pt x="45122" y="24420"/>
                  </a:lnTo>
                  <a:close/>
                  <a:moveTo>
                    <a:pt x="55871" y="30657"/>
                  </a:moveTo>
                  <a:lnTo>
                    <a:pt x="55871" y="31984"/>
                  </a:lnTo>
                  <a:lnTo>
                    <a:pt x="55075" y="31586"/>
                  </a:lnTo>
                  <a:lnTo>
                    <a:pt x="76043" y="43663"/>
                  </a:lnTo>
                  <a:lnTo>
                    <a:pt x="76043" y="42336"/>
                  </a:lnTo>
                  <a:lnTo>
                    <a:pt x="66621" y="36894"/>
                  </a:lnTo>
                  <a:lnTo>
                    <a:pt x="66621" y="38222"/>
                  </a:lnTo>
                  <a:lnTo>
                    <a:pt x="65426" y="37425"/>
                  </a:lnTo>
                  <a:lnTo>
                    <a:pt x="65426" y="36098"/>
                  </a:lnTo>
                  <a:lnTo>
                    <a:pt x="55871" y="30657"/>
                  </a:lnTo>
                  <a:close/>
                  <a:moveTo>
                    <a:pt x="77238" y="42999"/>
                  </a:moveTo>
                  <a:lnTo>
                    <a:pt x="77238" y="44326"/>
                  </a:lnTo>
                  <a:lnTo>
                    <a:pt x="76840" y="44194"/>
                  </a:lnTo>
                  <a:lnTo>
                    <a:pt x="86793" y="49900"/>
                  </a:lnTo>
                  <a:lnTo>
                    <a:pt x="86793" y="48440"/>
                  </a:lnTo>
                  <a:lnTo>
                    <a:pt x="77238" y="42999"/>
                  </a:lnTo>
                  <a:close/>
                  <a:moveTo>
                    <a:pt x="87324" y="50165"/>
                  </a:moveTo>
                  <a:lnTo>
                    <a:pt x="87987" y="50564"/>
                  </a:lnTo>
                  <a:lnTo>
                    <a:pt x="87987" y="50550"/>
                  </a:lnTo>
                  <a:lnTo>
                    <a:pt x="87324" y="50165"/>
                  </a:lnTo>
                  <a:close/>
                  <a:moveTo>
                    <a:pt x="87987" y="49237"/>
                  </a:moveTo>
                  <a:lnTo>
                    <a:pt x="87987" y="50550"/>
                  </a:lnTo>
                  <a:lnTo>
                    <a:pt x="97410" y="56005"/>
                  </a:lnTo>
                  <a:lnTo>
                    <a:pt x="97410" y="54678"/>
                  </a:lnTo>
                  <a:lnTo>
                    <a:pt x="87987" y="49237"/>
                  </a:lnTo>
                  <a:close/>
                  <a:moveTo>
                    <a:pt x="1991" y="1"/>
                  </a:moveTo>
                  <a:lnTo>
                    <a:pt x="1460" y="134"/>
                  </a:lnTo>
                  <a:lnTo>
                    <a:pt x="1062" y="266"/>
                  </a:lnTo>
                  <a:lnTo>
                    <a:pt x="531" y="664"/>
                  </a:lnTo>
                  <a:lnTo>
                    <a:pt x="266" y="1063"/>
                  </a:lnTo>
                  <a:lnTo>
                    <a:pt x="0" y="1726"/>
                  </a:lnTo>
                  <a:lnTo>
                    <a:pt x="0" y="2522"/>
                  </a:lnTo>
                  <a:lnTo>
                    <a:pt x="0" y="3319"/>
                  </a:lnTo>
                  <a:lnTo>
                    <a:pt x="266" y="4248"/>
                  </a:lnTo>
                  <a:lnTo>
                    <a:pt x="664" y="5177"/>
                  </a:lnTo>
                  <a:lnTo>
                    <a:pt x="1062" y="5973"/>
                  </a:lnTo>
                  <a:lnTo>
                    <a:pt x="1593" y="6769"/>
                  </a:lnTo>
                  <a:lnTo>
                    <a:pt x="2256" y="7565"/>
                  </a:lnTo>
                  <a:lnTo>
                    <a:pt x="3053" y="8229"/>
                  </a:lnTo>
                  <a:lnTo>
                    <a:pt x="3716" y="8760"/>
                  </a:lnTo>
                  <a:lnTo>
                    <a:pt x="104709" y="67020"/>
                  </a:lnTo>
                  <a:lnTo>
                    <a:pt x="105638" y="67418"/>
                  </a:lnTo>
                  <a:lnTo>
                    <a:pt x="106567" y="67551"/>
                  </a:lnTo>
                  <a:lnTo>
                    <a:pt x="107098" y="67551"/>
                  </a:lnTo>
                  <a:lnTo>
                    <a:pt x="107628" y="67285"/>
                  </a:lnTo>
                  <a:lnTo>
                    <a:pt x="108027" y="67020"/>
                  </a:lnTo>
                  <a:lnTo>
                    <a:pt x="108425" y="66489"/>
                  </a:lnTo>
                  <a:lnTo>
                    <a:pt x="108557" y="65958"/>
                  </a:lnTo>
                  <a:lnTo>
                    <a:pt x="108690" y="65162"/>
                  </a:lnTo>
                  <a:lnTo>
                    <a:pt x="108690" y="65029"/>
                  </a:lnTo>
                  <a:lnTo>
                    <a:pt x="108557" y="64233"/>
                  </a:lnTo>
                  <a:lnTo>
                    <a:pt x="108425" y="63304"/>
                  </a:lnTo>
                  <a:lnTo>
                    <a:pt x="108027" y="62508"/>
                  </a:lnTo>
                  <a:lnTo>
                    <a:pt x="107628" y="61711"/>
                  </a:lnTo>
                  <a:lnTo>
                    <a:pt x="107098" y="60915"/>
                  </a:lnTo>
                  <a:lnTo>
                    <a:pt x="106434" y="60119"/>
                  </a:lnTo>
                  <a:lnTo>
                    <a:pt x="105770" y="59588"/>
                  </a:lnTo>
                  <a:lnTo>
                    <a:pt x="104974" y="59057"/>
                  </a:lnTo>
                  <a:lnTo>
                    <a:pt x="98604" y="55341"/>
                  </a:lnTo>
                  <a:lnTo>
                    <a:pt x="98604" y="56668"/>
                  </a:lnTo>
                  <a:lnTo>
                    <a:pt x="97808" y="56270"/>
                  </a:lnTo>
                  <a:lnTo>
                    <a:pt x="97808" y="56270"/>
                  </a:lnTo>
                  <a:lnTo>
                    <a:pt x="104443" y="59986"/>
                  </a:lnTo>
                  <a:lnTo>
                    <a:pt x="105107" y="60517"/>
                  </a:lnTo>
                  <a:lnTo>
                    <a:pt x="105638" y="61048"/>
                  </a:lnTo>
                  <a:lnTo>
                    <a:pt x="106169" y="61579"/>
                  </a:lnTo>
                  <a:lnTo>
                    <a:pt x="106699" y="62375"/>
                  </a:lnTo>
                  <a:lnTo>
                    <a:pt x="106965" y="63038"/>
                  </a:lnTo>
                  <a:lnTo>
                    <a:pt x="107363" y="63702"/>
                  </a:lnTo>
                  <a:lnTo>
                    <a:pt x="107496" y="64498"/>
                  </a:lnTo>
                  <a:lnTo>
                    <a:pt x="107496" y="65162"/>
                  </a:lnTo>
                  <a:lnTo>
                    <a:pt x="107363" y="65825"/>
                  </a:lnTo>
                  <a:lnTo>
                    <a:pt x="107230" y="66091"/>
                  </a:lnTo>
                  <a:lnTo>
                    <a:pt x="106965" y="66356"/>
                  </a:lnTo>
                  <a:lnTo>
                    <a:pt x="106567" y="66489"/>
                  </a:lnTo>
                  <a:lnTo>
                    <a:pt x="106036" y="66356"/>
                  </a:lnTo>
                  <a:lnTo>
                    <a:pt x="105372" y="66091"/>
                  </a:lnTo>
                  <a:lnTo>
                    <a:pt x="4380" y="7698"/>
                  </a:lnTo>
                  <a:lnTo>
                    <a:pt x="3716" y="7300"/>
                  </a:lnTo>
                  <a:lnTo>
                    <a:pt x="3053" y="6769"/>
                  </a:lnTo>
                  <a:lnTo>
                    <a:pt x="2522" y="6106"/>
                  </a:lnTo>
                  <a:lnTo>
                    <a:pt x="2124" y="5442"/>
                  </a:lnTo>
                  <a:lnTo>
                    <a:pt x="1725" y="4646"/>
                  </a:lnTo>
                  <a:lnTo>
                    <a:pt x="1460" y="3982"/>
                  </a:lnTo>
                  <a:lnTo>
                    <a:pt x="1195" y="3186"/>
                  </a:lnTo>
                  <a:lnTo>
                    <a:pt x="1195" y="2522"/>
                  </a:lnTo>
                  <a:lnTo>
                    <a:pt x="1327" y="1726"/>
                  </a:lnTo>
                  <a:lnTo>
                    <a:pt x="1460" y="1461"/>
                  </a:lnTo>
                  <a:lnTo>
                    <a:pt x="1593" y="1328"/>
                  </a:lnTo>
                  <a:lnTo>
                    <a:pt x="1991" y="1195"/>
                  </a:lnTo>
                  <a:lnTo>
                    <a:pt x="2522" y="1195"/>
                  </a:lnTo>
                  <a:lnTo>
                    <a:pt x="3185" y="1593"/>
                  </a:lnTo>
                  <a:lnTo>
                    <a:pt x="22990" y="13027"/>
                  </a:lnTo>
                  <a:lnTo>
                    <a:pt x="22561" y="12741"/>
                  </a:lnTo>
                  <a:lnTo>
                    <a:pt x="22561" y="11414"/>
                  </a:lnTo>
                  <a:lnTo>
                    <a:pt x="13139" y="5973"/>
                  </a:lnTo>
                  <a:lnTo>
                    <a:pt x="13139" y="7300"/>
                  </a:lnTo>
                  <a:lnTo>
                    <a:pt x="11944" y="6636"/>
                  </a:lnTo>
                  <a:lnTo>
                    <a:pt x="11944" y="5309"/>
                  </a:lnTo>
                  <a:lnTo>
                    <a:pt x="3716" y="532"/>
                  </a:lnTo>
                  <a:lnTo>
                    <a:pt x="2787" y="134"/>
                  </a:lnTo>
                  <a:lnTo>
                    <a:pt x="1991"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4475;p40">
              <a:extLst>
                <a:ext uri="{FF2B5EF4-FFF2-40B4-BE49-F238E27FC236}">
                  <a16:creationId xmlns:a16="http://schemas.microsoft.com/office/drawing/2014/main" id="{1ADB1E46-67AB-C128-45D2-C53464C79564}"/>
                </a:ext>
              </a:extLst>
            </p:cNvPr>
            <p:cNvSpPr/>
            <p:nvPr/>
          </p:nvSpPr>
          <p:spPr>
            <a:xfrm>
              <a:off x="7238954" y="3286420"/>
              <a:ext cx="19813" cy="35216"/>
            </a:xfrm>
            <a:custGeom>
              <a:avLst/>
              <a:gdLst/>
              <a:ahLst/>
              <a:cxnLst/>
              <a:rect l="l" t="t" r="r" b="b"/>
              <a:pathLst>
                <a:path w="1195" h="2124" fill="none" extrusionOk="0">
                  <a:moveTo>
                    <a:pt x="1195" y="2124"/>
                  </a:moveTo>
                  <a:lnTo>
                    <a:pt x="0" y="1327"/>
                  </a:lnTo>
                  <a:lnTo>
                    <a:pt x="0" y="0"/>
                  </a:lnTo>
                  <a:lnTo>
                    <a:pt x="1195" y="796"/>
                  </a:lnTo>
                  <a:lnTo>
                    <a:pt x="1195" y="212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4476;p40">
              <a:extLst>
                <a:ext uri="{FF2B5EF4-FFF2-40B4-BE49-F238E27FC236}">
                  <a16:creationId xmlns:a16="http://schemas.microsoft.com/office/drawing/2014/main" id="{0094D395-0456-BA2A-B575-E98C58E08DC9}"/>
                </a:ext>
              </a:extLst>
            </p:cNvPr>
            <p:cNvSpPr/>
            <p:nvPr/>
          </p:nvSpPr>
          <p:spPr>
            <a:xfrm>
              <a:off x="6884705" y="3081790"/>
              <a:ext cx="17608" cy="35216"/>
            </a:xfrm>
            <a:custGeom>
              <a:avLst/>
              <a:gdLst/>
              <a:ahLst/>
              <a:cxnLst/>
              <a:rect l="l" t="t" r="r" b="b"/>
              <a:pathLst>
                <a:path w="1062" h="2124" fill="none" extrusionOk="0">
                  <a:moveTo>
                    <a:pt x="1062" y="2123"/>
                  </a:moveTo>
                  <a:lnTo>
                    <a:pt x="0" y="1327"/>
                  </a:lnTo>
                  <a:lnTo>
                    <a:pt x="0" y="0"/>
                  </a:lnTo>
                  <a:lnTo>
                    <a:pt x="1062" y="664"/>
                  </a:lnTo>
                  <a:lnTo>
                    <a:pt x="1062" y="212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4477;p40">
              <a:extLst>
                <a:ext uri="{FF2B5EF4-FFF2-40B4-BE49-F238E27FC236}">
                  <a16:creationId xmlns:a16="http://schemas.microsoft.com/office/drawing/2014/main" id="{8791531A-6EBD-6943-4D63-22727F1938A9}"/>
                </a:ext>
              </a:extLst>
            </p:cNvPr>
            <p:cNvSpPr/>
            <p:nvPr/>
          </p:nvSpPr>
          <p:spPr>
            <a:xfrm>
              <a:off x="6706470" y="2980569"/>
              <a:ext cx="19813" cy="33027"/>
            </a:xfrm>
            <a:custGeom>
              <a:avLst/>
              <a:gdLst/>
              <a:ahLst/>
              <a:cxnLst/>
              <a:rect l="l" t="t" r="r" b="b"/>
              <a:pathLst>
                <a:path w="1195" h="1992" fill="none" extrusionOk="0">
                  <a:moveTo>
                    <a:pt x="1195" y="1991"/>
                  </a:moveTo>
                  <a:lnTo>
                    <a:pt x="1" y="1327"/>
                  </a:lnTo>
                  <a:lnTo>
                    <a:pt x="1" y="0"/>
                  </a:lnTo>
                  <a:lnTo>
                    <a:pt x="1195" y="664"/>
                  </a:lnTo>
                  <a:lnTo>
                    <a:pt x="1195" y="199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4478;p40">
              <a:extLst>
                <a:ext uri="{FF2B5EF4-FFF2-40B4-BE49-F238E27FC236}">
                  <a16:creationId xmlns:a16="http://schemas.microsoft.com/office/drawing/2014/main" id="{7B9BCEEE-89BF-BCB0-83A7-30C4A973DBE0}"/>
                </a:ext>
              </a:extLst>
            </p:cNvPr>
            <p:cNvSpPr/>
            <p:nvPr/>
          </p:nvSpPr>
          <p:spPr>
            <a:xfrm>
              <a:off x="6173987" y="2707728"/>
              <a:ext cx="1762487" cy="1082575"/>
            </a:xfrm>
            <a:custGeom>
              <a:avLst/>
              <a:gdLst/>
              <a:ahLst/>
              <a:cxnLst/>
              <a:rect l="l" t="t" r="r" b="b"/>
              <a:pathLst>
                <a:path w="106302" h="65294" fill="none" extrusionOk="0">
                  <a:moveTo>
                    <a:pt x="105373" y="65294"/>
                  </a:moveTo>
                  <a:lnTo>
                    <a:pt x="105373" y="65294"/>
                  </a:lnTo>
                  <a:lnTo>
                    <a:pt x="104842" y="65161"/>
                  </a:lnTo>
                  <a:lnTo>
                    <a:pt x="104178" y="64896"/>
                  </a:lnTo>
                  <a:lnTo>
                    <a:pt x="3186" y="6503"/>
                  </a:lnTo>
                  <a:lnTo>
                    <a:pt x="3186" y="6503"/>
                  </a:lnTo>
                  <a:lnTo>
                    <a:pt x="2522" y="6105"/>
                  </a:lnTo>
                  <a:lnTo>
                    <a:pt x="1859" y="5574"/>
                  </a:lnTo>
                  <a:lnTo>
                    <a:pt x="1328" y="4911"/>
                  </a:lnTo>
                  <a:lnTo>
                    <a:pt x="930" y="4247"/>
                  </a:lnTo>
                  <a:lnTo>
                    <a:pt x="531" y="3451"/>
                  </a:lnTo>
                  <a:lnTo>
                    <a:pt x="266" y="2787"/>
                  </a:lnTo>
                  <a:lnTo>
                    <a:pt x="1" y="1991"/>
                  </a:lnTo>
                  <a:lnTo>
                    <a:pt x="1" y="1327"/>
                  </a:lnTo>
                  <a:lnTo>
                    <a:pt x="1" y="1327"/>
                  </a:lnTo>
                  <a:lnTo>
                    <a:pt x="133" y="531"/>
                  </a:lnTo>
                  <a:lnTo>
                    <a:pt x="266" y="266"/>
                  </a:lnTo>
                  <a:lnTo>
                    <a:pt x="399" y="133"/>
                  </a:lnTo>
                  <a:lnTo>
                    <a:pt x="399" y="133"/>
                  </a:lnTo>
                  <a:lnTo>
                    <a:pt x="797" y="0"/>
                  </a:lnTo>
                  <a:lnTo>
                    <a:pt x="797" y="0"/>
                  </a:lnTo>
                  <a:lnTo>
                    <a:pt x="1328" y="0"/>
                  </a:lnTo>
                  <a:lnTo>
                    <a:pt x="1991" y="398"/>
                  </a:lnTo>
                  <a:lnTo>
                    <a:pt x="53483" y="30126"/>
                  </a:lnTo>
                  <a:lnTo>
                    <a:pt x="53483" y="28798"/>
                  </a:lnTo>
                  <a:lnTo>
                    <a:pt x="54677" y="29462"/>
                  </a:lnTo>
                  <a:lnTo>
                    <a:pt x="54677" y="30789"/>
                  </a:lnTo>
                  <a:lnTo>
                    <a:pt x="53881" y="30391"/>
                  </a:lnTo>
                  <a:lnTo>
                    <a:pt x="74849" y="42468"/>
                  </a:lnTo>
                  <a:lnTo>
                    <a:pt x="74849" y="41141"/>
                  </a:lnTo>
                  <a:lnTo>
                    <a:pt x="76044" y="41804"/>
                  </a:lnTo>
                  <a:lnTo>
                    <a:pt x="76044" y="43131"/>
                  </a:lnTo>
                  <a:lnTo>
                    <a:pt x="75646" y="42999"/>
                  </a:lnTo>
                  <a:lnTo>
                    <a:pt x="85599" y="48705"/>
                  </a:lnTo>
                  <a:lnTo>
                    <a:pt x="85599" y="47245"/>
                  </a:lnTo>
                  <a:lnTo>
                    <a:pt x="86793" y="48042"/>
                  </a:lnTo>
                  <a:lnTo>
                    <a:pt x="86793" y="49369"/>
                  </a:lnTo>
                  <a:lnTo>
                    <a:pt x="86130" y="48970"/>
                  </a:lnTo>
                  <a:lnTo>
                    <a:pt x="96216" y="54810"/>
                  </a:lnTo>
                  <a:lnTo>
                    <a:pt x="96216" y="53483"/>
                  </a:lnTo>
                  <a:lnTo>
                    <a:pt x="97410" y="54146"/>
                  </a:lnTo>
                  <a:lnTo>
                    <a:pt x="97410" y="55473"/>
                  </a:lnTo>
                  <a:lnTo>
                    <a:pt x="96614" y="55075"/>
                  </a:lnTo>
                  <a:lnTo>
                    <a:pt x="103249" y="58791"/>
                  </a:lnTo>
                  <a:lnTo>
                    <a:pt x="103249" y="58791"/>
                  </a:lnTo>
                  <a:lnTo>
                    <a:pt x="103913" y="59322"/>
                  </a:lnTo>
                  <a:lnTo>
                    <a:pt x="104444" y="59853"/>
                  </a:lnTo>
                  <a:lnTo>
                    <a:pt x="104975" y="60384"/>
                  </a:lnTo>
                  <a:lnTo>
                    <a:pt x="105505" y="61180"/>
                  </a:lnTo>
                  <a:lnTo>
                    <a:pt x="105771" y="61843"/>
                  </a:lnTo>
                  <a:lnTo>
                    <a:pt x="106169" y="62507"/>
                  </a:lnTo>
                  <a:lnTo>
                    <a:pt x="106302" y="63303"/>
                  </a:lnTo>
                  <a:lnTo>
                    <a:pt x="106302" y="63967"/>
                  </a:lnTo>
                  <a:lnTo>
                    <a:pt x="106302" y="63967"/>
                  </a:lnTo>
                  <a:lnTo>
                    <a:pt x="106169" y="64630"/>
                  </a:lnTo>
                  <a:lnTo>
                    <a:pt x="106036" y="64896"/>
                  </a:lnTo>
                  <a:lnTo>
                    <a:pt x="105771" y="65161"/>
                  </a:lnTo>
                  <a:lnTo>
                    <a:pt x="105771" y="65161"/>
                  </a:lnTo>
                  <a:lnTo>
                    <a:pt x="105373" y="6529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4479;p40">
              <a:extLst>
                <a:ext uri="{FF2B5EF4-FFF2-40B4-BE49-F238E27FC236}">
                  <a16:creationId xmlns:a16="http://schemas.microsoft.com/office/drawing/2014/main" id="{6BA5A686-47FC-438D-E8D0-030EEB17FC9C}"/>
                </a:ext>
              </a:extLst>
            </p:cNvPr>
            <p:cNvSpPr/>
            <p:nvPr/>
          </p:nvSpPr>
          <p:spPr>
            <a:xfrm>
              <a:off x="6154191" y="2687915"/>
              <a:ext cx="1802097" cy="1119996"/>
            </a:xfrm>
            <a:custGeom>
              <a:avLst/>
              <a:gdLst/>
              <a:ahLst/>
              <a:cxnLst/>
              <a:rect l="l" t="t" r="r" b="b"/>
              <a:pathLst>
                <a:path w="108691" h="67551" fill="none" extrusionOk="0">
                  <a:moveTo>
                    <a:pt x="1991" y="1"/>
                  </a:moveTo>
                  <a:lnTo>
                    <a:pt x="1991" y="1"/>
                  </a:lnTo>
                  <a:lnTo>
                    <a:pt x="1460" y="134"/>
                  </a:lnTo>
                  <a:lnTo>
                    <a:pt x="1062" y="266"/>
                  </a:lnTo>
                  <a:lnTo>
                    <a:pt x="1062" y="266"/>
                  </a:lnTo>
                  <a:lnTo>
                    <a:pt x="531" y="664"/>
                  </a:lnTo>
                  <a:lnTo>
                    <a:pt x="266" y="1063"/>
                  </a:lnTo>
                  <a:lnTo>
                    <a:pt x="0" y="1726"/>
                  </a:lnTo>
                  <a:lnTo>
                    <a:pt x="0" y="2522"/>
                  </a:lnTo>
                  <a:lnTo>
                    <a:pt x="0" y="2522"/>
                  </a:lnTo>
                  <a:lnTo>
                    <a:pt x="0" y="3319"/>
                  </a:lnTo>
                  <a:lnTo>
                    <a:pt x="266" y="4248"/>
                  </a:lnTo>
                  <a:lnTo>
                    <a:pt x="664" y="5177"/>
                  </a:lnTo>
                  <a:lnTo>
                    <a:pt x="1062" y="5973"/>
                  </a:lnTo>
                  <a:lnTo>
                    <a:pt x="1593" y="6769"/>
                  </a:lnTo>
                  <a:lnTo>
                    <a:pt x="2256" y="7565"/>
                  </a:lnTo>
                  <a:lnTo>
                    <a:pt x="3053" y="8229"/>
                  </a:lnTo>
                  <a:lnTo>
                    <a:pt x="3716" y="8760"/>
                  </a:lnTo>
                  <a:lnTo>
                    <a:pt x="104709" y="67020"/>
                  </a:lnTo>
                  <a:lnTo>
                    <a:pt x="104709" y="67020"/>
                  </a:lnTo>
                  <a:lnTo>
                    <a:pt x="105638" y="67418"/>
                  </a:lnTo>
                  <a:lnTo>
                    <a:pt x="106567" y="67551"/>
                  </a:lnTo>
                  <a:lnTo>
                    <a:pt x="106567" y="67551"/>
                  </a:lnTo>
                  <a:lnTo>
                    <a:pt x="107098" y="67551"/>
                  </a:lnTo>
                  <a:lnTo>
                    <a:pt x="107628" y="67285"/>
                  </a:lnTo>
                  <a:lnTo>
                    <a:pt x="107628" y="67285"/>
                  </a:lnTo>
                  <a:lnTo>
                    <a:pt x="108027" y="67020"/>
                  </a:lnTo>
                  <a:lnTo>
                    <a:pt x="108425" y="66489"/>
                  </a:lnTo>
                  <a:lnTo>
                    <a:pt x="108557" y="65958"/>
                  </a:lnTo>
                  <a:lnTo>
                    <a:pt x="108690" y="65162"/>
                  </a:lnTo>
                  <a:lnTo>
                    <a:pt x="108690" y="65162"/>
                  </a:lnTo>
                  <a:lnTo>
                    <a:pt x="108690" y="65029"/>
                  </a:lnTo>
                  <a:lnTo>
                    <a:pt x="108690" y="65029"/>
                  </a:lnTo>
                  <a:lnTo>
                    <a:pt x="108557" y="64233"/>
                  </a:lnTo>
                  <a:lnTo>
                    <a:pt x="108425" y="63304"/>
                  </a:lnTo>
                  <a:lnTo>
                    <a:pt x="108027" y="62508"/>
                  </a:lnTo>
                  <a:lnTo>
                    <a:pt x="107628" y="61711"/>
                  </a:lnTo>
                  <a:lnTo>
                    <a:pt x="107098" y="60915"/>
                  </a:lnTo>
                  <a:lnTo>
                    <a:pt x="106434" y="60119"/>
                  </a:lnTo>
                  <a:lnTo>
                    <a:pt x="105770" y="59588"/>
                  </a:lnTo>
                  <a:lnTo>
                    <a:pt x="104974" y="59057"/>
                  </a:lnTo>
                  <a:lnTo>
                    <a:pt x="98604" y="55341"/>
                  </a:lnTo>
                  <a:lnTo>
                    <a:pt x="98604" y="55341"/>
                  </a:lnTo>
                  <a:lnTo>
                    <a:pt x="97410" y="54678"/>
                  </a:lnTo>
                  <a:lnTo>
                    <a:pt x="87987" y="49237"/>
                  </a:lnTo>
                  <a:lnTo>
                    <a:pt x="87987" y="49237"/>
                  </a:lnTo>
                  <a:lnTo>
                    <a:pt x="86793" y="48440"/>
                  </a:lnTo>
                  <a:lnTo>
                    <a:pt x="77238" y="42999"/>
                  </a:lnTo>
                  <a:lnTo>
                    <a:pt x="77238" y="42999"/>
                  </a:lnTo>
                  <a:lnTo>
                    <a:pt x="76043" y="42336"/>
                  </a:lnTo>
                  <a:lnTo>
                    <a:pt x="66621" y="36894"/>
                  </a:lnTo>
                  <a:lnTo>
                    <a:pt x="66621" y="36894"/>
                  </a:lnTo>
                  <a:lnTo>
                    <a:pt x="65426" y="36098"/>
                  </a:lnTo>
                  <a:lnTo>
                    <a:pt x="55871" y="30657"/>
                  </a:lnTo>
                  <a:lnTo>
                    <a:pt x="55871" y="30657"/>
                  </a:lnTo>
                  <a:lnTo>
                    <a:pt x="54677" y="29993"/>
                  </a:lnTo>
                  <a:lnTo>
                    <a:pt x="45122" y="24420"/>
                  </a:lnTo>
                  <a:lnTo>
                    <a:pt x="45122" y="24420"/>
                  </a:lnTo>
                  <a:lnTo>
                    <a:pt x="44060" y="23756"/>
                  </a:lnTo>
                  <a:lnTo>
                    <a:pt x="34505" y="18315"/>
                  </a:lnTo>
                  <a:lnTo>
                    <a:pt x="34505" y="18315"/>
                  </a:lnTo>
                  <a:lnTo>
                    <a:pt x="33311" y="17651"/>
                  </a:lnTo>
                  <a:lnTo>
                    <a:pt x="23755" y="12078"/>
                  </a:lnTo>
                  <a:lnTo>
                    <a:pt x="23755" y="13537"/>
                  </a:lnTo>
                  <a:lnTo>
                    <a:pt x="22561" y="12741"/>
                  </a:lnTo>
                  <a:lnTo>
                    <a:pt x="22561" y="11414"/>
                  </a:lnTo>
                  <a:lnTo>
                    <a:pt x="23490" y="11945"/>
                  </a:lnTo>
                  <a:lnTo>
                    <a:pt x="22561" y="11414"/>
                  </a:lnTo>
                  <a:lnTo>
                    <a:pt x="13139" y="5973"/>
                  </a:lnTo>
                  <a:lnTo>
                    <a:pt x="13139" y="7300"/>
                  </a:lnTo>
                  <a:lnTo>
                    <a:pt x="11944" y="6636"/>
                  </a:lnTo>
                  <a:lnTo>
                    <a:pt x="11944" y="5309"/>
                  </a:lnTo>
                  <a:lnTo>
                    <a:pt x="3716" y="532"/>
                  </a:lnTo>
                  <a:lnTo>
                    <a:pt x="3716" y="532"/>
                  </a:lnTo>
                  <a:lnTo>
                    <a:pt x="2787" y="134"/>
                  </a:lnTo>
                  <a:lnTo>
                    <a:pt x="199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4480;p40">
              <a:extLst>
                <a:ext uri="{FF2B5EF4-FFF2-40B4-BE49-F238E27FC236}">
                  <a16:creationId xmlns:a16="http://schemas.microsoft.com/office/drawing/2014/main" id="{B2B43B77-7EA1-1C49-7D63-E17F662ACF5C}"/>
                </a:ext>
              </a:extLst>
            </p:cNvPr>
            <p:cNvSpPr/>
            <p:nvPr/>
          </p:nvSpPr>
          <p:spPr>
            <a:xfrm>
              <a:off x="6173987" y="2707728"/>
              <a:ext cx="1762487" cy="1082575"/>
            </a:xfrm>
            <a:custGeom>
              <a:avLst/>
              <a:gdLst/>
              <a:ahLst/>
              <a:cxnLst/>
              <a:rect l="l" t="t" r="r" b="b"/>
              <a:pathLst>
                <a:path w="106302" h="65294" extrusionOk="0">
                  <a:moveTo>
                    <a:pt x="797" y="0"/>
                  </a:moveTo>
                  <a:lnTo>
                    <a:pt x="399" y="133"/>
                  </a:lnTo>
                  <a:lnTo>
                    <a:pt x="266" y="266"/>
                  </a:lnTo>
                  <a:lnTo>
                    <a:pt x="133" y="531"/>
                  </a:lnTo>
                  <a:lnTo>
                    <a:pt x="1" y="1327"/>
                  </a:lnTo>
                  <a:lnTo>
                    <a:pt x="1" y="1991"/>
                  </a:lnTo>
                  <a:lnTo>
                    <a:pt x="266" y="2787"/>
                  </a:lnTo>
                  <a:lnTo>
                    <a:pt x="531" y="3451"/>
                  </a:lnTo>
                  <a:lnTo>
                    <a:pt x="930" y="4247"/>
                  </a:lnTo>
                  <a:lnTo>
                    <a:pt x="1328" y="4911"/>
                  </a:lnTo>
                  <a:lnTo>
                    <a:pt x="1859" y="5574"/>
                  </a:lnTo>
                  <a:lnTo>
                    <a:pt x="2522" y="6105"/>
                  </a:lnTo>
                  <a:lnTo>
                    <a:pt x="3186" y="6503"/>
                  </a:lnTo>
                  <a:lnTo>
                    <a:pt x="104178" y="64896"/>
                  </a:lnTo>
                  <a:lnTo>
                    <a:pt x="104842" y="65161"/>
                  </a:lnTo>
                  <a:lnTo>
                    <a:pt x="105373" y="65294"/>
                  </a:lnTo>
                  <a:lnTo>
                    <a:pt x="105771" y="65161"/>
                  </a:lnTo>
                  <a:lnTo>
                    <a:pt x="106036" y="64896"/>
                  </a:lnTo>
                  <a:lnTo>
                    <a:pt x="106169" y="64630"/>
                  </a:lnTo>
                  <a:lnTo>
                    <a:pt x="106302" y="63967"/>
                  </a:lnTo>
                  <a:lnTo>
                    <a:pt x="106302" y="63303"/>
                  </a:lnTo>
                  <a:lnTo>
                    <a:pt x="106169" y="62507"/>
                  </a:lnTo>
                  <a:lnTo>
                    <a:pt x="105771" y="61843"/>
                  </a:lnTo>
                  <a:lnTo>
                    <a:pt x="105505" y="61180"/>
                  </a:lnTo>
                  <a:lnTo>
                    <a:pt x="104975" y="60384"/>
                  </a:lnTo>
                  <a:lnTo>
                    <a:pt x="104444" y="59853"/>
                  </a:lnTo>
                  <a:lnTo>
                    <a:pt x="103913" y="59322"/>
                  </a:lnTo>
                  <a:lnTo>
                    <a:pt x="103249" y="58791"/>
                  </a:lnTo>
                  <a:lnTo>
                    <a:pt x="1991" y="398"/>
                  </a:lnTo>
                  <a:lnTo>
                    <a:pt x="1328"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4481;p40">
              <a:extLst>
                <a:ext uri="{FF2B5EF4-FFF2-40B4-BE49-F238E27FC236}">
                  <a16:creationId xmlns:a16="http://schemas.microsoft.com/office/drawing/2014/main" id="{155F9432-CBA6-26F1-7960-8CB3CC231D35}"/>
                </a:ext>
              </a:extLst>
            </p:cNvPr>
            <p:cNvSpPr/>
            <p:nvPr/>
          </p:nvSpPr>
          <p:spPr>
            <a:xfrm>
              <a:off x="6173987" y="2707728"/>
              <a:ext cx="1762487" cy="1082575"/>
            </a:xfrm>
            <a:custGeom>
              <a:avLst/>
              <a:gdLst/>
              <a:ahLst/>
              <a:cxnLst/>
              <a:rect l="l" t="t" r="r" b="b"/>
              <a:pathLst>
                <a:path w="106302" h="65294" fill="none" extrusionOk="0">
                  <a:moveTo>
                    <a:pt x="105373" y="65294"/>
                  </a:moveTo>
                  <a:lnTo>
                    <a:pt x="105373" y="65294"/>
                  </a:lnTo>
                  <a:lnTo>
                    <a:pt x="104842" y="65161"/>
                  </a:lnTo>
                  <a:lnTo>
                    <a:pt x="104178" y="64896"/>
                  </a:lnTo>
                  <a:lnTo>
                    <a:pt x="3186" y="6503"/>
                  </a:lnTo>
                  <a:lnTo>
                    <a:pt x="3186" y="6503"/>
                  </a:lnTo>
                  <a:lnTo>
                    <a:pt x="2522" y="6105"/>
                  </a:lnTo>
                  <a:lnTo>
                    <a:pt x="1859" y="5574"/>
                  </a:lnTo>
                  <a:lnTo>
                    <a:pt x="1328" y="4911"/>
                  </a:lnTo>
                  <a:lnTo>
                    <a:pt x="930" y="4247"/>
                  </a:lnTo>
                  <a:lnTo>
                    <a:pt x="531" y="3451"/>
                  </a:lnTo>
                  <a:lnTo>
                    <a:pt x="266" y="2787"/>
                  </a:lnTo>
                  <a:lnTo>
                    <a:pt x="1" y="1991"/>
                  </a:lnTo>
                  <a:lnTo>
                    <a:pt x="1" y="1327"/>
                  </a:lnTo>
                  <a:lnTo>
                    <a:pt x="1" y="1327"/>
                  </a:lnTo>
                  <a:lnTo>
                    <a:pt x="133" y="531"/>
                  </a:lnTo>
                  <a:lnTo>
                    <a:pt x="266" y="266"/>
                  </a:lnTo>
                  <a:lnTo>
                    <a:pt x="399" y="133"/>
                  </a:lnTo>
                  <a:lnTo>
                    <a:pt x="399" y="133"/>
                  </a:lnTo>
                  <a:lnTo>
                    <a:pt x="797" y="0"/>
                  </a:lnTo>
                  <a:lnTo>
                    <a:pt x="797" y="0"/>
                  </a:lnTo>
                  <a:lnTo>
                    <a:pt x="1328" y="0"/>
                  </a:lnTo>
                  <a:lnTo>
                    <a:pt x="1991" y="398"/>
                  </a:lnTo>
                  <a:lnTo>
                    <a:pt x="103249" y="58791"/>
                  </a:lnTo>
                  <a:lnTo>
                    <a:pt x="103249" y="58791"/>
                  </a:lnTo>
                  <a:lnTo>
                    <a:pt x="103913" y="59322"/>
                  </a:lnTo>
                  <a:lnTo>
                    <a:pt x="104444" y="59853"/>
                  </a:lnTo>
                  <a:lnTo>
                    <a:pt x="104975" y="60384"/>
                  </a:lnTo>
                  <a:lnTo>
                    <a:pt x="105505" y="61180"/>
                  </a:lnTo>
                  <a:lnTo>
                    <a:pt x="105771" y="61843"/>
                  </a:lnTo>
                  <a:lnTo>
                    <a:pt x="106169" y="62507"/>
                  </a:lnTo>
                  <a:lnTo>
                    <a:pt x="106302" y="63303"/>
                  </a:lnTo>
                  <a:lnTo>
                    <a:pt x="106302" y="63967"/>
                  </a:lnTo>
                  <a:lnTo>
                    <a:pt x="106302" y="63967"/>
                  </a:lnTo>
                  <a:lnTo>
                    <a:pt x="106169" y="64630"/>
                  </a:lnTo>
                  <a:lnTo>
                    <a:pt x="106036" y="64896"/>
                  </a:lnTo>
                  <a:lnTo>
                    <a:pt x="105771" y="65161"/>
                  </a:lnTo>
                  <a:lnTo>
                    <a:pt x="105771" y="65161"/>
                  </a:lnTo>
                  <a:lnTo>
                    <a:pt x="105373" y="6529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4482;p40">
              <a:extLst>
                <a:ext uri="{FF2B5EF4-FFF2-40B4-BE49-F238E27FC236}">
                  <a16:creationId xmlns:a16="http://schemas.microsoft.com/office/drawing/2014/main" id="{9842E82F-3B57-D741-9036-DB5913A82F9F}"/>
                </a:ext>
              </a:extLst>
            </p:cNvPr>
            <p:cNvSpPr/>
            <p:nvPr/>
          </p:nvSpPr>
          <p:spPr>
            <a:xfrm>
              <a:off x="7839647" y="3686877"/>
              <a:ext cx="37421" cy="50619"/>
            </a:xfrm>
            <a:custGeom>
              <a:avLst/>
              <a:gdLst/>
              <a:ahLst/>
              <a:cxnLst/>
              <a:rect l="l" t="t" r="r" b="b"/>
              <a:pathLst>
                <a:path w="2257" h="3053" extrusionOk="0">
                  <a:moveTo>
                    <a:pt x="664" y="0"/>
                  </a:moveTo>
                  <a:lnTo>
                    <a:pt x="266" y="133"/>
                  </a:lnTo>
                  <a:lnTo>
                    <a:pt x="0" y="399"/>
                  </a:lnTo>
                  <a:lnTo>
                    <a:pt x="0" y="929"/>
                  </a:lnTo>
                  <a:lnTo>
                    <a:pt x="0" y="1460"/>
                  </a:lnTo>
                  <a:lnTo>
                    <a:pt x="266" y="1991"/>
                  </a:lnTo>
                  <a:lnTo>
                    <a:pt x="664" y="2522"/>
                  </a:lnTo>
                  <a:lnTo>
                    <a:pt x="1062" y="2920"/>
                  </a:lnTo>
                  <a:lnTo>
                    <a:pt x="1593" y="3053"/>
                  </a:lnTo>
                  <a:lnTo>
                    <a:pt x="1991" y="3053"/>
                  </a:lnTo>
                  <a:lnTo>
                    <a:pt x="2257" y="2787"/>
                  </a:lnTo>
                  <a:lnTo>
                    <a:pt x="2257" y="2257"/>
                  </a:lnTo>
                  <a:lnTo>
                    <a:pt x="2257" y="1726"/>
                  </a:lnTo>
                  <a:lnTo>
                    <a:pt x="1991" y="1062"/>
                  </a:lnTo>
                  <a:lnTo>
                    <a:pt x="1593" y="531"/>
                  </a:lnTo>
                  <a:lnTo>
                    <a:pt x="1062" y="266"/>
                  </a:lnTo>
                  <a:lnTo>
                    <a:pt x="66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4483;p40">
              <a:extLst>
                <a:ext uri="{FF2B5EF4-FFF2-40B4-BE49-F238E27FC236}">
                  <a16:creationId xmlns:a16="http://schemas.microsoft.com/office/drawing/2014/main" id="{653F8C07-96B8-ECE9-2884-9D216B08FB88}"/>
                </a:ext>
              </a:extLst>
            </p:cNvPr>
            <p:cNvSpPr/>
            <p:nvPr/>
          </p:nvSpPr>
          <p:spPr>
            <a:xfrm>
              <a:off x="7661412" y="3585656"/>
              <a:ext cx="37421" cy="50635"/>
            </a:xfrm>
            <a:custGeom>
              <a:avLst/>
              <a:gdLst/>
              <a:ahLst/>
              <a:cxnLst/>
              <a:rect l="l" t="t" r="r" b="b"/>
              <a:pathLst>
                <a:path w="2257" h="3054" extrusionOk="0">
                  <a:moveTo>
                    <a:pt x="266" y="1"/>
                  </a:moveTo>
                  <a:lnTo>
                    <a:pt x="1" y="266"/>
                  </a:lnTo>
                  <a:lnTo>
                    <a:pt x="1" y="797"/>
                  </a:lnTo>
                  <a:lnTo>
                    <a:pt x="1" y="1328"/>
                  </a:lnTo>
                  <a:lnTo>
                    <a:pt x="266" y="1991"/>
                  </a:lnTo>
                  <a:lnTo>
                    <a:pt x="664" y="2522"/>
                  </a:lnTo>
                  <a:lnTo>
                    <a:pt x="1063" y="2788"/>
                  </a:lnTo>
                  <a:lnTo>
                    <a:pt x="1593" y="3053"/>
                  </a:lnTo>
                  <a:lnTo>
                    <a:pt x="1992" y="2920"/>
                  </a:lnTo>
                  <a:lnTo>
                    <a:pt x="2257" y="2655"/>
                  </a:lnTo>
                  <a:lnTo>
                    <a:pt x="2257" y="2124"/>
                  </a:lnTo>
                  <a:lnTo>
                    <a:pt x="2257" y="1593"/>
                  </a:lnTo>
                  <a:lnTo>
                    <a:pt x="1992" y="930"/>
                  </a:lnTo>
                  <a:lnTo>
                    <a:pt x="1593" y="532"/>
                  </a:lnTo>
                  <a:lnTo>
                    <a:pt x="1063" y="134"/>
                  </a:lnTo>
                  <a:lnTo>
                    <a:pt x="66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4484;p40">
              <a:extLst>
                <a:ext uri="{FF2B5EF4-FFF2-40B4-BE49-F238E27FC236}">
                  <a16:creationId xmlns:a16="http://schemas.microsoft.com/office/drawing/2014/main" id="{81EEE76B-4339-9A9A-1C23-E60D59F4EB23}"/>
                </a:ext>
              </a:extLst>
            </p:cNvPr>
            <p:cNvSpPr/>
            <p:nvPr/>
          </p:nvSpPr>
          <p:spPr>
            <a:xfrm>
              <a:off x="7483194" y="3482247"/>
              <a:ext cx="37421" cy="50619"/>
            </a:xfrm>
            <a:custGeom>
              <a:avLst/>
              <a:gdLst/>
              <a:ahLst/>
              <a:cxnLst/>
              <a:rect l="l" t="t" r="r" b="b"/>
              <a:pathLst>
                <a:path w="2257" h="3053" extrusionOk="0">
                  <a:moveTo>
                    <a:pt x="266" y="0"/>
                  </a:moveTo>
                  <a:lnTo>
                    <a:pt x="0" y="399"/>
                  </a:lnTo>
                  <a:lnTo>
                    <a:pt x="0" y="797"/>
                  </a:lnTo>
                  <a:lnTo>
                    <a:pt x="0" y="1460"/>
                  </a:lnTo>
                  <a:lnTo>
                    <a:pt x="266" y="1991"/>
                  </a:lnTo>
                  <a:lnTo>
                    <a:pt x="664" y="2522"/>
                  </a:lnTo>
                  <a:lnTo>
                    <a:pt x="1062" y="2920"/>
                  </a:lnTo>
                  <a:lnTo>
                    <a:pt x="1593" y="3053"/>
                  </a:lnTo>
                  <a:lnTo>
                    <a:pt x="1991" y="2920"/>
                  </a:lnTo>
                  <a:lnTo>
                    <a:pt x="2256" y="2655"/>
                  </a:lnTo>
                  <a:lnTo>
                    <a:pt x="2256" y="2124"/>
                  </a:lnTo>
                  <a:lnTo>
                    <a:pt x="2256" y="1593"/>
                  </a:lnTo>
                  <a:lnTo>
                    <a:pt x="1991" y="1062"/>
                  </a:lnTo>
                  <a:lnTo>
                    <a:pt x="1593" y="531"/>
                  </a:lnTo>
                  <a:lnTo>
                    <a:pt x="1062" y="133"/>
                  </a:lnTo>
                  <a:lnTo>
                    <a:pt x="66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4485;p40">
              <a:extLst>
                <a:ext uri="{FF2B5EF4-FFF2-40B4-BE49-F238E27FC236}">
                  <a16:creationId xmlns:a16="http://schemas.microsoft.com/office/drawing/2014/main" id="{82B91D27-AAA0-7523-4924-24AF1C3F7615}"/>
                </a:ext>
              </a:extLst>
            </p:cNvPr>
            <p:cNvSpPr/>
            <p:nvPr/>
          </p:nvSpPr>
          <p:spPr>
            <a:xfrm>
              <a:off x="7304959" y="3378837"/>
              <a:ext cx="37421" cy="50619"/>
            </a:xfrm>
            <a:custGeom>
              <a:avLst/>
              <a:gdLst/>
              <a:ahLst/>
              <a:cxnLst/>
              <a:rect l="l" t="t" r="r" b="b"/>
              <a:pathLst>
                <a:path w="2257" h="3053" extrusionOk="0">
                  <a:moveTo>
                    <a:pt x="664" y="0"/>
                  </a:moveTo>
                  <a:lnTo>
                    <a:pt x="266" y="133"/>
                  </a:lnTo>
                  <a:lnTo>
                    <a:pt x="1" y="398"/>
                  </a:lnTo>
                  <a:lnTo>
                    <a:pt x="1" y="796"/>
                  </a:lnTo>
                  <a:lnTo>
                    <a:pt x="1" y="1460"/>
                  </a:lnTo>
                  <a:lnTo>
                    <a:pt x="266" y="1991"/>
                  </a:lnTo>
                  <a:lnTo>
                    <a:pt x="664" y="2522"/>
                  </a:lnTo>
                  <a:lnTo>
                    <a:pt x="1062" y="2920"/>
                  </a:lnTo>
                  <a:lnTo>
                    <a:pt x="1593" y="3052"/>
                  </a:lnTo>
                  <a:lnTo>
                    <a:pt x="1991" y="2920"/>
                  </a:lnTo>
                  <a:lnTo>
                    <a:pt x="2257" y="2654"/>
                  </a:lnTo>
                  <a:lnTo>
                    <a:pt x="2257" y="2256"/>
                  </a:lnTo>
                  <a:lnTo>
                    <a:pt x="2257" y="1593"/>
                  </a:lnTo>
                  <a:lnTo>
                    <a:pt x="1991" y="1062"/>
                  </a:lnTo>
                  <a:lnTo>
                    <a:pt x="1593" y="531"/>
                  </a:lnTo>
                  <a:lnTo>
                    <a:pt x="1062" y="133"/>
                  </a:lnTo>
                  <a:lnTo>
                    <a:pt x="66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4486;p40">
              <a:extLst>
                <a:ext uri="{FF2B5EF4-FFF2-40B4-BE49-F238E27FC236}">
                  <a16:creationId xmlns:a16="http://schemas.microsoft.com/office/drawing/2014/main" id="{08585B79-B6B2-93EA-062A-9409DC142371}"/>
                </a:ext>
              </a:extLst>
            </p:cNvPr>
            <p:cNvSpPr/>
            <p:nvPr/>
          </p:nvSpPr>
          <p:spPr>
            <a:xfrm>
              <a:off x="7126740" y="3275411"/>
              <a:ext cx="37421" cy="50619"/>
            </a:xfrm>
            <a:custGeom>
              <a:avLst/>
              <a:gdLst/>
              <a:ahLst/>
              <a:cxnLst/>
              <a:rect l="l" t="t" r="r" b="b"/>
              <a:pathLst>
                <a:path w="2257" h="3053" extrusionOk="0">
                  <a:moveTo>
                    <a:pt x="664" y="1"/>
                  </a:moveTo>
                  <a:lnTo>
                    <a:pt x="266" y="133"/>
                  </a:lnTo>
                  <a:lnTo>
                    <a:pt x="0" y="399"/>
                  </a:lnTo>
                  <a:lnTo>
                    <a:pt x="0" y="930"/>
                  </a:lnTo>
                  <a:lnTo>
                    <a:pt x="0" y="1460"/>
                  </a:lnTo>
                  <a:lnTo>
                    <a:pt x="266" y="1991"/>
                  </a:lnTo>
                  <a:lnTo>
                    <a:pt x="664" y="2522"/>
                  </a:lnTo>
                  <a:lnTo>
                    <a:pt x="1062" y="2920"/>
                  </a:lnTo>
                  <a:lnTo>
                    <a:pt x="1593" y="3053"/>
                  </a:lnTo>
                  <a:lnTo>
                    <a:pt x="1991" y="3053"/>
                  </a:lnTo>
                  <a:lnTo>
                    <a:pt x="2256" y="2788"/>
                  </a:lnTo>
                  <a:lnTo>
                    <a:pt x="2256" y="2257"/>
                  </a:lnTo>
                  <a:lnTo>
                    <a:pt x="2256" y="1726"/>
                  </a:lnTo>
                  <a:lnTo>
                    <a:pt x="1991" y="1062"/>
                  </a:lnTo>
                  <a:lnTo>
                    <a:pt x="1593" y="531"/>
                  </a:lnTo>
                  <a:lnTo>
                    <a:pt x="1062" y="266"/>
                  </a:lnTo>
                  <a:lnTo>
                    <a:pt x="66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4487;p40">
              <a:extLst>
                <a:ext uri="{FF2B5EF4-FFF2-40B4-BE49-F238E27FC236}">
                  <a16:creationId xmlns:a16="http://schemas.microsoft.com/office/drawing/2014/main" id="{7BEC081D-D2EB-FD33-BB0A-987AC57EFF71}"/>
                </a:ext>
              </a:extLst>
            </p:cNvPr>
            <p:cNvSpPr/>
            <p:nvPr/>
          </p:nvSpPr>
          <p:spPr>
            <a:xfrm>
              <a:off x="6948505" y="3174190"/>
              <a:ext cx="37421" cy="48430"/>
            </a:xfrm>
            <a:custGeom>
              <a:avLst/>
              <a:gdLst/>
              <a:ahLst/>
              <a:cxnLst/>
              <a:rect l="l" t="t" r="r" b="b"/>
              <a:pathLst>
                <a:path w="2257" h="2921" extrusionOk="0">
                  <a:moveTo>
                    <a:pt x="266" y="1"/>
                  </a:moveTo>
                  <a:lnTo>
                    <a:pt x="1" y="266"/>
                  </a:lnTo>
                  <a:lnTo>
                    <a:pt x="1" y="797"/>
                  </a:lnTo>
                  <a:lnTo>
                    <a:pt x="1" y="1328"/>
                  </a:lnTo>
                  <a:lnTo>
                    <a:pt x="266" y="1992"/>
                  </a:lnTo>
                  <a:lnTo>
                    <a:pt x="664" y="2390"/>
                  </a:lnTo>
                  <a:lnTo>
                    <a:pt x="1062" y="2788"/>
                  </a:lnTo>
                  <a:lnTo>
                    <a:pt x="1593" y="2921"/>
                  </a:lnTo>
                  <a:lnTo>
                    <a:pt x="1991" y="2921"/>
                  </a:lnTo>
                  <a:lnTo>
                    <a:pt x="2257" y="2655"/>
                  </a:lnTo>
                  <a:lnTo>
                    <a:pt x="2257" y="2124"/>
                  </a:lnTo>
                  <a:lnTo>
                    <a:pt x="2257" y="1593"/>
                  </a:lnTo>
                  <a:lnTo>
                    <a:pt x="1991" y="930"/>
                  </a:lnTo>
                  <a:lnTo>
                    <a:pt x="1593" y="532"/>
                  </a:lnTo>
                  <a:lnTo>
                    <a:pt x="1062" y="134"/>
                  </a:lnTo>
                  <a:lnTo>
                    <a:pt x="66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4488;p40">
              <a:extLst>
                <a:ext uri="{FF2B5EF4-FFF2-40B4-BE49-F238E27FC236}">
                  <a16:creationId xmlns:a16="http://schemas.microsoft.com/office/drawing/2014/main" id="{2236B6B4-A4F2-6BAB-FABA-A34AA8F564AF}"/>
                </a:ext>
              </a:extLst>
            </p:cNvPr>
            <p:cNvSpPr/>
            <p:nvPr/>
          </p:nvSpPr>
          <p:spPr>
            <a:xfrm>
              <a:off x="6770287" y="3070781"/>
              <a:ext cx="37421" cy="50619"/>
            </a:xfrm>
            <a:custGeom>
              <a:avLst/>
              <a:gdLst/>
              <a:ahLst/>
              <a:cxnLst/>
              <a:rect l="l" t="t" r="r" b="b"/>
              <a:pathLst>
                <a:path w="2257" h="3053" extrusionOk="0">
                  <a:moveTo>
                    <a:pt x="266" y="1"/>
                  </a:moveTo>
                  <a:lnTo>
                    <a:pt x="0" y="399"/>
                  </a:lnTo>
                  <a:lnTo>
                    <a:pt x="0" y="797"/>
                  </a:lnTo>
                  <a:lnTo>
                    <a:pt x="0" y="1460"/>
                  </a:lnTo>
                  <a:lnTo>
                    <a:pt x="266" y="1991"/>
                  </a:lnTo>
                  <a:lnTo>
                    <a:pt x="664" y="2522"/>
                  </a:lnTo>
                  <a:lnTo>
                    <a:pt x="1062" y="2920"/>
                  </a:lnTo>
                  <a:lnTo>
                    <a:pt x="1593" y="3053"/>
                  </a:lnTo>
                  <a:lnTo>
                    <a:pt x="1991" y="2920"/>
                  </a:lnTo>
                  <a:lnTo>
                    <a:pt x="2256" y="2655"/>
                  </a:lnTo>
                  <a:lnTo>
                    <a:pt x="2256" y="2124"/>
                  </a:lnTo>
                  <a:lnTo>
                    <a:pt x="2256" y="1593"/>
                  </a:lnTo>
                  <a:lnTo>
                    <a:pt x="1991" y="1062"/>
                  </a:lnTo>
                  <a:lnTo>
                    <a:pt x="1593" y="531"/>
                  </a:lnTo>
                  <a:lnTo>
                    <a:pt x="1062" y="133"/>
                  </a:lnTo>
                  <a:lnTo>
                    <a:pt x="66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4489;p40">
              <a:extLst>
                <a:ext uri="{FF2B5EF4-FFF2-40B4-BE49-F238E27FC236}">
                  <a16:creationId xmlns:a16="http://schemas.microsoft.com/office/drawing/2014/main" id="{2F1D8101-E410-788E-1849-1E2CC5E48FF3}"/>
                </a:ext>
              </a:extLst>
            </p:cNvPr>
            <p:cNvSpPr/>
            <p:nvPr/>
          </p:nvSpPr>
          <p:spPr>
            <a:xfrm>
              <a:off x="6592052" y="2967371"/>
              <a:ext cx="37421" cy="50619"/>
            </a:xfrm>
            <a:custGeom>
              <a:avLst/>
              <a:gdLst/>
              <a:ahLst/>
              <a:cxnLst/>
              <a:rect l="l" t="t" r="r" b="b"/>
              <a:pathLst>
                <a:path w="2257" h="3053" extrusionOk="0">
                  <a:moveTo>
                    <a:pt x="664" y="0"/>
                  </a:moveTo>
                  <a:lnTo>
                    <a:pt x="266" y="133"/>
                  </a:lnTo>
                  <a:lnTo>
                    <a:pt x="1" y="398"/>
                  </a:lnTo>
                  <a:lnTo>
                    <a:pt x="1" y="796"/>
                  </a:lnTo>
                  <a:lnTo>
                    <a:pt x="1" y="1460"/>
                  </a:lnTo>
                  <a:lnTo>
                    <a:pt x="266" y="1991"/>
                  </a:lnTo>
                  <a:lnTo>
                    <a:pt x="664" y="2522"/>
                  </a:lnTo>
                  <a:lnTo>
                    <a:pt x="1062" y="2920"/>
                  </a:lnTo>
                  <a:lnTo>
                    <a:pt x="1593" y="3052"/>
                  </a:lnTo>
                  <a:lnTo>
                    <a:pt x="1991" y="2920"/>
                  </a:lnTo>
                  <a:lnTo>
                    <a:pt x="2257" y="2654"/>
                  </a:lnTo>
                  <a:lnTo>
                    <a:pt x="2257" y="2256"/>
                  </a:lnTo>
                  <a:lnTo>
                    <a:pt x="2257" y="1593"/>
                  </a:lnTo>
                  <a:lnTo>
                    <a:pt x="1991" y="1062"/>
                  </a:lnTo>
                  <a:lnTo>
                    <a:pt x="1593" y="531"/>
                  </a:lnTo>
                  <a:lnTo>
                    <a:pt x="1062" y="133"/>
                  </a:lnTo>
                  <a:lnTo>
                    <a:pt x="66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4490;p40">
              <a:extLst>
                <a:ext uri="{FF2B5EF4-FFF2-40B4-BE49-F238E27FC236}">
                  <a16:creationId xmlns:a16="http://schemas.microsoft.com/office/drawing/2014/main" id="{8F1D7682-8507-317D-CB21-248BA47C581D}"/>
                </a:ext>
              </a:extLst>
            </p:cNvPr>
            <p:cNvSpPr/>
            <p:nvPr/>
          </p:nvSpPr>
          <p:spPr>
            <a:xfrm>
              <a:off x="6413833" y="2863945"/>
              <a:ext cx="37421" cy="50635"/>
            </a:xfrm>
            <a:custGeom>
              <a:avLst/>
              <a:gdLst/>
              <a:ahLst/>
              <a:cxnLst/>
              <a:rect l="l" t="t" r="r" b="b"/>
              <a:pathLst>
                <a:path w="2257" h="3054" extrusionOk="0">
                  <a:moveTo>
                    <a:pt x="664" y="1"/>
                  </a:moveTo>
                  <a:lnTo>
                    <a:pt x="265" y="133"/>
                  </a:lnTo>
                  <a:lnTo>
                    <a:pt x="0" y="399"/>
                  </a:lnTo>
                  <a:lnTo>
                    <a:pt x="0" y="930"/>
                  </a:lnTo>
                  <a:lnTo>
                    <a:pt x="0" y="1461"/>
                  </a:lnTo>
                  <a:lnTo>
                    <a:pt x="265" y="1991"/>
                  </a:lnTo>
                  <a:lnTo>
                    <a:pt x="664" y="2522"/>
                  </a:lnTo>
                  <a:lnTo>
                    <a:pt x="1062" y="2920"/>
                  </a:lnTo>
                  <a:lnTo>
                    <a:pt x="1593" y="3053"/>
                  </a:lnTo>
                  <a:lnTo>
                    <a:pt x="1991" y="3053"/>
                  </a:lnTo>
                  <a:lnTo>
                    <a:pt x="2256" y="2655"/>
                  </a:lnTo>
                  <a:lnTo>
                    <a:pt x="2256" y="2257"/>
                  </a:lnTo>
                  <a:lnTo>
                    <a:pt x="2256" y="1726"/>
                  </a:lnTo>
                  <a:lnTo>
                    <a:pt x="1991" y="1062"/>
                  </a:lnTo>
                  <a:lnTo>
                    <a:pt x="1593" y="532"/>
                  </a:lnTo>
                  <a:lnTo>
                    <a:pt x="1062" y="266"/>
                  </a:lnTo>
                  <a:lnTo>
                    <a:pt x="66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4491;p40">
              <a:extLst>
                <a:ext uri="{FF2B5EF4-FFF2-40B4-BE49-F238E27FC236}">
                  <a16:creationId xmlns:a16="http://schemas.microsoft.com/office/drawing/2014/main" id="{16EF2FEF-E615-5F1D-CECB-C8DA88AA6A09}"/>
                </a:ext>
              </a:extLst>
            </p:cNvPr>
            <p:cNvSpPr/>
            <p:nvPr/>
          </p:nvSpPr>
          <p:spPr>
            <a:xfrm>
              <a:off x="6235598" y="2762741"/>
              <a:ext cx="37421" cy="48414"/>
            </a:xfrm>
            <a:custGeom>
              <a:avLst/>
              <a:gdLst/>
              <a:ahLst/>
              <a:cxnLst/>
              <a:rect l="l" t="t" r="r" b="b"/>
              <a:pathLst>
                <a:path w="2257" h="2920" extrusionOk="0">
                  <a:moveTo>
                    <a:pt x="266" y="0"/>
                  </a:moveTo>
                  <a:lnTo>
                    <a:pt x="1" y="265"/>
                  </a:lnTo>
                  <a:lnTo>
                    <a:pt x="1" y="796"/>
                  </a:lnTo>
                  <a:lnTo>
                    <a:pt x="1" y="1327"/>
                  </a:lnTo>
                  <a:lnTo>
                    <a:pt x="266" y="1991"/>
                  </a:lnTo>
                  <a:lnTo>
                    <a:pt x="664" y="2389"/>
                  </a:lnTo>
                  <a:lnTo>
                    <a:pt x="1062" y="2787"/>
                  </a:lnTo>
                  <a:lnTo>
                    <a:pt x="1593" y="2920"/>
                  </a:lnTo>
                  <a:lnTo>
                    <a:pt x="1991" y="2920"/>
                  </a:lnTo>
                  <a:lnTo>
                    <a:pt x="2257" y="2654"/>
                  </a:lnTo>
                  <a:lnTo>
                    <a:pt x="2257" y="2123"/>
                  </a:lnTo>
                  <a:lnTo>
                    <a:pt x="2257" y="1593"/>
                  </a:lnTo>
                  <a:lnTo>
                    <a:pt x="1991" y="929"/>
                  </a:lnTo>
                  <a:lnTo>
                    <a:pt x="1593" y="531"/>
                  </a:lnTo>
                  <a:lnTo>
                    <a:pt x="1062" y="133"/>
                  </a:lnTo>
                  <a:lnTo>
                    <a:pt x="664"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4492;p40">
              <a:extLst>
                <a:ext uri="{FF2B5EF4-FFF2-40B4-BE49-F238E27FC236}">
                  <a16:creationId xmlns:a16="http://schemas.microsoft.com/office/drawing/2014/main" id="{13DE9915-6AA8-2A3F-41C8-EF04C745B473}"/>
                </a:ext>
              </a:extLst>
            </p:cNvPr>
            <p:cNvSpPr/>
            <p:nvPr/>
          </p:nvSpPr>
          <p:spPr>
            <a:xfrm>
              <a:off x="7769232" y="3594460"/>
              <a:ext cx="19830" cy="33027"/>
            </a:xfrm>
            <a:custGeom>
              <a:avLst/>
              <a:gdLst/>
              <a:ahLst/>
              <a:cxnLst/>
              <a:rect l="l" t="t" r="r" b="b"/>
              <a:pathLst>
                <a:path w="1196" h="1992" extrusionOk="0">
                  <a:moveTo>
                    <a:pt x="1" y="1"/>
                  </a:moveTo>
                  <a:lnTo>
                    <a:pt x="1" y="1328"/>
                  </a:lnTo>
                  <a:lnTo>
                    <a:pt x="399" y="1593"/>
                  </a:lnTo>
                  <a:lnTo>
                    <a:pt x="1195" y="1991"/>
                  </a:lnTo>
                  <a:lnTo>
                    <a:pt x="1195" y="664"/>
                  </a:lnTo>
                  <a:lnTo>
                    <a:pt x="1" y="1"/>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4493;p40">
              <a:extLst>
                <a:ext uri="{FF2B5EF4-FFF2-40B4-BE49-F238E27FC236}">
                  <a16:creationId xmlns:a16="http://schemas.microsoft.com/office/drawing/2014/main" id="{E52779FA-D3C5-2CFF-AE5F-D7FFB8C19B8E}"/>
                </a:ext>
              </a:extLst>
            </p:cNvPr>
            <p:cNvSpPr/>
            <p:nvPr/>
          </p:nvSpPr>
          <p:spPr>
            <a:xfrm>
              <a:off x="7769232" y="3594460"/>
              <a:ext cx="19830" cy="33027"/>
            </a:xfrm>
            <a:custGeom>
              <a:avLst/>
              <a:gdLst/>
              <a:ahLst/>
              <a:cxnLst/>
              <a:rect l="l" t="t" r="r" b="b"/>
              <a:pathLst>
                <a:path w="1196" h="1992" fill="none" extrusionOk="0">
                  <a:moveTo>
                    <a:pt x="1" y="1"/>
                  </a:moveTo>
                  <a:lnTo>
                    <a:pt x="1" y="1328"/>
                  </a:lnTo>
                  <a:lnTo>
                    <a:pt x="399" y="1593"/>
                  </a:lnTo>
                  <a:lnTo>
                    <a:pt x="1195" y="1991"/>
                  </a:lnTo>
                  <a:lnTo>
                    <a:pt x="1195" y="664"/>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4494;p40">
              <a:extLst>
                <a:ext uri="{FF2B5EF4-FFF2-40B4-BE49-F238E27FC236}">
                  <a16:creationId xmlns:a16="http://schemas.microsoft.com/office/drawing/2014/main" id="{3110938B-3D91-568F-4F2D-697C84C5C53C}"/>
                </a:ext>
              </a:extLst>
            </p:cNvPr>
            <p:cNvSpPr/>
            <p:nvPr/>
          </p:nvSpPr>
          <p:spPr>
            <a:xfrm>
              <a:off x="7769232" y="3616462"/>
              <a:ext cx="6615" cy="4427"/>
            </a:xfrm>
            <a:custGeom>
              <a:avLst/>
              <a:gdLst/>
              <a:ahLst/>
              <a:cxnLst/>
              <a:rect l="l" t="t" r="r" b="b"/>
              <a:pathLst>
                <a:path w="399" h="267" extrusionOk="0">
                  <a:moveTo>
                    <a:pt x="1" y="1"/>
                  </a:moveTo>
                  <a:lnTo>
                    <a:pt x="1" y="1"/>
                  </a:lnTo>
                  <a:lnTo>
                    <a:pt x="399" y="266"/>
                  </a:lnTo>
                  <a:lnTo>
                    <a:pt x="1" y="1"/>
                  </a:lnTo>
                  <a:close/>
                </a:path>
              </a:pathLst>
            </a:custGeom>
            <a:solidFill>
              <a:srgbClr val="3748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4495;p40">
              <a:extLst>
                <a:ext uri="{FF2B5EF4-FFF2-40B4-BE49-F238E27FC236}">
                  <a16:creationId xmlns:a16="http://schemas.microsoft.com/office/drawing/2014/main" id="{4306DF13-5F35-910F-0BA4-34040F5CDA77}"/>
                </a:ext>
              </a:extLst>
            </p:cNvPr>
            <p:cNvSpPr/>
            <p:nvPr/>
          </p:nvSpPr>
          <p:spPr>
            <a:xfrm>
              <a:off x="7769232" y="3616462"/>
              <a:ext cx="6615" cy="4427"/>
            </a:xfrm>
            <a:custGeom>
              <a:avLst/>
              <a:gdLst/>
              <a:ahLst/>
              <a:cxnLst/>
              <a:rect l="l" t="t" r="r" b="b"/>
              <a:pathLst>
                <a:path w="399" h="267" fill="none" extrusionOk="0">
                  <a:moveTo>
                    <a:pt x="1" y="1"/>
                  </a:moveTo>
                  <a:lnTo>
                    <a:pt x="1" y="1"/>
                  </a:lnTo>
                  <a:lnTo>
                    <a:pt x="399" y="266"/>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4496;p40">
              <a:extLst>
                <a:ext uri="{FF2B5EF4-FFF2-40B4-BE49-F238E27FC236}">
                  <a16:creationId xmlns:a16="http://schemas.microsoft.com/office/drawing/2014/main" id="{09B2AEB1-C52F-0745-AF01-87A80183FEC2}"/>
                </a:ext>
              </a:extLst>
            </p:cNvPr>
            <p:cNvSpPr/>
            <p:nvPr/>
          </p:nvSpPr>
          <p:spPr>
            <a:xfrm>
              <a:off x="7593202" y="3491051"/>
              <a:ext cx="19830" cy="35216"/>
            </a:xfrm>
            <a:custGeom>
              <a:avLst/>
              <a:gdLst/>
              <a:ahLst/>
              <a:cxnLst/>
              <a:rect l="l" t="t" r="r" b="b"/>
              <a:pathLst>
                <a:path w="1196" h="2124" extrusionOk="0">
                  <a:moveTo>
                    <a:pt x="1" y="0"/>
                  </a:moveTo>
                  <a:lnTo>
                    <a:pt x="1" y="1460"/>
                  </a:lnTo>
                  <a:lnTo>
                    <a:pt x="532" y="1725"/>
                  </a:lnTo>
                  <a:lnTo>
                    <a:pt x="1195" y="2124"/>
                  </a:lnTo>
                  <a:lnTo>
                    <a:pt x="1195" y="797"/>
                  </a:lnTo>
                  <a:lnTo>
                    <a:pt x="1" y="0"/>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4497;p40">
              <a:extLst>
                <a:ext uri="{FF2B5EF4-FFF2-40B4-BE49-F238E27FC236}">
                  <a16:creationId xmlns:a16="http://schemas.microsoft.com/office/drawing/2014/main" id="{4BB12178-3EB7-5DE6-98C2-74BBC3873D7D}"/>
                </a:ext>
              </a:extLst>
            </p:cNvPr>
            <p:cNvSpPr/>
            <p:nvPr/>
          </p:nvSpPr>
          <p:spPr>
            <a:xfrm>
              <a:off x="7593202" y="3491051"/>
              <a:ext cx="19830" cy="35216"/>
            </a:xfrm>
            <a:custGeom>
              <a:avLst/>
              <a:gdLst/>
              <a:ahLst/>
              <a:cxnLst/>
              <a:rect l="l" t="t" r="r" b="b"/>
              <a:pathLst>
                <a:path w="1196" h="2124" fill="none" extrusionOk="0">
                  <a:moveTo>
                    <a:pt x="1" y="0"/>
                  </a:moveTo>
                  <a:lnTo>
                    <a:pt x="1" y="1460"/>
                  </a:lnTo>
                  <a:lnTo>
                    <a:pt x="532" y="1725"/>
                  </a:lnTo>
                  <a:lnTo>
                    <a:pt x="1195" y="2124"/>
                  </a:lnTo>
                  <a:lnTo>
                    <a:pt x="1195" y="797"/>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4498;p40">
              <a:extLst>
                <a:ext uri="{FF2B5EF4-FFF2-40B4-BE49-F238E27FC236}">
                  <a16:creationId xmlns:a16="http://schemas.microsoft.com/office/drawing/2014/main" id="{68E039BB-3879-3DDE-82CD-1C9C526D8668}"/>
                </a:ext>
              </a:extLst>
            </p:cNvPr>
            <p:cNvSpPr/>
            <p:nvPr/>
          </p:nvSpPr>
          <p:spPr>
            <a:xfrm>
              <a:off x="7593202" y="3515257"/>
              <a:ext cx="8821" cy="4410"/>
            </a:xfrm>
            <a:custGeom>
              <a:avLst/>
              <a:gdLst/>
              <a:ahLst/>
              <a:cxnLst/>
              <a:rect l="l" t="t" r="r" b="b"/>
              <a:pathLst>
                <a:path w="532" h="266" extrusionOk="0">
                  <a:moveTo>
                    <a:pt x="1" y="0"/>
                  </a:moveTo>
                  <a:lnTo>
                    <a:pt x="1" y="0"/>
                  </a:lnTo>
                  <a:lnTo>
                    <a:pt x="532" y="265"/>
                  </a:lnTo>
                  <a:lnTo>
                    <a:pt x="1" y="0"/>
                  </a:lnTo>
                  <a:close/>
                </a:path>
              </a:pathLst>
            </a:custGeom>
            <a:solidFill>
              <a:srgbClr val="3748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4499;p40">
              <a:extLst>
                <a:ext uri="{FF2B5EF4-FFF2-40B4-BE49-F238E27FC236}">
                  <a16:creationId xmlns:a16="http://schemas.microsoft.com/office/drawing/2014/main" id="{7AE354CE-19BB-B8FF-2867-C6C7510F2938}"/>
                </a:ext>
              </a:extLst>
            </p:cNvPr>
            <p:cNvSpPr/>
            <p:nvPr/>
          </p:nvSpPr>
          <p:spPr>
            <a:xfrm>
              <a:off x="7593202" y="3515257"/>
              <a:ext cx="8821" cy="4410"/>
            </a:xfrm>
            <a:custGeom>
              <a:avLst/>
              <a:gdLst/>
              <a:ahLst/>
              <a:cxnLst/>
              <a:rect l="l" t="t" r="r" b="b"/>
              <a:pathLst>
                <a:path w="532" h="266" fill="none" extrusionOk="0">
                  <a:moveTo>
                    <a:pt x="1" y="0"/>
                  </a:moveTo>
                  <a:lnTo>
                    <a:pt x="1" y="0"/>
                  </a:lnTo>
                  <a:lnTo>
                    <a:pt x="532" y="265"/>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4500;p40">
              <a:extLst>
                <a:ext uri="{FF2B5EF4-FFF2-40B4-BE49-F238E27FC236}">
                  <a16:creationId xmlns:a16="http://schemas.microsoft.com/office/drawing/2014/main" id="{D6BAE85E-31C4-1FE4-3256-F18C91B38E19}"/>
                </a:ext>
              </a:extLst>
            </p:cNvPr>
            <p:cNvSpPr/>
            <p:nvPr/>
          </p:nvSpPr>
          <p:spPr>
            <a:xfrm>
              <a:off x="7414984" y="3389830"/>
              <a:ext cx="19813" cy="33027"/>
            </a:xfrm>
            <a:custGeom>
              <a:avLst/>
              <a:gdLst/>
              <a:ahLst/>
              <a:cxnLst/>
              <a:rect l="l" t="t" r="r" b="b"/>
              <a:pathLst>
                <a:path w="1195" h="1992" extrusionOk="0">
                  <a:moveTo>
                    <a:pt x="0" y="1"/>
                  </a:moveTo>
                  <a:lnTo>
                    <a:pt x="0" y="1328"/>
                  </a:lnTo>
                  <a:lnTo>
                    <a:pt x="797" y="1859"/>
                  </a:lnTo>
                  <a:lnTo>
                    <a:pt x="1195" y="1991"/>
                  </a:lnTo>
                  <a:lnTo>
                    <a:pt x="1195" y="664"/>
                  </a:lnTo>
                  <a:lnTo>
                    <a:pt x="0" y="1"/>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4501;p40">
              <a:extLst>
                <a:ext uri="{FF2B5EF4-FFF2-40B4-BE49-F238E27FC236}">
                  <a16:creationId xmlns:a16="http://schemas.microsoft.com/office/drawing/2014/main" id="{92C1F18C-F1A7-D5B7-3AE4-BBB24C052040}"/>
                </a:ext>
              </a:extLst>
            </p:cNvPr>
            <p:cNvSpPr/>
            <p:nvPr/>
          </p:nvSpPr>
          <p:spPr>
            <a:xfrm>
              <a:off x="7414984" y="3389830"/>
              <a:ext cx="19813" cy="33027"/>
            </a:xfrm>
            <a:custGeom>
              <a:avLst/>
              <a:gdLst/>
              <a:ahLst/>
              <a:cxnLst/>
              <a:rect l="l" t="t" r="r" b="b"/>
              <a:pathLst>
                <a:path w="1195" h="1992" fill="none" extrusionOk="0">
                  <a:moveTo>
                    <a:pt x="0" y="1"/>
                  </a:moveTo>
                  <a:lnTo>
                    <a:pt x="0" y="1328"/>
                  </a:lnTo>
                  <a:lnTo>
                    <a:pt x="797" y="1859"/>
                  </a:lnTo>
                  <a:lnTo>
                    <a:pt x="1195" y="1991"/>
                  </a:lnTo>
                  <a:lnTo>
                    <a:pt x="1195" y="664"/>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4502;p40">
              <a:extLst>
                <a:ext uri="{FF2B5EF4-FFF2-40B4-BE49-F238E27FC236}">
                  <a16:creationId xmlns:a16="http://schemas.microsoft.com/office/drawing/2014/main" id="{FA9F2325-9F2B-65FB-A75C-8A95809D21E3}"/>
                </a:ext>
              </a:extLst>
            </p:cNvPr>
            <p:cNvSpPr/>
            <p:nvPr/>
          </p:nvSpPr>
          <p:spPr>
            <a:xfrm>
              <a:off x="7414984" y="3411831"/>
              <a:ext cx="13214" cy="8821"/>
            </a:xfrm>
            <a:custGeom>
              <a:avLst/>
              <a:gdLst/>
              <a:ahLst/>
              <a:cxnLst/>
              <a:rect l="l" t="t" r="r" b="b"/>
              <a:pathLst>
                <a:path w="797" h="532" extrusionOk="0">
                  <a:moveTo>
                    <a:pt x="0" y="1"/>
                  </a:moveTo>
                  <a:lnTo>
                    <a:pt x="0" y="1"/>
                  </a:lnTo>
                  <a:lnTo>
                    <a:pt x="797" y="532"/>
                  </a:lnTo>
                  <a:lnTo>
                    <a:pt x="0" y="1"/>
                  </a:lnTo>
                  <a:close/>
                </a:path>
              </a:pathLst>
            </a:custGeom>
            <a:solidFill>
              <a:srgbClr val="3748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4503;p40">
              <a:extLst>
                <a:ext uri="{FF2B5EF4-FFF2-40B4-BE49-F238E27FC236}">
                  <a16:creationId xmlns:a16="http://schemas.microsoft.com/office/drawing/2014/main" id="{D7595F57-F235-C3B7-087A-147D41A94C0C}"/>
                </a:ext>
              </a:extLst>
            </p:cNvPr>
            <p:cNvSpPr/>
            <p:nvPr/>
          </p:nvSpPr>
          <p:spPr>
            <a:xfrm>
              <a:off x="7414984" y="3411831"/>
              <a:ext cx="13214" cy="8821"/>
            </a:xfrm>
            <a:custGeom>
              <a:avLst/>
              <a:gdLst/>
              <a:ahLst/>
              <a:cxnLst/>
              <a:rect l="l" t="t" r="r" b="b"/>
              <a:pathLst>
                <a:path w="797" h="532" fill="none" extrusionOk="0">
                  <a:moveTo>
                    <a:pt x="0" y="1"/>
                  </a:moveTo>
                  <a:lnTo>
                    <a:pt x="0" y="1"/>
                  </a:lnTo>
                  <a:lnTo>
                    <a:pt x="797" y="532"/>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4504;p40">
              <a:extLst>
                <a:ext uri="{FF2B5EF4-FFF2-40B4-BE49-F238E27FC236}">
                  <a16:creationId xmlns:a16="http://schemas.microsoft.com/office/drawing/2014/main" id="{5F9F4B97-19F6-A2D5-F083-34796B3AF784}"/>
                </a:ext>
              </a:extLst>
            </p:cNvPr>
            <p:cNvSpPr/>
            <p:nvPr/>
          </p:nvSpPr>
          <p:spPr>
            <a:xfrm>
              <a:off x="7238954" y="3286420"/>
              <a:ext cx="19813" cy="35216"/>
            </a:xfrm>
            <a:custGeom>
              <a:avLst/>
              <a:gdLst/>
              <a:ahLst/>
              <a:cxnLst/>
              <a:rect l="l" t="t" r="r" b="b"/>
              <a:pathLst>
                <a:path w="1195" h="2124" extrusionOk="0">
                  <a:moveTo>
                    <a:pt x="0" y="0"/>
                  </a:moveTo>
                  <a:lnTo>
                    <a:pt x="0" y="1327"/>
                  </a:lnTo>
                  <a:lnTo>
                    <a:pt x="1195" y="2124"/>
                  </a:lnTo>
                  <a:lnTo>
                    <a:pt x="1195" y="796"/>
                  </a:lnTo>
                  <a:lnTo>
                    <a:pt x="0" y="0"/>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4505;p40">
              <a:extLst>
                <a:ext uri="{FF2B5EF4-FFF2-40B4-BE49-F238E27FC236}">
                  <a16:creationId xmlns:a16="http://schemas.microsoft.com/office/drawing/2014/main" id="{15C79A28-C588-B259-7FBD-4C8DF39D54B1}"/>
                </a:ext>
              </a:extLst>
            </p:cNvPr>
            <p:cNvSpPr/>
            <p:nvPr/>
          </p:nvSpPr>
          <p:spPr>
            <a:xfrm>
              <a:off x="7238954" y="3286420"/>
              <a:ext cx="19813" cy="35216"/>
            </a:xfrm>
            <a:custGeom>
              <a:avLst/>
              <a:gdLst/>
              <a:ahLst/>
              <a:cxnLst/>
              <a:rect l="l" t="t" r="r" b="b"/>
              <a:pathLst>
                <a:path w="1195" h="2124" fill="none" extrusionOk="0">
                  <a:moveTo>
                    <a:pt x="0" y="0"/>
                  </a:moveTo>
                  <a:lnTo>
                    <a:pt x="0" y="1327"/>
                  </a:lnTo>
                  <a:lnTo>
                    <a:pt x="1195" y="2124"/>
                  </a:lnTo>
                  <a:lnTo>
                    <a:pt x="1195" y="796"/>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4506;p40">
              <a:extLst>
                <a:ext uri="{FF2B5EF4-FFF2-40B4-BE49-F238E27FC236}">
                  <a16:creationId xmlns:a16="http://schemas.microsoft.com/office/drawing/2014/main" id="{E457F627-98BD-DA6F-3B46-C4E2459A409E}"/>
                </a:ext>
              </a:extLst>
            </p:cNvPr>
            <p:cNvSpPr/>
            <p:nvPr/>
          </p:nvSpPr>
          <p:spPr>
            <a:xfrm>
              <a:off x="7060719" y="3185199"/>
              <a:ext cx="19830" cy="33027"/>
            </a:xfrm>
            <a:custGeom>
              <a:avLst/>
              <a:gdLst/>
              <a:ahLst/>
              <a:cxnLst/>
              <a:rect l="l" t="t" r="r" b="b"/>
              <a:pathLst>
                <a:path w="1196" h="1992" extrusionOk="0">
                  <a:moveTo>
                    <a:pt x="1" y="0"/>
                  </a:moveTo>
                  <a:lnTo>
                    <a:pt x="1" y="1328"/>
                  </a:lnTo>
                  <a:lnTo>
                    <a:pt x="399" y="1593"/>
                  </a:lnTo>
                  <a:lnTo>
                    <a:pt x="1195" y="1991"/>
                  </a:lnTo>
                  <a:lnTo>
                    <a:pt x="1195" y="664"/>
                  </a:lnTo>
                  <a:lnTo>
                    <a:pt x="1" y="0"/>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4507;p40">
              <a:extLst>
                <a:ext uri="{FF2B5EF4-FFF2-40B4-BE49-F238E27FC236}">
                  <a16:creationId xmlns:a16="http://schemas.microsoft.com/office/drawing/2014/main" id="{016D59AB-0FFC-873E-386E-7EC248A4FD16}"/>
                </a:ext>
              </a:extLst>
            </p:cNvPr>
            <p:cNvSpPr/>
            <p:nvPr/>
          </p:nvSpPr>
          <p:spPr>
            <a:xfrm>
              <a:off x="7060719" y="3185199"/>
              <a:ext cx="19830" cy="33027"/>
            </a:xfrm>
            <a:custGeom>
              <a:avLst/>
              <a:gdLst/>
              <a:ahLst/>
              <a:cxnLst/>
              <a:rect l="l" t="t" r="r" b="b"/>
              <a:pathLst>
                <a:path w="1196" h="1992" fill="none" extrusionOk="0">
                  <a:moveTo>
                    <a:pt x="1" y="0"/>
                  </a:moveTo>
                  <a:lnTo>
                    <a:pt x="1" y="1328"/>
                  </a:lnTo>
                  <a:lnTo>
                    <a:pt x="399" y="1593"/>
                  </a:lnTo>
                  <a:lnTo>
                    <a:pt x="1195" y="1991"/>
                  </a:lnTo>
                  <a:lnTo>
                    <a:pt x="1195" y="664"/>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4508;p40">
              <a:extLst>
                <a:ext uri="{FF2B5EF4-FFF2-40B4-BE49-F238E27FC236}">
                  <a16:creationId xmlns:a16="http://schemas.microsoft.com/office/drawing/2014/main" id="{DE44AB5D-0247-3F71-8956-7A357603D312}"/>
                </a:ext>
              </a:extLst>
            </p:cNvPr>
            <p:cNvSpPr/>
            <p:nvPr/>
          </p:nvSpPr>
          <p:spPr>
            <a:xfrm>
              <a:off x="7060719" y="3207201"/>
              <a:ext cx="6632" cy="4410"/>
            </a:xfrm>
            <a:custGeom>
              <a:avLst/>
              <a:gdLst/>
              <a:ahLst/>
              <a:cxnLst/>
              <a:rect l="l" t="t" r="r" b="b"/>
              <a:pathLst>
                <a:path w="400" h="266" extrusionOk="0">
                  <a:moveTo>
                    <a:pt x="1" y="1"/>
                  </a:moveTo>
                  <a:lnTo>
                    <a:pt x="1" y="1"/>
                  </a:lnTo>
                  <a:lnTo>
                    <a:pt x="399" y="266"/>
                  </a:lnTo>
                  <a:lnTo>
                    <a:pt x="1" y="1"/>
                  </a:lnTo>
                  <a:close/>
                </a:path>
              </a:pathLst>
            </a:custGeom>
            <a:solidFill>
              <a:srgbClr val="3748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4509;p40">
              <a:extLst>
                <a:ext uri="{FF2B5EF4-FFF2-40B4-BE49-F238E27FC236}">
                  <a16:creationId xmlns:a16="http://schemas.microsoft.com/office/drawing/2014/main" id="{0CF5B903-BD2E-5775-0749-78CBC68231F7}"/>
                </a:ext>
              </a:extLst>
            </p:cNvPr>
            <p:cNvSpPr/>
            <p:nvPr/>
          </p:nvSpPr>
          <p:spPr>
            <a:xfrm>
              <a:off x="7060719" y="3207201"/>
              <a:ext cx="6632" cy="4410"/>
            </a:xfrm>
            <a:custGeom>
              <a:avLst/>
              <a:gdLst/>
              <a:ahLst/>
              <a:cxnLst/>
              <a:rect l="l" t="t" r="r" b="b"/>
              <a:pathLst>
                <a:path w="400" h="266" fill="none" extrusionOk="0">
                  <a:moveTo>
                    <a:pt x="1" y="1"/>
                  </a:moveTo>
                  <a:lnTo>
                    <a:pt x="1" y="1"/>
                  </a:lnTo>
                  <a:lnTo>
                    <a:pt x="399" y="266"/>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4510;p40">
              <a:extLst>
                <a:ext uri="{FF2B5EF4-FFF2-40B4-BE49-F238E27FC236}">
                  <a16:creationId xmlns:a16="http://schemas.microsoft.com/office/drawing/2014/main" id="{2E798CC8-909F-B21B-BE7C-F190EC563FF7}"/>
                </a:ext>
              </a:extLst>
            </p:cNvPr>
            <p:cNvSpPr/>
            <p:nvPr/>
          </p:nvSpPr>
          <p:spPr>
            <a:xfrm>
              <a:off x="6884705" y="3081790"/>
              <a:ext cx="17608" cy="35216"/>
            </a:xfrm>
            <a:custGeom>
              <a:avLst/>
              <a:gdLst/>
              <a:ahLst/>
              <a:cxnLst/>
              <a:rect l="l" t="t" r="r" b="b"/>
              <a:pathLst>
                <a:path w="1062" h="2124" extrusionOk="0">
                  <a:moveTo>
                    <a:pt x="0" y="0"/>
                  </a:moveTo>
                  <a:lnTo>
                    <a:pt x="0" y="1327"/>
                  </a:lnTo>
                  <a:lnTo>
                    <a:pt x="1062" y="2123"/>
                  </a:lnTo>
                  <a:lnTo>
                    <a:pt x="1062" y="664"/>
                  </a:lnTo>
                  <a:lnTo>
                    <a:pt x="0" y="0"/>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4511;p40">
              <a:extLst>
                <a:ext uri="{FF2B5EF4-FFF2-40B4-BE49-F238E27FC236}">
                  <a16:creationId xmlns:a16="http://schemas.microsoft.com/office/drawing/2014/main" id="{A37EECFD-9EA8-89DB-8583-8222C32A5B96}"/>
                </a:ext>
              </a:extLst>
            </p:cNvPr>
            <p:cNvSpPr/>
            <p:nvPr/>
          </p:nvSpPr>
          <p:spPr>
            <a:xfrm>
              <a:off x="6884705" y="3081790"/>
              <a:ext cx="17608" cy="35216"/>
            </a:xfrm>
            <a:custGeom>
              <a:avLst/>
              <a:gdLst/>
              <a:ahLst/>
              <a:cxnLst/>
              <a:rect l="l" t="t" r="r" b="b"/>
              <a:pathLst>
                <a:path w="1062" h="2124" fill="none" extrusionOk="0">
                  <a:moveTo>
                    <a:pt x="0" y="0"/>
                  </a:moveTo>
                  <a:lnTo>
                    <a:pt x="0" y="1327"/>
                  </a:lnTo>
                  <a:lnTo>
                    <a:pt x="1062" y="2123"/>
                  </a:lnTo>
                  <a:lnTo>
                    <a:pt x="1062" y="664"/>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4512;p40">
              <a:extLst>
                <a:ext uri="{FF2B5EF4-FFF2-40B4-BE49-F238E27FC236}">
                  <a16:creationId xmlns:a16="http://schemas.microsoft.com/office/drawing/2014/main" id="{A24842FD-DB62-94EA-51C3-3E4BB8553C77}"/>
                </a:ext>
              </a:extLst>
            </p:cNvPr>
            <p:cNvSpPr/>
            <p:nvPr/>
          </p:nvSpPr>
          <p:spPr>
            <a:xfrm>
              <a:off x="6706470" y="2980569"/>
              <a:ext cx="19813" cy="33027"/>
            </a:xfrm>
            <a:custGeom>
              <a:avLst/>
              <a:gdLst/>
              <a:ahLst/>
              <a:cxnLst/>
              <a:rect l="l" t="t" r="r" b="b"/>
              <a:pathLst>
                <a:path w="1195" h="1992" extrusionOk="0">
                  <a:moveTo>
                    <a:pt x="1" y="0"/>
                  </a:moveTo>
                  <a:lnTo>
                    <a:pt x="1" y="1327"/>
                  </a:lnTo>
                  <a:lnTo>
                    <a:pt x="1195" y="1991"/>
                  </a:lnTo>
                  <a:lnTo>
                    <a:pt x="1195" y="664"/>
                  </a:lnTo>
                  <a:lnTo>
                    <a:pt x="1" y="0"/>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4513;p40">
              <a:extLst>
                <a:ext uri="{FF2B5EF4-FFF2-40B4-BE49-F238E27FC236}">
                  <a16:creationId xmlns:a16="http://schemas.microsoft.com/office/drawing/2014/main" id="{161CAD50-2A6A-0DB6-CE74-BF70B63E3347}"/>
                </a:ext>
              </a:extLst>
            </p:cNvPr>
            <p:cNvSpPr/>
            <p:nvPr/>
          </p:nvSpPr>
          <p:spPr>
            <a:xfrm>
              <a:off x="6706470" y="2980569"/>
              <a:ext cx="19813" cy="33027"/>
            </a:xfrm>
            <a:custGeom>
              <a:avLst/>
              <a:gdLst/>
              <a:ahLst/>
              <a:cxnLst/>
              <a:rect l="l" t="t" r="r" b="b"/>
              <a:pathLst>
                <a:path w="1195" h="1992" fill="none" extrusionOk="0">
                  <a:moveTo>
                    <a:pt x="1" y="0"/>
                  </a:moveTo>
                  <a:lnTo>
                    <a:pt x="1" y="1327"/>
                  </a:lnTo>
                  <a:lnTo>
                    <a:pt x="1195" y="1991"/>
                  </a:lnTo>
                  <a:lnTo>
                    <a:pt x="1195" y="664"/>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4514;p40">
              <a:extLst>
                <a:ext uri="{FF2B5EF4-FFF2-40B4-BE49-F238E27FC236}">
                  <a16:creationId xmlns:a16="http://schemas.microsoft.com/office/drawing/2014/main" id="{1504D103-FC25-1BDA-74F0-F27937837202}"/>
                </a:ext>
              </a:extLst>
            </p:cNvPr>
            <p:cNvSpPr/>
            <p:nvPr/>
          </p:nvSpPr>
          <p:spPr>
            <a:xfrm>
              <a:off x="6543638" y="2885947"/>
              <a:ext cx="4427" cy="2222"/>
            </a:xfrm>
            <a:custGeom>
              <a:avLst/>
              <a:gdLst/>
              <a:ahLst/>
              <a:cxnLst/>
              <a:rect l="l" t="t" r="r" b="b"/>
              <a:pathLst>
                <a:path w="267" h="134" extrusionOk="0">
                  <a:moveTo>
                    <a:pt x="1" y="1"/>
                  </a:moveTo>
                  <a:lnTo>
                    <a:pt x="266" y="134"/>
                  </a:lnTo>
                  <a:lnTo>
                    <a:pt x="266" y="134"/>
                  </a:lnTo>
                  <a:lnTo>
                    <a:pt x="1" y="1"/>
                  </a:lnTo>
                  <a:close/>
                </a:path>
              </a:pathLst>
            </a:custGeom>
            <a:solidFill>
              <a:srgbClr val="C24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4515;p40">
              <a:extLst>
                <a:ext uri="{FF2B5EF4-FFF2-40B4-BE49-F238E27FC236}">
                  <a16:creationId xmlns:a16="http://schemas.microsoft.com/office/drawing/2014/main" id="{CD39DDE3-83FB-A0B4-B55B-3354B2F61391}"/>
                </a:ext>
              </a:extLst>
            </p:cNvPr>
            <p:cNvSpPr/>
            <p:nvPr/>
          </p:nvSpPr>
          <p:spPr>
            <a:xfrm>
              <a:off x="6543638" y="2885947"/>
              <a:ext cx="4427" cy="2222"/>
            </a:xfrm>
            <a:custGeom>
              <a:avLst/>
              <a:gdLst/>
              <a:ahLst/>
              <a:cxnLst/>
              <a:rect l="l" t="t" r="r" b="b"/>
              <a:pathLst>
                <a:path w="267" h="134" fill="none" extrusionOk="0">
                  <a:moveTo>
                    <a:pt x="1" y="1"/>
                  </a:moveTo>
                  <a:lnTo>
                    <a:pt x="266" y="134"/>
                  </a:lnTo>
                  <a:lnTo>
                    <a:pt x="266" y="134"/>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4516;p40">
              <a:extLst>
                <a:ext uri="{FF2B5EF4-FFF2-40B4-BE49-F238E27FC236}">
                  <a16:creationId xmlns:a16="http://schemas.microsoft.com/office/drawing/2014/main" id="{1C0ED330-9B79-B220-81F3-1955CE5F8F7A}"/>
                </a:ext>
              </a:extLst>
            </p:cNvPr>
            <p:cNvSpPr/>
            <p:nvPr/>
          </p:nvSpPr>
          <p:spPr>
            <a:xfrm>
              <a:off x="6528252" y="2877143"/>
              <a:ext cx="19813" cy="35233"/>
            </a:xfrm>
            <a:custGeom>
              <a:avLst/>
              <a:gdLst/>
              <a:ahLst/>
              <a:cxnLst/>
              <a:rect l="l" t="t" r="r" b="b"/>
              <a:pathLst>
                <a:path w="1195" h="2125" extrusionOk="0">
                  <a:moveTo>
                    <a:pt x="0" y="1"/>
                  </a:moveTo>
                  <a:lnTo>
                    <a:pt x="0" y="1328"/>
                  </a:lnTo>
                  <a:lnTo>
                    <a:pt x="1194" y="2124"/>
                  </a:lnTo>
                  <a:lnTo>
                    <a:pt x="1194" y="665"/>
                  </a:lnTo>
                  <a:lnTo>
                    <a:pt x="929" y="532"/>
                  </a:lnTo>
                  <a:lnTo>
                    <a:pt x="0" y="1"/>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4517;p40">
              <a:extLst>
                <a:ext uri="{FF2B5EF4-FFF2-40B4-BE49-F238E27FC236}">
                  <a16:creationId xmlns:a16="http://schemas.microsoft.com/office/drawing/2014/main" id="{FC75CD5C-4322-789E-9C5B-D16F70235AAB}"/>
                </a:ext>
              </a:extLst>
            </p:cNvPr>
            <p:cNvSpPr/>
            <p:nvPr/>
          </p:nvSpPr>
          <p:spPr>
            <a:xfrm>
              <a:off x="6528252" y="2877143"/>
              <a:ext cx="19813" cy="35233"/>
            </a:xfrm>
            <a:custGeom>
              <a:avLst/>
              <a:gdLst/>
              <a:ahLst/>
              <a:cxnLst/>
              <a:rect l="l" t="t" r="r" b="b"/>
              <a:pathLst>
                <a:path w="1195" h="2125" fill="none" extrusionOk="0">
                  <a:moveTo>
                    <a:pt x="0" y="1"/>
                  </a:moveTo>
                  <a:lnTo>
                    <a:pt x="0" y="1328"/>
                  </a:lnTo>
                  <a:lnTo>
                    <a:pt x="1194" y="2124"/>
                  </a:lnTo>
                  <a:lnTo>
                    <a:pt x="1194" y="665"/>
                  </a:lnTo>
                  <a:lnTo>
                    <a:pt x="929" y="532"/>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4" name="Google Shape;4518;p40">
              <a:extLst>
                <a:ext uri="{FF2B5EF4-FFF2-40B4-BE49-F238E27FC236}">
                  <a16:creationId xmlns:a16="http://schemas.microsoft.com/office/drawing/2014/main" id="{423269B7-BDD6-38FC-A923-1AE57A87E5D0}"/>
                </a:ext>
              </a:extLst>
            </p:cNvPr>
            <p:cNvSpPr/>
            <p:nvPr/>
          </p:nvSpPr>
          <p:spPr>
            <a:xfrm>
              <a:off x="6352222" y="2775939"/>
              <a:ext cx="19813" cy="11009"/>
            </a:xfrm>
            <a:custGeom>
              <a:avLst/>
              <a:gdLst/>
              <a:ahLst/>
              <a:cxnLst/>
              <a:rect l="l" t="t" r="r" b="b"/>
              <a:pathLst>
                <a:path w="1195" h="664" extrusionOk="0">
                  <a:moveTo>
                    <a:pt x="0" y="0"/>
                  </a:moveTo>
                  <a:lnTo>
                    <a:pt x="0" y="0"/>
                  </a:lnTo>
                  <a:lnTo>
                    <a:pt x="1195" y="664"/>
                  </a:lnTo>
                  <a:lnTo>
                    <a:pt x="1195" y="664"/>
                  </a:lnTo>
                  <a:lnTo>
                    <a:pt x="0" y="0"/>
                  </a:lnTo>
                  <a:close/>
                </a:path>
              </a:pathLst>
            </a:custGeom>
            <a:solidFill>
              <a:srgbClr val="C2404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5" name="Google Shape;4519;p40">
              <a:extLst>
                <a:ext uri="{FF2B5EF4-FFF2-40B4-BE49-F238E27FC236}">
                  <a16:creationId xmlns:a16="http://schemas.microsoft.com/office/drawing/2014/main" id="{D85D381D-16DD-CCFB-0C5F-6FFB46069928}"/>
                </a:ext>
              </a:extLst>
            </p:cNvPr>
            <p:cNvSpPr/>
            <p:nvPr/>
          </p:nvSpPr>
          <p:spPr>
            <a:xfrm>
              <a:off x="6352222" y="2775939"/>
              <a:ext cx="19813" cy="11009"/>
            </a:xfrm>
            <a:custGeom>
              <a:avLst/>
              <a:gdLst/>
              <a:ahLst/>
              <a:cxnLst/>
              <a:rect l="l" t="t" r="r" b="b"/>
              <a:pathLst>
                <a:path w="1195" h="664" fill="none" extrusionOk="0">
                  <a:moveTo>
                    <a:pt x="0" y="0"/>
                  </a:moveTo>
                  <a:lnTo>
                    <a:pt x="0" y="0"/>
                  </a:lnTo>
                  <a:lnTo>
                    <a:pt x="1195" y="664"/>
                  </a:lnTo>
                  <a:lnTo>
                    <a:pt x="1195" y="664"/>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4520;p40">
              <a:extLst>
                <a:ext uri="{FF2B5EF4-FFF2-40B4-BE49-F238E27FC236}">
                  <a16:creationId xmlns:a16="http://schemas.microsoft.com/office/drawing/2014/main" id="{9054E873-07C4-E7DC-59EB-ADCB1283C533}"/>
                </a:ext>
              </a:extLst>
            </p:cNvPr>
            <p:cNvSpPr/>
            <p:nvPr/>
          </p:nvSpPr>
          <p:spPr>
            <a:xfrm>
              <a:off x="6352222" y="2775939"/>
              <a:ext cx="19813" cy="33011"/>
            </a:xfrm>
            <a:custGeom>
              <a:avLst/>
              <a:gdLst/>
              <a:ahLst/>
              <a:cxnLst/>
              <a:rect l="l" t="t" r="r" b="b"/>
              <a:pathLst>
                <a:path w="1195" h="1991" extrusionOk="0">
                  <a:moveTo>
                    <a:pt x="0" y="0"/>
                  </a:moveTo>
                  <a:lnTo>
                    <a:pt x="0" y="1327"/>
                  </a:lnTo>
                  <a:lnTo>
                    <a:pt x="1195" y="1991"/>
                  </a:lnTo>
                  <a:lnTo>
                    <a:pt x="1195" y="664"/>
                  </a:lnTo>
                  <a:lnTo>
                    <a:pt x="0" y="0"/>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4521;p40">
              <a:extLst>
                <a:ext uri="{FF2B5EF4-FFF2-40B4-BE49-F238E27FC236}">
                  <a16:creationId xmlns:a16="http://schemas.microsoft.com/office/drawing/2014/main" id="{8D1379D5-48B0-1D4B-EE22-4DD06447FAF4}"/>
                </a:ext>
              </a:extLst>
            </p:cNvPr>
            <p:cNvSpPr/>
            <p:nvPr/>
          </p:nvSpPr>
          <p:spPr>
            <a:xfrm>
              <a:off x="6352222" y="2775939"/>
              <a:ext cx="19813" cy="33011"/>
            </a:xfrm>
            <a:custGeom>
              <a:avLst/>
              <a:gdLst/>
              <a:ahLst/>
              <a:cxnLst/>
              <a:rect l="l" t="t" r="r" b="b"/>
              <a:pathLst>
                <a:path w="1195" h="1991" fill="none" extrusionOk="0">
                  <a:moveTo>
                    <a:pt x="0" y="0"/>
                  </a:moveTo>
                  <a:lnTo>
                    <a:pt x="0" y="1327"/>
                  </a:lnTo>
                  <a:lnTo>
                    <a:pt x="1195" y="1991"/>
                  </a:lnTo>
                  <a:lnTo>
                    <a:pt x="1195" y="664"/>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4522;p40">
              <a:extLst>
                <a:ext uri="{FF2B5EF4-FFF2-40B4-BE49-F238E27FC236}">
                  <a16:creationId xmlns:a16="http://schemas.microsoft.com/office/drawing/2014/main" id="{DA2B9FE8-27C8-347C-4FAF-2A17C7EBED47}"/>
                </a:ext>
              </a:extLst>
            </p:cNvPr>
            <p:cNvSpPr/>
            <p:nvPr/>
          </p:nvSpPr>
          <p:spPr>
            <a:xfrm>
              <a:off x="8160901" y="3367828"/>
              <a:ext cx="8821" cy="4410"/>
            </a:xfrm>
            <a:custGeom>
              <a:avLst/>
              <a:gdLst/>
              <a:ahLst/>
              <a:cxnLst/>
              <a:rect l="l" t="t" r="r" b="b"/>
              <a:pathLst>
                <a:path w="532" h="266" extrusionOk="0">
                  <a:moveTo>
                    <a:pt x="0" y="0"/>
                  </a:moveTo>
                  <a:lnTo>
                    <a:pt x="0" y="0"/>
                  </a:lnTo>
                  <a:lnTo>
                    <a:pt x="531" y="266"/>
                  </a:lnTo>
                  <a:lnTo>
                    <a:pt x="0" y="0"/>
                  </a:lnTo>
                  <a:close/>
                </a:path>
              </a:pathLst>
            </a:custGeom>
            <a:solidFill>
              <a:srgbClr val="3748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9" name="Google Shape;4523;p40">
              <a:extLst>
                <a:ext uri="{FF2B5EF4-FFF2-40B4-BE49-F238E27FC236}">
                  <a16:creationId xmlns:a16="http://schemas.microsoft.com/office/drawing/2014/main" id="{90361EB5-F0C9-519D-157D-DB40FB03D418}"/>
                </a:ext>
              </a:extLst>
            </p:cNvPr>
            <p:cNvSpPr/>
            <p:nvPr/>
          </p:nvSpPr>
          <p:spPr>
            <a:xfrm>
              <a:off x="8160901" y="3367828"/>
              <a:ext cx="8821" cy="4410"/>
            </a:xfrm>
            <a:custGeom>
              <a:avLst/>
              <a:gdLst/>
              <a:ahLst/>
              <a:cxnLst/>
              <a:rect l="l" t="t" r="r" b="b"/>
              <a:pathLst>
                <a:path w="532" h="266" fill="none" extrusionOk="0">
                  <a:moveTo>
                    <a:pt x="0" y="0"/>
                  </a:moveTo>
                  <a:lnTo>
                    <a:pt x="0" y="0"/>
                  </a:lnTo>
                  <a:lnTo>
                    <a:pt x="531" y="266"/>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0" name="Google Shape;4524;p40">
              <a:extLst>
                <a:ext uri="{FF2B5EF4-FFF2-40B4-BE49-F238E27FC236}">
                  <a16:creationId xmlns:a16="http://schemas.microsoft.com/office/drawing/2014/main" id="{52DD3DCE-6C7B-D34A-06FF-0CCBB99B1E6C}"/>
                </a:ext>
              </a:extLst>
            </p:cNvPr>
            <p:cNvSpPr/>
            <p:nvPr/>
          </p:nvSpPr>
          <p:spPr>
            <a:xfrm>
              <a:off x="7769232" y="3367828"/>
              <a:ext cx="411482" cy="237658"/>
            </a:xfrm>
            <a:custGeom>
              <a:avLst/>
              <a:gdLst/>
              <a:ahLst/>
              <a:cxnLst/>
              <a:rect l="l" t="t" r="r" b="b"/>
              <a:pathLst>
                <a:path w="24818" h="14334" extrusionOk="0">
                  <a:moveTo>
                    <a:pt x="23623" y="0"/>
                  </a:moveTo>
                  <a:lnTo>
                    <a:pt x="1" y="13670"/>
                  </a:lnTo>
                  <a:lnTo>
                    <a:pt x="1195" y="14333"/>
                  </a:lnTo>
                  <a:lnTo>
                    <a:pt x="24818" y="664"/>
                  </a:lnTo>
                  <a:lnTo>
                    <a:pt x="24154" y="266"/>
                  </a:lnTo>
                  <a:lnTo>
                    <a:pt x="23623"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4525;p40">
              <a:extLst>
                <a:ext uri="{FF2B5EF4-FFF2-40B4-BE49-F238E27FC236}">
                  <a16:creationId xmlns:a16="http://schemas.microsoft.com/office/drawing/2014/main" id="{D776BF6F-CF93-597C-A3F4-6E6D31C92B05}"/>
                </a:ext>
              </a:extLst>
            </p:cNvPr>
            <p:cNvSpPr/>
            <p:nvPr/>
          </p:nvSpPr>
          <p:spPr>
            <a:xfrm>
              <a:off x="7769232" y="3367828"/>
              <a:ext cx="411482" cy="237658"/>
            </a:xfrm>
            <a:custGeom>
              <a:avLst/>
              <a:gdLst/>
              <a:ahLst/>
              <a:cxnLst/>
              <a:rect l="l" t="t" r="r" b="b"/>
              <a:pathLst>
                <a:path w="24818" h="14334" fill="none" extrusionOk="0">
                  <a:moveTo>
                    <a:pt x="23623" y="0"/>
                  </a:moveTo>
                  <a:lnTo>
                    <a:pt x="1" y="13670"/>
                  </a:lnTo>
                  <a:lnTo>
                    <a:pt x="1195" y="14333"/>
                  </a:lnTo>
                  <a:lnTo>
                    <a:pt x="24818" y="664"/>
                  </a:lnTo>
                  <a:lnTo>
                    <a:pt x="24154" y="266"/>
                  </a:lnTo>
                  <a:lnTo>
                    <a:pt x="2362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4526;p40">
              <a:extLst>
                <a:ext uri="{FF2B5EF4-FFF2-40B4-BE49-F238E27FC236}">
                  <a16:creationId xmlns:a16="http://schemas.microsoft.com/office/drawing/2014/main" id="{A3298923-2ABE-2EC1-0957-C394EA2C26DA}"/>
                </a:ext>
              </a:extLst>
            </p:cNvPr>
            <p:cNvSpPr/>
            <p:nvPr/>
          </p:nvSpPr>
          <p:spPr>
            <a:xfrm>
              <a:off x="7769232" y="3594460"/>
              <a:ext cx="19830" cy="11026"/>
            </a:xfrm>
            <a:custGeom>
              <a:avLst/>
              <a:gdLst/>
              <a:ahLst/>
              <a:cxnLst/>
              <a:rect l="l" t="t" r="r" b="b"/>
              <a:pathLst>
                <a:path w="1196" h="665" extrusionOk="0">
                  <a:moveTo>
                    <a:pt x="1" y="1"/>
                  </a:moveTo>
                  <a:lnTo>
                    <a:pt x="1" y="1"/>
                  </a:lnTo>
                  <a:lnTo>
                    <a:pt x="1195" y="664"/>
                  </a:lnTo>
                  <a:lnTo>
                    <a:pt x="1195" y="664"/>
                  </a:lnTo>
                  <a:lnTo>
                    <a:pt x="1" y="1"/>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4527;p40">
              <a:extLst>
                <a:ext uri="{FF2B5EF4-FFF2-40B4-BE49-F238E27FC236}">
                  <a16:creationId xmlns:a16="http://schemas.microsoft.com/office/drawing/2014/main" id="{C8A0D21E-6150-EEDB-61C5-6116BDAD3C40}"/>
                </a:ext>
              </a:extLst>
            </p:cNvPr>
            <p:cNvSpPr/>
            <p:nvPr/>
          </p:nvSpPr>
          <p:spPr>
            <a:xfrm>
              <a:off x="7769232" y="3594460"/>
              <a:ext cx="19830" cy="11026"/>
            </a:xfrm>
            <a:custGeom>
              <a:avLst/>
              <a:gdLst/>
              <a:ahLst/>
              <a:cxnLst/>
              <a:rect l="l" t="t" r="r" b="b"/>
              <a:pathLst>
                <a:path w="1196" h="665" fill="none" extrusionOk="0">
                  <a:moveTo>
                    <a:pt x="1" y="1"/>
                  </a:moveTo>
                  <a:lnTo>
                    <a:pt x="1" y="1"/>
                  </a:lnTo>
                  <a:lnTo>
                    <a:pt x="1195" y="664"/>
                  </a:lnTo>
                  <a:lnTo>
                    <a:pt x="1195" y="664"/>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4" name="Google Shape;4528;p40">
              <a:extLst>
                <a:ext uri="{FF2B5EF4-FFF2-40B4-BE49-F238E27FC236}">
                  <a16:creationId xmlns:a16="http://schemas.microsoft.com/office/drawing/2014/main" id="{34F73AFE-CC34-0178-7966-BD9DA5A367D5}"/>
                </a:ext>
              </a:extLst>
            </p:cNvPr>
            <p:cNvSpPr/>
            <p:nvPr/>
          </p:nvSpPr>
          <p:spPr>
            <a:xfrm>
              <a:off x="7593202" y="3266607"/>
              <a:ext cx="411482" cy="237658"/>
            </a:xfrm>
            <a:custGeom>
              <a:avLst/>
              <a:gdLst/>
              <a:ahLst/>
              <a:cxnLst/>
              <a:rect l="l" t="t" r="r" b="b"/>
              <a:pathLst>
                <a:path w="24818" h="14334" extrusionOk="0">
                  <a:moveTo>
                    <a:pt x="23623" y="1"/>
                  </a:moveTo>
                  <a:lnTo>
                    <a:pt x="1" y="13537"/>
                  </a:lnTo>
                  <a:lnTo>
                    <a:pt x="1195" y="14334"/>
                  </a:lnTo>
                  <a:lnTo>
                    <a:pt x="24818" y="664"/>
                  </a:lnTo>
                  <a:lnTo>
                    <a:pt x="24021" y="266"/>
                  </a:lnTo>
                  <a:lnTo>
                    <a:pt x="23623"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4529;p40">
              <a:extLst>
                <a:ext uri="{FF2B5EF4-FFF2-40B4-BE49-F238E27FC236}">
                  <a16:creationId xmlns:a16="http://schemas.microsoft.com/office/drawing/2014/main" id="{0A498A61-B211-A45B-A5B0-328660C5C227}"/>
                </a:ext>
              </a:extLst>
            </p:cNvPr>
            <p:cNvSpPr/>
            <p:nvPr/>
          </p:nvSpPr>
          <p:spPr>
            <a:xfrm>
              <a:off x="7593202" y="3266607"/>
              <a:ext cx="411482" cy="237658"/>
            </a:xfrm>
            <a:custGeom>
              <a:avLst/>
              <a:gdLst/>
              <a:ahLst/>
              <a:cxnLst/>
              <a:rect l="l" t="t" r="r" b="b"/>
              <a:pathLst>
                <a:path w="24818" h="14334" fill="none" extrusionOk="0">
                  <a:moveTo>
                    <a:pt x="23623" y="1"/>
                  </a:moveTo>
                  <a:lnTo>
                    <a:pt x="1" y="13537"/>
                  </a:lnTo>
                  <a:lnTo>
                    <a:pt x="1195" y="14334"/>
                  </a:lnTo>
                  <a:lnTo>
                    <a:pt x="24818" y="664"/>
                  </a:lnTo>
                  <a:lnTo>
                    <a:pt x="24021" y="266"/>
                  </a:lnTo>
                  <a:lnTo>
                    <a:pt x="2362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4530;p40">
              <a:extLst>
                <a:ext uri="{FF2B5EF4-FFF2-40B4-BE49-F238E27FC236}">
                  <a16:creationId xmlns:a16="http://schemas.microsoft.com/office/drawing/2014/main" id="{DB304DCE-6EE0-DC66-C731-6A7D03B72DC2}"/>
                </a:ext>
              </a:extLst>
            </p:cNvPr>
            <p:cNvSpPr/>
            <p:nvPr/>
          </p:nvSpPr>
          <p:spPr>
            <a:xfrm>
              <a:off x="7593202" y="3491051"/>
              <a:ext cx="19830" cy="13214"/>
            </a:xfrm>
            <a:custGeom>
              <a:avLst/>
              <a:gdLst/>
              <a:ahLst/>
              <a:cxnLst/>
              <a:rect l="l" t="t" r="r" b="b"/>
              <a:pathLst>
                <a:path w="1196" h="797" extrusionOk="0">
                  <a:moveTo>
                    <a:pt x="1" y="0"/>
                  </a:moveTo>
                  <a:lnTo>
                    <a:pt x="1" y="0"/>
                  </a:lnTo>
                  <a:lnTo>
                    <a:pt x="1195" y="797"/>
                  </a:lnTo>
                  <a:lnTo>
                    <a:pt x="1" y="0"/>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4531;p40">
              <a:extLst>
                <a:ext uri="{FF2B5EF4-FFF2-40B4-BE49-F238E27FC236}">
                  <a16:creationId xmlns:a16="http://schemas.microsoft.com/office/drawing/2014/main" id="{CEF1C876-44DC-BB1D-5F59-25F82294E633}"/>
                </a:ext>
              </a:extLst>
            </p:cNvPr>
            <p:cNvSpPr/>
            <p:nvPr/>
          </p:nvSpPr>
          <p:spPr>
            <a:xfrm>
              <a:off x="7593202" y="3491051"/>
              <a:ext cx="19830" cy="13214"/>
            </a:xfrm>
            <a:custGeom>
              <a:avLst/>
              <a:gdLst/>
              <a:ahLst/>
              <a:cxnLst/>
              <a:rect l="l" t="t" r="r" b="b"/>
              <a:pathLst>
                <a:path w="1196" h="797" fill="none" extrusionOk="0">
                  <a:moveTo>
                    <a:pt x="1" y="0"/>
                  </a:moveTo>
                  <a:lnTo>
                    <a:pt x="1" y="0"/>
                  </a:lnTo>
                  <a:lnTo>
                    <a:pt x="1195" y="797"/>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4532;p40">
              <a:extLst>
                <a:ext uri="{FF2B5EF4-FFF2-40B4-BE49-F238E27FC236}">
                  <a16:creationId xmlns:a16="http://schemas.microsoft.com/office/drawing/2014/main" id="{82F826E0-29F5-FAB6-F50C-FFFF3351C984}"/>
                </a:ext>
              </a:extLst>
            </p:cNvPr>
            <p:cNvSpPr/>
            <p:nvPr/>
          </p:nvSpPr>
          <p:spPr>
            <a:xfrm>
              <a:off x="7806636" y="3163198"/>
              <a:ext cx="8821" cy="6615"/>
            </a:xfrm>
            <a:custGeom>
              <a:avLst/>
              <a:gdLst/>
              <a:ahLst/>
              <a:cxnLst/>
              <a:rect l="l" t="t" r="r" b="b"/>
              <a:pathLst>
                <a:path w="532" h="399" extrusionOk="0">
                  <a:moveTo>
                    <a:pt x="1" y="0"/>
                  </a:moveTo>
                  <a:lnTo>
                    <a:pt x="1" y="0"/>
                  </a:lnTo>
                  <a:lnTo>
                    <a:pt x="532" y="398"/>
                  </a:lnTo>
                  <a:lnTo>
                    <a:pt x="1" y="0"/>
                  </a:lnTo>
                  <a:close/>
                </a:path>
              </a:pathLst>
            </a:custGeom>
            <a:solidFill>
              <a:srgbClr val="74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4533;p40">
              <a:extLst>
                <a:ext uri="{FF2B5EF4-FFF2-40B4-BE49-F238E27FC236}">
                  <a16:creationId xmlns:a16="http://schemas.microsoft.com/office/drawing/2014/main" id="{DB72F130-1536-977F-3F3E-1801A060C37C}"/>
                </a:ext>
              </a:extLst>
            </p:cNvPr>
            <p:cNvSpPr/>
            <p:nvPr/>
          </p:nvSpPr>
          <p:spPr>
            <a:xfrm>
              <a:off x="7806636" y="3163198"/>
              <a:ext cx="8821" cy="6615"/>
            </a:xfrm>
            <a:custGeom>
              <a:avLst/>
              <a:gdLst/>
              <a:ahLst/>
              <a:cxnLst/>
              <a:rect l="l" t="t" r="r" b="b"/>
              <a:pathLst>
                <a:path w="532" h="399" fill="none" extrusionOk="0">
                  <a:moveTo>
                    <a:pt x="1" y="0"/>
                  </a:moveTo>
                  <a:lnTo>
                    <a:pt x="1" y="0"/>
                  </a:lnTo>
                  <a:lnTo>
                    <a:pt x="532" y="398"/>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0" name="Google Shape;4534;p40">
              <a:extLst>
                <a:ext uri="{FF2B5EF4-FFF2-40B4-BE49-F238E27FC236}">
                  <a16:creationId xmlns:a16="http://schemas.microsoft.com/office/drawing/2014/main" id="{9AE10202-8ED0-8F1A-E31D-A30B2BA797B1}"/>
                </a:ext>
              </a:extLst>
            </p:cNvPr>
            <p:cNvSpPr/>
            <p:nvPr/>
          </p:nvSpPr>
          <p:spPr>
            <a:xfrm>
              <a:off x="7414984" y="3163198"/>
              <a:ext cx="411482" cy="237658"/>
            </a:xfrm>
            <a:custGeom>
              <a:avLst/>
              <a:gdLst/>
              <a:ahLst/>
              <a:cxnLst/>
              <a:rect l="l" t="t" r="r" b="b"/>
              <a:pathLst>
                <a:path w="24818" h="14334" extrusionOk="0">
                  <a:moveTo>
                    <a:pt x="23623" y="0"/>
                  </a:moveTo>
                  <a:lnTo>
                    <a:pt x="20703" y="1726"/>
                  </a:lnTo>
                  <a:lnTo>
                    <a:pt x="20703" y="3185"/>
                  </a:lnTo>
                  <a:lnTo>
                    <a:pt x="24817" y="664"/>
                  </a:lnTo>
                  <a:lnTo>
                    <a:pt x="24154" y="398"/>
                  </a:lnTo>
                  <a:lnTo>
                    <a:pt x="23623" y="0"/>
                  </a:lnTo>
                  <a:close/>
                  <a:moveTo>
                    <a:pt x="4778" y="10883"/>
                  </a:moveTo>
                  <a:lnTo>
                    <a:pt x="0" y="13670"/>
                  </a:lnTo>
                  <a:lnTo>
                    <a:pt x="1195" y="14333"/>
                  </a:lnTo>
                  <a:lnTo>
                    <a:pt x="5972" y="11679"/>
                  </a:lnTo>
                  <a:lnTo>
                    <a:pt x="4778" y="10883"/>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1" name="Google Shape;4535;p40">
              <a:extLst>
                <a:ext uri="{FF2B5EF4-FFF2-40B4-BE49-F238E27FC236}">
                  <a16:creationId xmlns:a16="http://schemas.microsoft.com/office/drawing/2014/main" id="{AF8B5009-E6AB-5599-516F-9020648138B6}"/>
                </a:ext>
              </a:extLst>
            </p:cNvPr>
            <p:cNvSpPr/>
            <p:nvPr/>
          </p:nvSpPr>
          <p:spPr>
            <a:xfrm>
              <a:off x="7414984" y="3343621"/>
              <a:ext cx="99032" cy="57234"/>
            </a:xfrm>
            <a:custGeom>
              <a:avLst/>
              <a:gdLst/>
              <a:ahLst/>
              <a:cxnLst/>
              <a:rect l="l" t="t" r="r" b="b"/>
              <a:pathLst>
                <a:path w="5973" h="3452" fill="none" extrusionOk="0">
                  <a:moveTo>
                    <a:pt x="4778" y="1"/>
                  </a:moveTo>
                  <a:lnTo>
                    <a:pt x="0" y="2788"/>
                  </a:lnTo>
                  <a:lnTo>
                    <a:pt x="1195" y="3451"/>
                  </a:lnTo>
                  <a:lnTo>
                    <a:pt x="5972" y="797"/>
                  </a:lnTo>
                  <a:lnTo>
                    <a:pt x="477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4536;p40">
              <a:extLst>
                <a:ext uri="{FF2B5EF4-FFF2-40B4-BE49-F238E27FC236}">
                  <a16:creationId xmlns:a16="http://schemas.microsoft.com/office/drawing/2014/main" id="{9861681E-6DB2-C18C-5327-0BD19765CC6B}"/>
                </a:ext>
              </a:extLst>
            </p:cNvPr>
            <p:cNvSpPr/>
            <p:nvPr/>
          </p:nvSpPr>
          <p:spPr>
            <a:xfrm>
              <a:off x="7758239" y="3163198"/>
              <a:ext cx="68227" cy="52824"/>
            </a:xfrm>
            <a:custGeom>
              <a:avLst/>
              <a:gdLst/>
              <a:ahLst/>
              <a:cxnLst/>
              <a:rect l="l" t="t" r="r" b="b"/>
              <a:pathLst>
                <a:path w="4115" h="3186" fill="none" extrusionOk="0">
                  <a:moveTo>
                    <a:pt x="2920" y="0"/>
                  </a:moveTo>
                  <a:lnTo>
                    <a:pt x="0" y="1726"/>
                  </a:lnTo>
                  <a:lnTo>
                    <a:pt x="0" y="3185"/>
                  </a:lnTo>
                  <a:lnTo>
                    <a:pt x="4114" y="664"/>
                  </a:lnTo>
                  <a:lnTo>
                    <a:pt x="3451" y="398"/>
                  </a:lnTo>
                  <a:lnTo>
                    <a:pt x="292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4537;p40">
              <a:extLst>
                <a:ext uri="{FF2B5EF4-FFF2-40B4-BE49-F238E27FC236}">
                  <a16:creationId xmlns:a16="http://schemas.microsoft.com/office/drawing/2014/main" id="{8F4FEE76-4DD2-8FDA-0671-08CFEBB86EEF}"/>
                </a:ext>
              </a:extLst>
            </p:cNvPr>
            <p:cNvSpPr/>
            <p:nvPr/>
          </p:nvSpPr>
          <p:spPr>
            <a:xfrm>
              <a:off x="7414984" y="3389830"/>
              <a:ext cx="19813" cy="11026"/>
            </a:xfrm>
            <a:custGeom>
              <a:avLst/>
              <a:gdLst/>
              <a:ahLst/>
              <a:cxnLst/>
              <a:rect l="l" t="t" r="r" b="b"/>
              <a:pathLst>
                <a:path w="1195" h="665" extrusionOk="0">
                  <a:moveTo>
                    <a:pt x="0" y="1"/>
                  </a:moveTo>
                  <a:lnTo>
                    <a:pt x="0" y="1"/>
                  </a:lnTo>
                  <a:lnTo>
                    <a:pt x="1195" y="664"/>
                  </a:lnTo>
                  <a:lnTo>
                    <a:pt x="0" y="1"/>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4" name="Google Shape;4538;p40">
              <a:extLst>
                <a:ext uri="{FF2B5EF4-FFF2-40B4-BE49-F238E27FC236}">
                  <a16:creationId xmlns:a16="http://schemas.microsoft.com/office/drawing/2014/main" id="{D941D712-15BA-A599-BA82-5507FF51F6EC}"/>
                </a:ext>
              </a:extLst>
            </p:cNvPr>
            <p:cNvSpPr/>
            <p:nvPr/>
          </p:nvSpPr>
          <p:spPr>
            <a:xfrm>
              <a:off x="7414984" y="3389830"/>
              <a:ext cx="19813" cy="11026"/>
            </a:xfrm>
            <a:custGeom>
              <a:avLst/>
              <a:gdLst/>
              <a:ahLst/>
              <a:cxnLst/>
              <a:rect l="l" t="t" r="r" b="b"/>
              <a:pathLst>
                <a:path w="1195" h="665" fill="none" extrusionOk="0">
                  <a:moveTo>
                    <a:pt x="0" y="1"/>
                  </a:moveTo>
                  <a:lnTo>
                    <a:pt x="0" y="1"/>
                  </a:lnTo>
                  <a:lnTo>
                    <a:pt x="1195" y="664"/>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5" name="Google Shape;4539;p40">
              <a:extLst>
                <a:ext uri="{FF2B5EF4-FFF2-40B4-BE49-F238E27FC236}">
                  <a16:creationId xmlns:a16="http://schemas.microsoft.com/office/drawing/2014/main" id="{24A81C7E-4780-23FA-071E-5FF957E784FA}"/>
                </a:ext>
              </a:extLst>
            </p:cNvPr>
            <p:cNvSpPr/>
            <p:nvPr/>
          </p:nvSpPr>
          <p:spPr>
            <a:xfrm>
              <a:off x="7635017" y="3064182"/>
              <a:ext cx="2222" cy="2222"/>
            </a:xfrm>
            <a:custGeom>
              <a:avLst/>
              <a:gdLst/>
              <a:ahLst/>
              <a:cxnLst/>
              <a:rect l="l" t="t" r="r" b="b"/>
              <a:pathLst>
                <a:path w="134" h="134" extrusionOk="0">
                  <a:moveTo>
                    <a:pt x="0" y="0"/>
                  </a:moveTo>
                  <a:lnTo>
                    <a:pt x="0" y="0"/>
                  </a:lnTo>
                  <a:lnTo>
                    <a:pt x="0" y="0"/>
                  </a:lnTo>
                  <a:lnTo>
                    <a:pt x="133" y="133"/>
                  </a:lnTo>
                  <a:lnTo>
                    <a:pt x="0" y="0"/>
                  </a:lnTo>
                  <a:close/>
                </a:path>
              </a:pathLst>
            </a:custGeom>
            <a:solidFill>
              <a:srgbClr val="C0C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4540;p40">
              <a:extLst>
                <a:ext uri="{FF2B5EF4-FFF2-40B4-BE49-F238E27FC236}">
                  <a16:creationId xmlns:a16="http://schemas.microsoft.com/office/drawing/2014/main" id="{68D1C2B6-A14E-47CB-3BAE-F0BEAD866DA9}"/>
                </a:ext>
              </a:extLst>
            </p:cNvPr>
            <p:cNvSpPr/>
            <p:nvPr/>
          </p:nvSpPr>
          <p:spPr>
            <a:xfrm>
              <a:off x="7635017" y="3064182"/>
              <a:ext cx="2222" cy="2222"/>
            </a:xfrm>
            <a:custGeom>
              <a:avLst/>
              <a:gdLst/>
              <a:ahLst/>
              <a:cxnLst/>
              <a:rect l="l" t="t" r="r" b="b"/>
              <a:pathLst>
                <a:path w="134" h="134" fill="none" extrusionOk="0">
                  <a:moveTo>
                    <a:pt x="0" y="0"/>
                  </a:moveTo>
                  <a:lnTo>
                    <a:pt x="0" y="0"/>
                  </a:lnTo>
                  <a:lnTo>
                    <a:pt x="0" y="0"/>
                  </a:lnTo>
                  <a:lnTo>
                    <a:pt x="133" y="133"/>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4541;p40">
              <a:extLst>
                <a:ext uri="{FF2B5EF4-FFF2-40B4-BE49-F238E27FC236}">
                  <a16:creationId xmlns:a16="http://schemas.microsoft.com/office/drawing/2014/main" id="{B1EAD65F-576D-0403-8F1A-CF3FC5C09CB2}"/>
                </a:ext>
              </a:extLst>
            </p:cNvPr>
            <p:cNvSpPr/>
            <p:nvPr/>
          </p:nvSpPr>
          <p:spPr>
            <a:xfrm>
              <a:off x="7630607" y="3061977"/>
              <a:ext cx="4427" cy="2222"/>
            </a:xfrm>
            <a:custGeom>
              <a:avLst/>
              <a:gdLst/>
              <a:ahLst/>
              <a:cxnLst/>
              <a:rect l="l" t="t" r="r" b="b"/>
              <a:pathLst>
                <a:path w="267" h="134" extrusionOk="0">
                  <a:moveTo>
                    <a:pt x="1" y="1"/>
                  </a:moveTo>
                  <a:lnTo>
                    <a:pt x="1" y="1"/>
                  </a:lnTo>
                  <a:lnTo>
                    <a:pt x="266" y="133"/>
                  </a:lnTo>
                  <a:lnTo>
                    <a:pt x="266" y="133"/>
                  </a:lnTo>
                  <a:lnTo>
                    <a:pt x="266" y="133"/>
                  </a:lnTo>
                  <a:lnTo>
                    <a:pt x="1" y="1"/>
                  </a:lnTo>
                  <a:close/>
                </a:path>
              </a:pathLst>
            </a:custGeom>
            <a:solidFill>
              <a:srgbClr val="7426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8" name="Google Shape;4542;p40">
              <a:extLst>
                <a:ext uri="{FF2B5EF4-FFF2-40B4-BE49-F238E27FC236}">
                  <a16:creationId xmlns:a16="http://schemas.microsoft.com/office/drawing/2014/main" id="{401BB48F-0996-A74E-71EF-BFE7C45F826E}"/>
                </a:ext>
              </a:extLst>
            </p:cNvPr>
            <p:cNvSpPr/>
            <p:nvPr/>
          </p:nvSpPr>
          <p:spPr>
            <a:xfrm>
              <a:off x="7630607" y="3061977"/>
              <a:ext cx="4427" cy="2222"/>
            </a:xfrm>
            <a:custGeom>
              <a:avLst/>
              <a:gdLst/>
              <a:ahLst/>
              <a:cxnLst/>
              <a:rect l="l" t="t" r="r" b="b"/>
              <a:pathLst>
                <a:path w="267" h="134" fill="none" extrusionOk="0">
                  <a:moveTo>
                    <a:pt x="1" y="1"/>
                  </a:moveTo>
                  <a:lnTo>
                    <a:pt x="1" y="1"/>
                  </a:lnTo>
                  <a:lnTo>
                    <a:pt x="266" y="133"/>
                  </a:lnTo>
                  <a:lnTo>
                    <a:pt x="266" y="133"/>
                  </a:lnTo>
                  <a:lnTo>
                    <a:pt x="266" y="133"/>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9" name="Google Shape;4543;p40">
              <a:extLst>
                <a:ext uri="{FF2B5EF4-FFF2-40B4-BE49-F238E27FC236}">
                  <a16:creationId xmlns:a16="http://schemas.microsoft.com/office/drawing/2014/main" id="{19206C8E-9708-2487-FDE1-3FBE56AAEA16}"/>
                </a:ext>
              </a:extLst>
            </p:cNvPr>
            <p:cNvSpPr/>
            <p:nvPr/>
          </p:nvSpPr>
          <p:spPr>
            <a:xfrm>
              <a:off x="7238954" y="3061977"/>
              <a:ext cx="409277" cy="237658"/>
            </a:xfrm>
            <a:custGeom>
              <a:avLst/>
              <a:gdLst/>
              <a:ahLst/>
              <a:cxnLst/>
              <a:rect l="l" t="t" r="r" b="b"/>
              <a:pathLst>
                <a:path w="24685" h="14334" extrusionOk="0">
                  <a:moveTo>
                    <a:pt x="23623" y="1"/>
                  </a:moveTo>
                  <a:lnTo>
                    <a:pt x="18447" y="2920"/>
                  </a:lnTo>
                  <a:lnTo>
                    <a:pt x="19509" y="3584"/>
                  </a:lnTo>
                  <a:lnTo>
                    <a:pt x="24685" y="664"/>
                  </a:lnTo>
                  <a:lnTo>
                    <a:pt x="24021" y="266"/>
                  </a:lnTo>
                  <a:lnTo>
                    <a:pt x="23888" y="133"/>
                  </a:lnTo>
                  <a:lnTo>
                    <a:pt x="23623" y="1"/>
                  </a:lnTo>
                  <a:close/>
                  <a:moveTo>
                    <a:pt x="4645" y="10883"/>
                  </a:moveTo>
                  <a:lnTo>
                    <a:pt x="0" y="13537"/>
                  </a:lnTo>
                  <a:lnTo>
                    <a:pt x="1195" y="14333"/>
                  </a:lnTo>
                  <a:lnTo>
                    <a:pt x="5840" y="11546"/>
                  </a:lnTo>
                  <a:lnTo>
                    <a:pt x="4645" y="10883"/>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0" name="Google Shape;4544;p40">
              <a:extLst>
                <a:ext uri="{FF2B5EF4-FFF2-40B4-BE49-F238E27FC236}">
                  <a16:creationId xmlns:a16="http://schemas.microsoft.com/office/drawing/2014/main" id="{B89B9EBB-66C5-EF1A-24A7-8F11F380CE4D}"/>
                </a:ext>
              </a:extLst>
            </p:cNvPr>
            <p:cNvSpPr/>
            <p:nvPr/>
          </p:nvSpPr>
          <p:spPr>
            <a:xfrm>
              <a:off x="7238954" y="3242400"/>
              <a:ext cx="96827" cy="57234"/>
            </a:xfrm>
            <a:custGeom>
              <a:avLst/>
              <a:gdLst/>
              <a:ahLst/>
              <a:cxnLst/>
              <a:rect l="l" t="t" r="r" b="b"/>
              <a:pathLst>
                <a:path w="5840" h="3452" fill="none" extrusionOk="0">
                  <a:moveTo>
                    <a:pt x="4645" y="1"/>
                  </a:moveTo>
                  <a:lnTo>
                    <a:pt x="0" y="2655"/>
                  </a:lnTo>
                  <a:lnTo>
                    <a:pt x="1195" y="3451"/>
                  </a:lnTo>
                  <a:lnTo>
                    <a:pt x="5840" y="664"/>
                  </a:lnTo>
                  <a:lnTo>
                    <a:pt x="464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1" name="Google Shape;4545;p40">
              <a:extLst>
                <a:ext uri="{FF2B5EF4-FFF2-40B4-BE49-F238E27FC236}">
                  <a16:creationId xmlns:a16="http://schemas.microsoft.com/office/drawing/2014/main" id="{294E78E1-ADCF-01C5-39E2-4A3CF0D91A87}"/>
                </a:ext>
              </a:extLst>
            </p:cNvPr>
            <p:cNvSpPr/>
            <p:nvPr/>
          </p:nvSpPr>
          <p:spPr>
            <a:xfrm>
              <a:off x="7544805" y="3061977"/>
              <a:ext cx="103426" cy="59423"/>
            </a:xfrm>
            <a:custGeom>
              <a:avLst/>
              <a:gdLst/>
              <a:ahLst/>
              <a:cxnLst/>
              <a:rect l="l" t="t" r="r" b="b"/>
              <a:pathLst>
                <a:path w="6238" h="3584" fill="none" extrusionOk="0">
                  <a:moveTo>
                    <a:pt x="5176" y="1"/>
                  </a:moveTo>
                  <a:lnTo>
                    <a:pt x="0" y="2920"/>
                  </a:lnTo>
                  <a:lnTo>
                    <a:pt x="1062" y="3584"/>
                  </a:lnTo>
                  <a:lnTo>
                    <a:pt x="6238" y="664"/>
                  </a:lnTo>
                  <a:lnTo>
                    <a:pt x="5574" y="266"/>
                  </a:lnTo>
                  <a:lnTo>
                    <a:pt x="5441" y="133"/>
                  </a:lnTo>
                  <a:lnTo>
                    <a:pt x="517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2" name="Google Shape;4546;p40">
              <a:extLst>
                <a:ext uri="{FF2B5EF4-FFF2-40B4-BE49-F238E27FC236}">
                  <a16:creationId xmlns:a16="http://schemas.microsoft.com/office/drawing/2014/main" id="{4DDC031A-3DA9-FFCD-51C8-879A871FE1D1}"/>
                </a:ext>
              </a:extLst>
            </p:cNvPr>
            <p:cNvSpPr/>
            <p:nvPr/>
          </p:nvSpPr>
          <p:spPr>
            <a:xfrm>
              <a:off x="7238954" y="3286420"/>
              <a:ext cx="19813" cy="13214"/>
            </a:xfrm>
            <a:custGeom>
              <a:avLst/>
              <a:gdLst/>
              <a:ahLst/>
              <a:cxnLst/>
              <a:rect l="l" t="t" r="r" b="b"/>
              <a:pathLst>
                <a:path w="1195" h="797" extrusionOk="0">
                  <a:moveTo>
                    <a:pt x="0" y="0"/>
                  </a:moveTo>
                  <a:lnTo>
                    <a:pt x="0" y="0"/>
                  </a:lnTo>
                  <a:lnTo>
                    <a:pt x="1195" y="796"/>
                  </a:lnTo>
                  <a:lnTo>
                    <a:pt x="0" y="0"/>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3" name="Google Shape;4547;p40">
              <a:extLst>
                <a:ext uri="{FF2B5EF4-FFF2-40B4-BE49-F238E27FC236}">
                  <a16:creationId xmlns:a16="http://schemas.microsoft.com/office/drawing/2014/main" id="{2AA5C3EA-6D07-E64E-E832-934F71542CFA}"/>
                </a:ext>
              </a:extLst>
            </p:cNvPr>
            <p:cNvSpPr/>
            <p:nvPr/>
          </p:nvSpPr>
          <p:spPr>
            <a:xfrm>
              <a:off x="7238954" y="3286420"/>
              <a:ext cx="19813" cy="13214"/>
            </a:xfrm>
            <a:custGeom>
              <a:avLst/>
              <a:gdLst/>
              <a:ahLst/>
              <a:cxnLst/>
              <a:rect l="l" t="t" r="r" b="b"/>
              <a:pathLst>
                <a:path w="1195" h="797" fill="none" extrusionOk="0">
                  <a:moveTo>
                    <a:pt x="0" y="0"/>
                  </a:moveTo>
                  <a:lnTo>
                    <a:pt x="0" y="0"/>
                  </a:lnTo>
                  <a:lnTo>
                    <a:pt x="1195" y="796"/>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4" name="Google Shape;4548;p40">
              <a:extLst>
                <a:ext uri="{FF2B5EF4-FFF2-40B4-BE49-F238E27FC236}">
                  <a16:creationId xmlns:a16="http://schemas.microsoft.com/office/drawing/2014/main" id="{5256D538-91BD-7680-8B89-AD3CA3F4C01B}"/>
                </a:ext>
              </a:extLst>
            </p:cNvPr>
            <p:cNvSpPr/>
            <p:nvPr/>
          </p:nvSpPr>
          <p:spPr>
            <a:xfrm>
              <a:off x="7452388" y="2958567"/>
              <a:ext cx="8821" cy="6615"/>
            </a:xfrm>
            <a:custGeom>
              <a:avLst/>
              <a:gdLst/>
              <a:ahLst/>
              <a:cxnLst/>
              <a:rect l="l" t="t" r="r" b="b"/>
              <a:pathLst>
                <a:path w="532" h="399" extrusionOk="0">
                  <a:moveTo>
                    <a:pt x="0" y="0"/>
                  </a:moveTo>
                  <a:lnTo>
                    <a:pt x="0" y="0"/>
                  </a:lnTo>
                  <a:lnTo>
                    <a:pt x="531" y="398"/>
                  </a:lnTo>
                  <a:lnTo>
                    <a:pt x="0" y="0"/>
                  </a:lnTo>
                  <a:close/>
                </a:path>
              </a:pathLst>
            </a:custGeom>
            <a:solidFill>
              <a:srgbClr val="C0C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5" name="Google Shape;4549;p40">
              <a:extLst>
                <a:ext uri="{FF2B5EF4-FFF2-40B4-BE49-F238E27FC236}">
                  <a16:creationId xmlns:a16="http://schemas.microsoft.com/office/drawing/2014/main" id="{0C97D857-8F0F-B81F-3218-ECAEE4DC3AE5}"/>
                </a:ext>
              </a:extLst>
            </p:cNvPr>
            <p:cNvSpPr/>
            <p:nvPr/>
          </p:nvSpPr>
          <p:spPr>
            <a:xfrm>
              <a:off x="7452388" y="2958567"/>
              <a:ext cx="8821" cy="6615"/>
            </a:xfrm>
            <a:custGeom>
              <a:avLst/>
              <a:gdLst/>
              <a:ahLst/>
              <a:cxnLst/>
              <a:rect l="l" t="t" r="r" b="b"/>
              <a:pathLst>
                <a:path w="532" h="399" fill="none" extrusionOk="0">
                  <a:moveTo>
                    <a:pt x="0" y="0"/>
                  </a:moveTo>
                  <a:lnTo>
                    <a:pt x="0" y="0"/>
                  </a:lnTo>
                  <a:lnTo>
                    <a:pt x="531" y="398"/>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6" name="Google Shape;4550;p40">
              <a:extLst>
                <a:ext uri="{FF2B5EF4-FFF2-40B4-BE49-F238E27FC236}">
                  <a16:creationId xmlns:a16="http://schemas.microsoft.com/office/drawing/2014/main" id="{59A27D1D-778F-0794-CACA-08A10016A382}"/>
                </a:ext>
              </a:extLst>
            </p:cNvPr>
            <p:cNvSpPr/>
            <p:nvPr/>
          </p:nvSpPr>
          <p:spPr>
            <a:xfrm>
              <a:off x="7060719" y="2958567"/>
              <a:ext cx="411482" cy="237658"/>
            </a:xfrm>
            <a:custGeom>
              <a:avLst/>
              <a:gdLst/>
              <a:ahLst/>
              <a:cxnLst/>
              <a:rect l="l" t="t" r="r" b="b"/>
              <a:pathLst>
                <a:path w="24818" h="14334" extrusionOk="0">
                  <a:moveTo>
                    <a:pt x="23623" y="0"/>
                  </a:moveTo>
                  <a:lnTo>
                    <a:pt x="16192" y="4380"/>
                  </a:lnTo>
                  <a:lnTo>
                    <a:pt x="17386" y="5043"/>
                  </a:lnTo>
                  <a:lnTo>
                    <a:pt x="24818" y="664"/>
                  </a:lnTo>
                  <a:lnTo>
                    <a:pt x="24154" y="398"/>
                  </a:lnTo>
                  <a:lnTo>
                    <a:pt x="23623" y="0"/>
                  </a:lnTo>
                  <a:close/>
                  <a:moveTo>
                    <a:pt x="11016" y="7299"/>
                  </a:moveTo>
                  <a:lnTo>
                    <a:pt x="1" y="13669"/>
                  </a:lnTo>
                  <a:lnTo>
                    <a:pt x="1195" y="14333"/>
                  </a:lnTo>
                  <a:lnTo>
                    <a:pt x="9689" y="9423"/>
                  </a:lnTo>
                  <a:lnTo>
                    <a:pt x="9556" y="9290"/>
                  </a:lnTo>
                  <a:lnTo>
                    <a:pt x="11016" y="7299"/>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4551;p40">
              <a:extLst>
                <a:ext uri="{FF2B5EF4-FFF2-40B4-BE49-F238E27FC236}">
                  <a16:creationId xmlns:a16="http://schemas.microsoft.com/office/drawing/2014/main" id="{4627D8AC-6A2A-C56E-A77A-FFF40BC7B88E}"/>
                </a:ext>
              </a:extLst>
            </p:cNvPr>
            <p:cNvSpPr/>
            <p:nvPr/>
          </p:nvSpPr>
          <p:spPr>
            <a:xfrm>
              <a:off x="7060719" y="3079585"/>
              <a:ext cx="182645" cy="116640"/>
            </a:xfrm>
            <a:custGeom>
              <a:avLst/>
              <a:gdLst/>
              <a:ahLst/>
              <a:cxnLst/>
              <a:rect l="l" t="t" r="r" b="b"/>
              <a:pathLst>
                <a:path w="11016" h="7035" fill="none" extrusionOk="0">
                  <a:moveTo>
                    <a:pt x="11016" y="0"/>
                  </a:moveTo>
                  <a:lnTo>
                    <a:pt x="1" y="6370"/>
                  </a:lnTo>
                  <a:lnTo>
                    <a:pt x="1195" y="7034"/>
                  </a:lnTo>
                  <a:lnTo>
                    <a:pt x="9689" y="2124"/>
                  </a:lnTo>
                  <a:lnTo>
                    <a:pt x="9556" y="1991"/>
                  </a:lnTo>
                  <a:lnTo>
                    <a:pt x="1101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4552;p40">
              <a:extLst>
                <a:ext uri="{FF2B5EF4-FFF2-40B4-BE49-F238E27FC236}">
                  <a16:creationId xmlns:a16="http://schemas.microsoft.com/office/drawing/2014/main" id="{1F8110A6-91A7-EFC6-6828-3EBFD38BB653}"/>
                </a:ext>
              </a:extLst>
            </p:cNvPr>
            <p:cNvSpPr/>
            <p:nvPr/>
          </p:nvSpPr>
          <p:spPr>
            <a:xfrm>
              <a:off x="7329166" y="2958567"/>
              <a:ext cx="143036" cy="83630"/>
            </a:xfrm>
            <a:custGeom>
              <a:avLst/>
              <a:gdLst/>
              <a:ahLst/>
              <a:cxnLst/>
              <a:rect l="l" t="t" r="r" b="b"/>
              <a:pathLst>
                <a:path w="8627" h="5044" fill="none" extrusionOk="0">
                  <a:moveTo>
                    <a:pt x="7432" y="0"/>
                  </a:moveTo>
                  <a:lnTo>
                    <a:pt x="1" y="4380"/>
                  </a:lnTo>
                  <a:lnTo>
                    <a:pt x="1195" y="5043"/>
                  </a:lnTo>
                  <a:lnTo>
                    <a:pt x="8627" y="664"/>
                  </a:lnTo>
                  <a:lnTo>
                    <a:pt x="7963" y="398"/>
                  </a:lnTo>
                  <a:lnTo>
                    <a:pt x="7432"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4553;p40">
              <a:extLst>
                <a:ext uri="{FF2B5EF4-FFF2-40B4-BE49-F238E27FC236}">
                  <a16:creationId xmlns:a16="http://schemas.microsoft.com/office/drawing/2014/main" id="{3DEB55F2-C5EC-CDB5-0E16-E7D8A2CB76F9}"/>
                </a:ext>
              </a:extLst>
            </p:cNvPr>
            <p:cNvSpPr/>
            <p:nvPr/>
          </p:nvSpPr>
          <p:spPr>
            <a:xfrm>
              <a:off x="7060719" y="3185199"/>
              <a:ext cx="19830" cy="11026"/>
            </a:xfrm>
            <a:custGeom>
              <a:avLst/>
              <a:gdLst/>
              <a:ahLst/>
              <a:cxnLst/>
              <a:rect l="l" t="t" r="r" b="b"/>
              <a:pathLst>
                <a:path w="1196" h="665" extrusionOk="0">
                  <a:moveTo>
                    <a:pt x="1" y="0"/>
                  </a:moveTo>
                  <a:lnTo>
                    <a:pt x="1" y="0"/>
                  </a:lnTo>
                  <a:lnTo>
                    <a:pt x="1195" y="664"/>
                  </a:lnTo>
                  <a:lnTo>
                    <a:pt x="1" y="0"/>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4554;p40">
              <a:extLst>
                <a:ext uri="{FF2B5EF4-FFF2-40B4-BE49-F238E27FC236}">
                  <a16:creationId xmlns:a16="http://schemas.microsoft.com/office/drawing/2014/main" id="{C44685FE-7C0E-F7A3-DABC-BC9A142A2656}"/>
                </a:ext>
              </a:extLst>
            </p:cNvPr>
            <p:cNvSpPr/>
            <p:nvPr/>
          </p:nvSpPr>
          <p:spPr>
            <a:xfrm>
              <a:off x="7060719" y="3185199"/>
              <a:ext cx="19830" cy="11026"/>
            </a:xfrm>
            <a:custGeom>
              <a:avLst/>
              <a:gdLst/>
              <a:ahLst/>
              <a:cxnLst/>
              <a:rect l="l" t="t" r="r" b="b"/>
              <a:pathLst>
                <a:path w="1196" h="665" fill="none" extrusionOk="0">
                  <a:moveTo>
                    <a:pt x="1" y="0"/>
                  </a:moveTo>
                  <a:lnTo>
                    <a:pt x="1" y="0"/>
                  </a:lnTo>
                  <a:lnTo>
                    <a:pt x="1195" y="664"/>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4555;p40">
              <a:extLst>
                <a:ext uri="{FF2B5EF4-FFF2-40B4-BE49-F238E27FC236}">
                  <a16:creationId xmlns:a16="http://schemas.microsoft.com/office/drawing/2014/main" id="{F7D11E70-9D3D-EEC1-5F98-24CB649026A8}"/>
                </a:ext>
              </a:extLst>
            </p:cNvPr>
            <p:cNvSpPr/>
            <p:nvPr/>
          </p:nvSpPr>
          <p:spPr>
            <a:xfrm>
              <a:off x="7274153" y="2857346"/>
              <a:ext cx="11026" cy="4427"/>
            </a:xfrm>
            <a:custGeom>
              <a:avLst/>
              <a:gdLst/>
              <a:ahLst/>
              <a:cxnLst/>
              <a:rect l="l" t="t" r="r" b="b"/>
              <a:pathLst>
                <a:path w="665" h="267" extrusionOk="0">
                  <a:moveTo>
                    <a:pt x="1" y="1"/>
                  </a:moveTo>
                  <a:lnTo>
                    <a:pt x="1" y="1"/>
                  </a:lnTo>
                  <a:lnTo>
                    <a:pt x="664" y="266"/>
                  </a:lnTo>
                  <a:lnTo>
                    <a:pt x="1" y="1"/>
                  </a:lnTo>
                  <a:close/>
                </a:path>
              </a:pathLst>
            </a:custGeom>
            <a:solidFill>
              <a:srgbClr val="1E282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2" name="Google Shape;4556;p40">
              <a:extLst>
                <a:ext uri="{FF2B5EF4-FFF2-40B4-BE49-F238E27FC236}">
                  <a16:creationId xmlns:a16="http://schemas.microsoft.com/office/drawing/2014/main" id="{0E5B693D-D1E7-30C3-4E16-15751539A3DA}"/>
                </a:ext>
              </a:extLst>
            </p:cNvPr>
            <p:cNvSpPr/>
            <p:nvPr/>
          </p:nvSpPr>
          <p:spPr>
            <a:xfrm>
              <a:off x="7274153" y="2857346"/>
              <a:ext cx="11026" cy="4427"/>
            </a:xfrm>
            <a:custGeom>
              <a:avLst/>
              <a:gdLst/>
              <a:ahLst/>
              <a:cxnLst/>
              <a:rect l="l" t="t" r="r" b="b"/>
              <a:pathLst>
                <a:path w="665" h="267" fill="none" extrusionOk="0">
                  <a:moveTo>
                    <a:pt x="1" y="1"/>
                  </a:moveTo>
                  <a:lnTo>
                    <a:pt x="1" y="1"/>
                  </a:lnTo>
                  <a:lnTo>
                    <a:pt x="664" y="266"/>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3" name="Google Shape;4557;p40">
              <a:extLst>
                <a:ext uri="{FF2B5EF4-FFF2-40B4-BE49-F238E27FC236}">
                  <a16:creationId xmlns:a16="http://schemas.microsoft.com/office/drawing/2014/main" id="{79A88886-067C-00E7-A5A7-FD7BE62BDAA7}"/>
                </a:ext>
              </a:extLst>
            </p:cNvPr>
            <p:cNvSpPr/>
            <p:nvPr/>
          </p:nvSpPr>
          <p:spPr>
            <a:xfrm>
              <a:off x="6884705" y="2857346"/>
              <a:ext cx="409277" cy="235453"/>
            </a:xfrm>
            <a:custGeom>
              <a:avLst/>
              <a:gdLst/>
              <a:ahLst/>
              <a:cxnLst/>
              <a:rect l="l" t="t" r="r" b="b"/>
              <a:pathLst>
                <a:path w="24685" h="14201" extrusionOk="0">
                  <a:moveTo>
                    <a:pt x="23490" y="1"/>
                  </a:moveTo>
                  <a:lnTo>
                    <a:pt x="0" y="13537"/>
                  </a:lnTo>
                  <a:lnTo>
                    <a:pt x="1062" y="14201"/>
                  </a:lnTo>
                  <a:lnTo>
                    <a:pt x="24684" y="664"/>
                  </a:lnTo>
                  <a:lnTo>
                    <a:pt x="24153" y="266"/>
                  </a:lnTo>
                  <a:lnTo>
                    <a:pt x="23490"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4558;p40">
              <a:extLst>
                <a:ext uri="{FF2B5EF4-FFF2-40B4-BE49-F238E27FC236}">
                  <a16:creationId xmlns:a16="http://schemas.microsoft.com/office/drawing/2014/main" id="{C06A8147-1621-B684-32D0-89F9C83BD1FF}"/>
                </a:ext>
              </a:extLst>
            </p:cNvPr>
            <p:cNvSpPr/>
            <p:nvPr/>
          </p:nvSpPr>
          <p:spPr>
            <a:xfrm>
              <a:off x="6884705" y="2857346"/>
              <a:ext cx="409277" cy="235453"/>
            </a:xfrm>
            <a:custGeom>
              <a:avLst/>
              <a:gdLst/>
              <a:ahLst/>
              <a:cxnLst/>
              <a:rect l="l" t="t" r="r" b="b"/>
              <a:pathLst>
                <a:path w="24685" h="14201" fill="none" extrusionOk="0">
                  <a:moveTo>
                    <a:pt x="23490" y="1"/>
                  </a:moveTo>
                  <a:lnTo>
                    <a:pt x="0" y="13537"/>
                  </a:lnTo>
                  <a:lnTo>
                    <a:pt x="1062" y="14201"/>
                  </a:lnTo>
                  <a:lnTo>
                    <a:pt x="24684" y="664"/>
                  </a:lnTo>
                  <a:lnTo>
                    <a:pt x="24153" y="266"/>
                  </a:lnTo>
                  <a:lnTo>
                    <a:pt x="2349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4559;p40">
              <a:extLst>
                <a:ext uri="{FF2B5EF4-FFF2-40B4-BE49-F238E27FC236}">
                  <a16:creationId xmlns:a16="http://schemas.microsoft.com/office/drawing/2014/main" id="{703E5728-DB03-3649-8A2B-C44F85673ABE}"/>
                </a:ext>
              </a:extLst>
            </p:cNvPr>
            <p:cNvSpPr/>
            <p:nvPr/>
          </p:nvSpPr>
          <p:spPr>
            <a:xfrm>
              <a:off x="6884705" y="3081790"/>
              <a:ext cx="17608" cy="11009"/>
            </a:xfrm>
            <a:custGeom>
              <a:avLst/>
              <a:gdLst/>
              <a:ahLst/>
              <a:cxnLst/>
              <a:rect l="l" t="t" r="r" b="b"/>
              <a:pathLst>
                <a:path w="1062" h="664" extrusionOk="0">
                  <a:moveTo>
                    <a:pt x="0" y="0"/>
                  </a:moveTo>
                  <a:lnTo>
                    <a:pt x="0" y="0"/>
                  </a:lnTo>
                  <a:lnTo>
                    <a:pt x="1062" y="664"/>
                  </a:lnTo>
                  <a:lnTo>
                    <a:pt x="0" y="0"/>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4560;p40">
              <a:extLst>
                <a:ext uri="{FF2B5EF4-FFF2-40B4-BE49-F238E27FC236}">
                  <a16:creationId xmlns:a16="http://schemas.microsoft.com/office/drawing/2014/main" id="{D7147821-1B38-36FF-0B69-FF8C05E3C3F1}"/>
                </a:ext>
              </a:extLst>
            </p:cNvPr>
            <p:cNvSpPr/>
            <p:nvPr/>
          </p:nvSpPr>
          <p:spPr>
            <a:xfrm>
              <a:off x="6884705" y="3081790"/>
              <a:ext cx="17608" cy="11009"/>
            </a:xfrm>
            <a:custGeom>
              <a:avLst/>
              <a:gdLst/>
              <a:ahLst/>
              <a:cxnLst/>
              <a:rect l="l" t="t" r="r" b="b"/>
              <a:pathLst>
                <a:path w="1062" h="664" fill="none" extrusionOk="0">
                  <a:moveTo>
                    <a:pt x="0" y="0"/>
                  </a:moveTo>
                  <a:lnTo>
                    <a:pt x="0" y="0"/>
                  </a:lnTo>
                  <a:lnTo>
                    <a:pt x="1062" y="664"/>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7" name="Google Shape;4561;p40">
              <a:extLst>
                <a:ext uri="{FF2B5EF4-FFF2-40B4-BE49-F238E27FC236}">
                  <a16:creationId xmlns:a16="http://schemas.microsoft.com/office/drawing/2014/main" id="{D63FC1D1-CC63-1EEF-8160-F57FB7EF0EFE}"/>
                </a:ext>
              </a:extLst>
            </p:cNvPr>
            <p:cNvSpPr/>
            <p:nvPr/>
          </p:nvSpPr>
          <p:spPr>
            <a:xfrm>
              <a:off x="7098140" y="2753937"/>
              <a:ext cx="11009" cy="6615"/>
            </a:xfrm>
            <a:custGeom>
              <a:avLst/>
              <a:gdLst/>
              <a:ahLst/>
              <a:cxnLst/>
              <a:rect l="l" t="t" r="r" b="b"/>
              <a:pathLst>
                <a:path w="664" h="399" extrusionOk="0">
                  <a:moveTo>
                    <a:pt x="0" y="0"/>
                  </a:moveTo>
                  <a:lnTo>
                    <a:pt x="0" y="0"/>
                  </a:lnTo>
                  <a:lnTo>
                    <a:pt x="664" y="398"/>
                  </a:lnTo>
                  <a:lnTo>
                    <a:pt x="0" y="0"/>
                  </a:lnTo>
                  <a:close/>
                </a:path>
              </a:pathLst>
            </a:custGeom>
            <a:solidFill>
              <a:srgbClr val="3748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8" name="Google Shape;4562;p40">
              <a:extLst>
                <a:ext uri="{FF2B5EF4-FFF2-40B4-BE49-F238E27FC236}">
                  <a16:creationId xmlns:a16="http://schemas.microsoft.com/office/drawing/2014/main" id="{7653F217-0391-A59A-1BFA-AFFF2D6A6397}"/>
                </a:ext>
              </a:extLst>
            </p:cNvPr>
            <p:cNvSpPr/>
            <p:nvPr/>
          </p:nvSpPr>
          <p:spPr>
            <a:xfrm>
              <a:off x="7098140" y="2753937"/>
              <a:ext cx="11009" cy="6615"/>
            </a:xfrm>
            <a:custGeom>
              <a:avLst/>
              <a:gdLst/>
              <a:ahLst/>
              <a:cxnLst/>
              <a:rect l="l" t="t" r="r" b="b"/>
              <a:pathLst>
                <a:path w="664" h="399" fill="none" extrusionOk="0">
                  <a:moveTo>
                    <a:pt x="0" y="0"/>
                  </a:moveTo>
                  <a:lnTo>
                    <a:pt x="0" y="0"/>
                  </a:lnTo>
                  <a:lnTo>
                    <a:pt x="664" y="398"/>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4563;p40">
              <a:extLst>
                <a:ext uri="{FF2B5EF4-FFF2-40B4-BE49-F238E27FC236}">
                  <a16:creationId xmlns:a16="http://schemas.microsoft.com/office/drawing/2014/main" id="{B69DFDA6-A9FF-E749-2E2F-3980812518F1}"/>
                </a:ext>
              </a:extLst>
            </p:cNvPr>
            <p:cNvSpPr/>
            <p:nvPr/>
          </p:nvSpPr>
          <p:spPr>
            <a:xfrm>
              <a:off x="6706470" y="2753937"/>
              <a:ext cx="411482" cy="237641"/>
            </a:xfrm>
            <a:custGeom>
              <a:avLst/>
              <a:gdLst/>
              <a:ahLst/>
              <a:cxnLst/>
              <a:rect l="l" t="t" r="r" b="b"/>
              <a:pathLst>
                <a:path w="24818" h="14333" extrusionOk="0">
                  <a:moveTo>
                    <a:pt x="23623" y="0"/>
                  </a:moveTo>
                  <a:lnTo>
                    <a:pt x="1" y="13669"/>
                  </a:lnTo>
                  <a:lnTo>
                    <a:pt x="1195" y="14333"/>
                  </a:lnTo>
                  <a:lnTo>
                    <a:pt x="24817" y="664"/>
                  </a:lnTo>
                  <a:lnTo>
                    <a:pt x="24287" y="398"/>
                  </a:lnTo>
                  <a:lnTo>
                    <a:pt x="23623"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4564;p40">
              <a:extLst>
                <a:ext uri="{FF2B5EF4-FFF2-40B4-BE49-F238E27FC236}">
                  <a16:creationId xmlns:a16="http://schemas.microsoft.com/office/drawing/2014/main" id="{1AA48BA2-9264-1222-3905-727DF8B13A24}"/>
                </a:ext>
              </a:extLst>
            </p:cNvPr>
            <p:cNvSpPr/>
            <p:nvPr/>
          </p:nvSpPr>
          <p:spPr>
            <a:xfrm>
              <a:off x="6706470" y="2753937"/>
              <a:ext cx="411482" cy="237641"/>
            </a:xfrm>
            <a:custGeom>
              <a:avLst/>
              <a:gdLst/>
              <a:ahLst/>
              <a:cxnLst/>
              <a:rect l="l" t="t" r="r" b="b"/>
              <a:pathLst>
                <a:path w="24818" h="14333" fill="none" extrusionOk="0">
                  <a:moveTo>
                    <a:pt x="23623" y="0"/>
                  </a:moveTo>
                  <a:lnTo>
                    <a:pt x="1" y="13669"/>
                  </a:lnTo>
                  <a:lnTo>
                    <a:pt x="1195" y="14333"/>
                  </a:lnTo>
                  <a:lnTo>
                    <a:pt x="24817" y="664"/>
                  </a:lnTo>
                  <a:lnTo>
                    <a:pt x="24287" y="398"/>
                  </a:lnTo>
                  <a:lnTo>
                    <a:pt x="2362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4565;p40">
              <a:extLst>
                <a:ext uri="{FF2B5EF4-FFF2-40B4-BE49-F238E27FC236}">
                  <a16:creationId xmlns:a16="http://schemas.microsoft.com/office/drawing/2014/main" id="{51BA5D67-4475-E9C7-2EDF-C8017FAB44EA}"/>
                </a:ext>
              </a:extLst>
            </p:cNvPr>
            <p:cNvSpPr/>
            <p:nvPr/>
          </p:nvSpPr>
          <p:spPr>
            <a:xfrm>
              <a:off x="6706470" y="2980569"/>
              <a:ext cx="19813" cy="11009"/>
            </a:xfrm>
            <a:custGeom>
              <a:avLst/>
              <a:gdLst/>
              <a:ahLst/>
              <a:cxnLst/>
              <a:rect l="l" t="t" r="r" b="b"/>
              <a:pathLst>
                <a:path w="1195" h="664" extrusionOk="0">
                  <a:moveTo>
                    <a:pt x="1" y="0"/>
                  </a:moveTo>
                  <a:lnTo>
                    <a:pt x="1" y="0"/>
                  </a:lnTo>
                  <a:lnTo>
                    <a:pt x="1195" y="664"/>
                  </a:lnTo>
                  <a:lnTo>
                    <a:pt x="1" y="0"/>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2" name="Google Shape;4566;p40">
              <a:extLst>
                <a:ext uri="{FF2B5EF4-FFF2-40B4-BE49-F238E27FC236}">
                  <a16:creationId xmlns:a16="http://schemas.microsoft.com/office/drawing/2014/main" id="{1ED90596-80B8-FC14-7C91-86F1A42F23B7}"/>
                </a:ext>
              </a:extLst>
            </p:cNvPr>
            <p:cNvSpPr/>
            <p:nvPr/>
          </p:nvSpPr>
          <p:spPr>
            <a:xfrm>
              <a:off x="6706470" y="2980569"/>
              <a:ext cx="19813" cy="11009"/>
            </a:xfrm>
            <a:custGeom>
              <a:avLst/>
              <a:gdLst/>
              <a:ahLst/>
              <a:cxnLst/>
              <a:rect l="l" t="t" r="r" b="b"/>
              <a:pathLst>
                <a:path w="1195" h="664" fill="none" extrusionOk="0">
                  <a:moveTo>
                    <a:pt x="1" y="0"/>
                  </a:moveTo>
                  <a:lnTo>
                    <a:pt x="1" y="0"/>
                  </a:lnTo>
                  <a:lnTo>
                    <a:pt x="1195" y="664"/>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3" name="Google Shape;4567;p40">
              <a:extLst>
                <a:ext uri="{FF2B5EF4-FFF2-40B4-BE49-F238E27FC236}">
                  <a16:creationId xmlns:a16="http://schemas.microsoft.com/office/drawing/2014/main" id="{A4E3BABC-24D5-EFA4-AA58-33BA795F627C}"/>
                </a:ext>
              </a:extLst>
            </p:cNvPr>
            <p:cNvSpPr/>
            <p:nvPr/>
          </p:nvSpPr>
          <p:spPr>
            <a:xfrm>
              <a:off x="6919905" y="2652716"/>
              <a:ext cx="11026" cy="4410"/>
            </a:xfrm>
            <a:custGeom>
              <a:avLst/>
              <a:gdLst/>
              <a:ahLst/>
              <a:cxnLst/>
              <a:rect l="l" t="t" r="r" b="b"/>
              <a:pathLst>
                <a:path w="665" h="266" extrusionOk="0">
                  <a:moveTo>
                    <a:pt x="0" y="1"/>
                  </a:moveTo>
                  <a:lnTo>
                    <a:pt x="0" y="1"/>
                  </a:lnTo>
                  <a:lnTo>
                    <a:pt x="664" y="266"/>
                  </a:lnTo>
                  <a:lnTo>
                    <a:pt x="0" y="1"/>
                  </a:lnTo>
                  <a:close/>
                </a:path>
              </a:pathLst>
            </a:custGeom>
            <a:solidFill>
              <a:srgbClr val="C0C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4" name="Google Shape;4568;p40">
              <a:extLst>
                <a:ext uri="{FF2B5EF4-FFF2-40B4-BE49-F238E27FC236}">
                  <a16:creationId xmlns:a16="http://schemas.microsoft.com/office/drawing/2014/main" id="{DB91A4A7-2241-5417-F1C5-959CC364B9C8}"/>
                </a:ext>
              </a:extLst>
            </p:cNvPr>
            <p:cNvSpPr/>
            <p:nvPr/>
          </p:nvSpPr>
          <p:spPr>
            <a:xfrm>
              <a:off x="6919905" y="2652716"/>
              <a:ext cx="11026" cy="4410"/>
            </a:xfrm>
            <a:custGeom>
              <a:avLst/>
              <a:gdLst/>
              <a:ahLst/>
              <a:cxnLst/>
              <a:rect l="l" t="t" r="r" b="b"/>
              <a:pathLst>
                <a:path w="665" h="266" fill="none" extrusionOk="0">
                  <a:moveTo>
                    <a:pt x="0" y="1"/>
                  </a:moveTo>
                  <a:lnTo>
                    <a:pt x="0" y="1"/>
                  </a:lnTo>
                  <a:lnTo>
                    <a:pt x="664" y="266"/>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4569;p40">
              <a:extLst>
                <a:ext uri="{FF2B5EF4-FFF2-40B4-BE49-F238E27FC236}">
                  <a16:creationId xmlns:a16="http://schemas.microsoft.com/office/drawing/2014/main" id="{B80E0C94-1C49-EF4E-CC42-EEA01CD74B6E}"/>
                </a:ext>
              </a:extLst>
            </p:cNvPr>
            <p:cNvSpPr/>
            <p:nvPr/>
          </p:nvSpPr>
          <p:spPr>
            <a:xfrm>
              <a:off x="6528252" y="2652716"/>
              <a:ext cx="411466" cy="235453"/>
            </a:xfrm>
            <a:custGeom>
              <a:avLst/>
              <a:gdLst/>
              <a:ahLst/>
              <a:cxnLst/>
              <a:rect l="l" t="t" r="r" b="b"/>
              <a:pathLst>
                <a:path w="24817" h="14201" extrusionOk="0">
                  <a:moveTo>
                    <a:pt x="23622" y="1"/>
                  </a:moveTo>
                  <a:lnTo>
                    <a:pt x="22428" y="664"/>
                  </a:lnTo>
                  <a:lnTo>
                    <a:pt x="22428" y="2124"/>
                  </a:lnTo>
                  <a:lnTo>
                    <a:pt x="24817" y="664"/>
                  </a:lnTo>
                  <a:lnTo>
                    <a:pt x="24286" y="266"/>
                  </a:lnTo>
                  <a:lnTo>
                    <a:pt x="23622" y="1"/>
                  </a:lnTo>
                  <a:close/>
                  <a:moveTo>
                    <a:pt x="4778" y="10883"/>
                  </a:moveTo>
                  <a:lnTo>
                    <a:pt x="0" y="13537"/>
                  </a:lnTo>
                  <a:lnTo>
                    <a:pt x="929" y="14068"/>
                  </a:lnTo>
                  <a:lnTo>
                    <a:pt x="1194" y="14201"/>
                  </a:lnTo>
                  <a:lnTo>
                    <a:pt x="5972" y="11546"/>
                  </a:lnTo>
                  <a:lnTo>
                    <a:pt x="4778" y="10883"/>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4570;p40">
              <a:extLst>
                <a:ext uri="{FF2B5EF4-FFF2-40B4-BE49-F238E27FC236}">
                  <a16:creationId xmlns:a16="http://schemas.microsoft.com/office/drawing/2014/main" id="{A2591D6A-AAA7-1F0E-2D7C-6F5CA20BE45E}"/>
                </a:ext>
              </a:extLst>
            </p:cNvPr>
            <p:cNvSpPr/>
            <p:nvPr/>
          </p:nvSpPr>
          <p:spPr>
            <a:xfrm>
              <a:off x="6528252" y="2833140"/>
              <a:ext cx="99016" cy="55029"/>
            </a:xfrm>
            <a:custGeom>
              <a:avLst/>
              <a:gdLst/>
              <a:ahLst/>
              <a:cxnLst/>
              <a:rect l="l" t="t" r="r" b="b"/>
              <a:pathLst>
                <a:path w="5972" h="3319" fill="none" extrusionOk="0">
                  <a:moveTo>
                    <a:pt x="4778" y="1"/>
                  </a:moveTo>
                  <a:lnTo>
                    <a:pt x="0" y="2655"/>
                  </a:lnTo>
                  <a:lnTo>
                    <a:pt x="929" y="3186"/>
                  </a:lnTo>
                  <a:lnTo>
                    <a:pt x="1194" y="3319"/>
                  </a:lnTo>
                  <a:lnTo>
                    <a:pt x="5972" y="664"/>
                  </a:lnTo>
                  <a:lnTo>
                    <a:pt x="477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4571;p40">
              <a:extLst>
                <a:ext uri="{FF2B5EF4-FFF2-40B4-BE49-F238E27FC236}">
                  <a16:creationId xmlns:a16="http://schemas.microsoft.com/office/drawing/2014/main" id="{A5D5BEC0-40AF-5F9B-5752-AEA99CC0D91B}"/>
                </a:ext>
              </a:extLst>
            </p:cNvPr>
            <p:cNvSpPr/>
            <p:nvPr/>
          </p:nvSpPr>
          <p:spPr>
            <a:xfrm>
              <a:off x="6900108" y="2652716"/>
              <a:ext cx="39610" cy="35216"/>
            </a:xfrm>
            <a:custGeom>
              <a:avLst/>
              <a:gdLst/>
              <a:ahLst/>
              <a:cxnLst/>
              <a:rect l="l" t="t" r="r" b="b"/>
              <a:pathLst>
                <a:path w="2389" h="2124" fill="none" extrusionOk="0">
                  <a:moveTo>
                    <a:pt x="1194" y="1"/>
                  </a:moveTo>
                  <a:lnTo>
                    <a:pt x="0" y="664"/>
                  </a:lnTo>
                  <a:lnTo>
                    <a:pt x="0" y="2124"/>
                  </a:lnTo>
                  <a:lnTo>
                    <a:pt x="2389" y="664"/>
                  </a:lnTo>
                  <a:lnTo>
                    <a:pt x="1858" y="266"/>
                  </a:lnTo>
                  <a:lnTo>
                    <a:pt x="119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4572;p40">
              <a:extLst>
                <a:ext uri="{FF2B5EF4-FFF2-40B4-BE49-F238E27FC236}">
                  <a16:creationId xmlns:a16="http://schemas.microsoft.com/office/drawing/2014/main" id="{02112470-641F-3F15-CEC7-B7E9C45E1FD7}"/>
                </a:ext>
              </a:extLst>
            </p:cNvPr>
            <p:cNvSpPr/>
            <p:nvPr/>
          </p:nvSpPr>
          <p:spPr>
            <a:xfrm>
              <a:off x="6528252" y="2877143"/>
              <a:ext cx="15403" cy="8821"/>
            </a:xfrm>
            <a:custGeom>
              <a:avLst/>
              <a:gdLst/>
              <a:ahLst/>
              <a:cxnLst/>
              <a:rect l="l" t="t" r="r" b="b"/>
              <a:pathLst>
                <a:path w="929" h="532" extrusionOk="0">
                  <a:moveTo>
                    <a:pt x="0" y="1"/>
                  </a:moveTo>
                  <a:lnTo>
                    <a:pt x="0" y="1"/>
                  </a:lnTo>
                  <a:lnTo>
                    <a:pt x="929" y="532"/>
                  </a:lnTo>
                  <a:lnTo>
                    <a:pt x="0" y="1"/>
                  </a:lnTo>
                  <a:close/>
                </a:path>
              </a:pathLst>
            </a:custGeom>
            <a:solidFill>
              <a:srgbClr val="9B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4573;p40">
              <a:extLst>
                <a:ext uri="{FF2B5EF4-FFF2-40B4-BE49-F238E27FC236}">
                  <a16:creationId xmlns:a16="http://schemas.microsoft.com/office/drawing/2014/main" id="{ACD3D51B-BC24-E9D8-890F-CF94355799C8}"/>
                </a:ext>
              </a:extLst>
            </p:cNvPr>
            <p:cNvSpPr/>
            <p:nvPr/>
          </p:nvSpPr>
          <p:spPr>
            <a:xfrm>
              <a:off x="6528252" y="2877143"/>
              <a:ext cx="15403" cy="8821"/>
            </a:xfrm>
            <a:custGeom>
              <a:avLst/>
              <a:gdLst/>
              <a:ahLst/>
              <a:cxnLst/>
              <a:rect l="l" t="t" r="r" b="b"/>
              <a:pathLst>
                <a:path w="929" h="532" fill="none" extrusionOk="0">
                  <a:moveTo>
                    <a:pt x="0" y="1"/>
                  </a:moveTo>
                  <a:lnTo>
                    <a:pt x="0" y="1"/>
                  </a:lnTo>
                  <a:lnTo>
                    <a:pt x="929" y="532"/>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0" name="Google Shape;4574;p40">
              <a:extLst>
                <a:ext uri="{FF2B5EF4-FFF2-40B4-BE49-F238E27FC236}">
                  <a16:creationId xmlns:a16="http://schemas.microsoft.com/office/drawing/2014/main" id="{A166F73C-D9CF-4536-0231-7EEB30606868}"/>
                </a:ext>
              </a:extLst>
            </p:cNvPr>
            <p:cNvSpPr/>
            <p:nvPr/>
          </p:nvSpPr>
          <p:spPr>
            <a:xfrm>
              <a:off x="6743875" y="2549307"/>
              <a:ext cx="11026" cy="8804"/>
            </a:xfrm>
            <a:custGeom>
              <a:avLst/>
              <a:gdLst/>
              <a:ahLst/>
              <a:cxnLst/>
              <a:rect l="l" t="t" r="r" b="b"/>
              <a:pathLst>
                <a:path w="665" h="531" extrusionOk="0">
                  <a:moveTo>
                    <a:pt x="1" y="0"/>
                  </a:moveTo>
                  <a:lnTo>
                    <a:pt x="1" y="0"/>
                  </a:lnTo>
                  <a:lnTo>
                    <a:pt x="664" y="531"/>
                  </a:lnTo>
                  <a:lnTo>
                    <a:pt x="1" y="0"/>
                  </a:lnTo>
                  <a:close/>
                </a:path>
              </a:pathLst>
            </a:custGeom>
            <a:solidFill>
              <a:srgbClr val="C0C0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1" name="Google Shape;4575;p40">
              <a:extLst>
                <a:ext uri="{FF2B5EF4-FFF2-40B4-BE49-F238E27FC236}">
                  <a16:creationId xmlns:a16="http://schemas.microsoft.com/office/drawing/2014/main" id="{C402028B-4F1D-29D1-9B37-C4A2375222D2}"/>
                </a:ext>
              </a:extLst>
            </p:cNvPr>
            <p:cNvSpPr/>
            <p:nvPr/>
          </p:nvSpPr>
          <p:spPr>
            <a:xfrm>
              <a:off x="6743875" y="2549307"/>
              <a:ext cx="11026" cy="8804"/>
            </a:xfrm>
            <a:custGeom>
              <a:avLst/>
              <a:gdLst/>
              <a:ahLst/>
              <a:cxnLst/>
              <a:rect l="l" t="t" r="r" b="b"/>
              <a:pathLst>
                <a:path w="665" h="531" fill="none" extrusionOk="0">
                  <a:moveTo>
                    <a:pt x="1" y="0"/>
                  </a:moveTo>
                  <a:lnTo>
                    <a:pt x="1" y="0"/>
                  </a:lnTo>
                  <a:lnTo>
                    <a:pt x="664" y="531"/>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4576;p40">
              <a:extLst>
                <a:ext uri="{FF2B5EF4-FFF2-40B4-BE49-F238E27FC236}">
                  <a16:creationId xmlns:a16="http://schemas.microsoft.com/office/drawing/2014/main" id="{370BC91F-F52F-9EBB-62D1-6944D6525085}"/>
                </a:ext>
              </a:extLst>
            </p:cNvPr>
            <p:cNvSpPr/>
            <p:nvPr/>
          </p:nvSpPr>
          <p:spPr>
            <a:xfrm>
              <a:off x="6352222" y="2549307"/>
              <a:ext cx="411482" cy="237641"/>
            </a:xfrm>
            <a:custGeom>
              <a:avLst/>
              <a:gdLst/>
              <a:ahLst/>
              <a:cxnLst/>
              <a:rect l="l" t="t" r="r" b="b"/>
              <a:pathLst>
                <a:path w="24818" h="14333" extrusionOk="0">
                  <a:moveTo>
                    <a:pt x="23623" y="0"/>
                  </a:moveTo>
                  <a:lnTo>
                    <a:pt x="16191" y="4380"/>
                  </a:lnTo>
                  <a:lnTo>
                    <a:pt x="16722" y="4645"/>
                  </a:lnTo>
                  <a:lnTo>
                    <a:pt x="18978" y="3318"/>
                  </a:lnTo>
                  <a:lnTo>
                    <a:pt x="19641" y="3716"/>
                  </a:lnTo>
                  <a:lnTo>
                    <a:pt x="24817" y="664"/>
                  </a:lnTo>
                  <a:lnTo>
                    <a:pt x="24286" y="531"/>
                  </a:lnTo>
                  <a:lnTo>
                    <a:pt x="23623" y="0"/>
                  </a:lnTo>
                  <a:close/>
                  <a:moveTo>
                    <a:pt x="5043" y="10750"/>
                  </a:moveTo>
                  <a:lnTo>
                    <a:pt x="0" y="13669"/>
                  </a:lnTo>
                  <a:lnTo>
                    <a:pt x="1195" y="14333"/>
                  </a:lnTo>
                  <a:lnTo>
                    <a:pt x="5839" y="11546"/>
                  </a:lnTo>
                  <a:lnTo>
                    <a:pt x="5043" y="11148"/>
                  </a:lnTo>
                  <a:lnTo>
                    <a:pt x="5043" y="1075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4577;p40">
              <a:extLst>
                <a:ext uri="{FF2B5EF4-FFF2-40B4-BE49-F238E27FC236}">
                  <a16:creationId xmlns:a16="http://schemas.microsoft.com/office/drawing/2014/main" id="{5D1CD2D2-4A40-D5DC-768C-BE57CE1E7FBD}"/>
                </a:ext>
              </a:extLst>
            </p:cNvPr>
            <p:cNvSpPr/>
            <p:nvPr/>
          </p:nvSpPr>
          <p:spPr>
            <a:xfrm>
              <a:off x="6352222" y="2727525"/>
              <a:ext cx="96827" cy="59423"/>
            </a:xfrm>
            <a:custGeom>
              <a:avLst/>
              <a:gdLst/>
              <a:ahLst/>
              <a:cxnLst/>
              <a:rect l="l" t="t" r="r" b="b"/>
              <a:pathLst>
                <a:path w="5840" h="3584" fill="none" extrusionOk="0">
                  <a:moveTo>
                    <a:pt x="5043" y="1"/>
                  </a:moveTo>
                  <a:lnTo>
                    <a:pt x="0" y="2920"/>
                  </a:lnTo>
                  <a:lnTo>
                    <a:pt x="1195" y="3584"/>
                  </a:lnTo>
                  <a:lnTo>
                    <a:pt x="5839" y="797"/>
                  </a:lnTo>
                  <a:lnTo>
                    <a:pt x="5043" y="399"/>
                  </a:lnTo>
                  <a:lnTo>
                    <a:pt x="504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4578;p40">
              <a:extLst>
                <a:ext uri="{FF2B5EF4-FFF2-40B4-BE49-F238E27FC236}">
                  <a16:creationId xmlns:a16="http://schemas.microsoft.com/office/drawing/2014/main" id="{A41004CB-1F3C-33BF-14D4-536918880F8C}"/>
                </a:ext>
              </a:extLst>
            </p:cNvPr>
            <p:cNvSpPr/>
            <p:nvPr/>
          </p:nvSpPr>
          <p:spPr>
            <a:xfrm>
              <a:off x="6620652" y="2549307"/>
              <a:ext cx="143052" cy="77014"/>
            </a:xfrm>
            <a:custGeom>
              <a:avLst/>
              <a:gdLst/>
              <a:ahLst/>
              <a:cxnLst/>
              <a:rect l="l" t="t" r="r" b="b"/>
              <a:pathLst>
                <a:path w="8628" h="4645" fill="none" extrusionOk="0">
                  <a:moveTo>
                    <a:pt x="7433" y="0"/>
                  </a:moveTo>
                  <a:lnTo>
                    <a:pt x="1" y="4380"/>
                  </a:lnTo>
                  <a:lnTo>
                    <a:pt x="532" y="4645"/>
                  </a:lnTo>
                  <a:lnTo>
                    <a:pt x="2788" y="3318"/>
                  </a:lnTo>
                  <a:lnTo>
                    <a:pt x="3451" y="3716"/>
                  </a:lnTo>
                  <a:lnTo>
                    <a:pt x="8627" y="664"/>
                  </a:lnTo>
                  <a:lnTo>
                    <a:pt x="8096" y="531"/>
                  </a:lnTo>
                  <a:lnTo>
                    <a:pt x="743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5" name="Google Shape;4579;p40">
              <a:extLst>
                <a:ext uri="{FF2B5EF4-FFF2-40B4-BE49-F238E27FC236}">
                  <a16:creationId xmlns:a16="http://schemas.microsoft.com/office/drawing/2014/main" id="{33282EAF-187E-D627-384E-2C11F32095BC}"/>
                </a:ext>
              </a:extLst>
            </p:cNvPr>
            <p:cNvSpPr/>
            <p:nvPr/>
          </p:nvSpPr>
          <p:spPr>
            <a:xfrm>
              <a:off x="4974806" y="2738534"/>
              <a:ext cx="453281" cy="261848"/>
            </a:xfrm>
            <a:custGeom>
              <a:avLst/>
              <a:gdLst/>
              <a:ahLst/>
              <a:cxnLst/>
              <a:rect l="l" t="t" r="r" b="b"/>
              <a:pathLst>
                <a:path w="27339" h="15793" extrusionOk="0">
                  <a:moveTo>
                    <a:pt x="13670" y="0"/>
                  </a:moveTo>
                  <a:lnTo>
                    <a:pt x="0" y="7963"/>
                  </a:lnTo>
                  <a:lnTo>
                    <a:pt x="13670" y="15793"/>
                  </a:lnTo>
                  <a:lnTo>
                    <a:pt x="27339" y="7963"/>
                  </a:lnTo>
                  <a:lnTo>
                    <a:pt x="1367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6" name="Google Shape;4580;p40">
              <a:extLst>
                <a:ext uri="{FF2B5EF4-FFF2-40B4-BE49-F238E27FC236}">
                  <a16:creationId xmlns:a16="http://schemas.microsoft.com/office/drawing/2014/main" id="{38D45721-F64A-343A-D12A-FBEDEF9CC793}"/>
                </a:ext>
              </a:extLst>
            </p:cNvPr>
            <p:cNvSpPr/>
            <p:nvPr/>
          </p:nvSpPr>
          <p:spPr>
            <a:xfrm>
              <a:off x="4974806" y="2738534"/>
              <a:ext cx="453281" cy="261848"/>
            </a:xfrm>
            <a:custGeom>
              <a:avLst/>
              <a:gdLst/>
              <a:ahLst/>
              <a:cxnLst/>
              <a:rect l="l" t="t" r="r" b="b"/>
              <a:pathLst>
                <a:path w="27339" h="15793" fill="none" extrusionOk="0">
                  <a:moveTo>
                    <a:pt x="0" y="7963"/>
                  </a:moveTo>
                  <a:lnTo>
                    <a:pt x="13670" y="0"/>
                  </a:lnTo>
                  <a:lnTo>
                    <a:pt x="27339" y="7963"/>
                  </a:lnTo>
                  <a:lnTo>
                    <a:pt x="13670" y="15793"/>
                  </a:lnTo>
                  <a:lnTo>
                    <a:pt x="0" y="796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4581;p40">
              <a:extLst>
                <a:ext uri="{FF2B5EF4-FFF2-40B4-BE49-F238E27FC236}">
                  <a16:creationId xmlns:a16="http://schemas.microsoft.com/office/drawing/2014/main" id="{95BBBFF4-CF54-2A3E-D87F-3DA1BA7C0FD8}"/>
                </a:ext>
              </a:extLst>
            </p:cNvPr>
            <p:cNvSpPr/>
            <p:nvPr/>
          </p:nvSpPr>
          <p:spPr>
            <a:xfrm>
              <a:off x="4970395" y="2514091"/>
              <a:ext cx="231059" cy="246462"/>
            </a:xfrm>
            <a:custGeom>
              <a:avLst/>
              <a:gdLst/>
              <a:ahLst/>
              <a:cxnLst/>
              <a:rect l="l" t="t" r="r" b="b"/>
              <a:pathLst>
                <a:path w="13936" h="14865" extrusionOk="0">
                  <a:moveTo>
                    <a:pt x="13936" y="1"/>
                  </a:moveTo>
                  <a:lnTo>
                    <a:pt x="1" y="8096"/>
                  </a:lnTo>
                  <a:lnTo>
                    <a:pt x="11679" y="14864"/>
                  </a:lnTo>
                  <a:lnTo>
                    <a:pt x="13936" y="13537"/>
                  </a:lnTo>
                  <a:lnTo>
                    <a:pt x="13936"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4582;p40">
              <a:extLst>
                <a:ext uri="{FF2B5EF4-FFF2-40B4-BE49-F238E27FC236}">
                  <a16:creationId xmlns:a16="http://schemas.microsoft.com/office/drawing/2014/main" id="{2455D4EA-DDCA-6DB9-3029-5FE7B4143593}"/>
                </a:ext>
              </a:extLst>
            </p:cNvPr>
            <p:cNvSpPr/>
            <p:nvPr/>
          </p:nvSpPr>
          <p:spPr>
            <a:xfrm>
              <a:off x="4970395" y="2514091"/>
              <a:ext cx="231059" cy="246462"/>
            </a:xfrm>
            <a:custGeom>
              <a:avLst/>
              <a:gdLst/>
              <a:ahLst/>
              <a:cxnLst/>
              <a:rect l="l" t="t" r="r" b="b"/>
              <a:pathLst>
                <a:path w="13936" h="14865" fill="none" extrusionOk="0">
                  <a:moveTo>
                    <a:pt x="13936" y="13537"/>
                  </a:moveTo>
                  <a:lnTo>
                    <a:pt x="13936" y="1"/>
                  </a:lnTo>
                  <a:lnTo>
                    <a:pt x="1" y="8096"/>
                  </a:lnTo>
                  <a:lnTo>
                    <a:pt x="11679" y="14864"/>
                  </a:lnTo>
                  <a:lnTo>
                    <a:pt x="13936" y="1353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4583;p40">
              <a:extLst>
                <a:ext uri="{FF2B5EF4-FFF2-40B4-BE49-F238E27FC236}">
                  <a16:creationId xmlns:a16="http://schemas.microsoft.com/office/drawing/2014/main" id="{9277BD5B-E511-16FB-0315-14B88D957ED7}"/>
                </a:ext>
              </a:extLst>
            </p:cNvPr>
            <p:cNvSpPr/>
            <p:nvPr/>
          </p:nvSpPr>
          <p:spPr>
            <a:xfrm>
              <a:off x="5201438" y="2514091"/>
              <a:ext cx="231059" cy="246462"/>
            </a:xfrm>
            <a:custGeom>
              <a:avLst/>
              <a:gdLst/>
              <a:ahLst/>
              <a:cxnLst/>
              <a:rect l="l" t="t" r="r" b="b"/>
              <a:pathLst>
                <a:path w="13936" h="14865" extrusionOk="0">
                  <a:moveTo>
                    <a:pt x="1" y="1"/>
                  </a:moveTo>
                  <a:lnTo>
                    <a:pt x="1" y="13537"/>
                  </a:lnTo>
                  <a:lnTo>
                    <a:pt x="2257" y="14864"/>
                  </a:lnTo>
                  <a:lnTo>
                    <a:pt x="13935" y="8096"/>
                  </a:lnTo>
                  <a:lnTo>
                    <a:pt x="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0" name="Google Shape;4584;p40">
              <a:extLst>
                <a:ext uri="{FF2B5EF4-FFF2-40B4-BE49-F238E27FC236}">
                  <a16:creationId xmlns:a16="http://schemas.microsoft.com/office/drawing/2014/main" id="{0E3FD8B5-446E-0ACB-68C7-805D9DFD93B0}"/>
                </a:ext>
              </a:extLst>
            </p:cNvPr>
            <p:cNvSpPr/>
            <p:nvPr/>
          </p:nvSpPr>
          <p:spPr>
            <a:xfrm>
              <a:off x="5201438" y="2514091"/>
              <a:ext cx="231059" cy="246462"/>
            </a:xfrm>
            <a:custGeom>
              <a:avLst/>
              <a:gdLst/>
              <a:ahLst/>
              <a:cxnLst/>
              <a:rect l="l" t="t" r="r" b="b"/>
              <a:pathLst>
                <a:path w="13936" h="14865" fill="none" extrusionOk="0">
                  <a:moveTo>
                    <a:pt x="1" y="1"/>
                  </a:moveTo>
                  <a:lnTo>
                    <a:pt x="1" y="13537"/>
                  </a:lnTo>
                  <a:lnTo>
                    <a:pt x="2257" y="14864"/>
                  </a:lnTo>
                  <a:lnTo>
                    <a:pt x="13935" y="8096"/>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1" name="Google Shape;4585;p40">
              <a:extLst>
                <a:ext uri="{FF2B5EF4-FFF2-40B4-BE49-F238E27FC236}">
                  <a16:creationId xmlns:a16="http://schemas.microsoft.com/office/drawing/2014/main" id="{D2A42083-06E1-7BE0-B76F-53741E07C290}"/>
                </a:ext>
              </a:extLst>
            </p:cNvPr>
            <p:cNvSpPr/>
            <p:nvPr/>
          </p:nvSpPr>
          <p:spPr>
            <a:xfrm>
              <a:off x="4970395" y="2648322"/>
              <a:ext cx="231059" cy="352060"/>
            </a:xfrm>
            <a:custGeom>
              <a:avLst/>
              <a:gdLst/>
              <a:ahLst/>
              <a:cxnLst/>
              <a:rect l="l" t="t" r="r" b="b"/>
              <a:pathLst>
                <a:path w="13936" h="21234" extrusionOk="0">
                  <a:moveTo>
                    <a:pt x="1" y="0"/>
                  </a:moveTo>
                  <a:lnTo>
                    <a:pt x="1" y="13138"/>
                  </a:lnTo>
                  <a:lnTo>
                    <a:pt x="13936" y="21234"/>
                  </a:lnTo>
                  <a:lnTo>
                    <a:pt x="13936" y="8095"/>
                  </a:lnTo>
                  <a:lnTo>
                    <a:pt x="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4586;p40">
              <a:extLst>
                <a:ext uri="{FF2B5EF4-FFF2-40B4-BE49-F238E27FC236}">
                  <a16:creationId xmlns:a16="http://schemas.microsoft.com/office/drawing/2014/main" id="{0A6FA114-BDFF-6F84-A1E8-F2EDE6EA98B8}"/>
                </a:ext>
              </a:extLst>
            </p:cNvPr>
            <p:cNvSpPr/>
            <p:nvPr/>
          </p:nvSpPr>
          <p:spPr>
            <a:xfrm>
              <a:off x="4970395" y="2648322"/>
              <a:ext cx="231059" cy="352060"/>
            </a:xfrm>
            <a:custGeom>
              <a:avLst/>
              <a:gdLst/>
              <a:ahLst/>
              <a:cxnLst/>
              <a:rect l="l" t="t" r="r" b="b"/>
              <a:pathLst>
                <a:path w="13936" h="21234" fill="none" extrusionOk="0">
                  <a:moveTo>
                    <a:pt x="1" y="0"/>
                  </a:moveTo>
                  <a:lnTo>
                    <a:pt x="1" y="13138"/>
                  </a:lnTo>
                  <a:lnTo>
                    <a:pt x="13936" y="21234"/>
                  </a:lnTo>
                  <a:lnTo>
                    <a:pt x="13936" y="8095"/>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4587;p40">
              <a:extLst>
                <a:ext uri="{FF2B5EF4-FFF2-40B4-BE49-F238E27FC236}">
                  <a16:creationId xmlns:a16="http://schemas.microsoft.com/office/drawing/2014/main" id="{1351BC8E-324F-50A5-D380-BCD7CD1C79C6}"/>
                </a:ext>
              </a:extLst>
            </p:cNvPr>
            <p:cNvSpPr/>
            <p:nvPr/>
          </p:nvSpPr>
          <p:spPr>
            <a:xfrm>
              <a:off x="5201438" y="2648322"/>
              <a:ext cx="231059" cy="352060"/>
            </a:xfrm>
            <a:custGeom>
              <a:avLst/>
              <a:gdLst/>
              <a:ahLst/>
              <a:cxnLst/>
              <a:rect l="l" t="t" r="r" b="b"/>
              <a:pathLst>
                <a:path w="13936" h="21234" extrusionOk="0">
                  <a:moveTo>
                    <a:pt x="13935" y="0"/>
                  </a:moveTo>
                  <a:lnTo>
                    <a:pt x="1" y="8095"/>
                  </a:lnTo>
                  <a:lnTo>
                    <a:pt x="1" y="21234"/>
                  </a:lnTo>
                  <a:lnTo>
                    <a:pt x="13935" y="13138"/>
                  </a:lnTo>
                  <a:lnTo>
                    <a:pt x="13935"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4" name="Google Shape;4588;p40">
              <a:extLst>
                <a:ext uri="{FF2B5EF4-FFF2-40B4-BE49-F238E27FC236}">
                  <a16:creationId xmlns:a16="http://schemas.microsoft.com/office/drawing/2014/main" id="{9854117E-9A7D-D265-7315-7A0C9085A686}"/>
                </a:ext>
              </a:extLst>
            </p:cNvPr>
            <p:cNvSpPr/>
            <p:nvPr/>
          </p:nvSpPr>
          <p:spPr>
            <a:xfrm>
              <a:off x="5201438" y="2648322"/>
              <a:ext cx="231059" cy="352060"/>
            </a:xfrm>
            <a:custGeom>
              <a:avLst/>
              <a:gdLst/>
              <a:ahLst/>
              <a:cxnLst/>
              <a:rect l="l" t="t" r="r" b="b"/>
              <a:pathLst>
                <a:path w="13936" h="21234" fill="none" extrusionOk="0">
                  <a:moveTo>
                    <a:pt x="1" y="8095"/>
                  </a:moveTo>
                  <a:lnTo>
                    <a:pt x="1" y="21234"/>
                  </a:lnTo>
                  <a:lnTo>
                    <a:pt x="13935" y="13138"/>
                  </a:lnTo>
                  <a:lnTo>
                    <a:pt x="13935" y="0"/>
                  </a:lnTo>
                  <a:lnTo>
                    <a:pt x="1" y="809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5" name="Google Shape;4589;p40">
              <a:extLst>
                <a:ext uri="{FF2B5EF4-FFF2-40B4-BE49-F238E27FC236}">
                  <a16:creationId xmlns:a16="http://schemas.microsoft.com/office/drawing/2014/main" id="{625C6AB4-CDDE-06E9-EDFD-E799C95E991D}"/>
                </a:ext>
              </a:extLst>
            </p:cNvPr>
            <p:cNvSpPr/>
            <p:nvPr/>
          </p:nvSpPr>
          <p:spPr>
            <a:xfrm>
              <a:off x="5201438" y="2782537"/>
              <a:ext cx="173841" cy="217845"/>
            </a:xfrm>
            <a:custGeom>
              <a:avLst/>
              <a:gdLst/>
              <a:ahLst/>
              <a:cxnLst/>
              <a:rect l="l" t="t" r="r" b="b"/>
              <a:pathLst>
                <a:path w="10485" h="13139" extrusionOk="0">
                  <a:moveTo>
                    <a:pt x="1" y="0"/>
                  </a:moveTo>
                  <a:lnTo>
                    <a:pt x="1" y="13139"/>
                  </a:lnTo>
                  <a:lnTo>
                    <a:pt x="10485" y="7167"/>
                  </a:lnTo>
                  <a:lnTo>
                    <a:pt x="266" y="12608"/>
                  </a:lnTo>
                  <a:lnTo>
                    <a:pt x="1"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4590;p40">
              <a:extLst>
                <a:ext uri="{FF2B5EF4-FFF2-40B4-BE49-F238E27FC236}">
                  <a16:creationId xmlns:a16="http://schemas.microsoft.com/office/drawing/2014/main" id="{9EA63F58-6D8C-D3C4-754C-68EF3A62E805}"/>
                </a:ext>
              </a:extLst>
            </p:cNvPr>
            <p:cNvSpPr/>
            <p:nvPr/>
          </p:nvSpPr>
          <p:spPr>
            <a:xfrm>
              <a:off x="5201438" y="2782537"/>
              <a:ext cx="173841" cy="217845"/>
            </a:xfrm>
            <a:custGeom>
              <a:avLst/>
              <a:gdLst/>
              <a:ahLst/>
              <a:cxnLst/>
              <a:rect l="l" t="t" r="r" b="b"/>
              <a:pathLst>
                <a:path w="10485" h="13139" fill="none" extrusionOk="0">
                  <a:moveTo>
                    <a:pt x="1" y="0"/>
                  </a:moveTo>
                  <a:lnTo>
                    <a:pt x="266" y="12608"/>
                  </a:lnTo>
                  <a:lnTo>
                    <a:pt x="10485" y="7167"/>
                  </a:lnTo>
                  <a:lnTo>
                    <a:pt x="1" y="13139"/>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4591;p40">
              <a:extLst>
                <a:ext uri="{FF2B5EF4-FFF2-40B4-BE49-F238E27FC236}">
                  <a16:creationId xmlns:a16="http://schemas.microsoft.com/office/drawing/2014/main" id="{10C3FC51-E773-149E-E610-B3428254514A}"/>
                </a:ext>
              </a:extLst>
            </p:cNvPr>
            <p:cNvSpPr/>
            <p:nvPr/>
          </p:nvSpPr>
          <p:spPr>
            <a:xfrm>
              <a:off x="5263049" y="2916752"/>
              <a:ext cx="2222" cy="26429"/>
            </a:xfrm>
            <a:custGeom>
              <a:avLst/>
              <a:gdLst/>
              <a:ahLst/>
              <a:cxnLst/>
              <a:rect l="l" t="t" r="r" b="b"/>
              <a:pathLst>
                <a:path w="134" h="1594" extrusionOk="0">
                  <a:moveTo>
                    <a:pt x="133" y="1"/>
                  </a:moveTo>
                  <a:lnTo>
                    <a:pt x="0" y="266"/>
                  </a:lnTo>
                  <a:lnTo>
                    <a:pt x="0" y="1593"/>
                  </a:lnTo>
                  <a:lnTo>
                    <a:pt x="133" y="1593"/>
                  </a:lnTo>
                  <a:lnTo>
                    <a:pt x="133" y="1"/>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8" name="Google Shape;4592;p40">
              <a:extLst>
                <a:ext uri="{FF2B5EF4-FFF2-40B4-BE49-F238E27FC236}">
                  <a16:creationId xmlns:a16="http://schemas.microsoft.com/office/drawing/2014/main" id="{A75D1C4D-6E05-C12B-82AA-8C235C44FBDB}"/>
                </a:ext>
              </a:extLst>
            </p:cNvPr>
            <p:cNvSpPr/>
            <p:nvPr/>
          </p:nvSpPr>
          <p:spPr>
            <a:xfrm>
              <a:off x="5263049" y="2916752"/>
              <a:ext cx="2222" cy="26429"/>
            </a:xfrm>
            <a:custGeom>
              <a:avLst/>
              <a:gdLst/>
              <a:ahLst/>
              <a:cxnLst/>
              <a:rect l="l" t="t" r="r" b="b"/>
              <a:pathLst>
                <a:path w="134" h="1594" fill="none" extrusionOk="0">
                  <a:moveTo>
                    <a:pt x="133" y="1"/>
                  </a:moveTo>
                  <a:lnTo>
                    <a:pt x="0" y="266"/>
                  </a:lnTo>
                  <a:lnTo>
                    <a:pt x="0" y="1593"/>
                  </a:lnTo>
                  <a:lnTo>
                    <a:pt x="0" y="1593"/>
                  </a:lnTo>
                  <a:lnTo>
                    <a:pt x="133" y="1593"/>
                  </a:lnTo>
                  <a:lnTo>
                    <a:pt x="133" y="1"/>
                  </a:lnTo>
                  <a:lnTo>
                    <a:pt x="13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9" name="Google Shape;4593;p40">
              <a:extLst>
                <a:ext uri="{FF2B5EF4-FFF2-40B4-BE49-F238E27FC236}">
                  <a16:creationId xmlns:a16="http://schemas.microsoft.com/office/drawing/2014/main" id="{BE63974A-E6FA-D9C8-3566-A44E49B04A8D}"/>
                </a:ext>
              </a:extLst>
            </p:cNvPr>
            <p:cNvSpPr/>
            <p:nvPr/>
          </p:nvSpPr>
          <p:spPr>
            <a:xfrm>
              <a:off x="5258655" y="2912359"/>
              <a:ext cx="8804" cy="11009"/>
            </a:xfrm>
            <a:custGeom>
              <a:avLst/>
              <a:gdLst/>
              <a:ahLst/>
              <a:cxnLst/>
              <a:rect l="l" t="t" r="r" b="b"/>
              <a:pathLst>
                <a:path w="531" h="664" extrusionOk="0">
                  <a:moveTo>
                    <a:pt x="265" y="0"/>
                  </a:moveTo>
                  <a:lnTo>
                    <a:pt x="0" y="664"/>
                  </a:lnTo>
                  <a:lnTo>
                    <a:pt x="133" y="664"/>
                  </a:lnTo>
                  <a:lnTo>
                    <a:pt x="265" y="531"/>
                  </a:lnTo>
                  <a:lnTo>
                    <a:pt x="398" y="266"/>
                  </a:lnTo>
                  <a:lnTo>
                    <a:pt x="531" y="398"/>
                  </a:lnTo>
                  <a:lnTo>
                    <a:pt x="531" y="266"/>
                  </a:lnTo>
                  <a:lnTo>
                    <a:pt x="265" y="0"/>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4594;p40">
              <a:extLst>
                <a:ext uri="{FF2B5EF4-FFF2-40B4-BE49-F238E27FC236}">
                  <a16:creationId xmlns:a16="http://schemas.microsoft.com/office/drawing/2014/main" id="{0AA2E09E-7121-7F4F-F73D-A8A7D3D1DFAD}"/>
                </a:ext>
              </a:extLst>
            </p:cNvPr>
            <p:cNvSpPr/>
            <p:nvPr/>
          </p:nvSpPr>
          <p:spPr>
            <a:xfrm>
              <a:off x="5258655" y="2912359"/>
              <a:ext cx="8804" cy="11009"/>
            </a:xfrm>
            <a:custGeom>
              <a:avLst/>
              <a:gdLst/>
              <a:ahLst/>
              <a:cxnLst/>
              <a:rect l="l" t="t" r="r" b="b"/>
              <a:pathLst>
                <a:path w="531" h="664" fill="none" extrusionOk="0">
                  <a:moveTo>
                    <a:pt x="265" y="0"/>
                  </a:moveTo>
                  <a:lnTo>
                    <a:pt x="0" y="664"/>
                  </a:lnTo>
                  <a:lnTo>
                    <a:pt x="0" y="664"/>
                  </a:lnTo>
                  <a:lnTo>
                    <a:pt x="133" y="664"/>
                  </a:lnTo>
                  <a:lnTo>
                    <a:pt x="133" y="664"/>
                  </a:lnTo>
                  <a:lnTo>
                    <a:pt x="265" y="531"/>
                  </a:lnTo>
                  <a:lnTo>
                    <a:pt x="398" y="266"/>
                  </a:lnTo>
                  <a:lnTo>
                    <a:pt x="398" y="266"/>
                  </a:lnTo>
                  <a:lnTo>
                    <a:pt x="531" y="398"/>
                  </a:lnTo>
                  <a:lnTo>
                    <a:pt x="531" y="398"/>
                  </a:lnTo>
                  <a:lnTo>
                    <a:pt x="531" y="266"/>
                  </a:lnTo>
                  <a:lnTo>
                    <a:pt x="26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4595;p40">
              <a:extLst>
                <a:ext uri="{FF2B5EF4-FFF2-40B4-BE49-F238E27FC236}">
                  <a16:creationId xmlns:a16="http://schemas.microsoft.com/office/drawing/2014/main" id="{767B286E-E575-8F41-DF8D-44D7E12E946C}"/>
                </a:ext>
              </a:extLst>
            </p:cNvPr>
            <p:cNvSpPr/>
            <p:nvPr/>
          </p:nvSpPr>
          <p:spPr>
            <a:xfrm>
              <a:off x="5274058" y="2910154"/>
              <a:ext cx="2205" cy="26429"/>
            </a:xfrm>
            <a:custGeom>
              <a:avLst/>
              <a:gdLst/>
              <a:ahLst/>
              <a:cxnLst/>
              <a:rect l="l" t="t" r="r" b="b"/>
              <a:pathLst>
                <a:path w="133" h="1594" extrusionOk="0">
                  <a:moveTo>
                    <a:pt x="133" y="1"/>
                  </a:moveTo>
                  <a:lnTo>
                    <a:pt x="0" y="266"/>
                  </a:lnTo>
                  <a:lnTo>
                    <a:pt x="0" y="1593"/>
                  </a:lnTo>
                  <a:lnTo>
                    <a:pt x="133" y="1593"/>
                  </a:lnTo>
                  <a:lnTo>
                    <a:pt x="133" y="133"/>
                  </a:lnTo>
                  <a:lnTo>
                    <a:pt x="133" y="1"/>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2" name="Google Shape;4596;p40">
              <a:extLst>
                <a:ext uri="{FF2B5EF4-FFF2-40B4-BE49-F238E27FC236}">
                  <a16:creationId xmlns:a16="http://schemas.microsoft.com/office/drawing/2014/main" id="{274FA693-4C29-BE87-F49B-0C8F48F2146B}"/>
                </a:ext>
              </a:extLst>
            </p:cNvPr>
            <p:cNvSpPr/>
            <p:nvPr/>
          </p:nvSpPr>
          <p:spPr>
            <a:xfrm>
              <a:off x="5274058" y="2910154"/>
              <a:ext cx="2205" cy="26429"/>
            </a:xfrm>
            <a:custGeom>
              <a:avLst/>
              <a:gdLst/>
              <a:ahLst/>
              <a:cxnLst/>
              <a:rect l="l" t="t" r="r" b="b"/>
              <a:pathLst>
                <a:path w="133" h="1594" fill="none" extrusionOk="0">
                  <a:moveTo>
                    <a:pt x="133" y="1"/>
                  </a:moveTo>
                  <a:lnTo>
                    <a:pt x="0" y="266"/>
                  </a:lnTo>
                  <a:lnTo>
                    <a:pt x="0" y="1593"/>
                  </a:lnTo>
                  <a:lnTo>
                    <a:pt x="133" y="1593"/>
                  </a:lnTo>
                  <a:lnTo>
                    <a:pt x="133" y="1593"/>
                  </a:lnTo>
                  <a:lnTo>
                    <a:pt x="133" y="133"/>
                  </a:lnTo>
                  <a:lnTo>
                    <a:pt x="13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3" name="Google Shape;4597;p40">
              <a:extLst>
                <a:ext uri="{FF2B5EF4-FFF2-40B4-BE49-F238E27FC236}">
                  <a16:creationId xmlns:a16="http://schemas.microsoft.com/office/drawing/2014/main" id="{D32E4B17-5418-10E5-55E2-260914492EA2}"/>
                </a:ext>
              </a:extLst>
            </p:cNvPr>
            <p:cNvSpPr/>
            <p:nvPr/>
          </p:nvSpPr>
          <p:spPr>
            <a:xfrm>
              <a:off x="5269648" y="2905760"/>
              <a:ext cx="11026" cy="11009"/>
            </a:xfrm>
            <a:custGeom>
              <a:avLst/>
              <a:gdLst/>
              <a:ahLst/>
              <a:cxnLst/>
              <a:rect l="l" t="t" r="r" b="b"/>
              <a:pathLst>
                <a:path w="665" h="664" extrusionOk="0">
                  <a:moveTo>
                    <a:pt x="266" y="0"/>
                  </a:moveTo>
                  <a:lnTo>
                    <a:pt x="1" y="664"/>
                  </a:lnTo>
                  <a:lnTo>
                    <a:pt x="133" y="664"/>
                  </a:lnTo>
                  <a:lnTo>
                    <a:pt x="266" y="531"/>
                  </a:lnTo>
                  <a:lnTo>
                    <a:pt x="399" y="266"/>
                  </a:lnTo>
                  <a:lnTo>
                    <a:pt x="399" y="398"/>
                  </a:lnTo>
                  <a:lnTo>
                    <a:pt x="664" y="398"/>
                  </a:lnTo>
                  <a:lnTo>
                    <a:pt x="266" y="0"/>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4598;p40">
              <a:extLst>
                <a:ext uri="{FF2B5EF4-FFF2-40B4-BE49-F238E27FC236}">
                  <a16:creationId xmlns:a16="http://schemas.microsoft.com/office/drawing/2014/main" id="{ACA46E57-A994-840E-D6BC-0EEB04FB73E6}"/>
                </a:ext>
              </a:extLst>
            </p:cNvPr>
            <p:cNvSpPr/>
            <p:nvPr/>
          </p:nvSpPr>
          <p:spPr>
            <a:xfrm>
              <a:off x="5269648" y="2905760"/>
              <a:ext cx="11026" cy="11009"/>
            </a:xfrm>
            <a:custGeom>
              <a:avLst/>
              <a:gdLst/>
              <a:ahLst/>
              <a:cxnLst/>
              <a:rect l="l" t="t" r="r" b="b"/>
              <a:pathLst>
                <a:path w="665" h="664" fill="none" extrusionOk="0">
                  <a:moveTo>
                    <a:pt x="266" y="0"/>
                  </a:moveTo>
                  <a:lnTo>
                    <a:pt x="1" y="664"/>
                  </a:lnTo>
                  <a:lnTo>
                    <a:pt x="133" y="664"/>
                  </a:lnTo>
                  <a:lnTo>
                    <a:pt x="133" y="664"/>
                  </a:lnTo>
                  <a:lnTo>
                    <a:pt x="133" y="664"/>
                  </a:lnTo>
                  <a:lnTo>
                    <a:pt x="266" y="531"/>
                  </a:lnTo>
                  <a:lnTo>
                    <a:pt x="399" y="266"/>
                  </a:lnTo>
                  <a:lnTo>
                    <a:pt x="399" y="398"/>
                  </a:lnTo>
                  <a:lnTo>
                    <a:pt x="531" y="398"/>
                  </a:lnTo>
                  <a:lnTo>
                    <a:pt x="664" y="398"/>
                  </a:lnTo>
                  <a:lnTo>
                    <a:pt x="664" y="398"/>
                  </a:lnTo>
                  <a:lnTo>
                    <a:pt x="26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4599;p40">
              <a:extLst>
                <a:ext uri="{FF2B5EF4-FFF2-40B4-BE49-F238E27FC236}">
                  <a16:creationId xmlns:a16="http://schemas.microsoft.com/office/drawing/2014/main" id="{D06E35CF-BCC0-5656-291C-F27E30DB8E3C}"/>
                </a:ext>
              </a:extLst>
            </p:cNvPr>
            <p:cNvSpPr/>
            <p:nvPr/>
          </p:nvSpPr>
          <p:spPr>
            <a:xfrm>
              <a:off x="5227849" y="2940959"/>
              <a:ext cx="8804" cy="22018"/>
            </a:xfrm>
            <a:custGeom>
              <a:avLst/>
              <a:gdLst/>
              <a:ahLst/>
              <a:cxnLst/>
              <a:rect l="l" t="t" r="r" b="b"/>
              <a:pathLst>
                <a:path w="531" h="1328" extrusionOk="0">
                  <a:moveTo>
                    <a:pt x="398" y="1"/>
                  </a:moveTo>
                  <a:lnTo>
                    <a:pt x="398" y="797"/>
                  </a:lnTo>
                  <a:lnTo>
                    <a:pt x="266" y="1062"/>
                  </a:lnTo>
                  <a:lnTo>
                    <a:pt x="133" y="1195"/>
                  </a:lnTo>
                  <a:lnTo>
                    <a:pt x="133" y="1062"/>
                  </a:lnTo>
                  <a:lnTo>
                    <a:pt x="133" y="930"/>
                  </a:lnTo>
                  <a:lnTo>
                    <a:pt x="133" y="797"/>
                  </a:lnTo>
                  <a:lnTo>
                    <a:pt x="0" y="930"/>
                  </a:lnTo>
                  <a:lnTo>
                    <a:pt x="0" y="1062"/>
                  </a:lnTo>
                  <a:lnTo>
                    <a:pt x="133" y="1328"/>
                  </a:lnTo>
                  <a:lnTo>
                    <a:pt x="266" y="1195"/>
                  </a:lnTo>
                  <a:lnTo>
                    <a:pt x="398" y="1062"/>
                  </a:lnTo>
                  <a:lnTo>
                    <a:pt x="531" y="797"/>
                  </a:lnTo>
                  <a:lnTo>
                    <a:pt x="531" y="1"/>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6" name="Google Shape;4600;p40">
              <a:extLst>
                <a:ext uri="{FF2B5EF4-FFF2-40B4-BE49-F238E27FC236}">
                  <a16:creationId xmlns:a16="http://schemas.microsoft.com/office/drawing/2014/main" id="{10CDD298-C29F-25F9-46C5-BA8605DDC279}"/>
                </a:ext>
              </a:extLst>
            </p:cNvPr>
            <p:cNvSpPr/>
            <p:nvPr/>
          </p:nvSpPr>
          <p:spPr>
            <a:xfrm>
              <a:off x="5227849" y="2940959"/>
              <a:ext cx="8804" cy="22018"/>
            </a:xfrm>
            <a:custGeom>
              <a:avLst/>
              <a:gdLst/>
              <a:ahLst/>
              <a:cxnLst/>
              <a:rect l="l" t="t" r="r" b="b"/>
              <a:pathLst>
                <a:path w="531" h="1328" fill="none" extrusionOk="0">
                  <a:moveTo>
                    <a:pt x="531" y="1"/>
                  </a:moveTo>
                  <a:lnTo>
                    <a:pt x="398" y="1"/>
                  </a:lnTo>
                  <a:lnTo>
                    <a:pt x="398" y="797"/>
                  </a:lnTo>
                  <a:lnTo>
                    <a:pt x="398" y="797"/>
                  </a:lnTo>
                  <a:lnTo>
                    <a:pt x="266" y="1062"/>
                  </a:lnTo>
                  <a:lnTo>
                    <a:pt x="266" y="1062"/>
                  </a:lnTo>
                  <a:lnTo>
                    <a:pt x="133" y="1195"/>
                  </a:lnTo>
                  <a:lnTo>
                    <a:pt x="133" y="1062"/>
                  </a:lnTo>
                  <a:lnTo>
                    <a:pt x="133" y="930"/>
                  </a:lnTo>
                  <a:lnTo>
                    <a:pt x="133" y="797"/>
                  </a:lnTo>
                  <a:lnTo>
                    <a:pt x="0" y="930"/>
                  </a:lnTo>
                  <a:lnTo>
                    <a:pt x="0" y="1062"/>
                  </a:lnTo>
                  <a:lnTo>
                    <a:pt x="0" y="1062"/>
                  </a:lnTo>
                  <a:lnTo>
                    <a:pt x="133" y="1328"/>
                  </a:lnTo>
                  <a:lnTo>
                    <a:pt x="133" y="1328"/>
                  </a:lnTo>
                  <a:lnTo>
                    <a:pt x="266" y="1195"/>
                  </a:lnTo>
                  <a:lnTo>
                    <a:pt x="266" y="1195"/>
                  </a:lnTo>
                  <a:lnTo>
                    <a:pt x="398" y="1062"/>
                  </a:lnTo>
                  <a:lnTo>
                    <a:pt x="531" y="797"/>
                  </a:lnTo>
                  <a:lnTo>
                    <a:pt x="53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7" name="Google Shape;4601;p40">
              <a:extLst>
                <a:ext uri="{FF2B5EF4-FFF2-40B4-BE49-F238E27FC236}">
                  <a16:creationId xmlns:a16="http://schemas.microsoft.com/office/drawing/2014/main" id="{D98D0102-84D5-F07F-E861-BD647D7ED8AE}"/>
                </a:ext>
              </a:extLst>
            </p:cNvPr>
            <p:cNvSpPr/>
            <p:nvPr/>
          </p:nvSpPr>
          <p:spPr>
            <a:xfrm>
              <a:off x="5216840" y="2918958"/>
              <a:ext cx="33027" cy="30822"/>
            </a:xfrm>
            <a:custGeom>
              <a:avLst/>
              <a:gdLst/>
              <a:ahLst/>
              <a:cxnLst/>
              <a:rect l="l" t="t" r="r" b="b"/>
              <a:pathLst>
                <a:path w="1992" h="1859" extrusionOk="0">
                  <a:moveTo>
                    <a:pt x="266" y="1726"/>
                  </a:moveTo>
                  <a:lnTo>
                    <a:pt x="266" y="1726"/>
                  </a:lnTo>
                  <a:lnTo>
                    <a:pt x="266" y="1726"/>
                  </a:lnTo>
                  <a:lnTo>
                    <a:pt x="266" y="1726"/>
                  </a:lnTo>
                  <a:close/>
                  <a:moveTo>
                    <a:pt x="1460" y="0"/>
                  </a:moveTo>
                  <a:lnTo>
                    <a:pt x="1062" y="133"/>
                  </a:lnTo>
                  <a:lnTo>
                    <a:pt x="664" y="399"/>
                  </a:lnTo>
                  <a:lnTo>
                    <a:pt x="399" y="797"/>
                  </a:lnTo>
                  <a:lnTo>
                    <a:pt x="133" y="1328"/>
                  </a:lnTo>
                  <a:lnTo>
                    <a:pt x="1" y="1858"/>
                  </a:lnTo>
                  <a:lnTo>
                    <a:pt x="1" y="1858"/>
                  </a:lnTo>
                  <a:lnTo>
                    <a:pt x="266" y="1726"/>
                  </a:lnTo>
                  <a:lnTo>
                    <a:pt x="266" y="1195"/>
                  </a:lnTo>
                  <a:lnTo>
                    <a:pt x="531" y="797"/>
                  </a:lnTo>
                  <a:lnTo>
                    <a:pt x="797" y="531"/>
                  </a:lnTo>
                  <a:lnTo>
                    <a:pt x="1062" y="266"/>
                  </a:lnTo>
                  <a:lnTo>
                    <a:pt x="1460" y="133"/>
                  </a:lnTo>
                  <a:lnTo>
                    <a:pt x="1726" y="266"/>
                  </a:lnTo>
                  <a:lnTo>
                    <a:pt x="1858" y="399"/>
                  </a:lnTo>
                  <a:lnTo>
                    <a:pt x="1858" y="664"/>
                  </a:lnTo>
                  <a:lnTo>
                    <a:pt x="266" y="1726"/>
                  </a:lnTo>
                  <a:lnTo>
                    <a:pt x="266" y="1726"/>
                  </a:lnTo>
                  <a:lnTo>
                    <a:pt x="1062" y="1328"/>
                  </a:lnTo>
                  <a:lnTo>
                    <a:pt x="1195" y="1328"/>
                  </a:lnTo>
                  <a:lnTo>
                    <a:pt x="1991" y="797"/>
                  </a:lnTo>
                  <a:lnTo>
                    <a:pt x="1991" y="266"/>
                  </a:lnTo>
                  <a:lnTo>
                    <a:pt x="1726" y="133"/>
                  </a:lnTo>
                  <a:lnTo>
                    <a:pt x="1460" y="0"/>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8" name="Google Shape;4602;p40">
              <a:extLst>
                <a:ext uri="{FF2B5EF4-FFF2-40B4-BE49-F238E27FC236}">
                  <a16:creationId xmlns:a16="http://schemas.microsoft.com/office/drawing/2014/main" id="{00A9C28F-2DD1-542E-0511-3633A0A4E917}"/>
                </a:ext>
              </a:extLst>
            </p:cNvPr>
            <p:cNvSpPr/>
            <p:nvPr/>
          </p:nvSpPr>
          <p:spPr>
            <a:xfrm>
              <a:off x="5221234" y="2921163"/>
              <a:ext cx="26429" cy="26412"/>
            </a:xfrm>
            <a:custGeom>
              <a:avLst/>
              <a:gdLst/>
              <a:ahLst/>
              <a:cxnLst/>
              <a:rect l="l" t="t" r="r" b="b"/>
              <a:pathLst>
                <a:path w="1594" h="1593" fill="none" extrusionOk="0">
                  <a:moveTo>
                    <a:pt x="1" y="1593"/>
                  </a:moveTo>
                  <a:lnTo>
                    <a:pt x="1" y="1593"/>
                  </a:lnTo>
                  <a:lnTo>
                    <a:pt x="1" y="1062"/>
                  </a:lnTo>
                  <a:lnTo>
                    <a:pt x="266" y="664"/>
                  </a:lnTo>
                  <a:lnTo>
                    <a:pt x="532" y="398"/>
                  </a:lnTo>
                  <a:lnTo>
                    <a:pt x="797" y="133"/>
                  </a:lnTo>
                  <a:lnTo>
                    <a:pt x="797" y="133"/>
                  </a:lnTo>
                  <a:lnTo>
                    <a:pt x="1195" y="0"/>
                  </a:lnTo>
                  <a:lnTo>
                    <a:pt x="1195" y="0"/>
                  </a:lnTo>
                  <a:lnTo>
                    <a:pt x="1461" y="133"/>
                  </a:lnTo>
                  <a:lnTo>
                    <a:pt x="1461" y="133"/>
                  </a:lnTo>
                  <a:lnTo>
                    <a:pt x="1593" y="266"/>
                  </a:lnTo>
                  <a:lnTo>
                    <a:pt x="1593" y="531"/>
                  </a:lnTo>
                  <a:lnTo>
                    <a:pt x="1" y="159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4603;p40">
              <a:extLst>
                <a:ext uri="{FF2B5EF4-FFF2-40B4-BE49-F238E27FC236}">
                  <a16:creationId xmlns:a16="http://schemas.microsoft.com/office/drawing/2014/main" id="{024EA01D-08FD-5F61-FE59-9125FF2A339F}"/>
                </a:ext>
              </a:extLst>
            </p:cNvPr>
            <p:cNvSpPr/>
            <p:nvPr/>
          </p:nvSpPr>
          <p:spPr>
            <a:xfrm>
              <a:off x="5216840" y="2918958"/>
              <a:ext cx="33027" cy="30822"/>
            </a:xfrm>
            <a:custGeom>
              <a:avLst/>
              <a:gdLst/>
              <a:ahLst/>
              <a:cxnLst/>
              <a:rect l="l" t="t" r="r" b="b"/>
              <a:pathLst>
                <a:path w="1992" h="1859" fill="none" extrusionOk="0">
                  <a:moveTo>
                    <a:pt x="1460" y="0"/>
                  </a:moveTo>
                  <a:lnTo>
                    <a:pt x="1460" y="0"/>
                  </a:lnTo>
                  <a:lnTo>
                    <a:pt x="1062" y="133"/>
                  </a:lnTo>
                  <a:lnTo>
                    <a:pt x="1062" y="133"/>
                  </a:lnTo>
                  <a:lnTo>
                    <a:pt x="664" y="399"/>
                  </a:lnTo>
                  <a:lnTo>
                    <a:pt x="399" y="797"/>
                  </a:lnTo>
                  <a:lnTo>
                    <a:pt x="133" y="1328"/>
                  </a:lnTo>
                  <a:lnTo>
                    <a:pt x="1" y="1858"/>
                  </a:lnTo>
                  <a:lnTo>
                    <a:pt x="1" y="1858"/>
                  </a:lnTo>
                  <a:lnTo>
                    <a:pt x="1062" y="1328"/>
                  </a:lnTo>
                  <a:lnTo>
                    <a:pt x="1195" y="1328"/>
                  </a:lnTo>
                  <a:lnTo>
                    <a:pt x="1991" y="797"/>
                  </a:lnTo>
                  <a:lnTo>
                    <a:pt x="1991" y="797"/>
                  </a:lnTo>
                  <a:lnTo>
                    <a:pt x="1991" y="797"/>
                  </a:lnTo>
                  <a:lnTo>
                    <a:pt x="1991" y="266"/>
                  </a:lnTo>
                  <a:lnTo>
                    <a:pt x="1726" y="133"/>
                  </a:lnTo>
                  <a:lnTo>
                    <a:pt x="1726" y="133"/>
                  </a:lnTo>
                  <a:lnTo>
                    <a:pt x="146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4604;p40">
              <a:extLst>
                <a:ext uri="{FF2B5EF4-FFF2-40B4-BE49-F238E27FC236}">
                  <a16:creationId xmlns:a16="http://schemas.microsoft.com/office/drawing/2014/main" id="{4D49EBAF-A814-8970-B3B3-65023C93091F}"/>
                </a:ext>
              </a:extLst>
            </p:cNvPr>
            <p:cNvSpPr/>
            <p:nvPr/>
          </p:nvSpPr>
          <p:spPr>
            <a:xfrm>
              <a:off x="4970395" y="2514091"/>
              <a:ext cx="462101" cy="268463"/>
            </a:xfrm>
            <a:custGeom>
              <a:avLst/>
              <a:gdLst/>
              <a:ahLst/>
              <a:cxnLst/>
              <a:rect l="l" t="t" r="r" b="b"/>
              <a:pathLst>
                <a:path w="27871" h="16192" extrusionOk="0">
                  <a:moveTo>
                    <a:pt x="13936" y="1"/>
                  </a:moveTo>
                  <a:lnTo>
                    <a:pt x="1" y="8096"/>
                  </a:lnTo>
                  <a:lnTo>
                    <a:pt x="13936" y="16191"/>
                  </a:lnTo>
                  <a:lnTo>
                    <a:pt x="27870" y="8096"/>
                  </a:lnTo>
                  <a:lnTo>
                    <a:pt x="13936"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4605;p40">
              <a:extLst>
                <a:ext uri="{FF2B5EF4-FFF2-40B4-BE49-F238E27FC236}">
                  <a16:creationId xmlns:a16="http://schemas.microsoft.com/office/drawing/2014/main" id="{32F1F09E-4B7D-B449-3223-768ACBBF5EEE}"/>
                </a:ext>
              </a:extLst>
            </p:cNvPr>
            <p:cNvSpPr/>
            <p:nvPr/>
          </p:nvSpPr>
          <p:spPr>
            <a:xfrm>
              <a:off x="4970395" y="2514091"/>
              <a:ext cx="462101" cy="268463"/>
            </a:xfrm>
            <a:custGeom>
              <a:avLst/>
              <a:gdLst/>
              <a:ahLst/>
              <a:cxnLst/>
              <a:rect l="l" t="t" r="r" b="b"/>
              <a:pathLst>
                <a:path w="27871" h="16192" fill="none" extrusionOk="0">
                  <a:moveTo>
                    <a:pt x="13936" y="1"/>
                  </a:moveTo>
                  <a:lnTo>
                    <a:pt x="1" y="8096"/>
                  </a:lnTo>
                  <a:lnTo>
                    <a:pt x="13936" y="16191"/>
                  </a:lnTo>
                  <a:lnTo>
                    <a:pt x="27870" y="8096"/>
                  </a:lnTo>
                  <a:lnTo>
                    <a:pt x="1393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2" name="Google Shape;4606;p40">
              <a:extLst>
                <a:ext uri="{FF2B5EF4-FFF2-40B4-BE49-F238E27FC236}">
                  <a16:creationId xmlns:a16="http://schemas.microsoft.com/office/drawing/2014/main" id="{7927C624-7B63-9083-811E-65365332B503}"/>
                </a:ext>
              </a:extLst>
            </p:cNvPr>
            <p:cNvSpPr/>
            <p:nvPr/>
          </p:nvSpPr>
          <p:spPr>
            <a:xfrm>
              <a:off x="4970395" y="2648322"/>
              <a:ext cx="462101" cy="134232"/>
            </a:xfrm>
            <a:custGeom>
              <a:avLst/>
              <a:gdLst/>
              <a:ahLst/>
              <a:cxnLst/>
              <a:rect l="l" t="t" r="r" b="b"/>
              <a:pathLst>
                <a:path w="27871" h="8096" extrusionOk="0">
                  <a:moveTo>
                    <a:pt x="27870" y="0"/>
                  </a:moveTo>
                  <a:lnTo>
                    <a:pt x="21765" y="3318"/>
                  </a:lnTo>
                  <a:lnTo>
                    <a:pt x="21898" y="3451"/>
                  </a:lnTo>
                  <a:lnTo>
                    <a:pt x="27870" y="0"/>
                  </a:lnTo>
                  <a:close/>
                  <a:moveTo>
                    <a:pt x="1" y="0"/>
                  </a:moveTo>
                  <a:lnTo>
                    <a:pt x="13936" y="8095"/>
                  </a:lnTo>
                  <a:lnTo>
                    <a:pt x="19775" y="4645"/>
                  </a:lnTo>
                  <a:lnTo>
                    <a:pt x="19509" y="4512"/>
                  </a:lnTo>
                  <a:lnTo>
                    <a:pt x="13936" y="7565"/>
                  </a:lnTo>
                  <a:lnTo>
                    <a:pt x="1" y="0"/>
                  </a:lnTo>
                  <a:close/>
                </a:path>
              </a:pathLst>
            </a:custGeom>
            <a:solidFill>
              <a:srgbClr val="586B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3" name="Google Shape;4607;p40">
              <a:extLst>
                <a:ext uri="{FF2B5EF4-FFF2-40B4-BE49-F238E27FC236}">
                  <a16:creationId xmlns:a16="http://schemas.microsoft.com/office/drawing/2014/main" id="{B210E1B2-5DDC-F470-6ACB-0E2F49E86AB4}"/>
                </a:ext>
              </a:extLst>
            </p:cNvPr>
            <p:cNvSpPr/>
            <p:nvPr/>
          </p:nvSpPr>
          <p:spPr>
            <a:xfrm>
              <a:off x="4970395" y="2648322"/>
              <a:ext cx="327869" cy="134232"/>
            </a:xfrm>
            <a:custGeom>
              <a:avLst/>
              <a:gdLst/>
              <a:ahLst/>
              <a:cxnLst/>
              <a:rect l="l" t="t" r="r" b="b"/>
              <a:pathLst>
                <a:path w="19775" h="8096" fill="none" extrusionOk="0">
                  <a:moveTo>
                    <a:pt x="1" y="0"/>
                  </a:moveTo>
                  <a:lnTo>
                    <a:pt x="13936" y="8095"/>
                  </a:lnTo>
                  <a:lnTo>
                    <a:pt x="19775" y="4645"/>
                  </a:lnTo>
                  <a:lnTo>
                    <a:pt x="19775" y="4645"/>
                  </a:lnTo>
                  <a:lnTo>
                    <a:pt x="19775" y="4645"/>
                  </a:lnTo>
                  <a:lnTo>
                    <a:pt x="19509" y="4512"/>
                  </a:lnTo>
                  <a:lnTo>
                    <a:pt x="13936" y="7565"/>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4" name="Google Shape;4608;p40">
              <a:extLst>
                <a:ext uri="{FF2B5EF4-FFF2-40B4-BE49-F238E27FC236}">
                  <a16:creationId xmlns:a16="http://schemas.microsoft.com/office/drawing/2014/main" id="{C82461E8-09A7-E945-DB08-D41C030AD3CD}"/>
                </a:ext>
              </a:extLst>
            </p:cNvPr>
            <p:cNvSpPr/>
            <p:nvPr/>
          </p:nvSpPr>
          <p:spPr>
            <a:xfrm>
              <a:off x="5331259" y="2648322"/>
              <a:ext cx="101237" cy="57218"/>
            </a:xfrm>
            <a:custGeom>
              <a:avLst/>
              <a:gdLst/>
              <a:ahLst/>
              <a:cxnLst/>
              <a:rect l="l" t="t" r="r" b="b"/>
              <a:pathLst>
                <a:path w="6106" h="3451" fill="none" extrusionOk="0">
                  <a:moveTo>
                    <a:pt x="6105" y="0"/>
                  </a:moveTo>
                  <a:lnTo>
                    <a:pt x="0" y="3318"/>
                  </a:lnTo>
                  <a:lnTo>
                    <a:pt x="133" y="3451"/>
                  </a:lnTo>
                  <a:lnTo>
                    <a:pt x="133" y="3451"/>
                  </a:lnTo>
                  <a:lnTo>
                    <a:pt x="133" y="3451"/>
                  </a:lnTo>
                  <a:lnTo>
                    <a:pt x="610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4609;p40">
              <a:extLst>
                <a:ext uri="{FF2B5EF4-FFF2-40B4-BE49-F238E27FC236}">
                  <a16:creationId xmlns:a16="http://schemas.microsoft.com/office/drawing/2014/main" id="{2DEC41FE-1A4B-B6E9-643B-B59EC0E7182B}"/>
                </a:ext>
              </a:extLst>
            </p:cNvPr>
            <p:cNvSpPr/>
            <p:nvPr/>
          </p:nvSpPr>
          <p:spPr>
            <a:xfrm>
              <a:off x="5065017" y="2571308"/>
              <a:ext cx="268463" cy="154028"/>
            </a:xfrm>
            <a:custGeom>
              <a:avLst/>
              <a:gdLst/>
              <a:ahLst/>
              <a:cxnLst/>
              <a:rect l="l" t="t" r="r" b="b"/>
              <a:pathLst>
                <a:path w="16192" h="9290" extrusionOk="0">
                  <a:moveTo>
                    <a:pt x="2257" y="0"/>
                  </a:moveTo>
                  <a:lnTo>
                    <a:pt x="1" y="1327"/>
                  </a:lnTo>
                  <a:lnTo>
                    <a:pt x="14068" y="9290"/>
                  </a:lnTo>
                  <a:lnTo>
                    <a:pt x="16191" y="8096"/>
                  </a:lnTo>
                  <a:lnTo>
                    <a:pt x="225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4610;p40">
              <a:extLst>
                <a:ext uri="{FF2B5EF4-FFF2-40B4-BE49-F238E27FC236}">
                  <a16:creationId xmlns:a16="http://schemas.microsoft.com/office/drawing/2014/main" id="{ADBB2B9C-892F-C8C4-B982-C1A2F5C22B73}"/>
                </a:ext>
              </a:extLst>
            </p:cNvPr>
            <p:cNvSpPr/>
            <p:nvPr/>
          </p:nvSpPr>
          <p:spPr>
            <a:xfrm>
              <a:off x="5065017" y="2571308"/>
              <a:ext cx="268463" cy="154028"/>
            </a:xfrm>
            <a:custGeom>
              <a:avLst/>
              <a:gdLst/>
              <a:ahLst/>
              <a:cxnLst/>
              <a:rect l="l" t="t" r="r" b="b"/>
              <a:pathLst>
                <a:path w="16192" h="9290" fill="none" extrusionOk="0">
                  <a:moveTo>
                    <a:pt x="1" y="1327"/>
                  </a:moveTo>
                  <a:lnTo>
                    <a:pt x="14068" y="9290"/>
                  </a:lnTo>
                  <a:lnTo>
                    <a:pt x="16191" y="8096"/>
                  </a:lnTo>
                  <a:lnTo>
                    <a:pt x="2257" y="0"/>
                  </a:lnTo>
                  <a:lnTo>
                    <a:pt x="1" y="132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4611;p40">
              <a:extLst>
                <a:ext uri="{FF2B5EF4-FFF2-40B4-BE49-F238E27FC236}">
                  <a16:creationId xmlns:a16="http://schemas.microsoft.com/office/drawing/2014/main" id="{A2BB8C58-7335-E883-AE12-E0D874B008D5}"/>
                </a:ext>
              </a:extLst>
            </p:cNvPr>
            <p:cNvSpPr/>
            <p:nvPr/>
          </p:nvSpPr>
          <p:spPr>
            <a:xfrm>
              <a:off x="5298248" y="2705523"/>
              <a:ext cx="35232" cy="66022"/>
            </a:xfrm>
            <a:custGeom>
              <a:avLst/>
              <a:gdLst/>
              <a:ahLst/>
              <a:cxnLst/>
              <a:rect l="l" t="t" r="r" b="b"/>
              <a:pathLst>
                <a:path w="2125" h="3982" extrusionOk="0">
                  <a:moveTo>
                    <a:pt x="2124" y="1"/>
                  </a:moveTo>
                  <a:lnTo>
                    <a:pt x="1" y="1195"/>
                  </a:lnTo>
                  <a:lnTo>
                    <a:pt x="1" y="3982"/>
                  </a:lnTo>
                  <a:lnTo>
                    <a:pt x="266" y="3584"/>
                  </a:lnTo>
                  <a:lnTo>
                    <a:pt x="532" y="3716"/>
                  </a:lnTo>
                  <a:lnTo>
                    <a:pt x="797" y="3186"/>
                  </a:lnTo>
                  <a:lnTo>
                    <a:pt x="1063" y="3318"/>
                  </a:lnTo>
                  <a:lnTo>
                    <a:pt x="1328" y="2920"/>
                  </a:lnTo>
                  <a:lnTo>
                    <a:pt x="1593" y="3053"/>
                  </a:lnTo>
                  <a:lnTo>
                    <a:pt x="1859" y="2655"/>
                  </a:lnTo>
                  <a:lnTo>
                    <a:pt x="2124" y="2787"/>
                  </a:lnTo>
                  <a:lnTo>
                    <a:pt x="2124" y="1"/>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4612;p40">
              <a:extLst>
                <a:ext uri="{FF2B5EF4-FFF2-40B4-BE49-F238E27FC236}">
                  <a16:creationId xmlns:a16="http://schemas.microsoft.com/office/drawing/2014/main" id="{4C77DC9D-3BA5-7187-8E18-20E23270EF64}"/>
                </a:ext>
              </a:extLst>
            </p:cNvPr>
            <p:cNvSpPr/>
            <p:nvPr/>
          </p:nvSpPr>
          <p:spPr>
            <a:xfrm>
              <a:off x="5298248" y="2705523"/>
              <a:ext cx="35232" cy="66022"/>
            </a:xfrm>
            <a:custGeom>
              <a:avLst/>
              <a:gdLst/>
              <a:ahLst/>
              <a:cxnLst/>
              <a:rect l="l" t="t" r="r" b="b"/>
              <a:pathLst>
                <a:path w="2125" h="3982" fill="none" extrusionOk="0">
                  <a:moveTo>
                    <a:pt x="2124" y="1"/>
                  </a:moveTo>
                  <a:lnTo>
                    <a:pt x="2124" y="2787"/>
                  </a:lnTo>
                  <a:lnTo>
                    <a:pt x="1859" y="2655"/>
                  </a:lnTo>
                  <a:lnTo>
                    <a:pt x="1593" y="3053"/>
                  </a:lnTo>
                  <a:lnTo>
                    <a:pt x="1328" y="2920"/>
                  </a:lnTo>
                  <a:lnTo>
                    <a:pt x="1063" y="3318"/>
                  </a:lnTo>
                  <a:lnTo>
                    <a:pt x="797" y="3186"/>
                  </a:lnTo>
                  <a:lnTo>
                    <a:pt x="532" y="3716"/>
                  </a:lnTo>
                  <a:lnTo>
                    <a:pt x="266" y="3584"/>
                  </a:lnTo>
                  <a:lnTo>
                    <a:pt x="1" y="3982"/>
                  </a:lnTo>
                  <a:lnTo>
                    <a:pt x="1" y="1195"/>
                  </a:lnTo>
                  <a:lnTo>
                    <a:pt x="212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4613;p40">
              <a:extLst>
                <a:ext uri="{FF2B5EF4-FFF2-40B4-BE49-F238E27FC236}">
                  <a16:creationId xmlns:a16="http://schemas.microsoft.com/office/drawing/2014/main" id="{DC35A1A4-9745-6A8A-5307-A04B16B25314}"/>
                </a:ext>
              </a:extLst>
            </p:cNvPr>
            <p:cNvSpPr/>
            <p:nvPr/>
          </p:nvSpPr>
          <p:spPr>
            <a:xfrm>
              <a:off x="5298248" y="2705523"/>
              <a:ext cx="35232" cy="19813"/>
            </a:xfrm>
            <a:custGeom>
              <a:avLst/>
              <a:gdLst/>
              <a:ahLst/>
              <a:cxnLst/>
              <a:rect l="l" t="t" r="r" b="b"/>
              <a:pathLst>
                <a:path w="2125" h="1195" extrusionOk="0">
                  <a:moveTo>
                    <a:pt x="2124" y="1"/>
                  </a:moveTo>
                  <a:lnTo>
                    <a:pt x="1" y="1195"/>
                  </a:lnTo>
                  <a:lnTo>
                    <a:pt x="1" y="1195"/>
                  </a:lnTo>
                  <a:lnTo>
                    <a:pt x="2124" y="1"/>
                  </a:lnTo>
                  <a:close/>
                </a:path>
              </a:pathLst>
            </a:custGeom>
            <a:solidFill>
              <a:srgbClr val="B53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4614;p40">
              <a:extLst>
                <a:ext uri="{FF2B5EF4-FFF2-40B4-BE49-F238E27FC236}">
                  <a16:creationId xmlns:a16="http://schemas.microsoft.com/office/drawing/2014/main" id="{D56B5F8D-43DD-9024-50AE-CB2DBF916D3D}"/>
                </a:ext>
              </a:extLst>
            </p:cNvPr>
            <p:cNvSpPr/>
            <p:nvPr/>
          </p:nvSpPr>
          <p:spPr>
            <a:xfrm>
              <a:off x="5298248" y="2705523"/>
              <a:ext cx="35232" cy="19813"/>
            </a:xfrm>
            <a:custGeom>
              <a:avLst/>
              <a:gdLst/>
              <a:ahLst/>
              <a:cxnLst/>
              <a:rect l="l" t="t" r="r" b="b"/>
              <a:pathLst>
                <a:path w="2125" h="1195" fill="none" extrusionOk="0">
                  <a:moveTo>
                    <a:pt x="2124" y="1"/>
                  </a:moveTo>
                  <a:lnTo>
                    <a:pt x="1" y="1195"/>
                  </a:lnTo>
                  <a:lnTo>
                    <a:pt x="1" y="1195"/>
                  </a:lnTo>
                  <a:lnTo>
                    <a:pt x="212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4615;p40">
              <a:extLst>
                <a:ext uri="{FF2B5EF4-FFF2-40B4-BE49-F238E27FC236}">
                  <a16:creationId xmlns:a16="http://schemas.microsoft.com/office/drawing/2014/main" id="{FECFFA11-05C1-9183-66AE-71354AF0650A}"/>
                </a:ext>
              </a:extLst>
            </p:cNvPr>
            <p:cNvSpPr/>
            <p:nvPr/>
          </p:nvSpPr>
          <p:spPr>
            <a:xfrm>
              <a:off x="5298248" y="2705523"/>
              <a:ext cx="35232" cy="66022"/>
            </a:xfrm>
            <a:custGeom>
              <a:avLst/>
              <a:gdLst/>
              <a:ahLst/>
              <a:cxnLst/>
              <a:rect l="l" t="t" r="r" b="b"/>
              <a:pathLst>
                <a:path w="2125" h="3982" extrusionOk="0">
                  <a:moveTo>
                    <a:pt x="2124" y="1"/>
                  </a:moveTo>
                  <a:lnTo>
                    <a:pt x="1" y="1195"/>
                  </a:lnTo>
                  <a:lnTo>
                    <a:pt x="1" y="3982"/>
                  </a:lnTo>
                  <a:lnTo>
                    <a:pt x="266" y="3584"/>
                  </a:lnTo>
                  <a:lnTo>
                    <a:pt x="532" y="3716"/>
                  </a:lnTo>
                  <a:lnTo>
                    <a:pt x="797" y="3186"/>
                  </a:lnTo>
                  <a:lnTo>
                    <a:pt x="1063" y="3318"/>
                  </a:lnTo>
                  <a:lnTo>
                    <a:pt x="1328" y="2920"/>
                  </a:lnTo>
                  <a:lnTo>
                    <a:pt x="1593" y="3053"/>
                  </a:lnTo>
                  <a:lnTo>
                    <a:pt x="1859" y="2655"/>
                  </a:lnTo>
                  <a:lnTo>
                    <a:pt x="2124" y="2787"/>
                  </a:lnTo>
                  <a:lnTo>
                    <a:pt x="2124"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4616;p40">
              <a:extLst>
                <a:ext uri="{FF2B5EF4-FFF2-40B4-BE49-F238E27FC236}">
                  <a16:creationId xmlns:a16="http://schemas.microsoft.com/office/drawing/2014/main" id="{E524E6F2-0064-45B5-8922-F201114D31B8}"/>
                </a:ext>
              </a:extLst>
            </p:cNvPr>
            <p:cNvSpPr/>
            <p:nvPr/>
          </p:nvSpPr>
          <p:spPr>
            <a:xfrm>
              <a:off x="5298248" y="2705523"/>
              <a:ext cx="35232" cy="66022"/>
            </a:xfrm>
            <a:custGeom>
              <a:avLst/>
              <a:gdLst/>
              <a:ahLst/>
              <a:cxnLst/>
              <a:rect l="l" t="t" r="r" b="b"/>
              <a:pathLst>
                <a:path w="2125" h="3982" fill="none" extrusionOk="0">
                  <a:moveTo>
                    <a:pt x="2124" y="1"/>
                  </a:moveTo>
                  <a:lnTo>
                    <a:pt x="2124" y="1"/>
                  </a:lnTo>
                  <a:lnTo>
                    <a:pt x="1" y="1195"/>
                  </a:lnTo>
                  <a:lnTo>
                    <a:pt x="1" y="1195"/>
                  </a:lnTo>
                  <a:lnTo>
                    <a:pt x="1" y="3982"/>
                  </a:lnTo>
                  <a:lnTo>
                    <a:pt x="266" y="3584"/>
                  </a:lnTo>
                  <a:lnTo>
                    <a:pt x="532" y="3716"/>
                  </a:lnTo>
                  <a:lnTo>
                    <a:pt x="797" y="3186"/>
                  </a:lnTo>
                  <a:lnTo>
                    <a:pt x="1063" y="3318"/>
                  </a:lnTo>
                  <a:lnTo>
                    <a:pt x="1328" y="2920"/>
                  </a:lnTo>
                  <a:lnTo>
                    <a:pt x="1593" y="3053"/>
                  </a:lnTo>
                  <a:lnTo>
                    <a:pt x="1859" y="2655"/>
                  </a:lnTo>
                  <a:lnTo>
                    <a:pt x="2124" y="2787"/>
                  </a:lnTo>
                  <a:lnTo>
                    <a:pt x="212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4617;p40">
              <a:extLst>
                <a:ext uri="{FF2B5EF4-FFF2-40B4-BE49-F238E27FC236}">
                  <a16:creationId xmlns:a16="http://schemas.microsoft.com/office/drawing/2014/main" id="{E7FE9A8E-4F7B-E4E2-4606-AB85B60A6778}"/>
                </a:ext>
              </a:extLst>
            </p:cNvPr>
            <p:cNvSpPr/>
            <p:nvPr/>
          </p:nvSpPr>
          <p:spPr>
            <a:xfrm>
              <a:off x="5509494" y="2428289"/>
              <a:ext cx="455486" cy="264053"/>
            </a:xfrm>
            <a:custGeom>
              <a:avLst/>
              <a:gdLst/>
              <a:ahLst/>
              <a:cxnLst/>
              <a:rect l="l" t="t" r="r" b="b"/>
              <a:pathLst>
                <a:path w="27472" h="15926" extrusionOk="0">
                  <a:moveTo>
                    <a:pt x="13802" y="0"/>
                  </a:moveTo>
                  <a:lnTo>
                    <a:pt x="0" y="7963"/>
                  </a:lnTo>
                  <a:lnTo>
                    <a:pt x="13802" y="15925"/>
                  </a:lnTo>
                  <a:lnTo>
                    <a:pt x="27471" y="7963"/>
                  </a:lnTo>
                  <a:lnTo>
                    <a:pt x="13802"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4618;p40">
              <a:extLst>
                <a:ext uri="{FF2B5EF4-FFF2-40B4-BE49-F238E27FC236}">
                  <a16:creationId xmlns:a16="http://schemas.microsoft.com/office/drawing/2014/main" id="{3F559192-9E5E-18AB-4D26-07D60AFE8873}"/>
                </a:ext>
              </a:extLst>
            </p:cNvPr>
            <p:cNvSpPr/>
            <p:nvPr/>
          </p:nvSpPr>
          <p:spPr>
            <a:xfrm>
              <a:off x="5509494" y="2428289"/>
              <a:ext cx="455486" cy="264053"/>
            </a:xfrm>
            <a:custGeom>
              <a:avLst/>
              <a:gdLst/>
              <a:ahLst/>
              <a:cxnLst/>
              <a:rect l="l" t="t" r="r" b="b"/>
              <a:pathLst>
                <a:path w="27472" h="15926" fill="none" extrusionOk="0">
                  <a:moveTo>
                    <a:pt x="0" y="7963"/>
                  </a:moveTo>
                  <a:lnTo>
                    <a:pt x="13802" y="0"/>
                  </a:lnTo>
                  <a:lnTo>
                    <a:pt x="27471" y="7963"/>
                  </a:lnTo>
                  <a:lnTo>
                    <a:pt x="13802" y="15925"/>
                  </a:lnTo>
                  <a:lnTo>
                    <a:pt x="0" y="796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4619;p40">
              <a:extLst>
                <a:ext uri="{FF2B5EF4-FFF2-40B4-BE49-F238E27FC236}">
                  <a16:creationId xmlns:a16="http://schemas.microsoft.com/office/drawing/2014/main" id="{BBF8E4F4-3FF3-4170-692F-0D9FD55DF83C}"/>
                </a:ext>
              </a:extLst>
            </p:cNvPr>
            <p:cNvSpPr/>
            <p:nvPr/>
          </p:nvSpPr>
          <p:spPr>
            <a:xfrm>
              <a:off x="5505084" y="2203846"/>
              <a:ext cx="233247" cy="246462"/>
            </a:xfrm>
            <a:custGeom>
              <a:avLst/>
              <a:gdLst/>
              <a:ahLst/>
              <a:cxnLst/>
              <a:rect l="l" t="t" r="r" b="b"/>
              <a:pathLst>
                <a:path w="14068" h="14865" extrusionOk="0">
                  <a:moveTo>
                    <a:pt x="14068" y="1"/>
                  </a:moveTo>
                  <a:lnTo>
                    <a:pt x="1" y="8096"/>
                  </a:lnTo>
                  <a:lnTo>
                    <a:pt x="11812" y="14864"/>
                  </a:lnTo>
                  <a:lnTo>
                    <a:pt x="14068" y="13537"/>
                  </a:lnTo>
                  <a:lnTo>
                    <a:pt x="14068"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4620;p40">
              <a:extLst>
                <a:ext uri="{FF2B5EF4-FFF2-40B4-BE49-F238E27FC236}">
                  <a16:creationId xmlns:a16="http://schemas.microsoft.com/office/drawing/2014/main" id="{4AE513C1-C693-F1D4-6FDF-E4376A1AA5FA}"/>
                </a:ext>
              </a:extLst>
            </p:cNvPr>
            <p:cNvSpPr/>
            <p:nvPr/>
          </p:nvSpPr>
          <p:spPr>
            <a:xfrm>
              <a:off x="5505084" y="2203846"/>
              <a:ext cx="233247" cy="246462"/>
            </a:xfrm>
            <a:custGeom>
              <a:avLst/>
              <a:gdLst/>
              <a:ahLst/>
              <a:cxnLst/>
              <a:rect l="l" t="t" r="r" b="b"/>
              <a:pathLst>
                <a:path w="14068" h="14865" fill="none" extrusionOk="0">
                  <a:moveTo>
                    <a:pt x="14068" y="13537"/>
                  </a:moveTo>
                  <a:lnTo>
                    <a:pt x="14068" y="1"/>
                  </a:lnTo>
                  <a:lnTo>
                    <a:pt x="1" y="8096"/>
                  </a:lnTo>
                  <a:lnTo>
                    <a:pt x="11812" y="14864"/>
                  </a:lnTo>
                  <a:lnTo>
                    <a:pt x="14068" y="1353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4621;p40">
              <a:extLst>
                <a:ext uri="{FF2B5EF4-FFF2-40B4-BE49-F238E27FC236}">
                  <a16:creationId xmlns:a16="http://schemas.microsoft.com/office/drawing/2014/main" id="{AE5FA021-C9D8-F45C-58B0-3EDDBEE9EC1F}"/>
                </a:ext>
              </a:extLst>
            </p:cNvPr>
            <p:cNvSpPr/>
            <p:nvPr/>
          </p:nvSpPr>
          <p:spPr>
            <a:xfrm>
              <a:off x="5738315" y="2203846"/>
              <a:ext cx="231059" cy="246462"/>
            </a:xfrm>
            <a:custGeom>
              <a:avLst/>
              <a:gdLst/>
              <a:ahLst/>
              <a:cxnLst/>
              <a:rect l="l" t="t" r="r" b="b"/>
              <a:pathLst>
                <a:path w="13936" h="14865" extrusionOk="0">
                  <a:moveTo>
                    <a:pt x="1" y="1"/>
                  </a:moveTo>
                  <a:lnTo>
                    <a:pt x="1" y="13537"/>
                  </a:lnTo>
                  <a:lnTo>
                    <a:pt x="2257" y="14864"/>
                  </a:lnTo>
                  <a:lnTo>
                    <a:pt x="13936" y="8096"/>
                  </a:lnTo>
                  <a:lnTo>
                    <a:pt x="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4622;p40">
              <a:extLst>
                <a:ext uri="{FF2B5EF4-FFF2-40B4-BE49-F238E27FC236}">
                  <a16:creationId xmlns:a16="http://schemas.microsoft.com/office/drawing/2014/main" id="{A704AB76-033A-B99F-7048-451B7DEC4AFE}"/>
                </a:ext>
              </a:extLst>
            </p:cNvPr>
            <p:cNvSpPr/>
            <p:nvPr/>
          </p:nvSpPr>
          <p:spPr>
            <a:xfrm>
              <a:off x="5738315" y="2203846"/>
              <a:ext cx="231059" cy="246462"/>
            </a:xfrm>
            <a:custGeom>
              <a:avLst/>
              <a:gdLst/>
              <a:ahLst/>
              <a:cxnLst/>
              <a:rect l="l" t="t" r="r" b="b"/>
              <a:pathLst>
                <a:path w="13936" h="14865" fill="none" extrusionOk="0">
                  <a:moveTo>
                    <a:pt x="1" y="1"/>
                  </a:moveTo>
                  <a:lnTo>
                    <a:pt x="1" y="13537"/>
                  </a:lnTo>
                  <a:lnTo>
                    <a:pt x="2257" y="14864"/>
                  </a:lnTo>
                  <a:lnTo>
                    <a:pt x="13936" y="8096"/>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4623;p40">
              <a:extLst>
                <a:ext uri="{FF2B5EF4-FFF2-40B4-BE49-F238E27FC236}">
                  <a16:creationId xmlns:a16="http://schemas.microsoft.com/office/drawing/2014/main" id="{DA9C6A14-E16D-9483-AF7B-BA523D0A30E6}"/>
                </a:ext>
              </a:extLst>
            </p:cNvPr>
            <p:cNvSpPr/>
            <p:nvPr/>
          </p:nvSpPr>
          <p:spPr>
            <a:xfrm>
              <a:off x="5505084" y="2338061"/>
              <a:ext cx="233247" cy="354281"/>
            </a:xfrm>
            <a:custGeom>
              <a:avLst/>
              <a:gdLst/>
              <a:ahLst/>
              <a:cxnLst/>
              <a:rect l="l" t="t" r="r" b="b"/>
              <a:pathLst>
                <a:path w="14068" h="21368" extrusionOk="0">
                  <a:moveTo>
                    <a:pt x="1" y="1"/>
                  </a:moveTo>
                  <a:lnTo>
                    <a:pt x="1" y="13272"/>
                  </a:lnTo>
                  <a:lnTo>
                    <a:pt x="14068" y="21367"/>
                  </a:lnTo>
                  <a:lnTo>
                    <a:pt x="14068" y="8096"/>
                  </a:lnTo>
                  <a:lnTo>
                    <a:pt x="1"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4624;p40">
              <a:extLst>
                <a:ext uri="{FF2B5EF4-FFF2-40B4-BE49-F238E27FC236}">
                  <a16:creationId xmlns:a16="http://schemas.microsoft.com/office/drawing/2014/main" id="{38388809-8F18-BFBA-1145-DEDDFA53036B}"/>
                </a:ext>
              </a:extLst>
            </p:cNvPr>
            <p:cNvSpPr/>
            <p:nvPr/>
          </p:nvSpPr>
          <p:spPr>
            <a:xfrm>
              <a:off x="5505084" y="2338061"/>
              <a:ext cx="233247" cy="354281"/>
            </a:xfrm>
            <a:custGeom>
              <a:avLst/>
              <a:gdLst/>
              <a:ahLst/>
              <a:cxnLst/>
              <a:rect l="l" t="t" r="r" b="b"/>
              <a:pathLst>
                <a:path w="14068" h="21368" fill="none" extrusionOk="0">
                  <a:moveTo>
                    <a:pt x="1" y="1"/>
                  </a:moveTo>
                  <a:lnTo>
                    <a:pt x="1" y="13272"/>
                  </a:lnTo>
                  <a:lnTo>
                    <a:pt x="14068" y="21367"/>
                  </a:lnTo>
                  <a:lnTo>
                    <a:pt x="14068" y="8096"/>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4625;p40">
              <a:extLst>
                <a:ext uri="{FF2B5EF4-FFF2-40B4-BE49-F238E27FC236}">
                  <a16:creationId xmlns:a16="http://schemas.microsoft.com/office/drawing/2014/main" id="{0D1D8055-8E01-4FFD-CC14-FAF6FCBA9D4A}"/>
                </a:ext>
              </a:extLst>
            </p:cNvPr>
            <p:cNvSpPr/>
            <p:nvPr/>
          </p:nvSpPr>
          <p:spPr>
            <a:xfrm>
              <a:off x="5738315" y="2338061"/>
              <a:ext cx="231059" cy="354281"/>
            </a:xfrm>
            <a:custGeom>
              <a:avLst/>
              <a:gdLst/>
              <a:ahLst/>
              <a:cxnLst/>
              <a:rect l="l" t="t" r="r" b="b"/>
              <a:pathLst>
                <a:path w="13936" h="21368" extrusionOk="0">
                  <a:moveTo>
                    <a:pt x="13936" y="1"/>
                  </a:moveTo>
                  <a:lnTo>
                    <a:pt x="1" y="8096"/>
                  </a:lnTo>
                  <a:lnTo>
                    <a:pt x="1" y="21367"/>
                  </a:lnTo>
                  <a:lnTo>
                    <a:pt x="13936" y="13272"/>
                  </a:lnTo>
                  <a:lnTo>
                    <a:pt x="13936"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4626;p40">
              <a:extLst>
                <a:ext uri="{FF2B5EF4-FFF2-40B4-BE49-F238E27FC236}">
                  <a16:creationId xmlns:a16="http://schemas.microsoft.com/office/drawing/2014/main" id="{940CFA11-7A24-0AE8-4F14-35D86D88AA43}"/>
                </a:ext>
              </a:extLst>
            </p:cNvPr>
            <p:cNvSpPr/>
            <p:nvPr/>
          </p:nvSpPr>
          <p:spPr>
            <a:xfrm>
              <a:off x="5738315" y="2338061"/>
              <a:ext cx="231059" cy="354281"/>
            </a:xfrm>
            <a:custGeom>
              <a:avLst/>
              <a:gdLst/>
              <a:ahLst/>
              <a:cxnLst/>
              <a:rect l="l" t="t" r="r" b="b"/>
              <a:pathLst>
                <a:path w="13936" h="21368" fill="none" extrusionOk="0">
                  <a:moveTo>
                    <a:pt x="1" y="8096"/>
                  </a:moveTo>
                  <a:lnTo>
                    <a:pt x="1" y="21367"/>
                  </a:lnTo>
                  <a:lnTo>
                    <a:pt x="13936" y="13272"/>
                  </a:lnTo>
                  <a:lnTo>
                    <a:pt x="13936" y="1"/>
                  </a:lnTo>
                  <a:lnTo>
                    <a:pt x="1" y="8096"/>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4627;p40">
              <a:extLst>
                <a:ext uri="{FF2B5EF4-FFF2-40B4-BE49-F238E27FC236}">
                  <a16:creationId xmlns:a16="http://schemas.microsoft.com/office/drawing/2014/main" id="{0E4DA545-224A-0070-3F6B-8823032FCF8F}"/>
                </a:ext>
              </a:extLst>
            </p:cNvPr>
            <p:cNvSpPr/>
            <p:nvPr/>
          </p:nvSpPr>
          <p:spPr>
            <a:xfrm>
              <a:off x="5738315" y="2472292"/>
              <a:ext cx="171653" cy="220050"/>
            </a:xfrm>
            <a:custGeom>
              <a:avLst/>
              <a:gdLst/>
              <a:ahLst/>
              <a:cxnLst/>
              <a:rect l="l" t="t" r="r" b="b"/>
              <a:pathLst>
                <a:path w="10353" h="13272" extrusionOk="0">
                  <a:moveTo>
                    <a:pt x="1" y="0"/>
                  </a:moveTo>
                  <a:lnTo>
                    <a:pt x="1" y="13271"/>
                  </a:lnTo>
                  <a:lnTo>
                    <a:pt x="10352" y="7167"/>
                  </a:lnTo>
                  <a:lnTo>
                    <a:pt x="266" y="12740"/>
                  </a:lnTo>
                  <a:lnTo>
                    <a:pt x="1"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4628;p40">
              <a:extLst>
                <a:ext uri="{FF2B5EF4-FFF2-40B4-BE49-F238E27FC236}">
                  <a16:creationId xmlns:a16="http://schemas.microsoft.com/office/drawing/2014/main" id="{D8ABB79D-FCBA-B904-7082-285B24898E1C}"/>
                </a:ext>
              </a:extLst>
            </p:cNvPr>
            <p:cNvSpPr/>
            <p:nvPr/>
          </p:nvSpPr>
          <p:spPr>
            <a:xfrm>
              <a:off x="5738315" y="2472292"/>
              <a:ext cx="171653" cy="220050"/>
            </a:xfrm>
            <a:custGeom>
              <a:avLst/>
              <a:gdLst/>
              <a:ahLst/>
              <a:cxnLst/>
              <a:rect l="l" t="t" r="r" b="b"/>
              <a:pathLst>
                <a:path w="10353" h="13272" fill="none" extrusionOk="0">
                  <a:moveTo>
                    <a:pt x="1" y="0"/>
                  </a:moveTo>
                  <a:lnTo>
                    <a:pt x="266" y="12740"/>
                  </a:lnTo>
                  <a:lnTo>
                    <a:pt x="10352" y="7167"/>
                  </a:lnTo>
                  <a:lnTo>
                    <a:pt x="1" y="13271"/>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4629;p40">
              <a:extLst>
                <a:ext uri="{FF2B5EF4-FFF2-40B4-BE49-F238E27FC236}">
                  <a16:creationId xmlns:a16="http://schemas.microsoft.com/office/drawing/2014/main" id="{9741E5F2-1D2F-6B28-77D9-D159925857AC}"/>
                </a:ext>
              </a:extLst>
            </p:cNvPr>
            <p:cNvSpPr/>
            <p:nvPr/>
          </p:nvSpPr>
          <p:spPr>
            <a:xfrm>
              <a:off x="5799926" y="2606508"/>
              <a:ext cx="2222" cy="26429"/>
            </a:xfrm>
            <a:custGeom>
              <a:avLst/>
              <a:gdLst/>
              <a:ahLst/>
              <a:cxnLst/>
              <a:rect l="l" t="t" r="r" b="b"/>
              <a:pathLst>
                <a:path w="134" h="1594" extrusionOk="0">
                  <a:moveTo>
                    <a:pt x="1" y="1"/>
                  </a:moveTo>
                  <a:lnTo>
                    <a:pt x="1" y="266"/>
                  </a:lnTo>
                  <a:lnTo>
                    <a:pt x="1" y="1593"/>
                  </a:lnTo>
                  <a:lnTo>
                    <a:pt x="134" y="1593"/>
                  </a:lnTo>
                  <a:lnTo>
                    <a:pt x="134" y="133"/>
                  </a:lnTo>
                  <a:lnTo>
                    <a:pt x="1" y="1"/>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4630;p40">
              <a:extLst>
                <a:ext uri="{FF2B5EF4-FFF2-40B4-BE49-F238E27FC236}">
                  <a16:creationId xmlns:a16="http://schemas.microsoft.com/office/drawing/2014/main" id="{D460EB40-0988-B9F5-38CF-37F217A63ADC}"/>
                </a:ext>
              </a:extLst>
            </p:cNvPr>
            <p:cNvSpPr/>
            <p:nvPr/>
          </p:nvSpPr>
          <p:spPr>
            <a:xfrm>
              <a:off x="5799926" y="2606508"/>
              <a:ext cx="2222" cy="26429"/>
            </a:xfrm>
            <a:custGeom>
              <a:avLst/>
              <a:gdLst/>
              <a:ahLst/>
              <a:cxnLst/>
              <a:rect l="l" t="t" r="r" b="b"/>
              <a:pathLst>
                <a:path w="134" h="1594" fill="none" extrusionOk="0">
                  <a:moveTo>
                    <a:pt x="1" y="1"/>
                  </a:moveTo>
                  <a:lnTo>
                    <a:pt x="1" y="266"/>
                  </a:lnTo>
                  <a:lnTo>
                    <a:pt x="1" y="1593"/>
                  </a:lnTo>
                  <a:lnTo>
                    <a:pt x="1" y="1593"/>
                  </a:lnTo>
                  <a:lnTo>
                    <a:pt x="134" y="1593"/>
                  </a:lnTo>
                  <a:lnTo>
                    <a:pt x="134" y="133"/>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4631;p40">
              <a:extLst>
                <a:ext uri="{FF2B5EF4-FFF2-40B4-BE49-F238E27FC236}">
                  <a16:creationId xmlns:a16="http://schemas.microsoft.com/office/drawing/2014/main" id="{9B5AD50D-7D13-2718-8A71-79360776FF07}"/>
                </a:ext>
              </a:extLst>
            </p:cNvPr>
            <p:cNvSpPr/>
            <p:nvPr/>
          </p:nvSpPr>
          <p:spPr>
            <a:xfrm>
              <a:off x="5795532" y="2602114"/>
              <a:ext cx="8821" cy="13214"/>
            </a:xfrm>
            <a:custGeom>
              <a:avLst/>
              <a:gdLst/>
              <a:ahLst/>
              <a:cxnLst/>
              <a:rect l="l" t="t" r="r" b="b"/>
              <a:pathLst>
                <a:path w="532" h="797" extrusionOk="0">
                  <a:moveTo>
                    <a:pt x="266" y="0"/>
                  </a:moveTo>
                  <a:lnTo>
                    <a:pt x="0" y="664"/>
                  </a:lnTo>
                  <a:lnTo>
                    <a:pt x="0" y="796"/>
                  </a:lnTo>
                  <a:lnTo>
                    <a:pt x="133" y="664"/>
                  </a:lnTo>
                  <a:lnTo>
                    <a:pt x="266" y="531"/>
                  </a:lnTo>
                  <a:lnTo>
                    <a:pt x="266" y="266"/>
                  </a:lnTo>
                  <a:lnTo>
                    <a:pt x="399" y="398"/>
                  </a:lnTo>
                  <a:lnTo>
                    <a:pt x="399" y="531"/>
                  </a:lnTo>
                  <a:lnTo>
                    <a:pt x="531" y="531"/>
                  </a:lnTo>
                  <a:lnTo>
                    <a:pt x="531" y="398"/>
                  </a:lnTo>
                  <a:lnTo>
                    <a:pt x="266" y="0"/>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4632;p40">
              <a:extLst>
                <a:ext uri="{FF2B5EF4-FFF2-40B4-BE49-F238E27FC236}">
                  <a16:creationId xmlns:a16="http://schemas.microsoft.com/office/drawing/2014/main" id="{9BCF6654-8938-6FFD-FED4-9B4CFEF105D9}"/>
                </a:ext>
              </a:extLst>
            </p:cNvPr>
            <p:cNvSpPr/>
            <p:nvPr/>
          </p:nvSpPr>
          <p:spPr>
            <a:xfrm>
              <a:off x="5795532" y="2602114"/>
              <a:ext cx="8821" cy="13214"/>
            </a:xfrm>
            <a:custGeom>
              <a:avLst/>
              <a:gdLst/>
              <a:ahLst/>
              <a:cxnLst/>
              <a:rect l="l" t="t" r="r" b="b"/>
              <a:pathLst>
                <a:path w="532" h="797" fill="none" extrusionOk="0">
                  <a:moveTo>
                    <a:pt x="266" y="0"/>
                  </a:moveTo>
                  <a:lnTo>
                    <a:pt x="0" y="664"/>
                  </a:lnTo>
                  <a:lnTo>
                    <a:pt x="0" y="796"/>
                  </a:lnTo>
                  <a:lnTo>
                    <a:pt x="0" y="796"/>
                  </a:lnTo>
                  <a:lnTo>
                    <a:pt x="133" y="664"/>
                  </a:lnTo>
                  <a:lnTo>
                    <a:pt x="266" y="531"/>
                  </a:lnTo>
                  <a:lnTo>
                    <a:pt x="266" y="266"/>
                  </a:lnTo>
                  <a:lnTo>
                    <a:pt x="399" y="398"/>
                  </a:lnTo>
                  <a:lnTo>
                    <a:pt x="399" y="531"/>
                  </a:lnTo>
                  <a:lnTo>
                    <a:pt x="531" y="531"/>
                  </a:lnTo>
                  <a:lnTo>
                    <a:pt x="531" y="398"/>
                  </a:lnTo>
                  <a:lnTo>
                    <a:pt x="26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4633;p40">
              <a:extLst>
                <a:ext uri="{FF2B5EF4-FFF2-40B4-BE49-F238E27FC236}">
                  <a16:creationId xmlns:a16="http://schemas.microsoft.com/office/drawing/2014/main" id="{154A887C-9AE1-D656-8F29-5D58C947A92E}"/>
                </a:ext>
              </a:extLst>
            </p:cNvPr>
            <p:cNvSpPr/>
            <p:nvPr/>
          </p:nvSpPr>
          <p:spPr>
            <a:xfrm>
              <a:off x="5810935" y="2599909"/>
              <a:ext cx="2222" cy="26412"/>
            </a:xfrm>
            <a:custGeom>
              <a:avLst/>
              <a:gdLst/>
              <a:ahLst/>
              <a:cxnLst/>
              <a:rect l="l" t="t" r="r" b="b"/>
              <a:pathLst>
                <a:path w="134" h="1593" extrusionOk="0">
                  <a:moveTo>
                    <a:pt x="0" y="0"/>
                  </a:moveTo>
                  <a:lnTo>
                    <a:pt x="0" y="266"/>
                  </a:lnTo>
                  <a:lnTo>
                    <a:pt x="0" y="1593"/>
                  </a:lnTo>
                  <a:lnTo>
                    <a:pt x="133" y="1593"/>
                  </a:lnTo>
                  <a:lnTo>
                    <a:pt x="133" y="133"/>
                  </a:lnTo>
                  <a:lnTo>
                    <a:pt x="0" y="0"/>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4634;p40">
              <a:extLst>
                <a:ext uri="{FF2B5EF4-FFF2-40B4-BE49-F238E27FC236}">
                  <a16:creationId xmlns:a16="http://schemas.microsoft.com/office/drawing/2014/main" id="{D6944E03-516D-677F-4B57-A13C5F20F935}"/>
                </a:ext>
              </a:extLst>
            </p:cNvPr>
            <p:cNvSpPr/>
            <p:nvPr/>
          </p:nvSpPr>
          <p:spPr>
            <a:xfrm>
              <a:off x="5810935" y="2599909"/>
              <a:ext cx="2222" cy="26412"/>
            </a:xfrm>
            <a:custGeom>
              <a:avLst/>
              <a:gdLst/>
              <a:ahLst/>
              <a:cxnLst/>
              <a:rect l="l" t="t" r="r" b="b"/>
              <a:pathLst>
                <a:path w="134" h="1593" fill="none" extrusionOk="0">
                  <a:moveTo>
                    <a:pt x="0" y="0"/>
                  </a:moveTo>
                  <a:lnTo>
                    <a:pt x="0" y="266"/>
                  </a:lnTo>
                  <a:lnTo>
                    <a:pt x="0" y="1593"/>
                  </a:lnTo>
                  <a:lnTo>
                    <a:pt x="0" y="1593"/>
                  </a:lnTo>
                  <a:lnTo>
                    <a:pt x="133" y="1593"/>
                  </a:lnTo>
                  <a:lnTo>
                    <a:pt x="133" y="133"/>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4635;p40">
              <a:extLst>
                <a:ext uri="{FF2B5EF4-FFF2-40B4-BE49-F238E27FC236}">
                  <a16:creationId xmlns:a16="http://schemas.microsoft.com/office/drawing/2014/main" id="{8B3EA587-4B0D-2C42-E043-168274739A9E}"/>
                </a:ext>
              </a:extLst>
            </p:cNvPr>
            <p:cNvSpPr/>
            <p:nvPr/>
          </p:nvSpPr>
          <p:spPr>
            <a:xfrm>
              <a:off x="5806525" y="2595515"/>
              <a:ext cx="8821" cy="13214"/>
            </a:xfrm>
            <a:custGeom>
              <a:avLst/>
              <a:gdLst/>
              <a:ahLst/>
              <a:cxnLst/>
              <a:rect l="l" t="t" r="r" b="b"/>
              <a:pathLst>
                <a:path w="532" h="797" extrusionOk="0">
                  <a:moveTo>
                    <a:pt x="266" y="0"/>
                  </a:moveTo>
                  <a:lnTo>
                    <a:pt x="1" y="664"/>
                  </a:lnTo>
                  <a:lnTo>
                    <a:pt x="1" y="796"/>
                  </a:lnTo>
                  <a:lnTo>
                    <a:pt x="134" y="796"/>
                  </a:lnTo>
                  <a:lnTo>
                    <a:pt x="134" y="664"/>
                  </a:lnTo>
                  <a:lnTo>
                    <a:pt x="266" y="531"/>
                  </a:lnTo>
                  <a:lnTo>
                    <a:pt x="266" y="265"/>
                  </a:lnTo>
                  <a:lnTo>
                    <a:pt x="399" y="398"/>
                  </a:lnTo>
                  <a:lnTo>
                    <a:pt x="399" y="531"/>
                  </a:lnTo>
                  <a:lnTo>
                    <a:pt x="532" y="531"/>
                  </a:lnTo>
                  <a:lnTo>
                    <a:pt x="532" y="398"/>
                  </a:lnTo>
                  <a:lnTo>
                    <a:pt x="266" y="0"/>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4636;p40">
              <a:extLst>
                <a:ext uri="{FF2B5EF4-FFF2-40B4-BE49-F238E27FC236}">
                  <a16:creationId xmlns:a16="http://schemas.microsoft.com/office/drawing/2014/main" id="{202A680B-2D2C-004D-CC8C-033755653550}"/>
                </a:ext>
              </a:extLst>
            </p:cNvPr>
            <p:cNvSpPr/>
            <p:nvPr/>
          </p:nvSpPr>
          <p:spPr>
            <a:xfrm>
              <a:off x="5806525" y="2595515"/>
              <a:ext cx="8821" cy="13214"/>
            </a:xfrm>
            <a:custGeom>
              <a:avLst/>
              <a:gdLst/>
              <a:ahLst/>
              <a:cxnLst/>
              <a:rect l="l" t="t" r="r" b="b"/>
              <a:pathLst>
                <a:path w="532" h="797" fill="none" extrusionOk="0">
                  <a:moveTo>
                    <a:pt x="266" y="0"/>
                  </a:moveTo>
                  <a:lnTo>
                    <a:pt x="1" y="664"/>
                  </a:lnTo>
                  <a:lnTo>
                    <a:pt x="1" y="796"/>
                  </a:lnTo>
                  <a:lnTo>
                    <a:pt x="134" y="796"/>
                  </a:lnTo>
                  <a:lnTo>
                    <a:pt x="134" y="664"/>
                  </a:lnTo>
                  <a:lnTo>
                    <a:pt x="266" y="531"/>
                  </a:lnTo>
                  <a:lnTo>
                    <a:pt x="266" y="265"/>
                  </a:lnTo>
                  <a:lnTo>
                    <a:pt x="399" y="398"/>
                  </a:lnTo>
                  <a:lnTo>
                    <a:pt x="399" y="531"/>
                  </a:lnTo>
                  <a:lnTo>
                    <a:pt x="532" y="531"/>
                  </a:lnTo>
                  <a:lnTo>
                    <a:pt x="532" y="398"/>
                  </a:lnTo>
                  <a:lnTo>
                    <a:pt x="26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4637;p40">
              <a:extLst>
                <a:ext uri="{FF2B5EF4-FFF2-40B4-BE49-F238E27FC236}">
                  <a16:creationId xmlns:a16="http://schemas.microsoft.com/office/drawing/2014/main" id="{AE561892-CC32-91A5-5CF1-725BAFEF38FB}"/>
                </a:ext>
              </a:extLst>
            </p:cNvPr>
            <p:cNvSpPr/>
            <p:nvPr/>
          </p:nvSpPr>
          <p:spPr>
            <a:xfrm>
              <a:off x="5764726" y="2630714"/>
              <a:ext cx="8821" cy="22018"/>
            </a:xfrm>
            <a:custGeom>
              <a:avLst/>
              <a:gdLst/>
              <a:ahLst/>
              <a:cxnLst/>
              <a:rect l="l" t="t" r="r" b="b"/>
              <a:pathLst>
                <a:path w="532" h="1328" extrusionOk="0">
                  <a:moveTo>
                    <a:pt x="531" y="0"/>
                  </a:moveTo>
                  <a:lnTo>
                    <a:pt x="266" y="133"/>
                  </a:lnTo>
                  <a:lnTo>
                    <a:pt x="266" y="797"/>
                  </a:lnTo>
                  <a:lnTo>
                    <a:pt x="266" y="1062"/>
                  </a:lnTo>
                  <a:lnTo>
                    <a:pt x="133" y="1195"/>
                  </a:lnTo>
                  <a:lnTo>
                    <a:pt x="133" y="1062"/>
                  </a:lnTo>
                  <a:lnTo>
                    <a:pt x="133" y="929"/>
                  </a:lnTo>
                  <a:lnTo>
                    <a:pt x="0" y="797"/>
                  </a:lnTo>
                  <a:lnTo>
                    <a:pt x="0" y="929"/>
                  </a:lnTo>
                  <a:lnTo>
                    <a:pt x="0" y="1062"/>
                  </a:lnTo>
                  <a:lnTo>
                    <a:pt x="0" y="1328"/>
                  </a:lnTo>
                  <a:lnTo>
                    <a:pt x="266" y="1328"/>
                  </a:lnTo>
                  <a:lnTo>
                    <a:pt x="399" y="1062"/>
                  </a:lnTo>
                  <a:lnTo>
                    <a:pt x="531" y="797"/>
                  </a:lnTo>
                  <a:lnTo>
                    <a:pt x="531" y="0"/>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4638;p40">
              <a:extLst>
                <a:ext uri="{FF2B5EF4-FFF2-40B4-BE49-F238E27FC236}">
                  <a16:creationId xmlns:a16="http://schemas.microsoft.com/office/drawing/2014/main" id="{F0ACED76-34E1-9DC3-FF55-6B2B24F3B5E1}"/>
                </a:ext>
              </a:extLst>
            </p:cNvPr>
            <p:cNvSpPr/>
            <p:nvPr/>
          </p:nvSpPr>
          <p:spPr>
            <a:xfrm>
              <a:off x="5764726" y="2630714"/>
              <a:ext cx="8821" cy="22018"/>
            </a:xfrm>
            <a:custGeom>
              <a:avLst/>
              <a:gdLst/>
              <a:ahLst/>
              <a:cxnLst/>
              <a:rect l="l" t="t" r="r" b="b"/>
              <a:pathLst>
                <a:path w="532" h="1328" fill="none" extrusionOk="0">
                  <a:moveTo>
                    <a:pt x="531" y="0"/>
                  </a:moveTo>
                  <a:lnTo>
                    <a:pt x="266" y="133"/>
                  </a:lnTo>
                  <a:lnTo>
                    <a:pt x="266" y="797"/>
                  </a:lnTo>
                  <a:lnTo>
                    <a:pt x="266" y="797"/>
                  </a:lnTo>
                  <a:lnTo>
                    <a:pt x="266" y="1062"/>
                  </a:lnTo>
                  <a:lnTo>
                    <a:pt x="133" y="1195"/>
                  </a:lnTo>
                  <a:lnTo>
                    <a:pt x="133" y="1195"/>
                  </a:lnTo>
                  <a:lnTo>
                    <a:pt x="133" y="1062"/>
                  </a:lnTo>
                  <a:lnTo>
                    <a:pt x="133" y="929"/>
                  </a:lnTo>
                  <a:lnTo>
                    <a:pt x="0" y="797"/>
                  </a:lnTo>
                  <a:lnTo>
                    <a:pt x="0" y="929"/>
                  </a:lnTo>
                  <a:lnTo>
                    <a:pt x="0" y="1062"/>
                  </a:lnTo>
                  <a:lnTo>
                    <a:pt x="0" y="1062"/>
                  </a:lnTo>
                  <a:lnTo>
                    <a:pt x="0" y="1328"/>
                  </a:lnTo>
                  <a:lnTo>
                    <a:pt x="133" y="1328"/>
                  </a:lnTo>
                  <a:lnTo>
                    <a:pt x="266" y="1328"/>
                  </a:lnTo>
                  <a:lnTo>
                    <a:pt x="266" y="1328"/>
                  </a:lnTo>
                  <a:lnTo>
                    <a:pt x="399" y="1062"/>
                  </a:lnTo>
                  <a:lnTo>
                    <a:pt x="531" y="797"/>
                  </a:lnTo>
                  <a:lnTo>
                    <a:pt x="53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4639;p40">
              <a:extLst>
                <a:ext uri="{FF2B5EF4-FFF2-40B4-BE49-F238E27FC236}">
                  <a16:creationId xmlns:a16="http://schemas.microsoft.com/office/drawing/2014/main" id="{70F7F0A5-39FE-908C-A9BC-8D3DF4426749}"/>
                </a:ext>
              </a:extLst>
            </p:cNvPr>
            <p:cNvSpPr/>
            <p:nvPr/>
          </p:nvSpPr>
          <p:spPr>
            <a:xfrm>
              <a:off x="5753717" y="2608713"/>
              <a:ext cx="33027" cy="33011"/>
            </a:xfrm>
            <a:custGeom>
              <a:avLst/>
              <a:gdLst/>
              <a:ahLst/>
              <a:cxnLst/>
              <a:rect l="l" t="t" r="r" b="b"/>
              <a:pathLst>
                <a:path w="1992" h="1991" extrusionOk="0">
                  <a:moveTo>
                    <a:pt x="1461" y="133"/>
                  </a:moveTo>
                  <a:lnTo>
                    <a:pt x="1593" y="266"/>
                  </a:lnTo>
                  <a:lnTo>
                    <a:pt x="1726" y="398"/>
                  </a:lnTo>
                  <a:lnTo>
                    <a:pt x="1859" y="664"/>
                  </a:lnTo>
                  <a:lnTo>
                    <a:pt x="134" y="1726"/>
                  </a:lnTo>
                  <a:lnTo>
                    <a:pt x="266" y="1327"/>
                  </a:lnTo>
                  <a:lnTo>
                    <a:pt x="399" y="929"/>
                  </a:lnTo>
                  <a:lnTo>
                    <a:pt x="797" y="531"/>
                  </a:lnTo>
                  <a:lnTo>
                    <a:pt x="1063" y="266"/>
                  </a:lnTo>
                  <a:lnTo>
                    <a:pt x="1461" y="133"/>
                  </a:lnTo>
                  <a:close/>
                  <a:moveTo>
                    <a:pt x="1461" y="0"/>
                  </a:moveTo>
                  <a:lnTo>
                    <a:pt x="930" y="133"/>
                  </a:lnTo>
                  <a:lnTo>
                    <a:pt x="664" y="531"/>
                  </a:lnTo>
                  <a:lnTo>
                    <a:pt x="266" y="929"/>
                  </a:lnTo>
                  <a:lnTo>
                    <a:pt x="134" y="1327"/>
                  </a:lnTo>
                  <a:lnTo>
                    <a:pt x="1" y="1858"/>
                  </a:lnTo>
                  <a:lnTo>
                    <a:pt x="1" y="1991"/>
                  </a:lnTo>
                  <a:lnTo>
                    <a:pt x="930" y="1460"/>
                  </a:lnTo>
                  <a:lnTo>
                    <a:pt x="1195" y="1327"/>
                  </a:lnTo>
                  <a:lnTo>
                    <a:pt x="1992" y="797"/>
                  </a:lnTo>
                  <a:lnTo>
                    <a:pt x="1859" y="398"/>
                  </a:lnTo>
                  <a:lnTo>
                    <a:pt x="1726" y="133"/>
                  </a:lnTo>
                  <a:lnTo>
                    <a:pt x="1461" y="0"/>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4640;p40">
              <a:extLst>
                <a:ext uri="{FF2B5EF4-FFF2-40B4-BE49-F238E27FC236}">
                  <a16:creationId xmlns:a16="http://schemas.microsoft.com/office/drawing/2014/main" id="{B3ABC59B-3D99-95E3-18F7-4B7AEF2BFFA9}"/>
                </a:ext>
              </a:extLst>
            </p:cNvPr>
            <p:cNvSpPr/>
            <p:nvPr/>
          </p:nvSpPr>
          <p:spPr>
            <a:xfrm>
              <a:off x="5755922" y="2610918"/>
              <a:ext cx="28617" cy="26412"/>
            </a:xfrm>
            <a:custGeom>
              <a:avLst/>
              <a:gdLst/>
              <a:ahLst/>
              <a:cxnLst/>
              <a:rect l="l" t="t" r="r" b="b"/>
              <a:pathLst>
                <a:path w="1726" h="1593" fill="none" extrusionOk="0">
                  <a:moveTo>
                    <a:pt x="1" y="1593"/>
                  </a:moveTo>
                  <a:lnTo>
                    <a:pt x="1" y="1593"/>
                  </a:lnTo>
                  <a:lnTo>
                    <a:pt x="133" y="1194"/>
                  </a:lnTo>
                  <a:lnTo>
                    <a:pt x="266" y="796"/>
                  </a:lnTo>
                  <a:lnTo>
                    <a:pt x="664" y="398"/>
                  </a:lnTo>
                  <a:lnTo>
                    <a:pt x="930" y="133"/>
                  </a:lnTo>
                  <a:lnTo>
                    <a:pt x="930" y="133"/>
                  </a:lnTo>
                  <a:lnTo>
                    <a:pt x="1328" y="0"/>
                  </a:lnTo>
                  <a:lnTo>
                    <a:pt x="1328" y="0"/>
                  </a:lnTo>
                  <a:lnTo>
                    <a:pt x="1460" y="133"/>
                  </a:lnTo>
                  <a:lnTo>
                    <a:pt x="1460" y="133"/>
                  </a:lnTo>
                  <a:lnTo>
                    <a:pt x="1593" y="265"/>
                  </a:lnTo>
                  <a:lnTo>
                    <a:pt x="1726" y="531"/>
                  </a:lnTo>
                  <a:lnTo>
                    <a:pt x="1" y="159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4641;p40">
              <a:extLst>
                <a:ext uri="{FF2B5EF4-FFF2-40B4-BE49-F238E27FC236}">
                  <a16:creationId xmlns:a16="http://schemas.microsoft.com/office/drawing/2014/main" id="{6F299B43-B193-672F-7213-8743982B95DA}"/>
                </a:ext>
              </a:extLst>
            </p:cNvPr>
            <p:cNvSpPr/>
            <p:nvPr/>
          </p:nvSpPr>
          <p:spPr>
            <a:xfrm>
              <a:off x="5753717" y="2608713"/>
              <a:ext cx="33027" cy="33011"/>
            </a:xfrm>
            <a:custGeom>
              <a:avLst/>
              <a:gdLst/>
              <a:ahLst/>
              <a:cxnLst/>
              <a:rect l="l" t="t" r="r" b="b"/>
              <a:pathLst>
                <a:path w="1992" h="1991" fill="none" extrusionOk="0">
                  <a:moveTo>
                    <a:pt x="1461" y="0"/>
                  </a:moveTo>
                  <a:lnTo>
                    <a:pt x="1461" y="0"/>
                  </a:lnTo>
                  <a:lnTo>
                    <a:pt x="930" y="133"/>
                  </a:lnTo>
                  <a:lnTo>
                    <a:pt x="930" y="133"/>
                  </a:lnTo>
                  <a:lnTo>
                    <a:pt x="664" y="531"/>
                  </a:lnTo>
                  <a:lnTo>
                    <a:pt x="266" y="929"/>
                  </a:lnTo>
                  <a:lnTo>
                    <a:pt x="134" y="1327"/>
                  </a:lnTo>
                  <a:lnTo>
                    <a:pt x="1" y="1858"/>
                  </a:lnTo>
                  <a:lnTo>
                    <a:pt x="1" y="1991"/>
                  </a:lnTo>
                  <a:lnTo>
                    <a:pt x="930" y="1460"/>
                  </a:lnTo>
                  <a:lnTo>
                    <a:pt x="1195" y="1327"/>
                  </a:lnTo>
                  <a:lnTo>
                    <a:pt x="1992" y="797"/>
                  </a:lnTo>
                  <a:lnTo>
                    <a:pt x="1992" y="797"/>
                  </a:lnTo>
                  <a:lnTo>
                    <a:pt x="1992" y="797"/>
                  </a:lnTo>
                  <a:lnTo>
                    <a:pt x="1859" y="398"/>
                  </a:lnTo>
                  <a:lnTo>
                    <a:pt x="1726" y="133"/>
                  </a:lnTo>
                  <a:lnTo>
                    <a:pt x="1726" y="133"/>
                  </a:lnTo>
                  <a:lnTo>
                    <a:pt x="146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4642;p40">
              <a:extLst>
                <a:ext uri="{FF2B5EF4-FFF2-40B4-BE49-F238E27FC236}">
                  <a16:creationId xmlns:a16="http://schemas.microsoft.com/office/drawing/2014/main" id="{30C4BEDE-53EC-57DC-7C23-A13B5ECA91F0}"/>
                </a:ext>
              </a:extLst>
            </p:cNvPr>
            <p:cNvSpPr/>
            <p:nvPr/>
          </p:nvSpPr>
          <p:spPr>
            <a:xfrm>
              <a:off x="5505084" y="2203846"/>
              <a:ext cx="464290" cy="268463"/>
            </a:xfrm>
            <a:custGeom>
              <a:avLst/>
              <a:gdLst/>
              <a:ahLst/>
              <a:cxnLst/>
              <a:rect l="l" t="t" r="r" b="b"/>
              <a:pathLst>
                <a:path w="28003" h="16192" extrusionOk="0">
                  <a:moveTo>
                    <a:pt x="14068" y="1"/>
                  </a:moveTo>
                  <a:lnTo>
                    <a:pt x="1" y="8096"/>
                  </a:lnTo>
                  <a:lnTo>
                    <a:pt x="14068" y="16191"/>
                  </a:lnTo>
                  <a:lnTo>
                    <a:pt x="28003" y="8096"/>
                  </a:lnTo>
                  <a:lnTo>
                    <a:pt x="14068"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4643;p40">
              <a:extLst>
                <a:ext uri="{FF2B5EF4-FFF2-40B4-BE49-F238E27FC236}">
                  <a16:creationId xmlns:a16="http://schemas.microsoft.com/office/drawing/2014/main" id="{83EAA6AE-78A7-8CB3-F1D8-EBB91D503E71}"/>
                </a:ext>
              </a:extLst>
            </p:cNvPr>
            <p:cNvSpPr/>
            <p:nvPr/>
          </p:nvSpPr>
          <p:spPr>
            <a:xfrm>
              <a:off x="5505084" y="2203846"/>
              <a:ext cx="464290" cy="268463"/>
            </a:xfrm>
            <a:custGeom>
              <a:avLst/>
              <a:gdLst/>
              <a:ahLst/>
              <a:cxnLst/>
              <a:rect l="l" t="t" r="r" b="b"/>
              <a:pathLst>
                <a:path w="28003" h="16192" fill="none" extrusionOk="0">
                  <a:moveTo>
                    <a:pt x="14068" y="1"/>
                  </a:moveTo>
                  <a:lnTo>
                    <a:pt x="1" y="8096"/>
                  </a:lnTo>
                  <a:lnTo>
                    <a:pt x="14068" y="16191"/>
                  </a:lnTo>
                  <a:lnTo>
                    <a:pt x="28003" y="8096"/>
                  </a:lnTo>
                  <a:lnTo>
                    <a:pt x="1406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4644;p40">
              <a:extLst>
                <a:ext uri="{FF2B5EF4-FFF2-40B4-BE49-F238E27FC236}">
                  <a16:creationId xmlns:a16="http://schemas.microsoft.com/office/drawing/2014/main" id="{B1B7B76B-9081-DCEA-6A27-98DAC13B1E7F}"/>
                </a:ext>
              </a:extLst>
            </p:cNvPr>
            <p:cNvSpPr/>
            <p:nvPr/>
          </p:nvSpPr>
          <p:spPr>
            <a:xfrm>
              <a:off x="5505084" y="2338061"/>
              <a:ext cx="464290" cy="134248"/>
            </a:xfrm>
            <a:custGeom>
              <a:avLst/>
              <a:gdLst/>
              <a:ahLst/>
              <a:cxnLst/>
              <a:rect l="l" t="t" r="r" b="b"/>
              <a:pathLst>
                <a:path w="28003" h="8097" extrusionOk="0">
                  <a:moveTo>
                    <a:pt x="28003" y="1"/>
                  </a:moveTo>
                  <a:lnTo>
                    <a:pt x="21765" y="3451"/>
                  </a:lnTo>
                  <a:lnTo>
                    <a:pt x="22031" y="3451"/>
                  </a:lnTo>
                  <a:lnTo>
                    <a:pt x="28003" y="1"/>
                  </a:lnTo>
                  <a:close/>
                  <a:moveTo>
                    <a:pt x="1" y="1"/>
                  </a:moveTo>
                  <a:lnTo>
                    <a:pt x="14068" y="8096"/>
                  </a:lnTo>
                  <a:lnTo>
                    <a:pt x="19907" y="4778"/>
                  </a:lnTo>
                  <a:lnTo>
                    <a:pt x="19642" y="4646"/>
                  </a:lnTo>
                  <a:lnTo>
                    <a:pt x="14068" y="7565"/>
                  </a:lnTo>
                  <a:lnTo>
                    <a:pt x="1" y="1"/>
                  </a:lnTo>
                  <a:close/>
                </a:path>
              </a:pathLst>
            </a:custGeom>
            <a:solidFill>
              <a:srgbClr val="586B7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4645;p40">
              <a:extLst>
                <a:ext uri="{FF2B5EF4-FFF2-40B4-BE49-F238E27FC236}">
                  <a16:creationId xmlns:a16="http://schemas.microsoft.com/office/drawing/2014/main" id="{E29DF355-BDD4-E35C-9CC7-57FF087A8AFD}"/>
                </a:ext>
              </a:extLst>
            </p:cNvPr>
            <p:cNvSpPr/>
            <p:nvPr/>
          </p:nvSpPr>
          <p:spPr>
            <a:xfrm>
              <a:off x="5505084" y="2338061"/>
              <a:ext cx="330075" cy="134248"/>
            </a:xfrm>
            <a:custGeom>
              <a:avLst/>
              <a:gdLst/>
              <a:ahLst/>
              <a:cxnLst/>
              <a:rect l="l" t="t" r="r" b="b"/>
              <a:pathLst>
                <a:path w="19908" h="8097" fill="none" extrusionOk="0">
                  <a:moveTo>
                    <a:pt x="1" y="1"/>
                  </a:moveTo>
                  <a:lnTo>
                    <a:pt x="14068" y="8096"/>
                  </a:lnTo>
                  <a:lnTo>
                    <a:pt x="19907" y="4778"/>
                  </a:lnTo>
                  <a:lnTo>
                    <a:pt x="19907" y="4778"/>
                  </a:lnTo>
                  <a:lnTo>
                    <a:pt x="19907" y="4778"/>
                  </a:lnTo>
                  <a:lnTo>
                    <a:pt x="19642" y="4646"/>
                  </a:lnTo>
                  <a:lnTo>
                    <a:pt x="14068" y="7565"/>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4646;p40">
              <a:extLst>
                <a:ext uri="{FF2B5EF4-FFF2-40B4-BE49-F238E27FC236}">
                  <a16:creationId xmlns:a16="http://schemas.microsoft.com/office/drawing/2014/main" id="{92AB46A5-86DE-7497-1929-F72143F43D14}"/>
                </a:ext>
              </a:extLst>
            </p:cNvPr>
            <p:cNvSpPr/>
            <p:nvPr/>
          </p:nvSpPr>
          <p:spPr>
            <a:xfrm>
              <a:off x="5865947" y="2338061"/>
              <a:ext cx="103426" cy="57234"/>
            </a:xfrm>
            <a:custGeom>
              <a:avLst/>
              <a:gdLst/>
              <a:ahLst/>
              <a:cxnLst/>
              <a:rect l="l" t="t" r="r" b="b"/>
              <a:pathLst>
                <a:path w="6238" h="3452" fill="none" extrusionOk="0">
                  <a:moveTo>
                    <a:pt x="6238" y="1"/>
                  </a:moveTo>
                  <a:lnTo>
                    <a:pt x="0" y="3451"/>
                  </a:lnTo>
                  <a:lnTo>
                    <a:pt x="266" y="3451"/>
                  </a:lnTo>
                  <a:lnTo>
                    <a:pt x="266" y="3451"/>
                  </a:lnTo>
                  <a:lnTo>
                    <a:pt x="266" y="3451"/>
                  </a:lnTo>
                  <a:lnTo>
                    <a:pt x="623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4647;p40">
              <a:extLst>
                <a:ext uri="{FF2B5EF4-FFF2-40B4-BE49-F238E27FC236}">
                  <a16:creationId xmlns:a16="http://schemas.microsoft.com/office/drawing/2014/main" id="{984DAD83-C19E-ED8B-3759-AD2B351DD632}"/>
                </a:ext>
              </a:extLst>
            </p:cNvPr>
            <p:cNvSpPr/>
            <p:nvPr/>
          </p:nvSpPr>
          <p:spPr>
            <a:xfrm>
              <a:off x="5601894" y="2261063"/>
              <a:ext cx="268463" cy="156233"/>
            </a:xfrm>
            <a:custGeom>
              <a:avLst/>
              <a:gdLst/>
              <a:ahLst/>
              <a:cxnLst/>
              <a:rect l="l" t="t" r="r" b="b"/>
              <a:pathLst>
                <a:path w="16192" h="9423" extrusionOk="0">
                  <a:moveTo>
                    <a:pt x="2124" y="0"/>
                  </a:moveTo>
                  <a:lnTo>
                    <a:pt x="1" y="1327"/>
                  </a:lnTo>
                  <a:lnTo>
                    <a:pt x="14068" y="9422"/>
                  </a:lnTo>
                  <a:lnTo>
                    <a:pt x="16192" y="8095"/>
                  </a:lnTo>
                  <a:lnTo>
                    <a:pt x="212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4648;p40">
              <a:extLst>
                <a:ext uri="{FF2B5EF4-FFF2-40B4-BE49-F238E27FC236}">
                  <a16:creationId xmlns:a16="http://schemas.microsoft.com/office/drawing/2014/main" id="{5926ED9A-CA1E-DCD8-56F0-7E2590FD82C2}"/>
                </a:ext>
              </a:extLst>
            </p:cNvPr>
            <p:cNvSpPr/>
            <p:nvPr/>
          </p:nvSpPr>
          <p:spPr>
            <a:xfrm>
              <a:off x="5835142" y="2395278"/>
              <a:ext cx="35216" cy="66022"/>
            </a:xfrm>
            <a:custGeom>
              <a:avLst/>
              <a:gdLst/>
              <a:ahLst/>
              <a:cxnLst/>
              <a:rect l="l" t="t" r="r" b="b"/>
              <a:pathLst>
                <a:path w="2124" h="3982" extrusionOk="0">
                  <a:moveTo>
                    <a:pt x="2124" y="0"/>
                  </a:moveTo>
                  <a:lnTo>
                    <a:pt x="0" y="1327"/>
                  </a:lnTo>
                  <a:lnTo>
                    <a:pt x="0" y="3982"/>
                  </a:lnTo>
                  <a:lnTo>
                    <a:pt x="266" y="3584"/>
                  </a:lnTo>
                  <a:lnTo>
                    <a:pt x="531" y="3716"/>
                  </a:lnTo>
                  <a:lnTo>
                    <a:pt x="796" y="3318"/>
                  </a:lnTo>
                  <a:lnTo>
                    <a:pt x="1062" y="3451"/>
                  </a:lnTo>
                  <a:lnTo>
                    <a:pt x="1327" y="2920"/>
                  </a:lnTo>
                  <a:lnTo>
                    <a:pt x="1593" y="3053"/>
                  </a:lnTo>
                  <a:lnTo>
                    <a:pt x="1858" y="2655"/>
                  </a:lnTo>
                  <a:lnTo>
                    <a:pt x="2124" y="2787"/>
                  </a:lnTo>
                  <a:lnTo>
                    <a:pt x="2124" y="0"/>
                  </a:lnTo>
                  <a:close/>
                </a:path>
              </a:pathLst>
            </a:custGeom>
            <a:solidFill>
              <a:srgbClr val="F2505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4649;p40">
              <a:extLst>
                <a:ext uri="{FF2B5EF4-FFF2-40B4-BE49-F238E27FC236}">
                  <a16:creationId xmlns:a16="http://schemas.microsoft.com/office/drawing/2014/main" id="{E6911A68-495B-B626-FABA-401B02CF9AEC}"/>
                </a:ext>
              </a:extLst>
            </p:cNvPr>
            <p:cNvSpPr/>
            <p:nvPr/>
          </p:nvSpPr>
          <p:spPr>
            <a:xfrm>
              <a:off x="5835142" y="2395278"/>
              <a:ext cx="35216" cy="66022"/>
            </a:xfrm>
            <a:custGeom>
              <a:avLst/>
              <a:gdLst/>
              <a:ahLst/>
              <a:cxnLst/>
              <a:rect l="l" t="t" r="r" b="b"/>
              <a:pathLst>
                <a:path w="2124" h="3982" fill="none" extrusionOk="0">
                  <a:moveTo>
                    <a:pt x="2124" y="0"/>
                  </a:moveTo>
                  <a:lnTo>
                    <a:pt x="2124" y="2787"/>
                  </a:lnTo>
                  <a:lnTo>
                    <a:pt x="1858" y="2655"/>
                  </a:lnTo>
                  <a:lnTo>
                    <a:pt x="1593" y="3053"/>
                  </a:lnTo>
                  <a:lnTo>
                    <a:pt x="1327" y="2920"/>
                  </a:lnTo>
                  <a:lnTo>
                    <a:pt x="1062" y="3451"/>
                  </a:lnTo>
                  <a:lnTo>
                    <a:pt x="796" y="3318"/>
                  </a:lnTo>
                  <a:lnTo>
                    <a:pt x="531" y="3716"/>
                  </a:lnTo>
                  <a:lnTo>
                    <a:pt x="266" y="3584"/>
                  </a:lnTo>
                  <a:lnTo>
                    <a:pt x="0" y="3982"/>
                  </a:lnTo>
                  <a:lnTo>
                    <a:pt x="0" y="1327"/>
                  </a:lnTo>
                  <a:lnTo>
                    <a:pt x="212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4650;p40">
              <a:extLst>
                <a:ext uri="{FF2B5EF4-FFF2-40B4-BE49-F238E27FC236}">
                  <a16:creationId xmlns:a16="http://schemas.microsoft.com/office/drawing/2014/main" id="{FA6618AA-A4D5-123A-95B1-A62812A54D38}"/>
                </a:ext>
              </a:extLst>
            </p:cNvPr>
            <p:cNvSpPr/>
            <p:nvPr/>
          </p:nvSpPr>
          <p:spPr>
            <a:xfrm>
              <a:off x="5835142" y="2395278"/>
              <a:ext cx="35216" cy="22018"/>
            </a:xfrm>
            <a:custGeom>
              <a:avLst/>
              <a:gdLst/>
              <a:ahLst/>
              <a:cxnLst/>
              <a:rect l="l" t="t" r="r" b="b"/>
              <a:pathLst>
                <a:path w="2124" h="1328" extrusionOk="0">
                  <a:moveTo>
                    <a:pt x="2124" y="0"/>
                  </a:moveTo>
                  <a:lnTo>
                    <a:pt x="0" y="1327"/>
                  </a:lnTo>
                  <a:lnTo>
                    <a:pt x="0" y="1327"/>
                  </a:lnTo>
                  <a:lnTo>
                    <a:pt x="2124" y="0"/>
                  </a:lnTo>
                  <a:close/>
                </a:path>
              </a:pathLst>
            </a:custGeom>
            <a:solidFill>
              <a:srgbClr val="B53C3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4651;p40">
              <a:extLst>
                <a:ext uri="{FF2B5EF4-FFF2-40B4-BE49-F238E27FC236}">
                  <a16:creationId xmlns:a16="http://schemas.microsoft.com/office/drawing/2014/main" id="{9D42824D-5A53-4274-5D74-AC16098F1750}"/>
                </a:ext>
              </a:extLst>
            </p:cNvPr>
            <p:cNvSpPr/>
            <p:nvPr/>
          </p:nvSpPr>
          <p:spPr>
            <a:xfrm>
              <a:off x="5835142" y="2395278"/>
              <a:ext cx="35216" cy="22018"/>
            </a:xfrm>
            <a:custGeom>
              <a:avLst/>
              <a:gdLst/>
              <a:ahLst/>
              <a:cxnLst/>
              <a:rect l="l" t="t" r="r" b="b"/>
              <a:pathLst>
                <a:path w="2124" h="1328" fill="none" extrusionOk="0">
                  <a:moveTo>
                    <a:pt x="2124" y="0"/>
                  </a:moveTo>
                  <a:lnTo>
                    <a:pt x="0" y="1327"/>
                  </a:lnTo>
                  <a:lnTo>
                    <a:pt x="0" y="1327"/>
                  </a:lnTo>
                  <a:lnTo>
                    <a:pt x="2124"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4652;p40">
              <a:extLst>
                <a:ext uri="{FF2B5EF4-FFF2-40B4-BE49-F238E27FC236}">
                  <a16:creationId xmlns:a16="http://schemas.microsoft.com/office/drawing/2014/main" id="{B982F415-12D1-7BED-036F-C29CB17361B8}"/>
                </a:ext>
              </a:extLst>
            </p:cNvPr>
            <p:cNvSpPr/>
            <p:nvPr/>
          </p:nvSpPr>
          <p:spPr>
            <a:xfrm>
              <a:off x="5835142" y="2395278"/>
              <a:ext cx="35216" cy="66022"/>
            </a:xfrm>
            <a:custGeom>
              <a:avLst/>
              <a:gdLst/>
              <a:ahLst/>
              <a:cxnLst/>
              <a:rect l="l" t="t" r="r" b="b"/>
              <a:pathLst>
                <a:path w="2124" h="3982" extrusionOk="0">
                  <a:moveTo>
                    <a:pt x="2124" y="0"/>
                  </a:moveTo>
                  <a:lnTo>
                    <a:pt x="0" y="1327"/>
                  </a:lnTo>
                  <a:lnTo>
                    <a:pt x="0" y="3982"/>
                  </a:lnTo>
                  <a:lnTo>
                    <a:pt x="266" y="3584"/>
                  </a:lnTo>
                  <a:lnTo>
                    <a:pt x="531" y="3716"/>
                  </a:lnTo>
                  <a:lnTo>
                    <a:pt x="796" y="3318"/>
                  </a:lnTo>
                  <a:lnTo>
                    <a:pt x="1062" y="3451"/>
                  </a:lnTo>
                  <a:lnTo>
                    <a:pt x="1327" y="2920"/>
                  </a:lnTo>
                  <a:lnTo>
                    <a:pt x="1593" y="3053"/>
                  </a:lnTo>
                  <a:lnTo>
                    <a:pt x="1858" y="2655"/>
                  </a:lnTo>
                  <a:lnTo>
                    <a:pt x="2124" y="2787"/>
                  </a:lnTo>
                  <a:lnTo>
                    <a:pt x="2124"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4653;p40">
              <a:extLst>
                <a:ext uri="{FF2B5EF4-FFF2-40B4-BE49-F238E27FC236}">
                  <a16:creationId xmlns:a16="http://schemas.microsoft.com/office/drawing/2014/main" id="{7F2EE35E-C415-5DA0-0D5C-7EC090A5D7AD}"/>
                </a:ext>
              </a:extLst>
            </p:cNvPr>
            <p:cNvSpPr/>
            <p:nvPr/>
          </p:nvSpPr>
          <p:spPr>
            <a:xfrm>
              <a:off x="6440229" y="2604302"/>
              <a:ext cx="455486" cy="264070"/>
            </a:xfrm>
            <a:custGeom>
              <a:avLst/>
              <a:gdLst/>
              <a:ahLst/>
              <a:cxnLst/>
              <a:rect l="l" t="t" r="r" b="b"/>
              <a:pathLst>
                <a:path w="27472" h="15927" extrusionOk="0">
                  <a:moveTo>
                    <a:pt x="13670" y="1"/>
                  </a:moveTo>
                  <a:lnTo>
                    <a:pt x="1" y="7964"/>
                  </a:lnTo>
                  <a:lnTo>
                    <a:pt x="13670" y="15926"/>
                  </a:lnTo>
                  <a:lnTo>
                    <a:pt x="27472" y="7964"/>
                  </a:lnTo>
                  <a:lnTo>
                    <a:pt x="1367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4654;p40">
              <a:extLst>
                <a:ext uri="{FF2B5EF4-FFF2-40B4-BE49-F238E27FC236}">
                  <a16:creationId xmlns:a16="http://schemas.microsoft.com/office/drawing/2014/main" id="{E0041038-9652-175E-2A02-BCAF529F0715}"/>
                </a:ext>
              </a:extLst>
            </p:cNvPr>
            <p:cNvSpPr/>
            <p:nvPr/>
          </p:nvSpPr>
          <p:spPr>
            <a:xfrm>
              <a:off x="6440229" y="2604302"/>
              <a:ext cx="455486" cy="264070"/>
            </a:xfrm>
            <a:custGeom>
              <a:avLst/>
              <a:gdLst/>
              <a:ahLst/>
              <a:cxnLst/>
              <a:rect l="l" t="t" r="r" b="b"/>
              <a:pathLst>
                <a:path w="27472" h="15927" fill="none" extrusionOk="0">
                  <a:moveTo>
                    <a:pt x="1" y="7964"/>
                  </a:moveTo>
                  <a:lnTo>
                    <a:pt x="13670" y="1"/>
                  </a:lnTo>
                  <a:lnTo>
                    <a:pt x="27472" y="7964"/>
                  </a:lnTo>
                  <a:lnTo>
                    <a:pt x="13670" y="15926"/>
                  </a:lnTo>
                  <a:lnTo>
                    <a:pt x="1" y="7964"/>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4655;p40">
              <a:extLst>
                <a:ext uri="{FF2B5EF4-FFF2-40B4-BE49-F238E27FC236}">
                  <a16:creationId xmlns:a16="http://schemas.microsoft.com/office/drawing/2014/main" id="{2F323D72-4DBD-135E-52F2-7F30429ED9C6}"/>
                </a:ext>
              </a:extLst>
            </p:cNvPr>
            <p:cNvSpPr/>
            <p:nvPr/>
          </p:nvSpPr>
          <p:spPr>
            <a:xfrm>
              <a:off x="6435835" y="2379876"/>
              <a:ext cx="231042" cy="246445"/>
            </a:xfrm>
            <a:custGeom>
              <a:avLst/>
              <a:gdLst/>
              <a:ahLst/>
              <a:cxnLst/>
              <a:rect l="l" t="t" r="r" b="b"/>
              <a:pathLst>
                <a:path w="13935" h="14864" extrusionOk="0">
                  <a:moveTo>
                    <a:pt x="13935" y="0"/>
                  </a:moveTo>
                  <a:lnTo>
                    <a:pt x="0" y="8096"/>
                  </a:lnTo>
                  <a:lnTo>
                    <a:pt x="11679" y="14864"/>
                  </a:lnTo>
                  <a:lnTo>
                    <a:pt x="13935" y="13537"/>
                  </a:lnTo>
                  <a:lnTo>
                    <a:pt x="13935"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4656;p40">
              <a:extLst>
                <a:ext uri="{FF2B5EF4-FFF2-40B4-BE49-F238E27FC236}">
                  <a16:creationId xmlns:a16="http://schemas.microsoft.com/office/drawing/2014/main" id="{66E28239-A2BD-A786-70E6-52175432668F}"/>
                </a:ext>
              </a:extLst>
            </p:cNvPr>
            <p:cNvSpPr/>
            <p:nvPr/>
          </p:nvSpPr>
          <p:spPr>
            <a:xfrm>
              <a:off x="6666861" y="2379876"/>
              <a:ext cx="233264" cy="246445"/>
            </a:xfrm>
            <a:custGeom>
              <a:avLst/>
              <a:gdLst/>
              <a:ahLst/>
              <a:cxnLst/>
              <a:rect l="l" t="t" r="r" b="b"/>
              <a:pathLst>
                <a:path w="14069" h="14864" extrusionOk="0">
                  <a:moveTo>
                    <a:pt x="1" y="0"/>
                  </a:moveTo>
                  <a:lnTo>
                    <a:pt x="1" y="13537"/>
                  </a:lnTo>
                  <a:lnTo>
                    <a:pt x="2257" y="14864"/>
                  </a:lnTo>
                  <a:lnTo>
                    <a:pt x="14068" y="8096"/>
                  </a:lnTo>
                  <a:lnTo>
                    <a:pt x="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4657;p40">
              <a:extLst>
                <a:ext uri="{FF2B5EF4-FFF2-40B4-BE49-F238E27FC236}">
                  <a16:creationId xmlns:a16="http://schemas.microsoft.com/office/drawing/2014/main" id="{282716D9-FB53-CA32-80F0-4AC1A0DD3FB2}"/>
                </a:ext>
              </a:extLst>
            </p:cNvPr>
            <p:cNvSpPr/>
            <p:nvPr/>
          </p:nvSpPr>
          <p:spPr>
            <a:xfrm>
              <a:off x="6435835" y="2514091"/>
              <a:ext cx="231042" cy="354281"/>
            </a:xfrm>
            <a:custGeom>
              <a:avLst/>
              <a:gdLst/>
              <a:ahLst/>
              <a:cxnLst/>
              <a:rect l="l" t="t" r="r" b="b"/>
              <a:pathLst>
                <a:path w="13935" h="21368" extrusionOk="0">
                  <a:moveTo>
                    <a:pt x="0" y="1"/>
                  </a:moveTo>
                  <a:lnTo>
                    <a:pt x="0" y="13272"/>
                  </a:lnTo>
                  <a:lnTo>
                    <a:pt x="13935" y="21367"/>
                  </a:lnTo>
                  <a:lnTo>
                    <a:pt x="13935" y="8096"/>
                  </a:lnTo>
                  <a:lnTo>
                    <a:pt x="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4658;p40">
              <a:extLst>
                <a:ext uri="{FF2B5EF4-FFF2-40B4-BE49-F238E27FC236}">
                  <a16:creationId xmlns:a16="http://schemas.microsoft.com/office/drawing/2014/main" id="{5852C4FC-7D43-54EB-1C15-B17927CDC122}"/>
                </a:ext>
              </a:extLst>
            </p:cNvPr>
            <p:cNvSpPr/>
            <p:nvPr/>
          </p:nvSpPr>
          <p:spPr>
            <a:xfrm>
              <a:off x="6435835" y="2514091"/>
              <a:ext cx="231042" cy="354281"/>
            </a:xfrm>
            <a:custGeom>
              <a:avLst/>
              <a:gdLst/>
              <a:ahLst/>
              <a:cxnLst/>
              <a:rect l="l" t="t" r="r" b="b"/>
              <a:pathLst>
                <a:path w="13935" h="21368" fill="none" extrusionOk="0">
                  <a:moveTo>
                    <a:pt x="0" y="1"/>
                  </a:moveTo>
                  <a:lnTo>
                    <a:pt x="0" y="13272"/>
                  </a:lnTo>
                  <a:lnTo>
                    <a:pt x="13935" y="21367"/>
                  </a:lnTo>
                  <a:lnTo>
                    <a:pt x="13935" y="8096"/>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4659;p40">
              <a:extLst>
                <a:ext uri="{FF2B5EF4-FFF2-40B4-BE49-F238E27FC236}">
                  <a16:creationId xmlns:a16="http://schemas.microsoft.com/office/drawing/2014/main" id="{06C3CD5A-5A3F-48A8-6031-E882CDB356C3}"/>
                </a:ext>
              </a:extLst>
            </p:cNvPr>
            <p:cNvSpPr/>
            <p:nvPr/>
          </p:nvSpPr>
          <p:spPr>
            <a:xfrm>
              <a:off x="6361026" y="2514091"/>
              <a:ext cx="305851" cy="237658"/>
            </a:xfrm>
            <a:custGeom>
              <a:avLst/>
              <a:gdLst/>
              <a:ahLst/>
              <a:cxnLst/>
              <a:rect l="l" t="t" r="r" b="b"/>
              <a:pathLst>
                <a:path w="18447" h="14334" extrusionOk="0">
                  <a:moveTo>
                    <a:pt x="4512" y="1"/>
                  </a:moveTo>
                  <a:lnTo>
                    <a:pt x="0" y="6238"/>
                  </a:lnTo>
                  <a:lnTo>
                    <a:pt x="14067" y="14333"/>
                  </a:lnTo>
                  <a:lnTo>
                    <a:pt x="18447" y="8096"/>
                  </a:lnTo>
                  <a:lnTo>
                    <a:pt x="4512"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4660;p40">
              <a:extLst>
                <a:ext uri="{FF2B5EF4-FFF2-40B4-BE49-F238E27FC236}">
                  <a16:creationId xmlns:a16="http://schemas.microsoft.com/office/drawing/2014/main" id="{B4639B28-3DF2-49DA-A93D-D3D78E717F62}"/>
                </a:ext>
              </a:extLst>
            </p:cNvPr>
            <p:cNvSpPr/>
            <p:nvPr/>
          </p:nvSpPr>
          <p:spPr>
            <a:xfrm>
              <a:off x="6361026" y="2514091"/>
              <a:ext cx="305851" cy="237658"/>
            </a:xfrm>
            <a:custGeom>
              <a:avLst/>
              <a:gdLst/>
              <a:ahLst/>
              <a:cxnLst/>
              <a:rect l="l" t="t" r="r" b="b"/>
              <a:pathLst>
                <a:path w="18447" h="14334" fill="none" extrusionOk="0">
                  <a:moveTo>
                    <a:pt x="4512" y="1"/>
                  </a:moveTo>
                  <a:lnTo>
                    <a:pt x="0" y="6238"/>
                  </a:lnTo>
                  <a:lnTo>
                    <a:pt x="14067" y="14333"/>
                  </a:lnTo>
                  <a:lnTo>
                    <a:pt x="18447" y="8096"/>
                  </a:lnTo>
                  <a:lnTo>
                    <a:pt x="451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4661;p40">
              <a:extLst>
                <a:ext uri="{FF2B5EF4-FFF2-40B4-BE49-F238E27FC236}">
                  <a16:creationId xmlns:a16="http://schemas.microsoft.com/office/drawing/2014/main" id="{16FA61D8-F025-7467-F7E4-F1E7CC184494}"/>
                </a:ext>
              </a:extLst>
            </p:cNvPr>
            <p:cNvSpPr/>
            <p:nvPr/>
          </p:nvSpPr>
          <p:spPr>
            <a:xfrm>
              <a:off x="6361026" y="2617517"/>
              <a:ext cx="305851" cy="134232"/>
            </a:xfrm>
            <a:custGeom>
              <a:avLst/>
              <a:gdLst/>
              <a:ahLst/>
              <a:cxnLst/>
              <a:rect l="l" t="t" r="r" b="b"/>
              <a:pathLst>
                <a:path w="18447" h="8096" extrusionOk="0">
                  <a:moveTo>
                    <a:pt x="0" y="0"/>
                  </a:moveTo>
                  <a:lnTo>
                    <a:pt x="14067" y="8095"/>
                  </a:lnTo>
                  <a:lnTo>
                    <a:pt x="18447" y="1858"/>
                  </a:lnTo>
                  <a:lnTo>
                    <a:pt x="13935" y="7697"/>
                  </a:lnTo>
                  <a:lnTo>
                    <a:pt x="0" y="0"/>
                  </a:lnTo>
                  <a:close/>
                </a:path>
              </a:pathLst>
            </a:custGeom>
            <a:solidFill>
              <a:srgbClr val="6A7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4662;p40">
              <a:extLst>
                <a:ext uri="{FF2B5EF4-FFF2-40B4-BE49-F238E27FC236}">
                  <a16:creationId xmlns:a16="http://schemas.microsoft.com/office/drawing/2014/main" id="{780165D2-65D3-9C69-0CC1-AFDD66624B5F}"/>
                </a:ext>
              </a:extLst>
            </p:cNvPr>
            <p:cNvSpPr/>
            <p:nvPr/>
          </p:nvSpPr>
          <p:spPr>
            <a:xfrm>
              <a:off x="6361026" y="2617517"/>
              <a:ext cx="305851" cy="134232"/>
            </a:xfrm>
            <a:custGeom>
              <a:avLst/>
              <a:gdLst/>
              <a:ahLst/>
              <a:cxnLst/>
              <a:rect l="l" t="t" r="r" b="b"/>
              <a:pathLst>
                <a:path w="18447" h="8096" fill="none" extrusionOk="0">
                  <a:moveTo>
                    <a:pt x="0" y="0"/>
                  </a:moveTo>
                  <a:lnTo>
                    <a:pt x="14067" y="8095"/>
                  </a:lnTo>
                  <a:lnTo>
                    <a:pt x="18447" y="1858"/>
                  </a:lnTo>
                  <a:lnTo>
                    <a:pt x="13935" y="7697"/>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4663;p40">
              <a:extLst>
                <a:ext uri="{FF2B5EF4-FFF2-40B4-BE49-F238E27FC236}">
                  <a16:creationId xmlns:a16="http://schemas.microsoft.com/office/drawing/2014/main" id="{0F2A036C-EEAB-01DF-C348-3B4AAA73683D}"/>
                </a:ext>
              </a:extLst>
            </p:cNvPr>
            <p:cNvSpPr/>
            <p:nvPr/>
          </p:nvSpPr>
          <p:spPr>
            <a:xfrm>
              <a:off x="6666861" y="2514091"/>
              <a:ext cx="233264" cy="354281"/>
            </a:xfrm>
            <a:custGeom>
              <a:avLst/>
              <a:gdLst/>
              <a:ahLst/>
              <a:cxnLst/>
              <a:rect l="l" t="t" r="r" b="b"/>
              <a:pathLst>
                <a:path w="14069" h="21368" extrusionOk="0">
                  <a:moveTo>
                    <a:pt x="14068" y="1"/>
                  </a:moveTo>
                  <a:lnTo>
                    <a:pt x="1" y="8096"/>
                  </a:lnTo>
                  <a:lnTo>
                    <a:pt x="1" y="21367"/>
                  </a:lnTo>
                  <a:lnTo>
                    <a:pt x="14068" y="13272"/>
                  </a:lnTo>
                  <a:lnTo>
                    <a:pt x="14068"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4664;p40">
              <a:extLst>
                <a:ext uri="{FF2B5EF4-FFF2-40B4-BE49-F238E27FC236}">
                  <a16:creationId xmlns:a16="http://schemas.microsoft.com/office/drawing/2014/main" id="{C1C162CB-79B8-30DD-6390-FF3F8872F318}"/>
                </a:ext>
              </a:extLst>
            </p:cNvPr>
            <p:cNvSpPr/>
            <p:nvPr/>
          </p:nvSpPr>
          <p:spPr>
            <a:xfrm>
              <a:off x="6666861" y="2514091"/>
              <a:ext cx="233264" cy="354281"/>
            </a:xfrm>
            <a:custGeom>
              <a:avLst/>
              <a:gdLst/>
              <a:ahLst/>
              <a:cxnLst/>
              <a:rect l="l" t="t" r="r" b="b"/>
              <a:pathLst>
                <a:path w="14069" h="21368" fill="none" extrusionOk="0">
                  <a:moveTo>
                    <a:pt x="14068" y="1"/>
                  </a:moveTo>
                  <a:lnTo>
                    <a:pt x="14068" y="13272"/>
                  </a:lnTo>
                  <a:lnTo>
                    <a:pt x="1" y="21367"/>
                  </a:lnTo>
                  <a:lnTo>
                    <a:pt x="1" y="8096"/>
                  </a:lnTo>
                  <a:lnTo>
                    <a:pt x="1406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4665;p40">
              <a:extLst>
                <a:ext uri="{FF2B5EF4-FFF2-40B4-BE49-F238E27FC236}">
                  <a16:creationId xmlns:a16="http://schemas.microsoft.com/office/drawing/2014/main" id="{FA73ADA6-2E30-10AB-9013-91930A97C3DF}"/>
                </a:ext>
              </a:extLst>
            </p:cNvPr>
            <p:cNvSpPr/>
            <p:nvPr/>
          </p:nvSpPr>
          <p:spPr>
            <a:xfrm>
              <a:off x="6666861" y="2648322"/>
              <a:ext cx="173841" cy="220050"/>
            </a:xfrm>
            <a:custGeom>
              <a:avLst/>
              <a:gdLst/>
              <a:ahLst/>
              <a:cxnLst/>
              <a:rect l="l" t="t" r="r" b="b"/>
              <a:pathLst>
                <a:path w="10485" h="13272" extrusionOk="0">
                  <a:moveTo>
                    <a:pt x="1" y="0"/>
                  </a:moveTo>
                  <a:lnTo>
                    <a:pt x="1" y="13271"/>
                  </a:lnTo>
                  <a:lnTo>
                    <a:pt x="10485" y="7166"/>
                  </a:lnTo>
                  <a:lnTo>
                    <a:pt x="266" y="12740"/>
                  </a:lnTo>
                  <a:lnTo>
                    <a:pt x="1"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4666;p40">
              <a:extLst>
                <a:ext uri="{FF2B5EF4-FFF2-40B4-BE49-F238E27FC236}">
                  <a16:creationId xmlns:a16="http://schemas.microsoft.com/office/drawing/2014/main" id="{D24A0880-67EB-80CD-6F85-66773A8A3FBC}"/>
                </a:ext>
              </a:extLst>
            </p:cNvPr>
            <p:cNvSpPr/>
            <p:nvPr/>
          </p:nvSpPr>
          <p:spPr>
            <a:xfrm>
              <a:off x="6666861" y="2648322"/>
              <a:ext cx="173841" cy="220050"/>
            </a:xfrm>
            <a:custGeom>
              <a:avLst/>
              <a:gdLst/>
              <a:ahLst/>
              <a:cxnLst/>
              <a:rect l="l" t="t" r="r" b="b"/>
              <a:pathLst>
                <a:path w="10485" h="13272" fill="none" extrusionOk="0">
                  <a:moveTo>
                    <a:pt x="1" y="0"/>
                  </a:moveTo>
                  <a:lnTo>
                    <a:pt x="266" y="12740"/>
                  </a:lnTo>
                  <a:lnTo>
                    <a:pt x="10485" y="7166"/>
                  </a:lnTo>
                  <a:lnTo>
                    <a:pt x="1" y="13271"/>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4667;p40">
              <a:extLst>
                <a:ext uri="{FF2B5EF4-FFF2-40B4-BE49-F238E27FC236}">
                  <a16:creationId xmlns:a16="http://schemas.microsoft.com/office/drawing/2014/main" id="{8B430891-30BC-8F12-4E7E-CE09CBAFB534}"/>
                </a:ext>
              </a:extLst>
            </p:cNvPr>
            <p:cNvSpPr/>
            <p:nvPr/>
          </p:nvSpPr>
          <p:spPr>
            <a:xfrm>
              <a:off x="6666861" y="2514091"/>
              <a:ext cx="305868" cy="237658"/>
            </a:xfrm>
            <a:custGeom>
              <a:avLst/>
              <a:gdLst/>
              <a:ahLst/>
              <a:cxnLst/>
              <a:rect l="l" t="t" r="r" b="b"/>
              <a:pathLst>
                <a:path w="18448" h="14334" extrusionOk="0">
                  <a:moveTo>
                    <a:pt x="14068" y="1"/>
                  </a:moveTo>
                  <a:lnTo>
                    <a:pt x="1" y="8096"/>
                  </a:lnTo>
                  <a:lnTo>
                    <a:pt x="4513" y="14333"/>
                  </a:lnTo>
                  <a:lnTo>
                    <a:pt x="18448" y="6238"/>
                  </a:lnTo>
                  <a:lnTo>
                    <a:pt x="14068"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4668;p40">
              <a:extLst>
                <a:ext uri="{FF2B5EF4-FFF2-40B4-BE49-F238E27FC236}">
                  <a16:creationId xmlns:a16="http://schemas.microsoft.com/office/drawing/2014/main" id="{1A47E7DC-71FF-647E-3660-D03F8885FCE4}"/>
                </a:ext>
              </a:extLst>
            </p:cNvPr>
            <p:cNvSpPr/>
            <p:nvPr/>
          </p:nvSpPr>
          <p:spPr>
            <a:xfrm>
              <a:off x="6728472" y="2782537"/>
              <a:ext cx="2222" cy="26412"/>
            </a:xfrm>
            <a:custGeom>
              <a:avLst/>
              <a:gdLst/>
              <a:ahLst/>
              <a:cxnLst/>
              <a:rect l="l" t="t" r="r" b="b"/>
              <a:pathLst>
                <a:path w="134" h="1593" extrusionOk="0">
                  <a:moveTo>
                    <a:pt x="133" y="0"/>
                  </a:moveTo>
                  <a:lnTo>
                    <a:pt x="1" y="266"/>
                  </a:lnTo>
                  <a:lnTo>
                    <a:pt x="1" y="1593"/>
                  </a:lnTo>
                  <a:lnTo>
                    <a:pt x="133" y="1593"/>
                  </a:lnTo>
                  <a:lnTo>
                    <a:pt x="133" y="133"/>
                  </a:lnTo>
                  <a:lnTo>
                    <a:pt x="133" y="0"/>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4669;p40">
              <a:extLst>
                <a:ext uri="{FF2B5EF4-FFF2-40B4-BE49-F238E27FC236}">
                  <a16:creationId xmlns:a16="http://schemas.microsoft.com/office/drawing/2014/main" id="{644C96A3-123B-FB4C-068A-58C18D99EC4C}"/>
                </a:ext>
              </a:extLst>
            </p:cNvPr>
            <p:cNvSpPr/>
            <p:nvPr/>
          </p:nvSpPr>
          <p:spPr>
            <a:xfrm>
              <a:off x="6728472" y="2782537"/>
              <a:ext cx="2222" cy="26412"/>
            </a:xfrm>
            <a:custGeom>
              <a:avLst/>
              <a:gdLst/>
              <a:ahLst/>
              <a:cxnLst/>
              <a:rect l="l" t="t" r="r" b="b"/>
              <a:pathLst>
                <a:path w="134" h="1593" fill="none" extrusionOk="0">
                  <a:moveTo>
                    <a:pt x="133" y="0"/>
                  </a:moveTo>
                  <a:lnTo>
                    <a:pt x="1" y="266"/>
                  </a:lnTo>
                  <a:lnTo>
                    <a:pt x="1" y="1593"/>
                  </a:lnTo>
                  <a:lnTo>
                    <a:pt x="133" y="1593"/>
                  </a:lnTo>
                  <a:lnTo>
                    <a:pt x="133" y="1593"/>
                  </a:lnTo>
                  <a:lnTo>
                    <a:pt x="133" y="133"/>
                  </a:lnTo>
                  <a:lnTo>
                    <a:pt x="13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4670;p40">
              <a:extLst>
                <a:ext uri="{FF2B5EF4-FFF2-40B4-BE49-F238E27FC236}">
                  <a16:creationId xmlns:a16="http://schemas.microsoft.com/office/drawing/2014/main" id="{C41A9DED-FCEF-28E4-3196-42F4484DC906}"/>
                </a:ext>
              </a:extLst>
            </p:cNvPr>
            <p:cNvSpPr/>
            <p:nvPr/>
          </p:nvSpPr>
          <p:spPr>
            <a:xfrm>
              <a:off x="6724078" y="2778144"/>
              <a:ext cx="11009" cy="13214"/>
            </a:xfrm>
            <a:custGeom>
              <a:avLst/>
              <a:gdLst/>
              <a:ahLst/>
              <a:cxnLst/>
              <a:rect l="l" t="t" r="r" b="b"/>
              <a:pathLst>
                <a:path w="664" h="797" extrusionOk="0">
                  <a:moveTo>
                    <a:pt x="266" y="0"/>
                  </a:moveTo>
                  <a:lnTo>
                    <a:pt x="0" y="664"/>
                  </a:lnTo>
                  <a:lnTo>
                    <a:pt x="133" y="796"/>
                  </a:lnTo>
                  <a:lnTo>
                    <a:pt x="133" y="664"/>
                  </a:lnTo>
                  <a:lnTo>
                    <a:pt x="266" y="531"/>
                  </a:lnTo>
                  <a:lnTo>
                    <a:pt x="398" y="265"/>
                  </a:lnTo>
                  <a:lnTo>
                    <a:pt x="398" y="398"/>
                  </a:lnTo>
                  <a:lnTo>
                    <a:pt x="531" y="531"/>
                  </a:lnTo>
                  <a:lnTo>
                    <a:pt x="664" y="531"/>
                  </a:lnTo>
                  <a:lnTo>
                    <a:pt x="664" y="398"/>
                  </a:lnTo>
                  <a:lnTo>
                    <a:pt x="266" y="0"/>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4671;p40">
              <a:extLst>
                <a:ext uri="{FF2B5EF4-FFF2-40B4-BE49-F238E27FC236}">
                  <a16:creationId xmlns:a16="http://schemas.microsoft.com/office/drawing/2014/main" id="{6303ED0F-669F-1600-38BF-AF63ECB5FBBB}"/>
                </a:ext>
              </a:extLst>
            </p:cNvPr>
            <p:cNvSpPr/>
            <p:nvPr/>
          </p:nvSpPr>
          <p:spPr>
            <a:xfrm>
              <a:off x="6724078" y="2778144"/>
              <a:ext cx="11009" cy="13214"/>
            </a:xfrm>
            <a:custGeom>
              <a:avLst/>
              <a:gdLst/>
              <a:ahLst/>
              <a:cxnLst/>
              <a:rect l="l" t="t" r="r" b="b"/>
              <a:pathLst>
                <a:path w="664" h="797" fill="none" extrusionOk="0">
                  <a:moveTo>
                    <a:pt x="266" y="0"/>
                  </a:moveTo>
                  <a:lnTo>
                    <a:pt x="0" y="664"/>
                  </a:lnTo>
                  <a:lnTo>
                    <a:pt x="133" y="796"/>
                  </a:lnTo>
                  <a:lnTo>
                    <a:pt x="133" y="796"/>
                  </a:lnTo>
                  <a:lnTo>
                    <a:pt x="133" y="664"/>
                  </a:lnTo>
                  <a:lnTo>
                    <a:pt x="266" y="531"/>
                  </a:lnTo>
                  <a:lnTo>
                    <a:pt x="398" y="265"/>
                  </a:lnTo>
                  <a:lnTo>
                    <a:pt x="398" y="398"/>
                  </a:lnTo>
                  <a:lnTo>
                    <a:pt x="531" y="531"/>
                  </a:lnTo>
                  <a:lnTo>
                    <a:pt x="664" y="531"/>
                  </a:lnTo>
                  <a:lnTo>
                    <a:pt x="664" y="398"/>
                  </a:lnTo>
                  <a:lnTo>
                    <a:pt x="26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4672;p40">
              <a:extLst>
                <a:ext uri="{FF2B5EF4-FFF2-40B4-BE49-F238E27FC236}">
                  <a16:creationId xmlns:a16="http://schemas.microsoft.com/office/drawing/2014/main" id="{429F4461-BD6F-7EBA-4C6F-C1DC2BF1160F}"/>
                </a:ext>
              </a:extLst>
            </p:cNvPr>
            <p:cNvSpPr/>
            <p:nvPr/>
          </p:nvSpPr>
          <p:spPr>
            <a:xfrm>
              <a:off x="6739481" y="2775939"/>
              <a:ext cx="2205" cy="26412"/>
            </a:xfrm>
            <a:custGeom>
              <a:avLst/>
              <a:gdLst/>
              <a:ahLst/>
              <a:cxnLst/>
              <a:rect l="l" t="t" r="r" b="b"/>
              <a:pathLst>
                <a:path w="133" h="1593" extrusionOk="0">
                  <a:moveTo>
                    <a:pt x="133" y="0"/>
                  </a:moveTo>
                  <a:lnTo>
                    <a:pt x="0" y="266"/>
                  </a:lnTo>
                  <a:lnTo>
                    <a:pt x="0" y="1593"/>
                  </a:lnTo>
                  <a:lnTo>
                    <a:pt x="133" y="1593"/>
                  </a:lnTo>
                  <a:lnTo>
                    <a:pt x="133" y="133"/>
                  </a:lnTo>
                  <a:lnTo>
                    <a:pt x="133" y="0"/>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4673;p40">
              <a:extLst>
                <a:ext uri="{FF2B5EF4-FFF2-40B4-BE49-F238E27FC236}">
                  <a16:creationId xmlns:a16="http://schemas.microsoft.com/office/drawing/2014/main" id="{920F4842-39C9-6F98-A8AA-6FD5E51F757A}"/>
                </a:ext>
              </a:extLst>
            </p:cNvPr>
            <p:cNvSpPr/>
            <p:nvPr/>
          </p:nvSpPr>
          <p:spPr>
            <a:xfrm>
              <a:off x="6739481" y="2775939"/>
              <a:ext cx="2205" cy="26412"/>
            </a:xfrm>
            <a:custGeom>
              <a:avLst/>
              <a:gdLst/>
              <a:ahLst/>
              <a:cxnLst/>
              <a:rect l="l" t="t" r="r" b="b"/>
              <a:pathLst>
                <a:path w="133" h="1593" fill="none" extrusionOk="0">
                  <a:moveTo>
                    <a:pt x="133" y="0"/>
                  </a:moveTo>
                  <a:lnTo>
                    <a:pt x="0" y="266"/>
                  </a:lnTo>
                  <a:lnTo>
                    <a:pt x="0" y="1593"/>
                  </a:lnTo>
                  <a:lnTo>
                    <a:pt x="133" y="1593"/>
                  </a:lnTo>
                  <a:lnTo>
                    <a:pt x="133" y="1593"/>
                  </a:lnTo>
                  <a:lnTo>
                    <a:pt x="133" y="133"/>
                  </a:lnTo>
                  <a:lnTo>
                    <a:pt x="13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4674;p40">
              <a:extLst>
                <a:ext uri="{FF2B5EF4-FFF2-40B4-BE49-F238E27FC236}">
                  <a16:creationId xmlns:a16="http://schemas.microsoft.com/office/drawing/2014/main" id="{E7F204CB-34FC-14ED-AB55-FBCFED42C5F3}"/>
                </a:ext>
              </a:extLst>
            </p:cNvPr>
            <p:cNvSpPr/>
            <p:nvPr/>
          </p:nvSpPr>
          <p:spPr>
            <a:xfrm>
              <a:off x="6737276" y="2771528"/>
              <a:ext cx="8821" cy="13231"/>
            </a:xfrm>
            <a:custGeom>
              <a:avLst/>
              <a:gdLst/>
              <a:ahLst/>
              <a:cxnLst/>
              <a:rect l="l" t="t" r="r" b="b"/>
              <a:pathLst>
                <a:path w="532" h="798" extrusionOk="0">
                  <a:moveTo>
                    <a:pt x="266" y="1"/>
                  </a:moveTo>
                  <a:lnTo>
                    <a:pt x="1" y="664"/>
                  </a:lnTo>
                  <a:lnTo>
                    <a:pt x="1" y="797"/>
                  </a:lnTo>
                  <a:lnTo>
                    <a:pt x="133" y="664"/>
                  </a:lnTo>
                  <a:lnTo>
                    <a:pt x="133" y="532"/>
                  </a:lnTo>
                  <a:lnTo>
                    <a:pt x="266" y="266"/>
                  </a:lnTo>
                  <a:lnTo>
                    <a:pt x="266" y="399"/>
                  </a:lnTo>
                  <a:lnTo>
                    <a:pt x="399" y="532"/>
                  </a:lnTo>
                  <a:lnTo>
                    <a:pt x="531" y="532"/>
                  </a:lnTo>
                  <a:lnTo>
                    <a:pt x="531" y="399"/>
                  </a:lnTo>
                  <a:lnTo>
                    <a:pt x="266" y="1"/>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4675;p40">
              <a:extLst>
                <a:ext uri="{FF2B5EF4-FFF2-40B4-BE49-F238E27FC236}">
                  <a16:creationId xmlns:a16="http://schemas.microsoft.com/office/drawing/2014/main" id="{4BE66118-9D93-51A6-CF1D-DD373EEAAAD4}"/>
                </a:ext>
              </a:extLst>
            </p:cNvPr>
            <p:cNvSpPr/>
            <p:nvPr/>
          </p:nvSpPr>
          <p:spPr>
            <a:xfrm>
              <a:off x="6737276" y="2771528"/>
              <a:ext cx="8821" cy="13231"/>
            </a:xfrm>
            <a:custGeom>
              <a:avLst/>
              <a:gdLst/>
              <a:ahLst/>
              <a:cxnLst/>
              <a:rect l="l" t="t" r="r" b="b"/>
              <a:pathLst>
                <a:path w="532" h="798" fill="none" extrusionOk="0">
                  <a:moveTo>
                    <a:pt x="266" y="1"/>
                  </a:moveTo>
                  <a:lnTo>
                    <a:pt x="1" y="664"/>
                  </a:lnTo>
                  <a:lnTo>
                    <a:pt x="1" y="797"/>
                  </a:lnTo>
                  <a:lnTo>
                    <a:pt x="1" y="797"/>
                  </a:lnTo>
                  <a:lnTo>
                    <a:pt x="133" y="664"/>
                  </a:lnTo>
                  <a:lnTo>
                    <a:pt x="133" y="532"/>
                  </a:lnTo>
                  <a:lnTo>
                    <a:pt x="266" y="266"/>
                  </a:lnTo>
                  <a:lnTo>
                    <a:pt x="266" y="399"/>
                  </a:lnTo>
                  <a:lnTo>
                    <a:pt x="399" y="532"/>
                  </a:lnTo>
                  <a:lnTo>
                    <a:pt x="531" y="532"/>
                  </a:lnTo>
                  <a:lnTo>
                    <a:pt x="531" y="399"/>
                  </a:lnTo>
                  <a:lnTo>
                    <a:pt x="26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4676;p40">
              <a:extLst>
                <a:ext uri="{FF2B5EF4-FFF2-40B4-BE49-F238E27FC236}">
                  <a16:creationId xmlns:a16="http://schemas.microsoft.com/office/drawing/2014/main" id="{59A2575A-76D4-DA57-7B44-E0F1972E5AD1}"/>
                </a:ext>
              </a:extLst>
            </p:cNvPr>
            <p:cNvSpPr/>
            <p:nvPr/>
          </p:nvSpPr>
          <p:spPr>
            <a:xfrm>
              <a:off x="6693273" y="2806744"/>
              <a:ext cx="8821" cy="22018"/>
            </a:xfrm>
            <a:custGeom>
              <a:avLst/>
              <a:gdLst/>
              <a:ahLst/>
              <a:cxnLst/>
              <a:rect l="l" t="t" r="r" b="b"/>
              <a:pathLst>
                <a:path w="532" h="1328" extrusionOk="0">
                  <a:moveTo>
                    <a:pt x="531" y="0"/>
                  </a:moveTo>
                  <a:lnTo>
                    <a:pt x="398" y="133"/>
                  </a:lnTo>
                  <a:lnTo>
                    <a:pt x="398" y="797"/>
                  </a:lnTo>
                  <a:lnTo>
                    <a:pt x="398" y="1062"/>
                  </a:lnTo>
                  <a:lnTo>
                    <a:pt x="266" y="1195"/>
                  </a:lnTo>
                  <a:lnTo>
                    <a:pt x="133" y="1195"/>
                  </a:lnTo>
                  <a:lnTo>
                    <a:pt x="133" y="929"/>
                  </a:lnTo>
                  <a:lnTo>
                    <a:pt x="133" y="797"/>
                  </a:lnTo>
                  <a:lnTo>
                    <a:pt x="0" y="929"/>
                  </a:lnTo>
                  <a:lnTo>
                    <a:pt x="0" y="1195"/>
                  </a:lnTo>
                  <a:lnTo>
                    <a:pt x="133" y="1327"/>
                  </a:lnTo>
                  <a:lnTo>
                    <a:pt x="266" y="1327"/>
                  </a:lnTo>
                  <a:lnTo>
                    <a:pt x="531" y="1062"/>
                  </a:lnTo>
                  <a:lnTo>
                    <a:pt x="531" y="797"/>
                  </a:lnTo>
                  <a:lnTo>
                    <a:pt x="531" y="0"/>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4677;p40">
              <a:extLst>
                <a:ext uri="{FF2B5EF4-FFF2-40B4-BE49-F238E27FC236}">
                  <a16:creationId xmlns:a16="http://schemas.microsoft.com/office/drawing/2014/main" id="{8E654DB0-1602-7D5A-74C6-D9C890B66761}"/>
                </a:ext>
              </a:extLst>
            </p:cNvPr>
            <p:cNvSpPr/>
            <p:nvPr/>
          </p:nvSpPr>
          <p:spPr>
            <a:xfrm>
              <a:off x="6693273" y="2806744"/>
              <a:ext cx="8821" cy="22018"/>
            </a:xfrm>
            <a:custGeom>
              <a:avLst/>
              <a:gdLst/>
              <a:ahLst/>
              <a:cxnLst/>
              <a:rect l="l" t="t" r="r" b="b"/>
              <a:pathLst>
                <a:path w="532" h="1328" fill="none" extrusionOk="0">
                  <a:moveTo>
                    <a:pt x="531" y="0"/>
                  </a:moveTo>
                  <a:lnTo>
                    <a:pt x="398" y="133"/>
                  </a:lnTo>
                  <a:lnTo>
                    <a:pt x="398" y="797"/>
                  </a:lnTo>
                  <a:lnTo>
                    <a:pt x="398" y="797"/>
                  </a:lnTo>
                  <a:lnTo>
                    <a:pt x="398" y="1062"/>
                  </a:lnTo>
                  <a:lnTo>
                    <a:pt x="266" y="1195"/>
                  </a:lnTo>
                  <a:lnTo>
                    <a:pt x="133" y="1195"/>
                  </a:lnTo>
                  <a:lnTo>
                    <a:pt x="133" y="1195"/>
                  </a:lnTo>
                  <a:lnTo>
                    <a:pt x="133" y="929"/>
                  </a:lnTo>
                  <a:lnTo>
                    <a:pt x="133" y="797"/>
                  </a:lnTo>
                  <a:lnTo>
                    <a:pt x="0" y="929"/>
                  </a:lnTo>
                  <a:lnTo>
                    <a:pt x="0" y="1195"/>
                  </a:lnTo>
                  <a:lnTo>
                    <a:pt x="0" y="1195"/>
                  </a:lnTo>
                  <a:lnTo>
                    <a:pt x="133" y="1327"/>
                  </a:lnTo>
                  <a:lnTo>
                    <a:pt x="266" y="1327"/>
                  </a:lnTo>
                  <a:lnTo>
                    <a:pt x="266" y="1327"/>
                  </a:lnTo>
                  <a:lnTo>
                    <a:pt x="266" y="1327"/>
                  </a:lnTo>
                  <a:lnTo>
                    <a:pt x="531" y="1062"/>
                  </a:lnTo>
                  <a:lnTo>
                    <a:pt x="531" y="797"/>
                  </a:lnTo>
                  <a:lnTo>
                    <a:pt x="53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4678;p40">
              <a:extLst>
                <a:ext uri="{FF2B5EF4-FFF2-40B4-BE49-F238E27FC236}">
                  <a16:creationId xmlns:a16="http://schemas.microsoft.com/office/drawing/2014/main" id="{F959ECC5-7A74-31D1-0D13-C3BBDD30F52B}"/>
                </a:ext>
              </a:extLst>
            </p:cNvPr>
            <p:cNvSpPr/>
            <p:nvPr/>
          </p:nvSpPr>
          <p:spPr>
            <a:xfrm>
              <a:off x="6684469" y="2784743"/>
              <a:ext cx="33027" cy="33011"/>
            </a:xfrm>
            <a:custGeom>
              <a:avLst/>
              <a:gdLst/>
              <a:ahLst/>
              <a:cxnLst/>
              <a:rect l="l" t="t" r="r" b="b"/>
              <a:pathLst>
                <a:path w="1992" h="1991" extrusionOk="0">
                  <a:moveTo>
                    <a:pt x="1328" y="133"/>
                  </a:moveTo>
                  <a:lnTo>
                    <a:pt x="1593" y="266"/>
                  </a:lnTo>
                  <a:lnTo>
                    <a:pt x="1726" y="398"/>
                  </a:lnTo>
                  <a:lnTo>
                    <a:pt x="1726" y="796"/>
                  </a:lnTo>
                  <a:lnTo>
                    <a:pt x="133" y="1725"/>
                  </a:lnTo>
                  <a:lnTo>
                    <a:pt x="133" y="1327"/>
                  </a:lnTo>
                  <a:lnTo>
                    <a:pt x="399" y="929"/>
                  </a:lnTo>
                  <a:lnTo>
                    <a:pt x="664" y="531"/>
                  </a:lnTo>
                  <a:lnTo>
                    <a:pt x="929" y="266"/>
                  </a:lnTo>
                  <a:lnTo>
                    <a:pt x="1328" y="133"/>
                  </a:lnTo>
                  <a:close/>
                  <a:moveTo>
                    <a:pt x="1328" y="0"/>
                  </a:moveTo>
                  <a:lnTo>
                    <a:pt x="929" y="133"/>
                  </a:lnTo>
                  <a:lnTo>
                    <a:pt x="531" y="531"/>
                  </a:lnTo>
                  <a:lnTo>
                    <a:pt x="266" y="929"/>
                  </a:lnTo>
                  <a:lnTo>
                    <a:pt x="0" y="1327"/>
                  </a:lnTo>
                  <a:lnTo>
                    <a:pt x="0" y="1858"/>
                  </a:lnTo>
                  <a:lnTo>
                    <a:pt x="0" y="1991"/>
                  </a:lnTo>
                  <a:lnTo>
                    <a:pt x="929" y="1460"/>
                  </a:lnTo>
                  <a:lnTo>
                    <a:pt x="1062" y="1327"/>
                  </a:lnTo>
                  <a:lnTo>
                    <a:pt x="1991" y="796"/>
                  </a:lnTo>
                  <a:lnTo>
                    <a:pt x="1858" y="398"/>
                  </a:lnTo>
                  <a:lnTo>
                    <a:pt x="1593" y="133"/>
                  </a:lnTo>
                  <a:lnTo>
                    <a:pt x="1328" y="0"/>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4679;p40">
              <a:extLst>
                <a:ext uri="{FF2B5EF4-FFF2-40B4-BE49-F238E27FC236}">
                  <a16:creationId xmlns:a16="http://schemas.microsoft.com/office/drawing/2014/main" id="{6A8E9BA1-BB0F-9C9F-6E93-8F7CAF5A5DFE}"/>
                </a:ext>
              </a:extLst>
            </p:cNvPr>
            <p:cNvSpPr/>
            <p:nvPr/>
          </p:nvSpPr>
          <p:spPr>
            <a:xfrm>
              <a:off x="6686674" y="2786931"/>
              <a:ext cx="26412" cy="26429"/>
            </a:xfrm>
            <a:custGeom>
              <a:avLst/>
              <a:gdLst/>
              <a:ahLst/>
              <a:cxnLst/>
              <a:rect l="l" t="t" r="r" b="b"/>
              <a:pathLst>
                <a:path w="1593" h="1594" fill="none" extrusionOk="0">
                  <a:moveTo>
                    <a:pt x="0" y="1593"/>
                  </a:moveTo>
                  <a:lnTo>
                    <a:pt x="0" y="1593"/>
                  </a:lnTo>
                  <a:lnTo>
                    <a:pt x="0" y="1195"/>
                  </a:lnTo>
                  <a:lnTo>
                    <a:pt x="266" y="797"/>
                  </a:lnTo>
                  <a:lnTo>
                    <a:pt x="531" y="399"/>
                  </a:lnTo>
                  <a:lnTo>
                    <a:pt x="796" y="134"/>
                  </a:lnTo>
                  <a:lnTo>
                    <a:pt x="796" y="134"/>
                  </a:lnTo>
                  <a:lnTo>
                    <a:pt x="1195" y="1"/>
                  </a:lnTo>
                  <a:lnTo>
                    <a:pt x="1195" y="1"/>
                  </a:lnTo>
                  <a:lnTo>
                    <a:pt x="1460" y="134"/>
                  </a:lnTo>
                  <a:lnTo>
                    <a:pt x="1460" y="134"/>
                  </a:lnTo>
                  <a:lnTo>
                    <a:pt x="1593" y="266"/>
                  </a:lnTo>
                  <a:lnTo>
                    <a:pt x="1593" y="664"/>
                  </a:lnTo>
                  <a:lnTo>
                    <a:pt x="0" y="159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4680;p40">
              <a:extLst>
                <a:ext uri="{FF2B5EF4-FFF2-40B4-BE49-F238E27FC236}">
                  <a16:creationId xmlns:a16="http://schemas.microsoft.com/office/drawing/2014/main" id="{B8F2DDB7-5E90-849C-1940-988440A50B14}"/>
                </a:ext>
              </a:extLst>
            </p:cNvPr>
            <p:cNvSpPr/>
            <p:nvPr/>
          </p:nvSpPr>
          <p:spPr>
            <a:xfrm>
              <a:off x="6684469" y="2784743"/>
              <a:ext cx="33027" cy="33011"/>
            </a:xfrm>
            <a:custGeom>
              <a:avLst/>
              <a:gdLst/>
              <a:ahLst/>
              <a:cxnLst/>
              <a:rect l="l" t="t" r="r" b="b"/>
              <a:pathLst>
                <a:path w="1992" h="1991" fill="none" extrusionOk="0">
                  <a:moveTo>
                    <a:pt x="1328" y="0"/>
                  </a:moveTo>
                  <a:lnTo>
                    <a:pt x="1328" y="0"/>
                  </a:lnTo>
                  <a:lnTo>
                    <a:pt x="929" y="133"/>
                  </a:lnTo>
                  <a:lnTo>
                    <a:pt x="929" y="133"/>
                  </a:lnTo>
                  <a:lnTo>
                    <a:pt x="531" y="531"/>
                  </a:lnTo>
                  <a:lnTo>
                    <a:pt x="266" y="929"/>
                  </a:lnTo>
                  <a:lnTo>
                    <a:pt x="0" y="1327"/>
                  </a:lnTo>
                  <a:lnTo>
                    <a:pt x="0" y="1858"/>
                  </a:lnTo>
                  <a:lnTo>
                    <a:pt x="0" y="1991"/>
                  </a:lnTo>
                  <a:lnTo>
                    <a:pt x="929" y="1460"/>
                  </a:lnTo>
                  <a:lnTo>
                    <a:pt x="1062" y="1327"/>
                  </a:lnTo>
                  <a:lnTo>
                    <a:pt x="1991" y="796"/>
                  </a:lnTo>
                  <a:lnTo>
                    <a:pt x="1991" y="796"/>
                  </a:lnTo>
                  <a:lnTo>
                    <a:pt x="1991" y="796"/>
                  </a:lnTo>
                  <a:lnTo>
                    <a:pt x="1858" y="398"/>
                  </a:lnTo>
                  <a:lnTo>
                    <a:pt x="1593" y="133"/>
                  </a:lnTo>
                  <a:lnTo>
                    <a:pt x="1593" y="133"/>
                  </a:lnTo>
                  <a:lnTo>
                    <a:pt x="132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4681;p40">
              <a:extLst>
                <a:ext uri="{FF2B5EF4-FFF2-40B4-BE49-F238E27FC236}">
                  <a16:creationId xmlns:a16="http://schemas.microsoft.com/office/drawing/2014/main" id="{C6D4DD2E-B97B-F980-A109-C4889E7635FC}"/>
                </a:ext>
              </a:extLst>
            </p:cNvPr>
            <p:cNvSpPr/>
            <p:nvPr/>
          </p:nvSpPr>
          <p:spPr>
            <a:xfrm>
              <a:off x="7298360" y="3099381"/>
              <a:ext cx="453297" cy="264070"/>
            </a:xfrm>
            <a:custGeom>
              <a:avLst/>
              <a:gdLst/>
              <a:ahLst/>
              <a:cxnLst/>
              <a:rect l="l" t="t" r="r" b="b"/>
              <a:pathLst>
                <a:path w="27340" h="15927" extrusionOk="0">
                  <a:moveTo>
                    <a:pt x="13670" y="1"/>
                  </a:moveTo>
                  <a:lnTo>
                    <a:pt x="1" y="7963"/>
                  </a:lnTo>
                  <a:lnTo>
                    <a:pt x="13670" y="15926"/>
                  </a:lnTo>
                  <a:lnTo>
                    <a:pt x="27339" y="7963"/>
                  </a:lnTo>
                  <a:lnTo>
                    <a:pt x="1367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4682;p40">
              <a:extLst>
                <a:ext uri="{FF2B5EF4-FFF2-40B4-BE49-F238E27FC236}">
                  <a16:creationId xmlns:a16="http://schemas.microsoft.com/office/drawing/2014/main" id="{7484202C-7B3C-2C59-E96E-BD5AB798CB45}"/>
                </a:ext>
              </a:extLst>
            </p:cNvPr>
            <p:cNvSpPr/>
            <p:nvPr/>
          </p:nvSpPr>
          <p:spPr>
            <a:xfrm>
              <a:off x="7298360" y="3099381"/>
              <a:ext cx="453297" cy="264070"/>
            </a:xfrm>
            <a:custGeom>
              <a:avLst/>
              <a:gdLst/>
              <a:ahLst/>
              <a:cxnLst/>
              <a:rect l="l" t="t" r="r" b="b"/>
              <a:pathLst>
                <a:path w="27340" h="15927" fill="none" extrusionOk="0">
                  <a:moveTo>
                    <a:pt x="1" y="7963"/>
                  </a:moveTo>
                  <a:lnTo>
                    <a:pt x="13670" y="1"/>
                  </a:lnTo>
                  <a:lnTo>
                    <a:pt x="27339" y="7963"/>
                  </a:lnTo>
                  <a:lnTo>
                    <a:pt x="13670" y="15926"/>
                  </a:lnTo>
                  <a:lnTo>
                    <a:pt x="1" y="796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4683;p40">
              <a:extLst>
                <a:ext uri="{FF2B5EF4-FFF2-40B4-BE49-F238E27FC236}">
                  <a16:creationId xmlns:a16="http://schemas.microsoft.com/office/drawing/2014/main" id="{EEB0072E-2150-FA1E-7811-45897DE938BC}"/>
                </a:ext>
              </a:extLst>
            </p:cNvPr>
            <p:cNvSpPr/>
            <p:nvPr/>
          </p:nvSpPr>
          <p:spPr>
            <a:xfrm>
              <a:off x="7293966" y="2874954"/>
              <a:ext cx="231042" cy="246445"/>
            </a:xfrm>
            <a:custGeom>
              <a:avLst/>
              <a:gdLst/>
              <a:ahLst/>
              <a:cxnLst/>
              <a:rect l="l" t="t" r="r" b="b"/>
              <a:pathLst>
                <a:path w="13935" h="14864" extrusionOk="0">
                  <a:moveTo>
                    <a:pt x="13935" y="0"/>
                  </a:moveTo>
                  <a:lnTo>
                    <a:pt x="0" y="8096"/>
                  </a:lnTo>
                  <a:lnTo>
                    <a:pt x="11679" y="14864"/>
                  </a:lnTo>
                  <a:lnTo>
                    <a:pt x="13935" y="13537"/>
                  </a:lnTo>
                  <a:lnTo>
                    <a:pt x="13935"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4684;p40">
              <a:extLst>
                <a:ext uri="{FF2B5EF4-FFF2-40B4-BE49-F238E27FC236}">
                  <a16:creationId xmlns:a16="http://schemas.microsoft.com/office/drawing/2014/main" id="{ED476500-5774-9C1F-AFE6-23B9A79978E5}"/>
                </a:ext>
              </a:extLst>
            </p:cNvPr>
            <p:cNvSpPr/>
            <p:nvPr/>
          </p:nvSpPr>
          <p:spPr>
            <a:xfrm>
              <a:off x="7524992" y="2874954"/>
              <a:ext cx="233264" cy="246445"/>
            </a:xfrm>
            <a:custGeom>
              <a:avLst/>
              <a:gdLst/>
              <a:ahLst/>
              <a:cxnLst/>
              <a:rect l="l" t="t" r="r" b="b"/>
              <a:pathLst>
                <a:path w="14069" h="14864" extrusionOk="0">
                  <a:moveTo>
                    <a:pt x="1" y="0"/>
                  </a:moveTo>
                  <a:lnTo>
                    <a:pt x="1" y="13537"/>
                  </a:lnTo>
                  <a:lnTo>
                    <a:pt x="2257" y="14864"/>
                  </a:lnTo>
                  <a:lnTo>
                    <a:pt x="14068" y="8096"/>
                  </a:lnTo>
                  <a:lnTo>
                    <a:pt x="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4685;p40">
              <a:extLst>
                <a:ext uri="{FF2B5EF4-FFF2-40B4-BE49-F238E27FC236}">
                  <a16:creationId xmlns:a16="http://schemas.microsoft.com/office/drawing/2014/main" id="{3494C5CD-0463-FF04-906E-9DF5D02B5252}"/>
                </a:ext>
              </a:extLst>
            </p:cNvPr>
            <p:cNvSpPr/>
            <p:nvPr/>
          </p:nvSpPr>
          <p:spPr>
            <a:xfrm>
              <a:off x="7293966" y="3009169"/>
              <a:ext cx="231042" cy="354281"/>
            </a:xfrm>
            <a:custGeom>
              <a:avLst/>
              <a:gdLst/>
              <a:ahLst/>
              <a:cxnLst/>
              <a:rect l="l" t="t" r="r" b="b"/>
              <a:pathLst>
                <a:path w="13935" h="21368" extrusionOk="0">
                  <a:moveTo>
                    <a:pt x="0" y="1"/>
                  </a:moveTo>
                  <a:lnTo>
                    <a:pt x="0" y="13272"/>
                  </a:lnTo>
                  <a:lnTo>
                    <a:pt x="13935" y="21367"/>
                  </a:lnTo>
                  <a:lnTo>
                    <a:pt x="13935" y="8096"/>
                  </a:lnTo>
                  <a:lnTo>
                    <a:pt x="0"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4686;p40">
              <a:extLst>
                <a:ext uri="{FF2B5EF4-FFF2-40B4-BE49-F238E27FC236}">
                  <a16:creationId xmlns:a16="http://schemas.microsoft.com/office/drawing/2014/main" id="{F775396D-4CEE-7677-3697-8E6EABBDF2A0}"/>
                </a:ext>
              </a:extLst>
            </p:cNvPr>
            <p:cNvSpPr/>
            <p:nvPr/>
          </p:nvSpPr>
          <p:spPr>
            <a:xfrm>
              <a:off x="7293966" y="3009169"/>
              <a:ext cx="231042" cy="354281"/>
            </a:xfrm>
            <a:custGeom>
              <a:avLst/>
              <a:gdLst/>
              <a:ahLst/>
              <a:cxnLst/>
              <a:rect l="l" t="t" r="r" b="b"/>
              <a:pathLst>
                <a:path w="13935" h="21368" fill="none" extrusionOk="0">
                  <a:moveTo>
                    <a:pt x="0" y="1"/>
                  </a:moveTo>
                  <a:lnTo>
                    <a:pt x="0" y="13272"/>
                  </a:lnTo>
                  <a:lnTo>
                    <a:pt x="13935" y="21367"/>
                  </a:lnTo>
                  <a:lnTo>
                    <a:pt x="13935" y="8096"/>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4687;p40">
              <a:extLst>
                <a:ext uri="{FF2B5EF4-FFF2-40B4-BE49-F238E27FC236}">
                  <a16:creationId xmlns:a16="http://schemas.microsoft.com/office/drawing/2014/main" id="{9CBAC4D4-C39B-EB17-315B-82DF11EF073F}"/>
                </a:ext>
              </a:extLst>
            </p:cNvPr>
            <p:cNvSpPr/>
            <p:nvPr/>
          </p:nvSpPr>
          <p:spPr>
            <a:xfrm>
              <a:off x="7219157" y="3009169"/>
              <a:ext cx="305851" cy="237658"/>
            </a:xfrm>
            <a:custGeom>
              <a:avLst/>
              <a:gdLst/>
              <a:ahLst/>
              <a:cxnLst/>
              <a:rect l="l" t="t" r="r" b="b"/>
              <a:pathLst>
                <a:path w="18447" h="14334" extrusionOk="0">
                  <a:moveTo>
                    <a:pt x="4512" y="1"/>
                  </a:moveTo>
                  <a:lnTo>
                    <a:pt x="0" y="6238"/>
                  </a:lnTo>
                  <a:lnTo>
                    <a:pt x="14067" y="14333"/>
                  </a:lnTo>
                  <a:lnTo>
                    <a:pt x="18447" y="8096"/>
                  </a:lnTo>
                  <a:lnTo>
                    <a:pt x="4512"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4688;p40">
              <a:extLst>
                <a:ext uri="{FF2B5EF4-FFF2-40B4-BE49-F238E27FC236}">
                  <a16:creationId xmlns:a16="http://schemas.microsoft.com/office/drawing/2014/main" id="{BCE44158-A065-29E2-2BCD-4F8746F0C00F}"/>
                </a:ext>
              </a:extLst>
            </p:cNvPr>
            <p:cNvSpPr/>
            <p:nvPr/>
          </p:nvSpPr>
          <p:spPr>
            <a:xfrm>
              <a:off x="7219157" y="3009169"/>
              <a:ext cx="305851" cy="237658"/>
            </a:xfrm>
            <a:custGeom>
              <a:avLst/>
              <a:gdLst/>
              <a:ahLst/>
              <a:cxnLst/>
              <a:rect l="l" t="t" r="r" b="b"/>
              <a:pathLst>
                <a:path w="18447" h="14334" fill="none" extrusionOk="0">
                  <a:moveTo>
                    <a:pt x="4512" y="1"/>
                  </a:moveTo>
                  <a:lnTo>
                    <a:pt x="0" y="6238"/>
                  </a:lnTo>
                  <a:lnTo>
                    <a:pt x="14067" y="14333"/>
                  </a:lnTo>
                  <a:lnTo>
                    <a:pt x="18447" y="8096"/>
                  </a:lnTo>
                  <a:lnTo>
                    <a:pt x="451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4689;p40">
              <a:extLst>
                <a:ext uri="{FF2B5EF4-FFF2-40B4-BE49-F238E27FC236}">
                  <a16:creationId xmlns:a16="http://schemas.microsoft.com/office/drawing/2014/main" id="{D664F010-0945-83EE-CC13-0140FCB269AC}"/>
                </a:ext>
              </a:extLst>
            </p:cNvPr>
            <p:cNvSpPr/>
            <p:nvPr/>
          </p:nvSpPr>
          <p:spPr>
            <a:xfrm>
              <a:off x="7219157" y="3112595"/>
              <a:ext cx="305851" cy="134232"/>
            </a:xfrm>
            <a:custGeom>
              <a:avLst/>
              <a:gdLst/>
              <a:ahLst/>
              <a:cxnLst/>
              <a:rect l="l" t="t" r="r" b="b"/>
              <a:pathLst>
                <a:path w="18447" h="8096" extrusionOk="0">
                  <a:moveTo>
                    <a:pt x="0" y="0"/>
                  </a:moveTo>
                  <a:lnTo>
                    <a:pt x="14067" y="8095"/>
                  </a:lnTo>
                  <a:lnTo>
                    <a:pt x="18447" y="1858"/>
                  </a:lnTo>
                  <a:lnTo>
                    <a:pt x="13935" y="7697"/>
                  </a:lnTo>
                  <a:lnTo>
                    <a:pt x="0" y="0"/>
                  </a:lnTo>
                  <a:close/>
                </a:path>
              </a:pathLst>
            </a:custGeom>
            <a:solidFill>
              <a:srgbClr val="6A7B8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4690;p40">
              <a:extLst>
                <a:ext uri="{FF2B5EF4-FFF2-40B4-BE49-F238E27FC236}">
                  <a16:creationId xmlns:a16="http://schemas.microsoft.com/office/drawing/2014/main" id="{FA633DAA-B6BE-ABE2-3397-1D7F3839BEDC}"/>
                </a:ext>
              </a:extLst>
            </p:cNvPr>
            <p:cNvSpPr/>
            <p:nvPr/>
          </p:nvSpPr>
          <p:spPr>
            <a:xfrm>
              <a:off x="7219157" y="3112595"/>
              <a:ext cx="305851" cy="134232"/>
            </a:xfrm>
            <a:custGeom>
              <a:avLst/>
              <a:gdLst/>
              <a:ahLst/>
              <a:cxnLst/>
              <a:rect l="l" t="t" r="r" b="b"/>
              <a:pathLst>
                <a:path w="18447" h="8096" fill="none" extrusionOk="0">
                  <a:moveTo>
                    <a:pt x="0" y="0"/>
                  </a:moveTo>
                  <a:lnTo>
                    <a:pt x="14067" y="8095"/>
                  </a:lnTo>
                  <a:lnTo>
                    <a:pt x="18447" y="1858"/>
                  </a:lnTo>
                  <a:lnTo>
                    <a:pt x="18447" y="1858"/>
                  </a:lnTo>
                  <a:lnTo>
                    <a:pt x="13935" y="7697"/>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4691;p40">
              <a:extLst>
                <a:ext uri="{FF2B5EF4-FFF2-40B4-BE49-F238E27FC236}">
                  <a16:creationId xmlns:a16="http://schemas.microsoft.com/office/drawing/2014/main" id="{359478C9-58B6-FE4F-A326-91ACF02A31E2}"/>
                </a:ext>
              </a:extLst>
            </p:cNvPr>
            <p:cNvSpPr/>
            <p:nvPr/>
          </p:nvSpPr>
          <p:spPr>
            <a:xfrm>
              <a:off x="7524992" y="3009169"/>
              <a:ext cx="233264" cy="354281"/>
            </a:xfrm>
            <a:custGeom>
              <a:avLst/>
              <a:gdLst/>
              <a:ahLst/>
              <a:cxnLst/>
              <a:rect l="l" t="t" r="r" b="b"/>
              <a:pathLst>
                <a:path w="14069" h="21368" extrusionOk="0">
                  <a:moveTo>
                    <a:pt x="14068" y="1"/>
                  </a:moveTo>
                  <a:lnTo>
                    <a:pt x="1" y="8096"/>
                  </a:lnTo>
                  <a:lnTo>
                    <a:pt x="1" y="21367"/>
                  </a:lnTo>
                  <a:lnTo>
                    <a:pt x="14068" y="13272"/>
                  </a:lnTo>
                  <a:lnTo>
                    <a:pt x="14068"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4692;p40">
              <a:extLst>
                <a:ext uri="{FF2B5EF4-FFF2-40B4-BE49-F238E27FC236}">
                  <a16:creationId xmlns:a16="http://schemas.microsoft.com/office/drawing/2014/main" id="{B7A72BCD-2F79-FF7A-17AE-C01EBE681E21}"/>
                </a:ext>
              </a:extLst>
            </p:cNvPr>
            <p:cNvSpPr/>
            <p:nvPr/>
          </p:nvSpPr>
          <p:spPr>
            <a:xfrm>
              <a:off x="7524992" y="3009169"/>
              <a:ext cx="233264" cy="354281"/>
            </a:xfrm>
            <a:custGeom>
              <a:avLst/>
              <a:gdLst/>
              <a:ahLst/>
              <a:cxnLst/>
              <a:rect l="l" t="t" r="r" b="b"/>
              <a:pathLst>
                <a:path w="14069" h="21368" fill="none" extrusionOk="0">
                  <a:moveTo>
                    <a:pt x="14068" y="1"/>
                  </a:moveTo>
                  <a:lnTo>
                    <a:pt x="14068" y="13272"/>
                  </a:lnTo>
                  <a:lnTo>
                    <a:pt x="1" y="21367"/>
                  </a:lnTo>
                  <a:lnTo>
                    <a:pt x="1" y="8096"/>
                  </a:lnTo>
                  <a:lnTo>
                    <a:pt x="14068"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4693;p40">
              <a:extLst>
                <a:ext uri="{FF2B5EF4-FFF2-40B4-BE49-F238E27FC236}">
                  <a16:creationId xmlns:a16="http://schemas.microsoft.com/office/drawing/2014/main" id="{A5E2D642-045A-C5F7-049F-F412F84897C0}"/>
                </a:ext>
              </a:extLst>
            </p:cNvPr>
            <p:cNvSpPr/>
            <p:nvPr/>
          </p:nvSpPr>
          <p:spPr>
            <a:xfrm>
              <a:off x="7524992" y="3143385"/>
              <a:ext cx="173841" cy="220066"/>
            </a:xfrm>
            <a:custGeom>
              <a:avLst/>
              <a:gdLst/>
              <a:ahLst/>
              <a:cxnLst/>
              <a:rect l="l" t="t" r="r" b="b"/>
              <a:pathLst>
                <a:path w="10485" h="13273" extrusionOk="0">
                  <a:moveTo>
                    <a:pt x="1" y="1"/>
                  </a:moveTo>
                  <a:lnTo>
                    <a:pt x="1" y="13272"/>
                  </a:lnTo>
                  <a:lnTo>
                    <a:pt x="10485" y="7167"/>
                  </a:lnTo>
                  <a:lnTo>
                    <a:pt x="266" y="12741"/>
                  </a:lnTo>
                  <a:lnTo>
                    <a:pt x="1"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4694;p40">
              <a:extLst>
                <a:ext uri="{FF2B5EF4-FFF2-40B4-BE49-F238E27FC236}">
                  <a16:creationId xmlns:a16="http://schemas.microsoft.com/office/drawing/2014/main" id="{EFA8D47D-D86E-783C-E4F8-572846518DFE}"/>
                </a:ext>
              </a:extLst>
            </p:cNvPr>
            <p:cNvSpPr/>
            <p:nvPr/>
          </p:nvSpPr>
          <p:spPr>
            <a:xfrm>
              <a:off x="7524992" y="3143385"/>
              <a:ext cx="173841" cy="220066"/>
            </a:xfrm>
            <a:custGeom>
              <a:avLst/>
              <a:gdLst/>
              <a:ahLst/>
              <a:cxnLst/>
              <a:rect l="l" t="t" r="r" b="b"/>
              <a:pathLst>
                <a:path w="10485" h="13273" fill="none" extrusionOk="0">
                  <a:moveTo>
                    <a:pt x="1" y="1"/>
                  </a:moveTo>
                  <a:lnTo>
                    <a:pt x="266" y="12741"/>
                  </a:lnTo>
                  <a:lnTo>
                    <a:pt x="10485" y="7167"/>
                  </a:lnTo>
                  <a:lnTo>
                    <a:pt x="1" y="13272"/>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4695;p40">
              <a:extLst>
                <a:ext uri="{FF2B5EF4-FFF2-40B4-BE49-F238E27FC236}">
                  <a16:creationId xmlns:a16="http://schemas.microsoft.com/office/drawing/2014/main" id="{A6071F85-B10A-53F4-571A-67944F682C3B}"/>
                </a:ext>
              </a:extLst>
            </p:cNvPr>
            <p:cNvSpPr/>
            <p:nvPr/>
          </p:nvSpPr>
          <p:spPr>
            <a:xfrm>
              <a:off x="7524992" y="3009169"/>
              <a:ext cx="305868" cy="237658"/>
            </a:xfrm>
            <a:custGeom>
              <a:avLst/>
              <a:gdLst/>
              <a:ahLst/>
              <a:cxnLst/>
              <a:rect l="l" t="t" r="r" b="b"/>
              <a:pathLst>
                <a:path w="18448" h="14334" extrusionOk="0">
                  <a:moveTo>
                    <a:pt x="14068" y="1"/>
                  </a:moveTo>
                  <a:lnTo>
                    <a:pt x="1" y="8096"/>
                  </a:lnTo>
                  <a:lnTo>
                    <a:pt x="4513" y="14333"/>
                  </a:lnTo>
                  <a:lnTo>
                    <a:pt x="18448" y="6238"/>
                  </a:lnTo>
                  <a:lnTo>
                    <a:pt x="14068"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4696;p40">
              <a:extLst>
                <a:ext uri="{FF2B5EF4-FFF2-40B4-BE49-F238E27FC236}">
                  <a16:creationId xmlns:a16="http://schemas.microsoft.com/office/drawing/2014/main" id="{65437EE1-5E44-315B-FDAA-B50F378B9262}"/>
                </a:ext>
              </a:extLst>
            </p:cNvPr>
            <p:cNvSpPr/>
            <p:nvPr/>
          </p:nvSpPr>
          <p:spPr>
            <a:xfrm>
              <a:off x="7586603" y="3277616"/>
              <a:ext cx="2222" cy="28617"/>
            </a:xfrm>
            <a:custGeom>
              <a:avLst/>
              <a:gdLst/>
              <a:ahLst/>
              <a:cxnLst/>
              <a:rect l="l" t="t" r="r" b="b"/>
              <a:pathLst>
                <a:path w="134" h="1726" extrusionOk="0">
                  <a:moveTo>
                    <a:pt x="133" y="0"/>
                  </a:moveTo>
                  <a:lnTo>
                    <a:pt x="1" y="266"/>
                  </a:lnTo>
                  <a:lnTo>
                    <a:pt x="1" y="1593"/>
                  </a:lnTo>
                  <a:lnTo>
                    <a:pt x="1" y="1726"/>
                  </a:lnTo>
                  <a:lnTo>
                    <a:pt x="133" y="1593"/>
                  </a:lnTo>
                  <a:lnTo>
                    <a:pt x="133" y="133"/>
                  </a:lnTo>
                  <a:lnTo>
                    <a:pt x="133" y="0"/>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4697;p40">
              <a:extLst>
                <a:ext uri="{FF2B5EF4-FFF2-40B4-BE49-F238E27FC236}">
                  <a16:creationId xmlns:a16="http://schemas.microsoft.com/office/drawing/2014/main" id="{DA63CCAC-FE91-AC2C-2EEE-62E2D3589315}"/>
                </a:ext>
              </a:extLst>
            </p:cNvPr>
            <p:cNvSpPr/>
            <p:nvPr/>
          </p:nvSpPr>
          <p:spPr>
            <a:xfrm>
              <a:off x="7586603" y="3277616"/>
              <a:ext cx="2222" cy="28617"/>
            </a:xfrm>
            <a:custGeom>
              <a:avLst/>
              <a:gdLst/>
              <a:ahLst/>
              <a:cxnLst/>
              <a:rect l="l" t="t" r="r" b="b"/>
              <a:pathLst>
                <a:path w="134" h="1726" fill="none" extrusionOk="0">
                  <a:moveTo>
                    <a:pt x="133" y="0"/>
                  </a:moveTo>
                  <a:lnTo>
                    <a:pt x="1" y="266"/>
                  </a:lnTo>
                  <a:lnTo>
                    <a:pt x="1" y="1593"/>
                  </a:lnTo>
                  <a:lnTo>
                    <a:pt x="1" y="1726"/>
                  </a:lnTo>
                  <a:lnTo>
                    <a:pt x="133" y="1593"/>
                  </a:lnTo>
                  <a:lnTo>
                    <a:pt x="133" y="133"/>
                  </a:lnTo>
                  <a:lnTo>
                    <a:pt x="133"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4698;p40">
              <a:extLst>
                <a:ext uri="{FF2B5EF4-FFF2-40B4-BE49-F238E27FC236}">
                  <a16:creationId xmlns:a16="http://schemas.microsoft.com/office/drawing/2014/main" id="{D47C2CE4-5FC4-851F-262B-0C06264BD3E1}"/>
                </a:ext>
              </a:extLst>
            </p:cNvPr>
            <p:cNvSpPr/>
            <p:nvPr/>
          </p:nvSpPr>
          <p:spPr>
            <a:xfrm>
              <a:off x="7582209" y="3273206"/>
              <a:ext cx="11009" cy="13231"/>
            </a:xfrm>
            <a:custGeom>
              <a:avLst/>
              <a:gdLst/>
              <a:ahLst/>
              <a:cxnLst/>
              <a:rect l="l" t="t" r="r" b="b"/>
              <a:pathLst>
                <a:path w="664" h="798" extrusionOk="0">
                  <a:moveTo>
                    <a:pt x="266" y="1"/>
                  </a:moveTo>
                  <a:lnTo>
                    <a:pt x="0" y="664"/>
                  </a:lnTo>
                  <a:lnTo>
                    <a:pt x="133" y="797"/>
                  </a:lnTo>
                  <a:lnTo>
                    <a:pt x="133" y="664"/>
                  </a:lnTo>
                  <a:lnTo>
                    <a:pt x="266" y="532"/>
                  </a:lnTo>
                  <a:lnTo>
                    <a:pt x="398" y="266"/>
                  </a:lnTo>
                  <a:lnTo>
                    <a:pt x="398" y="399"/>
                  </a:lnTo>
                  <a:lnTo>
                    <a:pt x="531" y="532"/>
                  </a:lnTo>
                  <a:lnTo>
                    <a:pt x="664" y="399"/>
                  </a:lnTo>
                  <a:lnTo>
                    <a:pt x="266" y="1"/>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4699;p40">
              <a:extLst>
                <a:ext uri="{FF2B5EF4-FFF2-40B4-BE49-F238E27FC236}">
                  <a16:creationId xmlns:a16="http://schemas.microsoft.com/office/drawing/2014/main" id="{82829CC0-73B2-3D72-C946-4EE96E954CFB}"/>
                </a:ext>
              </a:extLst>
            </p:cNvPr>
            <p:cNvSpPr/>
            <p:nvPr/>
          </p:nvSpPr>
          <p:spPr>
            <a:xfrm>
              <a:off x="7582209" y="3273206"/>
              <a:ext cx="11009" cy="13231"/>
            </a:xfrm>
            <a:custGeom>
              <a:avLst/>
              <a:gdLst/>
              <a:ahLst/>
              <a:cxnLst/>
              <a:rect l="l" t="t" r="r" b="b"/>
              <a:pathLst>
                <a:path w="664" h="798" fill="none" extrusionOk="0">
                  <a:moveTo>
                    <a:pt x="266" y="1"/>
                  </a:moveTo>
                  <a:lnTo>
                    <a:pt x="0" y="664"/>
                  </a:lnTo>
                  <a:lnTo>
                    <a:pt x="133" y="797"/>
                  </a:lnTo>
                  <a:lnTo>
                    <a:pt x="133" y="797"/>
                  </a:lnTo>
                  <a:lnTo>
                    <a:pt x="133" y="664"/>
                  </a:lnTo>
                  <a:lnTo>
                    <a:pt x="266" y="532"/>
                  </a:lnTo>
                  <a:lnTo>
                    <a:pt x="398" y="266"/>
                  </a:lnTo>
                  <a:lnTo>
                    <a:pt x="398" y="399"/>
                  </a:lnTo>
                  <a:lnTo>
                    <a:pt x="531" y="532"/>
                  </a:lnTo>
                  <a:lnTo>
                    <a:pt x="531" y="532"/>
                  </a:lnTo>
                  <a:lnTo>
                    <a:pt x="664" y="399"/>
                  </a:lnTo>
                  <a:lnTo>
                    <a:pt x="26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4700;p40">
              <a:extLst>
                <a:ext uri="{FF2B5EF4-FFF2-40B4-BE49-F238E27FC236}">
                  <a16:creationId xmlns:a16="http://schemas.microsoft.com/office/drawing/2014/main" id="{E4D419E9-C458-210D-F0D9-AD2A30303385}"/>
                </a:ext>
              </a:extLst>
            </p:cNvPr>
            <p:cNvSpPr/>
            <p:nvPr/>
          </p:nvSpPr>
          <p:spPr>
            <a:xfrm>
              <a:off x="7597612" y="3273206"/>
              <a:ext cx="2222" cy="26429"/>
            </a:xfrm>
            <a:custGeom>
              <a:avLst/>
              <a:gdLst/>
              <a:ahLst/>
              <a:cxnLst/>
              <a:rect l="l" t="t" r="r" b="b"/>
              <a:pathLst>
                <a:path w="134" h="1594" extrusionOk="0">
                  <a:moveTo>
                    <a:pt x="133" y="1"/>
                  </a:moveTo>
                  <a:lnTo>
                    <a:pt x="0" y="134"/>
                  </a:lnTo>
                  <a:lnTo>
                    <a:pt x="0" y="1461"/>
                  </a:lnTo>
                  <a:lnTo>
                    <a:pt x="133" y="1593"/>
                  </a:lnTo>
                  <a:lnTo>
                    <a:pt x="133" y="1461"/>
                  </a:lnTo>
                  <a:lnTo>
                    <a:pt x="133" y="1"/>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4701;p40">
              <a:extLst>
                <a:ext uri="{FF2B5EF4-FFF2-40B4-BE49-F238E27FC236}">
                  <a16:creationId xmlns:a16="http://schemas.microsoft.com/office/drawing/2014/main" id="{D1718053-065C-A31D-6A0A-82F7F0E877B9}"/>
                </a:ext>
              </a:extLst>
            </p:cNvPr>
            <p:cNvSpPr/>
            <p:nvPr/>
          </p:nvSpPr>
          <p:spPr>
            <a:xfrm>
              <a:off x="7597612" y="3273206"/>
              <a:ext cx="2222" cy="26429"/>
            </a:xfrm>
            <a:custGeom>
              <a:avLst/>
              <a:gdLst/>
              <a:ahLst/>
              <a:cxnLst/>
              <a:rect l="l" t="t" r="r" b="b"/>
              <a:pathLst>
                <a:path w="134" h="1594" fill="none" extrusionOk="0">
                  <a:moveTo>
                    <a:pt x="133" y="1"/>
                  </a:moveTo>
                  <a:lnTo>
                    <a:pt x="0" y="134"/>
                  </a:lnTo>
                  <a:lnTo>
                    <a:pt x="0" y="1461"/>
                  </a:lnTo>
                  <a:lnTo>
                    <a:pt x="133" y="1593"/>
                  </a:lnTo>
                  <a:lnTo>
                    <a:pt x="133" y="1461"/>
                  </a:lnTo>
                  <a:lnTo>
                    <a:pt x="133" y="1"/>
                  </a:lnTo>
                  <a:lnTo>
                    <a:pt x="13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4702;p40">
              <a:extLst>
                <a:ext uri="{FF2B5EF4-FFF2-40B4-BE49-F238E27FC236}">
                  <a16:creationId xmlns:a16="http://schemas.microsoft.com/office/drawing/2014/main" id="{F0F219F3-FD97-2FB4-DA8B-512FAA865D42}"/>
                </a:ext>
              </a:extLst>
            </p:cNvPr>
            <p:cNvSpPr/>
            <p:nvPr/>
          </p:nvSpPr>
          <p:spPr>
            <a:xfrm>
              <a:off x="7595407" y="3266607"/>
              <a:ext cx="8821" cy="13231"/>
            </a:xfrm>
            <a:custGeom>
              <a:avLst/>
              <a:gdLst/>
              <a:ahLst/>
              <a:cxnLst/>
              <a:rect l="l" t="t" r="r" b="b"/>
              <a:pathLst>
                <a:path w="532" h="798" extrusionOk="0">
                  <a:moveTo>
                    <a:pt x="266" y="1"/>
                  </a:moveTo>
                  <a:lnTo>
                    <a:pt x="1" y="664"/>
                  </a:lnTo>
                  <a:lnTo>
                    <a:pt x="1" y="797"/>
                  </a:lnTo>
                  <a:lnTo>
                    <a:pt x="133" y="664"/>
                  </a:lnTo>
                  <a:lnTo>
                    <a:pt x="133" y="532"/>
                  </a:lnTo>
                  <a:lnTo>
                    <a:pt x="266" y="399"/>
                  </a:lnTo>
                  <a:lnTo>
                    <a:pt x="399" y="532"/>
                  </a:lnTo>
                  <a:lnTo>
                    <a:pt x="531" y="532"/>
                  </a:lnTo>
                  <a:lnTo>
                    <a:pt x="531" y="399"/>
                  </a:lnTo>
                  <a:lnTo>
                    <a:pt x="266" y="1"/>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4703;p40">
              <a:extLst>
                <a:ext uri="{FF2B5EF4-FFF2-40B4-BE49-F238E27FC236}">
                  <a16:creationId xmlns:a16="http://schemas.microsoft.com/office/drawing/2014/main" id="{F48788B7-63DF-6144-CABB-547E79E81F1C}"/>
                </a:ext>
              </a:extLst>
            </p:cNvPr>
            <p:cNvSpPr/>
            <p:nvPr/>
          </p:nvSpPr>
          <p:spPr>
            <a:xfrm>
              <a:off x="7595407" y="3266607"/>
              <a:ext cx="8821" cy="13231"/>
            </a:xfrm>
            <a:custGeom>
              <a:avLst/>
              <a:gdLst/>
              <a:ahLst/>
              <a:cxnLst/>
              <a:rect l="l" t="t" r="r" b="b"/>
              <a:pathLst>
                <a:path w="532" h="798" fill="none" extrusionOk="0">
                  <a:moveTo>
                    <a:pt x="266" y="1"/>
                  </a:moveTo>
                  <a:lnTo>
                    <a:pt x="1" y="664"/>
                  </a:lnTo>
                  <a:lnTo>
                    <a:pt x="1" y="797"/>
                  </a:lnTo>
                  <a:lnTo>
                    <a:pt x="1" y="797"/>
                  </a:lnTo>
                  <a:lnTo>
                    <a:pt x="133" y="664"/>
                  </a:lnTo>
                  <a:lnTo>
                    <a:pt x="133" y="532"/>
                  </a:lnTo>
                  <a:lnTo>
                    <a:pt x="266" y="399"/>
                  </a:lnTo>
                  <a:lnTo>
                    <a:pt x="266" y="399"/>
                  </a:lnTo>
                  <a:lnTo>
                    <a:pt x="399" y="532"/>
                  </a:lnTo>
                  <a:lnTo>
                    <a:pt x="531" y="532"/>
                  </a:lnTo>
                  <a:lnTo>
                    <a:pt x="531" y="399"/>
                  </a:lnTo>
                  <a:lnTo>
                    <a:pt x="26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4704;p40">
              <a:extLst>
                <a:ext uri="{FF2B5EF4-FFF2-40B4-BE49-F238E27FC236}">
                  <a16:creationId xmlns:a16="http://schemas.microsoft.com/office/drawing/2014/main" id="{1986F722-A45F-7433-7400-4A5791DDCD6B}"/>
                </a:ext>
              </a:extLst>
            </p:cNvPr>
            <p:cNvSpPr/>
            <p:nvPr/>
          </p:nvSpPr>
          <p:spPr>
            <a:xfrm>
              <a:off x="7551404" y="3301823"/>
              <a:ext cx="8821" cy="22018"/>
            </a:xfrm>
            <a:custGeom>
              <a:avLst/>
              <a:gdLst/>
              <a:ahLst/>
              <a:cxnLst/>
              <a:rect l="l" t="t" r="r" b="b"/>
              <a:pathLst>
                <a:path w="532" h="1328" extrusionOk="0">
                  <a:moveTo>
                    <a:pt x="531" y="0"/>
                  </a:moveTo>
                  <a:lnTo>
                    <a:pt x="399" y="133"/>
                  </a:lnTo>
                  <a:lnTo>
                    <a:pt x="399" y="796"/>
                  </a:lnTo>
                  <a:lnTo>
                    <a:pt x="266" y="1062"/>
                  </a:lnTo>
                  <a:lnTo>
                    <a:pt x="266" y="1195"/>
                  </a:lnTo>
                  <a:lnTo>
                    <a:pt x="133" y="1195"/>
                  </a:lnTo>
                  <a:lnTo>
                    <a:pt x="133" y="929"/>
                  </a:lnTo>
                  <a:lnTo>
                    <a:pt x="0" y="929"/>
                  </a:lnTo>
                  <a:lnTo>
                    <a:pt x="0" y="1195"/>
                  </a:lnTo>
                  <a:lnTo>
                    <a:pt x="133" y="1327"/>
                  </a:lnTo>
                  <a:lnTo>
                    <a:pt x="266" y="1327"/>
                  </a:lnTo>
                  <a:lnTo>
                    <a:pt x="399" y="1062"/>
                  </a:lnTo>
                  <a:lnTo>
                    <a:pt x="531" y="796"/>
                  </a:lnTo>
                  <a:lnTo>
                    <a:pt x="531" y="0"/>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4705;p40">
              <a:extLst>
                <a:ext uri="{FF2B5EF4-FFF2-40B4-BE49-F238E27FC236}">
                  <a16:creationId xmlns:a16="http://schemas.microsoft.com/office/drawing/2014/main" id="{97BD2CC6-00F9-CDD8-C99D-A8232231181D}"/>
                </a:ext>
              </a:extLst>
            </p:cNvPr>
            <p:cNvSpPr/>
            <p:nvPr/>
          </p:nvSpPr>
          <p:spPr>
            <a:xfrm>
              <a:off x="7551404" y="3301823"/>
              <a:ext cx="8821" cy="22018"/>
            </a:xfrm>
            <a:custGeom>
              <a:avLst/>
              <a:gdLst/>
              <a:ahLst/>
              <a:cxnLst/>
              <a:rect l="l" t="t" r="r" b="b"/>
              <a:pathLst>
                <a:path w="532" h="1328" fill="none" extrusionOk="0">
                  <a:moveTo>
                    <a:pt x="531" y="0"/>
                  </a:moveTo>
                  <a:lnTo>
                    <a:pt x="399" y="133"/>
                  </a:lnTo>
                  <a:lnTo>
                    <a:pt x="399" y="796"/>
                  </a:lnTo>
                  <a:lnTo>
                    <a:pt x="399" y="796"/>
                  </a:lnTo>
                  <a:lnTo>
                    <a:pt x="266" y="1062"/>
                  </a:lnTo>
                  <a:lnTo>
                    <a:pt x="266" y="1195"/>
                  </a:lnTo>
                  <a:lnTo>
                    <a:pt x="133" y="1195"/>
                  </a:lnTo>
                  <a:lnTo>
                    <a:pt x="133" y="1195"/>
                  </a:lnTo>
                  <a:lnTo>
                    <a:pt x="133" y="929"/>
                  </a:lnTo>
                  <a:lnTo>
                    <a:pt x="133" y="929"/>
                  </a:lnTo>
                  <a:lnTo>
                    <a:pt x="0" y="929"/>
                  </a:lnTo>
                  <a:lnTo>
                    <a:pt x="0" y="1195"/>
                  </a:lnTo>
                  <a:lnTo>
                    <a:pt x="0" y="1195"/>
                  </a:lnTo>
                  <a:lnTo>
                    <a:pt x="133" y="1327"/>
                  </a:lnTo>
                  <a:lnTo>
                    <a:pt x="133" y="1327"/>
                  </a:lnTo>
                  <a:lnTo>
                    <a:pt x="266" y="1327"/>
                  </a:lnTo>
                  <a:lnTo>
                    <a:pt x="266" y="1327"/>
                  </a:lnTo>
                  <a:lnTo>
                    <a:pt x="399" y="1062"/>
                  </a:lnTo>
                  <a:lnTo>
                    <a:pt x="531" y="796"/>
                  </a:lnTo>
                  <a:lnTo>
                    <a:pt x="53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4706;p40">
              <a:extLst>
                <a:ext uri="{FF2B5EF4-FFF2-40B4-BE49-F238E27FC236}">
                  <a16:creationId xmlns:a16="http://schemas.microsoft.com/office/drawing/2014/main" id="{C726C38A-10E6-509D-0BE6-5B8497503C22}"/>
                </a:ext>
              </a:extLst>
            </p:cNvPr>
            <p:cNvSpPr/>
            <p:nvPr/>
          </p:nvSpPr>
          <p:spPr>
            <a:xfrm>
              <a:off x="7542600" y="3279821"/>
              <a:ext cx="30822" cy="33011"/>
            </a:xfrm>
            <a:custGeom>
              <a:avLst/>
              <a:gdLst/>
              <a:ahLst/>
              <a:cxnLst/>
              <a:rect l="l" t="t" r="r" b="b"/>
              <a:pathLst>
                <a:path w="1859" h="1991" extrusionOk="0">
                  <a:moveTo>
                    <a:pt x="1328" y="0"/>
                  </a:moveTo>
                  <a:lnTo>
                    <a:pt x="930" y="265"/>
                  </a:lnTo>
                  <a:lnTo>
                    <a:pt x="1593" y="265"/>
                  </a:lnTo>
                  <a:lnTo>
                    <a:pt x="1726" y="398"/>
                  </a:lnTo>
                  <a:lnTo>
                    <a:pt x="1726" y="796"/>
                  </a:lnTo>
                  <a:lnTo>
                    <a:pt x="133" y="1725"/>
                  </a:lnTo>
                  <a:lnTo>
                    <a:pt x="133" y="1327"/>
                  </a:lnTo>
                  <a:lnTo>
                    <a:pt x="399" y="929"/>
                  </a:lnTo>
                  <a:lnTo>
                    <a:pt x="664" y="531"/>
                  </a:lnTo>
                  <a:lnTo>
                    <a:pt x="930" y="265"/>
                  </a:lnTo>
                  <a:lnTo>
                    <a:pt x="531" y="531"/>
                  </a:lnTo>
                  <a:lnTo>
                    <a:pt x="266" y="929"/>
                  </a:lnTo>
                  <a:lnTo>
                    <a:pt x="1" y="1327"/>
                  </a:lnTo>
                  <a:lnTo>
                    <a:pt x="1" y="1858"/>
                  </a:lnTo>
                  <a:lnTo>
                    <a:pt x="1" y="1991"/>
                  </a:lnTo>
                  <a:lnTo>
                    <a:pt x="930" y="1460"/>
                  </a:lnTo>
                  <a:lnTo>
                    <a:pt x="1062" y="1327"/>
                  </a:lnTo>
                  <a:lnTo>
                    <a:pt x="1858" y="796"/>
                  </a:lnTo>
                  <a:lnTo>
                    <a:pt x="1858" y="398"/>
                  </a:lnTo>
                  <a:lnTo>
                    <a:pt x="1593" y="133"/>
                  </a:lnTo>
                  <a:lnTo>
                    <a:pt x="1328" y="0"/>
                  </a:lnTo>
                  <a:close/>
                </a:path>
              </a:pathLst>
            </a:custGeom>
            <a:solidFill>
              <a:srgbClr val="BEC1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4707;p40">
              <a:extLst>
                <a:ext uri="{FF2B5EF4-FFF2-40B4-BE49-F238E27FC236}">
                  <a16:creationId xmlns:a16="http://schemas.microsoft.com/office/drawing/2014/main" id="{1CF852B1-94F0-4C09-5DDD-1386477B4738}"/>
                </a:ext>
              </a:extLst>
            </p:cNvPr>
            <p:cNvSpPr/>
            <p:nvPr/>
          </p:nvSpPr>
          <p:spPr>
            <a:xfrm>
              <a:off x="7544805" y="3284215"/>
              <a:ext cx="26412" cy="24223"/>
            </a:xfrm>
            <a:custGeom>
              <a:avLst/>
              <a:gdLst/>
              <a:ahLst/>
              <a:cxnLst/>
              <a:rect l="l" t="t" r="r" b="b"/>
              <a:pathLst>
                <a:path w="1593" h="1461" fill="none" extrusionOk="0">
                  <a:moveTo>
                    <a:pt x="0" y="1460"/>
                  </a:moveTo>
                  <a:lnTo>
                    <a:pt x="0" y="1460"/>
                  </a:lnTo>
                  <a:lnTo>
                    <a:pt x="0" y="1062"/>
                  </a:lnTo>
                  <a:lnTo>
                    <a:pt x="266" y="664"/>
                  </a:lnTo>
                  <a:lnTo>
                    <a:pt x="531" y="266"/>
                  </a:lnTo>
                  <a:lnTo>
                    <a:pt x="797" y="0"/>
                  </a:lnTo>
                  <a:lnTo>
                    <a:pt x="797" y="0"/>
                  </a:lnTo>
                  <a:lnTo>
                    <a:pt x="1195" y="0"/>
                  </a:lnTo>
                  <a:lnTo>
                    <a:pt x="1195" y="0"/>
                  </a:lnTo>
                  <a:lnTo>
                    <a:pt x="1460" y="0"/>
                  </a:lnTo>
                  <a:lnTo>
                    <a:pt x="1460" y="0"/>
                  </a:lnTo>
                  <a:lnTo>
                    <a:pt x="1593" y="133"/>
                  </a:lnTo>
                  <a:lnTo>
                    <a:pt x="1593" y="531"/>
                  </a:lnTo>
                  <a:lnTo>
                    <a:pt x="0" y="146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4708;p40">
              <a:extLst>
                <a:ext uri="{FF2B5EF4-FFF2-40B4-BE49-F238E27FC236}">
                  <a16:creationId xmlns:a16="http://schemas.microsoft.com/office/drawing/2014/main" id="{76992228-9CC5-8EA7-B539-921D1BCD1BA0}"/>
                </a:ext>
              </a:extLst>
            </p:cNvPr>
            <p:cNvSpPr/>
            <p:nvPr/>
          </p:nvSpPr>
          <p:spPr>
            <a:xfrm>
              <a:off x="7542600" y="3279821"/>
              <a:ext cx="30822" cy="33011"/>
            </a:xfrm>
            <a:custGeom>
              <a:avLst/>
              <a:gdLst/>
              <a:ahLst/>
              <a:cxnLst/>
              <a:rect l="l" t="t" r="r" b="b"/>
              <a:pathLst>
                <a:path w="1859" h="1991" fill="none" extrusionOk="0">
                  <a:moveTo>
                    <a:pt x="1328" y="0"/>
                  </a:moveTo>
                  <a:lnTo>
                    <a:pt x="1328" y="0"/>
                  </a:lnTo>
                  <a:lnTo>
                    <a:pt x="930" y="265"/>
                  </a:lnTo>
                  <a:lnTo>
                    <a:pt x="930" y="265"/>
                  </a:lnTo>
                  <a:lnTo>
                    <a:pt x="531" y="531"/>
                  </a:lnTo>
                  <a:lnTo>
                    <a:pt x="266" y="929"/>
                  </a:lnTo>
                  <a:lnTo>
                    <a:pt x="1" y="1327"/>
                  </a:lnTo>
                  <a:lnTo>
                    <a:pt x="1" y="1858"/>
                  </a:lnTo>
                  <a:lnTo>
                    <a:pt x="1" y="1991"/>
                  </a:lnTo>
                  <a:lnTo>
                    <a:pt x="930" y="1460"/>
                  </a:lnTo>
                  <a:lnTo>
                    <a:pt x="1062" y="1327"/>
                  </a:lnTo>
                  <a:lnTo>
                    <a:pt x="1858" y="796"/>
                  </a:lnTo>
                  <a:lnTo>
                    <a:pt x="1858" y="796"/>
                  </a:lnTo>
                  <a:lnTo>
                    <a:pt x="1858" y="796"/>
                  </a:lnTo>
                  <a:lnTo>
                    <a:pt x="1858" y="398"/>
                  </a:lnTo>
                  <a:lnTo>
                    <a:pt x="1593" y="133"/>
                  </a:lnTo>
                  <a:lnTo>
                    <a:pt x="1593" y="133"/>
                  </a:lnTo>
                  <a:lnTo>
                    <a:pt x="132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4709;p40">
              <a:extLst>
                <a:ext uri="{FF2B5EF4-FFF2-40B4-BE49-F238E27FC236}">
                  <a16:creationId xmlns:a16="http://schemas.microsoft.com/office/drawing/2014/main" id="{FD20A63E-712C-D0DC-B9C6-E00E55D3B876}"/>
                </a:ext>
              </a:extLst>
            </p:cNvPr>
            <p:cNvSpPr/>
            <p:nvPr/>
          </p:nvSpPr>
          <p:spPr>
            <a:xfrm>
              <a:off x="6257600" y="3719888"/>
              <a:ext cx="851549" cy="589701"/>
            </a:xfrm>
            <a:custGeom>
              <a:avLst/>
              <a:gdLst/>
              <a:ahLst/>
              <a:cxnLst/>
              <a:rect l="l" t="t" r="r" b="b"/>
              <a:pathLst>
                <a:path w="51360" h="35567" extrusionOk="0">
                  <a:moveTo>
                    <a:pt x="25614" y="16324"/>
                  </a:moveTo>
                  <a:lnTo>
                    <a:pt x="27737" y="16456"/>
                  </a:lnTo>
                  <a:lnTo>
                    <a:pt x="29860" y="16854"/>
                  </a:lnTo>
                  <a:lnTo>
                    <a:pt x="31851" y="17385"/>
                  </a:lnTo>
                  <a:lnTo>
                    <a:pt x="33576" y="18181"/>
                  </a:lnTo>
                  <a:lnTo>
                    <a:pt x="34505" y="18845"/>
                  </a:lnTo>
                  <a:lnTo>
                    <a:pt x="33576" y="19376"/>
                  </a:lnTo>
                  <a:lnTo>
                    <a:pt x="31851" y="20172"/>
                  </a:lnTo>
                  <a:lnTo>
                    <a:pt x="29860" y="20836"/>
                  </a:lnTo>
                  <a:lnTo>
                    <a:pt x="27737" y="21101"/>
                  </a:lnTo>
                  <a:lnTo>
                    <a:pt x="25614" y="21234"/>
                  </a:lnTo>
                  <a:lnTo>
                    <a:pt x="23490" y="21101"/>
                  </a:lnTo>
                  <a:lnTo>
                    <a:pt x="21500" y="20836"/>
                  </a:lnTo>
                  <a:lnTo>
                    <a:pt x="19509" y="20172"/>
                  </a:lnTo>
                  <a:lnTo>
                    <a:pt x="17784" y="19376"/>
                  </a:lnTo>
                  <a:lnTo>
                    <a:pt x="16855" y="18845"/>
                  </a:lnTo>
                  <a:lnTo>
                    <a:pt x="17784" y="18181"/>
                  </a:lnTo>
                  <a:lnTo>
                    <a:pt x="19509" y="17385"/>
                  </a:lnTo>
                  <a:lnTo>
                    <a:pt x="21500" y="16854"/>
                  </a:lnTo>
                  <a:lnTo>
                    <a:pt x="23490" y="16456"/>
                  </a:lnTo>
                  <a:lnTo>
                    <a:pt x="25614" y="16324"/>
                  </a:lnTo>
                  <a:close/>
                  <a:moveTo>
                    <a:pt x="22031" y="0"/>
                  </a:moveTo>
                  <a:lnTo>
                    <a:pt x="21765" y="133"/>
                  </a:lnTo>
                  <a:lnTo>
                    <a:pt x="21632" y="398"/>
                  </a:lnTo>
                  <a:lnTo>
                    <a:pt x="21500" y="531"/>
                  </a:lnTo>
                  <a:lnTo>
                    <a:pt x="20969" y="3716"/>
                  </a:lnTo>
                  <a:lnTo>
                    <a:pt x="20703" y="4114"/>
                  </a:lnTo>
                  <a:lnTo>
                    <a:pt x="20305" y="4380"/>
                  </a:lnTo>
                  <a:lnTo>
                    <a:pt x="18447" y="4778"/>
                  </a:lnTo>
                  <a:lnTo>
                    <a:pt x="16589" y="5176"/>
                  </a:lnTo>
                  <a:lnTo>
                    <a:pt x="16059" y="5309"/>
                  </a:lnTo>
                  <a:lnTo>
                    <a:pt x="15528" y="5176"/>
                  </a:lnTo>
                  <a:lnTo>
                    <a:pt x="10883" y="2920"/>
                  </a:lnTo>
                  <a:lnTo>
                    <a:pt x="10352" y="2920"/>
                  </a:lnTo>
                  <a:lnTo>
                    <a:pt x="9821" y="3052"/>
                  </a:lnTo>
                  <a:lnTo>
                    <a:pt x="5176" y="5707"/>
                  </a:lnTo>
                  <a:lnTo>
                    <a:pt x="5044" y="5839"/>
                  </a:lnTo>
                  <a:lnTo>
                    <a:pt x="4911" y="5972"/>
                  </a:lnTo>
                  <a:lnTo>
                    <a:pt x="4911" y="12210"/>
                  </a:lnTo>
                  <a:lnTo>
                    <a:pt x="531" y="12475"/>
                  </a:lnTo>
                  <a:lnTo>
                    <a:pt x="266" y="12608"/>
                  </a:lnTo>
                  <a:lnTo>
                    <a:pt x="133" y="12740"/>
                  </a:lnTo>
                  <a:lnTo>
                    <a:pt x="1" y="12873"/>
                  </a:lnTo>
                  <a:lnTo>
                    <a:pt x="1" y="13138"/>
                  </a:lnTo>
                  <a:lnTo>
                    <a:pt x="1" y="16589"/>
                  </a:lnTo>
                  <a:lnTo>
                    <a:pt x="1" y="18978"/>
                  </a:lnTo>
                  <a:lnTo>
                    <a:pt x="1" y="22428"/>
                  </a:lnTo>
                  <a:lnTo>
                    <a:pt x="1" y="22694"/>
                  </a:lnTo>
                  <a:lnTo>
                    <a:pt x="133" y="22959"/>
                  </a:lnTo>
                  <a:lnTo>
                    <a:pt x="399" y="23092"/>
                  </a:lnTo>
                  <a:lnTo>
                    <a:pt x="664" y="23092"/>
                  </a:lnTo>
                  <a:lnTo>
                    <a:pt x="4911" y="23357"/>
                  </a:lnTo>
                  <a:lnTo>
                    <a:pt x="4911" y="26940"/>
                  </a:lnTo>
                  <a:lnTo>
                    <a:pt x="4911" y="27073"/>
                  </a:lnTo>
                  <a:lnTo>
                    <a:pt x="4911" y="28135"/>
                  </a:lnTo>
                  <a:lnTo>
                    <a:pt x="4911" y="29595"/>
                  </a:lnTo>
                  <a:lnTo>
                    <a:pt x="5044" y="29727"/>
                  </a:lnTo>
                  <a:lnTo>
                    <a:pt x="5176" y="29860"/>
                  </a:lnTo>
                  <a:lnTo>
                    <a:pt x="9821" y="32647"/>
                  </a:lnTo>
                  <a:lnTo>
                    <a:pt x="10219" y="32647"/>
                  </a:lnTo>
                  <a:lnTo>
                    <a:pt x="10352" y="32780"/>
                  </a:lnTo>
                  <a:lnTo>
                    <a:pt x="10617" y="32780"/>
                  </a:lnTo>
                  <a:lnTo>
                    <a:pt x="10617" y="32647"/>
                  </a:lnTo>
                  <a:lnTo>
                    <a:pt x="10883" y="32647"/>
                  </a:lnTo>
                  <a:lnTo>
                    <a:pt x="15528" y="30391"/>
                  </a:lnTo>
                  <a:lnTo>
                    <a:pt x="16589" y="30391"/>
                  </a:lnTo>
                  <a:lnTo>
                    <a:pt x="18447" y="30922"/>
                  </a:lnTo>
                  <a:lnTo>
                    <a:pt x="20305" y="31320"/>
                  </a:lnTo>
                  <a:lnTo>
                    <a:pt x="20703" y="31453"/>
                  </a:lnTo>
                  <a:lnTo>
                    <a:pt x="20969" y="31983"/>
                  </a:lnTo>
                  <a:lnTo>
                    <a:pt x="21500" y="35036"/>
                  </a:lnTo>
                  <a:lnTo>
                    <a:pt x="21632" y="35168"/>
                  </a:lnTo>
                  <a:lnTo>
                    <a:pt x="21632" y="35301"/>
                  </a:lnTo>
                  <a:lnTo>
                    <a:pt x="21765" y="35434"/>
                  </a:lnTo>
                  <a:lnTo>
                    <a:pt x="21898" y="35434"/>
                  </a:lnTo>
                  <a:lnTo>
                    <a:pt x="22296" y="35567"/>
                  </a:lnTo>
                  <a:lnTo>
                    <a:pt x="29330" y="35567"/>
                  </a:lnTo>
                  <a:lnTo>
                    <a:pt x="29462" y="35434"/>
                  </a:lnTo>
                  <a:lnTo>
                    <a:pt x="29728" y="35301"/>
                  </a:lnTo>
                  <a:lnTo>
                    <a:pt x="29728" y="35036"/>
                  </a:lnTo>
                  <a:lnTo>
                    <a:pt x="30391" y="31983"/>
                  </a:lnTo>
                  <a:lnTo>
                    <a:pt x="30657" y="31453"/>
                  </a:lnTo>
                  <a:lnTo>
                    <a:pt x="31055" y="31320"/>
                  </a:lnTo>
                  <a:lnTo>
                    <a:pt x="32913" y="30922"/>
                  </a:lnTo>
                  <a:lnTo>
                    <a:pt x="34771" y="30391"/>
                  </a:lnTo>
                  <a:lnTo>
                    <a:pt x="35832" y="30391"/>
                  </a:lnTo>
                  <a:lnTo>
                    <a:pt x="40477" y="32647"/>
                  </a:lnTo>
                  <a:lnTo>
                    <a:pt x="41008" y="32780"/>
                  </a:lnTo>
                  <a:lnTo>
                    <a:pt x="41274" y="32647"/>
                  </a:lnTo>
                  <a:lnTo>
                    <a:pt x="41539" y="32647"/>
                  </a:lnTo>
                  <a:lnTo>
                    <a:pt x="46184" y="29860"/>
                  </a:lnTo>
                  <a:lnTo>
                    <a:pt x="46317" y="29727"/>
                  </a:lnTo>
                  <a:lnTo>
                    <a:pt x="46449" y="29595"/>
                  </a:lnTo>
                  <a:lnTo>
                    <a:pt x="46449" y="23357"/>
                  </a:lnTo>
                  <a:lnTo>
                    <a:pt x="50829" y="23092"/>
                  </a:lnTo>
                  <a:lnTo>
                    <a:pt x="51094" y="23092"/>
                  </a:lnTo>
                  <a:lnTo>
                    <a:pt x="51227" y="22959"/>
                  </a:lnTo>
                  <a:lnTo>
                    <a:pt x="51360" y="22694"/>
                  </a:lnTo>
                  <a:lnTo>
                    <a:pt x="51360" y="22428"/>
                  </a:lnTo>
                  <a:lnTo>
                    <a:pt x="51360" y="16058"/>
                  </a:lnTo>
                  <a:lnTo>
                    <a:pt x="51360" y="15925"/>
                  </a:lnTo>
                  <a:lnTo>
                    <a:pt x="51360" y="13138"/>
                  </a:lnTo>
                  <a:lnTo>
                    <a:pt x="51360" y="12873"/>
                  </a:lnTo>
                  <a:lnTo>
                    <a:pt x="51227" y="12740"/>
                  </a:lnTo>
                  <a:lnTo>
                    <a:pt x="51094" y="12608"/>
                  </a:lnTo>
                  <a:lnTo>
                    <a:pt x="50829" y="12475"/>
                  </a:lnTo>
                  <a:lnTo>
                    <a:pt x="46449" y="12210"/>
                  </a:lnTo>
                  <a:lnTo>
                    <a:pt x="46449" y="6105"/>
                  </a:lnTo>
                  <a:lnTo>
                    <a:pt x="46317" y="5839"/>
                  </a:lnTo>
                  <a:lnTo>
                    <a:pt x="46184" y="5707"/>
                  </a:lnTo>
                  <a:lnTo>
                    <a:pt x="41539" y="3052"/>
                  </a:lnTo>
                  <a:lnTo>
                    <a:pt x="41008" y="2920"/>
                  </a:lnTo>
                  <a:lnTo>
                    <a:pt x="40477" y="2920"/>
                  </a:lnTo>
                  <a:lnTo>
                    <a:pt x="35832" y="5176"/>
                  </a:lnTo>
                  <a:lnTo>
                    <a:pt x="35302" y="5309"/>
                  </a:lnTo>
                  <a:lnTo>
                    <a:pt x="34771" y="5176"/>
                  </a:lnTo>
                  <a:lnTo>
                    <a:pt x="32913" y="4778"/>
                  </a:lnTo>
                  <a:lnTo>
                    <a:pt x="31055" y="4380"/>
                  </a:lnTo>
                  <a:lnTo>
                    <a:pt x="30657" y="4114"/>
                  </a:lnTo>
                  <a:lnTo>
                    <a:pt x="30391" y="3716"/>
                  </a:lnTo>
                  <a:lnTo>
                    <a:pt x="29728" y="531"/>
                  </a:lnTo>
                  <a:lnTo>
                    <a:pt x="29728" y="398"/>
                  </a:lnTo>
                  <a:lnTo>
                    <a:pt x="29595" y="133"/>
                  </a:lnTo>
                  <a:lnTo>
                    <a:pt x="29330"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4710;p40">
              <a:extLst>
                <a:ext uri="{FF2B5EF4-FFF2-40B4-BE49-F238E27FC236}">
                  <a16:creationId xmlns:a16="http://schemas.microsoft.com/office/drawing/2014/main" id="{9E3730A1-3D2F-FF54-F2F2-CE938A3F2961}"/>
                </a:ext>
              </a:extLst>
            </p:cNvPr>
            <p:cNvSpPr/>
            <p:nvPr/>
          </p:nvSpPr>
          <p:spPr>
            <a:xfrm>
              <a:off x="6257600" y="3719888"/>
              <a:ext cx="851549" cy="589701"/>
            </a:xfrm>
            <a:custGeom>
              <a:avLst/>
              <a:gdLst/>
              <a:ahLst/>
              <a:cxnLst/>
              <a:rect l="l" t="t" r="r" b="b"/>
              <a:pathLst>
                <a:path w="51360" h="35567" fill="none" extrusionOk="0">
                  <a:moveTo>
                    <a:pt x="51360" y="15925"/>
                  </a:moveTo>
                  <a:lnTo>
                    <a:pt x="51360" y="13138"/>
                  </a:lnTo>
                  <a:lnTo>
                    <a:pt x="51360" y="13138"/>
                  </a:lnTo>
                  <a:lnTo>
                    <a:pt x="51360" y="12873"/>
                  </a:lnTo>
                  <a:lnTo>
                    <a:pt x="51227" y="12740"/>
                  </a:lnTo>
                  <a:lnTo>
                    <a:pt x="51094" y="12608"/>
                  </a:lnTo>
                  <a:lnTo>
                    <a:pt x="50829" y="12475"/>
                  </a:lnTo>
                  <a:lnTo>
                    <a:pt x="46449" y="12210"/>
                  </a:lnTo>
                  <a:lnTo>
                    <a:pt x="46449" y="5972"/>
                  </a:lnTo>
                  <a:lnTo>
                    <a:pt x="46449" y="6105"/>
                  </a:lnTo>
                  <a:lnTo>
                    <a:pt x="46449" y="6105"/>
                  </a:lnTo>
                  <a:lnTo>
                    <a:pt x="46317" y="5839"/>
                  </a:lnTo>
                  <a:lnTo>
                    <a:pt x="46184" y="5707"/>
                  </a:lnTo>
                  <a:lnTo>
                    <a:pt x="41539" y="3052"/>
                  </a:lnTo>
                  <a:lnTo>
                    <a:pt x="41539" y="3052"/>
                  </a:lnTo>
                  <a:lnTo>
                    <a:pt x="41008" y="2920"/>
                  </a:lnTo>
                  <a:lnTo>
                    <a:pt x="40477" y="2920"/>
                  </a:lnTo>
                  <a:lnTo>
                    <a:pt x="35832" y="5176"/>
                  </a:lnTo>
                  <a:lnTo>
                    <a:pt x="35832" y="5176"/>
                  </a:lnTo>
                  <a:lnTo>
                    <a:pt x="35302" y="5309"/>
                  </a:lnTo>
                  <a:lnTo>
                    <a:pt x="34771" y="5176"/>
                  </a:lnTo>
                  <a:lnTo>
                    <a:pt x="34771" y="5176"/>
                  </a:lnTo>
                  <a:lnTo>
                    <a:pt x="32913" y="4778"/>
                  </a:lnTo>
                  <a:lnTo>
                    <a:pt x="31055" y="4380"/>
                  </a:lnTo>
                  <a:lnTo>
                    <a:pt x="31055" y="4380"/>
                  </a:lnTo>
                  <a:lnTo>
                    <a:pt x="30657" y="4114"/>
                  </a:lnTo>
                  <a:lnTo>
                    <a:pt x="30391" y="3716"/>
                  </a:lnTo>
                  <a:lnTo>
                    <a:pt x="29728" y="531"/>
                  </a:lnTo>
                  <a:lnTo>
                    <a:pt x="29728" y="531"/>
                  </a:lnTo>
                  <a:lnTo>
                    <a:pt x="29728" y="398"/>
                  </a:lnTo>
                  <a:lnTo>
                    <a:pt x="29595" y="133"/>
                  </a:lnTo>
                  <a:lnTo>
                    <a:pt x="29330" y="0"/>
                  </a:lnTo>
                  <a:lnTo>
                    <a:pt x="29064" y="0"/>
                  </a:lnTo>
                  <a:lnTo>
                    <a:pt x="22296" y="0"/>
                  </a:lnTo>
                  <a:lnTo>
                    <a:pt x="22296" y="0"/>
                  </a:lnTo>
                  <a:lnTo>
                    <a:pt x="22031" y="0"/>
                  </a:lnTo>
                  <a:lnTo>
                    <a:pt x="21765" y="133"/>
                  </a:lnTo>
                  <a:lnTo>
                    <a:pt x="21632" y="398"/>
                  </a:lnTo>
                  <a:lnTo>
                    <a:pt x="21500" y="531"/>
                  </a:lnTo>
                  <a:lnTo>
                    <a:pt x="20969" y="3716"/>
                  </a:lnTo>
                  <a:lnTo>
                    <a:pt x="20969" y="3716"/>
                  </a:lnTo>
                  <a:lnTo>
                    <a:pt x="20703" y="4114"/>
                  </a:lnTo>
                  <a:lnTo>
                    <a:pt x="20305" y="4380"/>
                  </a:lnTo>
                  <a:lnTo>
                    <a:pt x="20305" y="4380"/>
                  </a:lnTo>
                  <a:lnTo>
                    <a:pt x="18447" y="4778"/>
                  </a:lnTo>
                  <a:lnTo>
                    <a:pt x="16589" y="5176"/>
                  </a:lnTo>
                  <a:lnTo>
                    <a:pt x="16589" y="5176"/>
                  </a:lnTo>
                  <a:lnTo>
                    <a:pt x="16059" y="5309"/>
                  </a:lnTo>
                  <a:lnTo>
                    <a:pt x="15528" y="5176"/>
                  </a:lnTo>
                  <a:lnTo>
                    <a:pt x="10883" y="2920"/>
                  </a:lnTo>
                  <a:lnTo>
                    <a:pt x="10883" y="2920"/>
                  </a:lnTo>
                  <a:lnTo>
                    <a:pt x="10352" y="2920"/>
                  </a:lnTo>
                  <a:lnTo>
                    <a:pt x="9821" y="3052"/>
                  </a:lnTo>
                  <a:lnTo>
                    <a:pt x="5176" y="5707"/>
                  </a:lnTo>
                  <a:lnTo>
                    <a:pt x="5176" y="5707"/>
                  </a:lnTo>
                  <a:lnTo>
                    <a:pt x="5044" y="5839"/>
                  </a:lnTo>
                  <a:lnTo>
                    <a:pt x="4911" y="5972"/>
                  </a:lnTo>
                  <a:lnTo>
                    <a:pt x="4911" y="5972"/>
                  </a:lnTo>
                  <a:lnTo>
                    <a:pt x="4911" y="12210"/>
                  </a:lnTo>
                  <a:lnTo>
                    <a:pt x="531" y="12475"/>
                  </a:lnTo>
                  <a:lnTo>
                    <a:pt x="531" y="12475"/>
                  </a:lnTo>
                  <a:lnTo>
                    <a:pt x="266" y="12608"/>
                  </a:lnTo>
                  <a:lnTo>
                    <a:pt x="133" y="12740"/>
                  </a:lnTo>
                  <a:lnTo>
                    <a:pt x="1" y="12873"/>
                  </a:lnTo>
                  <a:lnTo>
                    <a:pt x="1" y="13138"/>
                  </a:lnTo>
                  <a:lnTo>
                    <a:pt x="1" y="16589"/>
                  </a:lnTo>
                  <a:lnTo>
                    <a:pt x="1" y="16589"/>
                  </a:lnTo>
                  <a:lnTo>
                    <a:pt x="1" y="18978"/>
                  </a:lnTo>
                  <a:lnTo>
                    <a:pt x="1" y="18978"/>
                  </a:lnTo>
                  <a:lnTo>
                    <a:pt x="1" y="22428"/>
                  </a:lnTo>
                  <a:lnTo>
                    <a:pt x="1" y="22428"/>
                  </a:lnTo>
                  <a:lnTo>
                    <a:pt x="1" y="22428"/>
                  </a:lnTo>
                  <a:lnTo>
                    <a:pt x="1" y="22428"/>
                  </a:lnTo>
                  <a:lnTo>
                    <a:pt x="1" y="22694"/>
                  </a:lnTo>
                  <a:lnTo>
                    <a:pt x="1" y="22694"/>
                  </a:lnTo>
                  <a:lnTo>
                    <a:pt x="133" y="22959"/>
                  </a:lnTo>
                  <a:lnTo>
                    <a:pt x="133" y="22959"/>
                  </a:lnTo>
                  <a:lnTo>
                    <a:pt x="399" y="23092"/>
                  </a:lnTo>
                  <a:lnTo>
                    <a:pt x="531" y="23092"/>
                  </a:lnTo>
                  <a:lnTo>
                    <a:pt x="664" y="23092"/>
                  </a:lnTo>
                  <a:lnTo>
                    <a:pt x="4911" y="23357"/>
                  </a:lnTo>
                  <a:lnTo>
                    <a:pt x="4911" y="23357"/>
                  </a:lnTo>
                  <a:lnTo>
                    <a:pt x="4911" y="26940"/>
                  </a:lnTo>
                  <a:lnTo>
                    <a:pt x="4911" y="26940"/>
                  </a:lnTo>
                  <a:lnTo>
                    <a:pt x="4911" y="26940"/>
                  </a:lnTo>
                  <a:lnTo>
                    <a:pt x="4911" y="27073"/>
                  </a:lnTo>
                  <a:lnTo>
                    <a:pt x="4911" y="28135"/>
                  </a:lnTo>
                  <a:lnTo>
                    <a:pt x="4911" y="29595"/>
                  </a:lnTo>
                  <a:lnTo>
                    <a:pt x="4911" y="29595"/>
                  </a:lnTo>
                  <a:lnTo>
                    <a:pt x="4911" y="29595"/>
                  </a:lnTo>
                  <a:lnTo>
                    <a:pt x="5044" y="29727"/>
                  </a:lnTo>
                  <a:lnTo>
                    <a:pt x="5044" y="29727"/>
                  </a:lnTo>
                  <a:lnTo>
                    <a:pt x="5044" y="29727"/>
                  </a:lnTo>
                  <a:lnTo>
                    <a:pt x="5176" y="29860"/>
                  </a:lnTo>
                  <a:lnTo>
                    <a:pt x="9821" y="32647"/>
                  </a:lnTo>
                  <a:lnTo>
                    <a:pt x="9821" y="32647"/>
                  </a:lnTo>
                  <a:lnTo>
                    <a:pt x="9821" y="32647"/>
                  </a:lnTo>
                  <a:lnTo>
                    <a:pt x="10219" y="32647"/>
                  </a:lnTo>
                  <a:lnTo>
                    <a:pt x="10352" y="32780"/>
                  </a:lnTo>
                  <a:lnTo>
                    <a:pt x="10352" y="32780"/>
                  </a:lnTo>
                  <a:lnTo>
                    <a:pt x="10617" y="32780"/>
                  </a:lnTo>
                  <a:lnTo>
                    <a:pt x="10617" y="32647"/>
                  </a:lnTo>
                  <a:lnTo>
                    <a:pt x="10617" y="32647"/>
                  </a:lnTo>
                  <a:lnTo>
                    <a:pt x="10883" y="32647"/>
                  </a:lnTo>
                  <a:lnTo>
                    <a:pt x="15528" y="30391"/>
                  </a:lnTo>
                  <a:lnTo>
                    <a:pt x="15528" y="30391"/>
                  </a:lnTo>
                  <a:lnTo>
                    <a:pt x="16059" y="30391"/>
                  </a:lnTo>
                  <a:lnTo>
                    <a:pt x="16589" y="30391"/>
                  </a:lnTo>
                  <a:lnTo>
                    <a:pt x="16589" y="30391"/>
                  </a:lnTo>
                  <a:lnTo>
                    <a:pt x="18447" y="30922"/>
                  </a:lnTo>
                  <a:lnTo>
                    <a:pt x="20305" y="31320"/>
                  </a:lnTo>
                  <a:lnTo>
                    <a:pt x="20305" y="31320"/>
                  </a:lnTo>
                  <a:lnTo>
                    <a:pt x="20703" y="31453"/>
                  </a:lnTo>
                  <a:lnTo>
                    <a:pt x="20969" y="31983"/>
                  </a:lnTo>
                  <a:lnTo>
                    <a:pt x="21500" y="35036"/>
                  </a:lnTo>
                  <a:lnTo>
                    <a:pt x="21500" y="35036"/>
                  </a:lnTo>
                  <a:lnTo>
                    <a:pt x="21632" y="35168"/>
                  </a:lnTo>
                  <a:lnTo>
                    <a:pt x="21632" y="35301"/>
                  </a:lnTo>
                  <a:lnTo>
                    <a:pt x="21765" y="35434"/>
                  </a:lnTo>
                  <a:lnTo>
                    <a:pt x="21898" y="35434"/>
                  </a:lnTo>
                  <a:lnTo>
                    <a:pt x="21898" y="35434"/>
                  </a:lnTo>
                  <a:lnTo>
                    <a:pt x="22296" y="35567"/>
                  </a:lnTo>
                  <a:lnTo>
                    <a:pt x="29064" y="35567"/>
                  </a:lnTo>
                  <a:lnTo>
                    <a:pt x="29064" y="35567"/>
                  </a:lnTo>
                  <a:lnTo>
                    <a:pt x="29330" y="35567"/>
                  </a:lnTo>
                  <a:lnTo>
                    <a:pt x="29462" y="35434"/>
                  </a:lnTo>
                  <a:lnTo>
                    <a:pt x="29462" y="35434"/>
                  </a:lnTo>
                  <a:lnTo>
                    <a:pt x="29462" y="35434"/>
                  </a:lnTo>
                  <a:lnTo>
                    <a:pt x="29728" y="35301"/>
                  </a:lnTo>
                  <a:lnTo>
                    <a:pt x="29728" y="35036"/>
                  </a:lnTo>
                  <a:lnTo>
                    <a:pt x="30391" y="31983"/>
                  </a:lnTo>
                  <a:lnTo>
                    <a:pt x="30391" y="31983"/>
                  </a:lnTo>
                  <a:lnTo>
                    <a:pt x="30657" y="31453"/>
                  </a:lnTo>
                  <a:lnTo>
                    <a:pt x="31055" y="31320"/>
                  </a:lnTo>
                  <a:lnTo>
                    <a:pt x="31055" y="31320"/>
                  </a:lnTo>
                  <a:lnTo>
                    <a:pt x="32913" y="30922"/>
                  </a:lnTo>
                  <a:lnTo>
                    <a:pt x="34771" y="30391"/>
                  </a:lnTo>
                  <a:lnTo>
                    <a:pt x="34771" y="30391"/>
                  </a:lnTo>
                  <a:lnTo>
                    <a:pt x="35302" y="30391"/>
                  </a:lnTo>
                  <a:lnTo>
                    <a:pt x="35832" y="30391"/>
                  </a:lnTo>
                  <a:lnTo>
                    <a:pt x="40477" y="32647"/>
                  </a:lnTo>
                  <a:lnTo>
                    <a:pt x="40477" y="32647"/>
                  </a:lnTo>
                  <a:lnTo>
                    <a:pt x="41008" y="32780"/>
                  </a:lnTo>
                  <a:lnTo>
                    <a:pt x="41008" y="32780"/>
                  </a:lnTo>
                  <a:lnTo>
                    <a:pt x="41008" y="32780"/>
                  </a:lnTo>
                  <a:lnTo>
                    <a:pt x="41274" y="32647"/>
                  </a:lnTo>
                  <a:lnTo>
                    <a:pt x="41539" y="32647"/>
                  </a:lnTo>
                  <a:lnTo>
                    <a:pt x="46184" y="29860"/>
                  </a:lnTo>
                  <a:lnTo>
                    <a:pt x="46184" y="29860"/>
                  </a:lnTo>
                  <a:lnTo>
                    <a:pt x="46317" y="29727"/>
                  </a:lnTo>
                  <a:lnTo>
                    <a:pt x="46449" y="29595"/>
                  </a:lnTo>
                  <a:lnTo>
                    <a:pt x="46449" y="29595"/>
                  </a:lnTo>
                  <a:lnTo>
                    <a:pt x="46449" y="23357"/>
                  </a:lnTo>
                  <a:lnTo>
                    <a:pt x="50829" y="23092"/>
                  </a:lnTo>
                  <a:lnTo>
                    <a:pt x="50829" y="23092"/>
                  </a:lnTo>
                  <a:lnTo>
                    <a:pt x="51094" y="23092"/>
                  </a:lnTo>
                  <a:lnTo>
                    <a:pt x="51227" y="22959"/>
                  </a:lnTo>
                  <a:lnTo>
                    <a:pt x="51360" y="22694"/>
                  </a:lnTo>
                  <a:lnTo>
                    <a:pt x="51360" y="22428"/>
                  </a:lnTo>
                  <a:lnTo>
                    <a:pt x="51360" y="16058"/>
                  </a:lnTo>
                  <a:lnTo>
                    <a:pt x="51360" y="15925"/>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4711;p40">
              <a:extLst>
                <a:ext uri="{FF2B5EF4-FFF2-40B4-BE49-F238E27FC236}">
                  <a16:creationId xmlns:a16="http://schemas.microsoft.com/office/drawing/2014/main" id="{A01087D9-D01C-5CF9-4FEF-B08500F5325D}"/>
                </a:ext>
              </a:extLst>
            </p:cNvPr>
            <p:cNvSpPr/>
            <p:nvPr/>
          </p:nvSpPr>
          <p:spPr>
            <a:xfrm>
              <a:off x="6537039" y="3990523"/>
              <a:ext cx="292670" cy="81424"/>
            </a:xfrm>
            <a:custGeom>
              <a:avLst/>
              <a:gdLst/>
              <a:ahLst/>
              <a:cxnLst/>
              <a:rect l="l" t="t" r="r" b="b"/>
              <a:pathLst>
                <a:path w="17652" h="4911" fill="none" extrusionOk="0">
                  <a:moveTo>
                    <a:pt x="17651" y="2522"/>
                  </a:moveTo>
                  <a:lnTo>
                    <a:pt x="17651" y="2522"/>
                  </a:lnTo>
                  <a:lnTo>
                    <a:pt x="16722" y="3053"/>
                  </a:lnTo>
                  <a:lnTo>
                    <a:pt x="16722" y="3053"/>
                  </a:lnTo>
                  <a:lnTo>
                    <a:pt x="14997" y="3849"/>
                  </a:lnTo>
                  <a:lnTo>
                    <a:pt x="13006" y="4513"/>
                  </a:lnTo>
                  <a:lnTo>
                    <a:pt x="10883" y="4778"/>
                  </a:lnTo>
                  <a:lnTo>
                    <a:pt x="8760" y="4911"/>
                  </a:lnTo>
                  <a:lnTo>
                    <a:pt x="6636" y="4778"/>
                  </a:lnTo>
                  <a:lnTo>
                    <a:pt x="4646" y="4513"/>
                  </a:lnTo>
                  <a:lnTo>
                    <a:pt x="2655" y="3849"/>
                  </a:lnTo>
                  <a:lnTo>
                    <a:pt x="930" y="3053"/>
                  </a:lnTo>
                  <a:lnTo>
                    <a:pt x="930" y="3053"/>
                  </a:lnTo>
                  <a:lnTo>
                    <a:pt x="1" y="2522"/>
                  </a:lnTo>
                  <a:lnTo>
                    <a:pt x="1" y="2522"/>
                  </a:lnTo>
                  <a:lnTo>
                    <a:pt x="930" y="1858"/>
                  </a:lnTo>
                  <a:lnTo>
                    <a:pt x="930" y="1858"/>
                  </a:lnTo>
                  <a:lnTo>
                    <a:pt x="2655" y="1062"/>
                  </a:lnTo>
                  <a:lnTo>
                    <a:pt x="4646" y="531"/>
                  </a:lnTo>
                  <a:lnTo>
                    <a:pt x="6636" y="133"/>
                  </a:lnTo>
                  <a:lnTo>
                    <a:pt x="8760" y="1"/>
                  </a:lnTo>
                  <a:lnTo>
                    <a:pt x="10883" y="133"/>
                  </a:lnTo>
                  <a:lnTo>
                    <a:pt x="13006" y="531"/>
                  </a:lnTo>
                  <a:lnTo>
                    <a:pt x="14997" y="1062"/>
                  </a:lnTo>
                  <a:lnTo>
                    <a:pt x="16722" y="1858"/>
                  </a:lnTo>
                  <a:lnTo>
                    <a:pt x="16722" y="1858"/>
                  </a:lnTo>
                  <a:lnTo>
                    <a:pt x="17651" y="252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4712;p40">
              <a:extLst>
                <a:ext uri="{FF2B5EF4-FFF2-40B4-BE49-F238E27FC236}">
                  <a16:creationId xmlns:a16="http://schemas.microsoft.com/office/drawing/2014/main" id="{13882941-C691-5BD4-B9E5-EAFD3ACD9E9C}"/>
                </a:ext>
              </a:extLst>
            </p:cNvPr>
            <p:cNvSpPr/>
            <p:nvPr/>
          </p:nvSpPr>
          <p:spPr>
            <a:xfrm>
              <a:off x="6257600" y="3999327"/>
              <a:ext cx="851549" cy="310262"/>
            </a:xfrm>
            <a:custGeom>
              <a:avLst/>
              <a:gdLst/>
              <a:ahLst/>
              <a:cxnLst/>
              <a:rect l="l" t="t" r="r" b="b"/>
              <a:pathLst>
                <a:path w="51360" h="18713" extrusionOk="0">
                  <a:moveTo>
                    <a:pt x="1" y="0"/>
                  </a:moveTo>
                  <a:lnTo>
                    <a:pt x="1" y="5574"/>
                  </a:lnTo>
                  <a:lnTo>
                    <a:pt x="1" y="5840"/>
                  </a:lnTo>
                  <a:lnTo>
                    <a:pt x="133" y="6105"/>
                  </a:lnTo>
                  <a:lnTo>
                    <a:pt x="266" y="6238"/>
                  </a:lnTo>
                  <a:lnTo>
                    <a:pt x="664" y="6238"/>
                  </a:lnTo>
                  <a:lnTo>
                    <a:pt x="4115" y="6503"/>
                  </a:lnTo>
                  <a:lnTo>
                    <a:pt x="4911" y="6503"/>
                  </a:lnTo>
                  <a:lnTo>
                    <a:pt x="4911" y="6901"/>
                  </a:lnTo>
                  <a:lnTo>
                    <a:pt x="5044" y="6636"/>
                  </a:lnTo>
                  <a:lnTo>
                    <a:pt x="5176" y="6503"/>
                  </a:lnTo>
                  <a:lnTo>
                    <a:pt x="8760" y="3849"/>
                  </a:lnTo>
                  <a:lnTo>
                    <a:pt x="9025" y="3716"/>
                  </a:lnTo>
                  <a:lnTo>
                    <a:pt x="9025" y="3584"/>
                  </a:lnTo>
                  <a:lnTo>
                    <a:pt x="9025" y="3318"/>
                  </a:lnTo>
                  <a:lnTo>
                    <a:pt x="8892" y="3185"/>
                  </a:lnTo>
                  <a:lnTo>
                    <a:pt x="8096" y="2256"/>
                  </a:lnTo>
                  <a:lnTo>
                    <a:pt x="7565" y="1327"/>
                  </a:lnTo>
                  <a:lnTo>
                    <a:pt x="7167" y="929"/>
                  </a:lnTo>
                  <a:lnTo>
                    <a:pt x="6769" y="797"/>
                  </a:lnTo>
                  <a:lnTo>
                    <a:pt x="531" y="399"/>
                  </a:lnTo>
                  <a:lnTo>
                    <a:pt x="266" y="266"/>
                  </a:lnTo>
                  <a:lnTo>
                    <a:pt x="133" y="133"/>
                  </a:lnTo>
                  <a:lnTo>
                    <a:pt x="1" y="0"/>
                  </a:lnTo>
                  <a:close/>
                  <a:moveTo>
                    <a:pt x="51360" y="0"/>
                  </a:moveTo>
                  <a:lnTo>
                    <a:pt x="51227" y="133"/>
                  </a:lnTo>
                  <a:lnTo>
                    <a:pt x="51094" y="266"/>
                  </a:lnTo>
                  <a:lnTo>
                    <a:pt x="50829" y="399"/>
                  </a:lnTo>
                  <a:lnTo>
                    <a:pt x="44591" y="797"/>
                  </a:lnTo>
                  <a:lnTo>
                    <a:pt x="44193" y="929"/>
                  </a:lnTo>
                  <a:lnTo>
                    <a:pt x="43795" y="1327"/>
                  </a:lnTo>
                  <a:lnTo>
                    <a:pt x="43132" y="2256"/>
                  </a:lnTo>
                  <a:lnTo>
                    <a:pt x="42468" y="3185"/>
                  </a:lnTo>
                  <a:lnTo>
                    <a:pt x="42335" y="3318"/>
                  </a:lnTo>
                  <a:lnTo>
                    <a:pt x="42335" y="3584"/>
                  </a:lnTo>
                  <a:lnTo>
                    <a:pt x="42335" y="3716"/>
                  </a:lnTo>
                  <a:lnTo>
                    <a:pt x="42468" y="3849"/>
                  </a:lnTo>
                  <a:lnTo>
                    <a:pt x="46184" y="6503"/>
                  </a:lnTo>
                  <a:lnTo>
                    <a:pt x="46317" y="6636"/>
                  </a:lnTo>
                  <a:lnTo>
                    <a:pt x="46449" y="6901"/>
                  </a:lnTo>
                  <a:lnTo>
                    <a:pt x="46449" y="6503"/>
                  </a:lnTo>
                  <a:lnTo>
                    <a:pt x="50829" y="6238"/>
                  </a:lnTo>
                  <a:lnTo>
                    <a:pt x="51094" y="6238"/>
                  </a:lnTo>
                  <a:lnTo>
                    <a:pt x="51227" y="6105"/>
                  </a:lnTo>
                  <a:lnTo>
                    <a:pt x="51360" y="5840"/>
                  </a:lnTo>
                  <a:lnTo>
                    <a:pt x="51360" y="5574"/>
                  </a:lnTo>
                  <a:lnTo>
                    <a:pt x="51360" y="0"/>
                  </a:lnTo>
                  <a:close/>
                  <a:moveTo>
                    <a:pt x="4911" y="6901"/>
                  </a:moveTo>
                  <a:lnTo>
                    <a:pt x="4911" y="10086"/>
                  </a:lnTo>
                  <a:lnTo>
                    <a:pt x="4911" y="11281"/>
                  </a:lnTo>
                  <a:lnTo>
                    <a:pt x="4911" y="12741"/>
                  </a:lnTo>
                  <a:lnTo>
                    <a:pt x="5044" y="12873"/>
                  </a:lnTo>
                  <a:lnTo>
                    <a:pt x="5044" y="13006"/>
                  </a:lnTo>
                  <a:lnTo>
                    <a:pt x="5176" y="13006"/>
                  </a:lnTo>
                  <a:lnTo>
                    <a:pt x="9821" y="15793"/>
                  </a:lnTo>
                  <a:lnTo>
                    <a:pt x="10219" y="15793"/>
                  </a:lnTo>
                  <a:lnTo>
                    <a:pt x="10485" y="15926"/>
                  </a:lnTo>
                  <a:lnTo>
                    <a:pt x="10617" y="15926"/>
                  </a:lnTo>
                  <a:lnTo>
                    <a:pt x="10617" y="15793"/>
                  </a:lnTo>
                  <a:lnTo>
                    <a:pt x="10883" y="15793"/>
                  </a:lnTo>
                  <a:lnTo>
                    <a:pt x="15528" y="13537"/>
                  </a:lnTo>
                  <a:lnTo>
                    <a:pt x="16589" y="13537"/>
                  </a:lnTo>
                  <a:lnTo>
                    <a:pt x="18447" y="14068"/>
                  </a:lnTo>
                  <a:lnTo>
                    <a:pt x="20305" y="14466"/>
                  </a:lnTo>
                  <a:lnTo>
                    <a:pt x="20703" y="14599"/>
                  </a:lnTo>
                  <a:lnTo>
                    <a:pt x="20836" y="14864"/>
                  </a:lnTo>
                  <a:lnTo>
                    <a:pt x="20969" y="15129"/>
                  </a:lnTo>
                  <a:lnTo>
                    <a:pt x="21500" y="18182"/>
                  </a:lnTo>
                  <a:lnTo>
                    <a:pt x="21632" y="18314"/>
                  </a:lnTo>
                  <a:lnTo>
                    <a:pt x="21632" y="18447"/>
                  </a:lnTo>
                  <a:lnTo>
                    <a:pt x="21898" y="18580"/>
                  </a:lnTo>
                  <a:lnTo>
                    <a:pt x="22163" y="18713"/>
                  </a:lnTo>
                  <a:lnTo>
                    <a:pt x="29330" y="18713"/>
                  </a:lnTo>
                  <a:lnTo>
                    <a:pt x="29462" y="18580"/>
                  </a:lnTo>
                  <a:lnTo>
                    <a:pt x="29728" y="18447"/>
                  </a:lnTo>
                  <a:lnTo>
                    <a:pt x="29728" y="18182"/>
                  </a:lnTo>
                  <a:lnTo>
                    <a:pt x="30391" y="15129"/>
                  </a:lnTo>
                  <a:lnTo>
                    <a:pt x="30524" y="14731"/>
                  </a:lnTo>
                  <a:lnTo>
                    <a:pt x="30789" y="14599"/>
                  </a:lnTo>
                  <a:lnTo>
                    <a:pt x="30789" y="14466"/>
                  </a:lnTo>
                  <a:lnTo>
                    <a:pt x="31055" y="14466"/>
                  </a:lnTo>
                  <a:lnTo>
                    <a:pt x="32913" y="14068"/>
                  </a:lnTo>
                  <a:lnTo>
                    <a:pt x="34771" y="13537"/>
                  </a:lnTo>
                  <a:lnTo>
                    <a:pt x="35832" y="13537"/>
                  </a:lnTo>
                  <a:lnTo>
                    <a:pt x="40477" y="15793"/>
                  </a:lnTo>
                  <a:lnTo>
                    <a:pt x="41008" y="15926"/>
                  </a:lnTo>
                  <a:lnTo>
                    <a:pt x="41274" y="15793"/>
                  </a:lnTo>
                  <a:lnTo>
                    <a:pt x="41539" y="15793"/>
                  </a:lnTo>
                  <a:lnTo>
                    <a:pt x="46184" y="13006"/>
                  </a:lnTo>
                  <a:lnTo>
                    <a:pt x="46317" y="12873"/>
                  </a:lnTo>
                  <a:lnTo>
                    <a:pt x="46449" y="12741"/>
                  </a:lnTo>
                  <a:lnTo>
                    <a:pt x="46449" y="6901"/>
                  </a:lnTo>
                  <a:lnTo>
                    <a:pt x="46317" y="7034"/>
                  </a:lnTo>
                  <a:lnTo>
                    <a:pt x="46184" y="7167"/>
                  </a:lnTo>
                  <a:lnTo>
                    <a:pt x="41539" y="9821"/>
                  </a:lnTo>
                  <a:lnTo>
                    <a:pt x="41008" y="9954"/>
                  </a:lnTo>
                  <a:lnTo>
                    <a:pt x="40477" y="9954"/>
                  </a:lnTo>
                  <a:lnTo>
                    <a:pt x="35832" y="7698"/>
                  </a:lnTo>
                  <a:lnTo>
                    <a:pt x="35302" y="7565"/>
                  </a:lnTo>
                  <a:lnTo>
                    <a:pt x="34771" y="7698"/>
                  </a:lnTo>
                  <a:lnTo>
                    <a:pt x="32913" y="8096"/>
                  </a:lnTo>
                  <a:lnTo>
                    <a:pt x="31055" y="8494"/>
                  </a:lnTo>
                  <a:lnTo>
                    <a:pt x="30657" y="8759"/>
                  </a:lnTo>
                  <a:lnTo>
                    <a:pt x="30391" y="9157"/>
                  </a:lnTo>
                  <a:lnTo>
                    <a:pt x="29728" y="12342"/>
                  </a:lnTo>
                  <a:lnTo>
                    <a:pt x="29728" y="12475"/>
                  </a:lnTo>
                  <a:lnTo>
                    <a:pt x="29595" y="12741"/>
                  </a:lnTo>
                  <a:lnTo>
                    <a:pt x="29330" y="12873"/>
                  </a:lnTo>
                  <a:lnTo>
                    <a:pt x="22031" y="12873"/>
                  </a:lnTo>
                  <a:lnTo>
                    <a:pt x="21765" y="12741"/>
                  </a:lnTo>
                  <a:lnTo>
                    <a:pt x="21632" y="12475"/>
                  </a:lnTo>
                  <a:lnTo>
                    <a:pt x="21500" y="12342"/>
                  </a:lnTo>
                  <a:lnTo>
                    <a:pt x="20969" y="9157"/>
                  </a:lnTo>
                  <a:lnTo>
                    <a:pt x="20703" y="8759"/>
                  </a:lnTo>
                  <a:lnTo>
                    <a:pt x="20305" y="8494"/>
                  </a:lnTo>
                  <a:lnTo>
                    <a:pt x="18447" y="8096"/>
                  </a:lnTo>
                  <a:lnTo>
                    <a:pt x="16589" y="7698"/>
                  </a:lnTo>
                  <a:lnTo>
                    <a:pt x="16059" y="7565"/>
                  </a:lnTo>
                  <a:lnTo>
                    <a:pt x="15528" y="7698"/>
                  </a:lnTo>
                  <a:lnTo>
                    <a:pt x="10883" y="9954"/>
                  </a:lnTo>
                  <a:lnTo>
                    <a:pt x="10352" y="9954"/>
                  </a:lnTo>
                  <a:lnTo>
                    <a:pt x="9821" y="9821"/>
                  </a:lnTo>
                  <a:lnTo>
                    <a:pt x="5176" y="7167"/>
                  </a:lnTo>
                  <a:lnTo>
                    <a:pt x="5044" y="7034"/>
                  </a:lnTo>
                  <a:lnTo>
                    <a:pt x="4911" y="690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4713;p40">
              <a:extLst>
                <a:ext uri="{FF2B5EF4-FFF2-40B4-BE49-F238E27FC236}">
                  <a16:creationId xmlns:a16="http://schemas.microsoft.com/office/drawing/2014/main" id="{18FFE6C8-060A-DE44-DD15-E1DD339F9410}"/>
                </a:ext>
              </a:extLst>
            </p:cNvPr>
            <p:cNvSpPr/>
            <p:nvPr/>
          </p:nvSpPr>
          <p:spPr>
            <a:xfrm>
              <a:off x="6257600" y="3983924"/>
              <a:ext cx="851549" cy="325664"/>
            </a:xfrm>
            <a:custGeom>
              <a:avLst/>
              <a:gdLst/>
              <a:ahLst/>
              <a:cxnLst/>
              <a:rect l="l" t="t" r="r" b="b"/>
              <a:pathLst>
                <a:path w="51360" h="19642" fill="none" extrusionOk="0">
                  <a:moveTo>
                    <a:pt x="51360" y="133"/>
                  </a:moveTo>
                  <a:lnTo>
                    <a:pt x="51360" y="6503"/>
                  </a:lnTo>
                  <a:lnTo>
                    <a:pt x="51360" y="6503"/>
                  </a:lnTo>
                  <a:lnTo>
                    <a:pt x="51360" y="6769"/>
                  </a:lnTo>
                  <a:lnTo>
                    <a:pt x="51227" y="7034"/>
                  </a:lnTo>
                  <a:lnTo>
                    <a:pt x="51094" y="7167"/>
                  </a:lnTo>
                  <a:lnTo>
                    <a:pt x="50829" y="7167"/>
                  </a:lnTo>
                  <a:lnTo>
                    <a:pt x="46449" y="7432"/>
                  </a:lnTo>
                  <a:lnTo>
                    <a:pt x="46449" y="13670"/>
                  </a:lnTo>
                  <a:lnTo>
                    <a:pt x="46449" y="13670"/>
                  </a:lnTo>
                  <a:lnTo>
                    <a:pt x="46317" y="13802"/>
                  </a:lnTo>
                  <a:lnTo>
                    <a:pt x="46184" y="13935"/>
                  </a:lnTo>
                  <a:lnTo>
                    <a:pt x="41539" y="16722"/>
                  </a:lnTo>
                  <a:lnTo>
                    <a:pt x="41539" y="16722"/>
                  </a:lnTo>
                  <a:lnTo>
                    <a:pt x="41274" y="16722"/>
                  </a:lnTo>
                  <a:lnTo>
                    <a:pt x="41008" y="16855"/>
                  </a:lnTo>
                  <a:lnTo>
                    <a:pt x="41008" y="16855"/>
                  </a:lnTo>
                  <a:lnTo>
                    <a:pt x="41008" y="16855"/>
                  </a:lnTo>
                  <a:lnTo>
                    <a:pt x="40477" y="16722"/>
                  </a:lnTo>
                  <a:lnTo>
                    <a:pt x="35832" y="14466"/>
                  </a:lnTo>
                  <a:lnTo>
                    <a:pt x="35832" y="14466"/>
                  </a:lnTo>
                  <a:lnTo>
                    <a:pt x="35302" y="14466"/>
                  </a:lnTo>
                  <a:lnTo>
                    <a:pt x="35302" y="14466"/>
                  </a:lnTo>
                  <a:lnTo>
                    <a:pt x="35302" y="14466"/>
                  </a:lnTo>
                  <a:lnTo>
                    <a:pt x="34771" y="14466"/>
                  </a:lnTo>
                  <a:lnTo>
                    <a:pt x="34771" y="14466"/>
                  </a:lnTo>
                  <a:lnTo>
                    <a:pt x="32913" y="14997"/>
                  </a:lnTo>
                  <a:lnTo>
                    <a:pt x="31055" y="15395"/>
                  </a:lnTo>
                  <a:lnTo>
                    <a:pt x="31055" y="15395"/>
                  </a:lnTo>
                  <a:lnTo>
                    <a:pt x="30789" y="15395"/>
                  </a:lnTo>
                  <a:lnTo>
                    <a:pt x="30789" y="15528"/>
                  </a:lnTo>
                  <a:lnTo>
                    <a:pt x="30789" y="15528"/>
                  </a:lnTo>
                  <a:lnTo>
                    <a:pt x="30524" y="15660"/>
                  </a:lnTo>
                  <a:lnTo>
                    <a:pt x="30391" y="16058"/>
                  </a:lnTo>
                  <a:lnTo>
                    <a:pt x="29728" y="19111"/>
                  </a:lnTo>
                  <a:lnTo>
                    <a:pt x="29728" y="19111"/>
                  </a:lnTo>
                  <a:lnTo>
                    <a:pt x="29728" y="19376"/>
                  </a:lnTo>
                  <a:lnTo>
                    <a:pt x="29462" y="19509"/>
                  </a:lnTo>
                  <a:lnTo>
                    <a:pt x="29462" y="19509"/>
                  </a:lnTo>
                  <a:lnTo>
                    <a:pt x="29462" y="19509"/>
                  </a:lnTo>
                  <a:lnTo>
                    <a:pt x="29330" y="19642"/>
                  </a:lnTo>
                  <a:lnTo>
                    <a:pt x="29064" y="19642"/>
                  </a:lnTo>
                  <a:lnTo>
                    <a:pt x="22296" y="19642"/>
                  </a:lnTo>
                  <a:lnTo>
                    <a:pt x="22163" y="19642"/>
                  </a:lnTo>
                  <a:lnTo>
                    <a:pt x="22163" y="19642"/>
                  </a:lnTo>
                  <a:lnTo>
                    <a:pt x="21898" y="19509"/>
                  </a:lnTo>
                  <a:lnTo>
                    <a:pt x="21632" y="19376"/>
                  </a:lnTo>
                  <a:lnTo>
                    <a:pt x="21632" y="19243"/>
                  </a:lnTo>
                  <a:lnTo>
                    <a:pt x="21632" y="19243"/>
                  </a:lnTo>
                  <a:lnTo>
                    <a:pt x="21500" y="19111"/>
                  </a:lnTo>
                  <a:lnTo>
                    <a:pt x="20969" y="16058"/>
                  </a:lnTo>
                  <a:lnTo>
                    <a:pt x="20969" y="16058"/>
                  </a:lnTo>
                  <a:lnTo>
                    <a:pt x="20836" y="15793"/>
                  </a:lnTo>
                  <a:lnTo>
                    <a:pt x="20703" y="15528"/>
                  </a:lnTo>
                  <a:lnTo>
                    <a:pt x="20703" y="15528"/>
                  </a:lnTo>
                  <a:lnTo>
                    <a:pt x="20703" y="15528"/>
                  </a:lnTo>
                  <a:lnTo>
                    <a:pt x="20305" y="15395"/>
                  </a:lnTo>
                  <a:lnTo>
                    <a:pt x="20305" y="15395"/>
                  </a:lnTo>
                  <a:lnTo>
                    <a:pt x="18447" y="14997"/>
                  </a:lnTo>
                  <a:lnTo>
                    <a:pt x="16589" y="14466"/>
                  </a:lnTo>
                  <a:lnTo>
                    <a:pt x="16589" y="14466"/>
                  </a:lnTo>
                  <a:lnTo>
                    <a:pt x="15926" y="14466"/>
                  </a:lnTo>
                  <a:lnTo>
                    <a:pt x="15926" y="14466"/>
                  </a:lnTo>
                  <a:lnTo>
                    <a:pt x="15926" y="14466"/>
                  </a:lnTo>
                  <a:lnTo>
                    <a:pt x="15528" y="14466"/>
                  </a:lnTo>
                  <a:lnTo>
                    <a:pt x="10883" y="16722"/>
                  </a:lnTo>
                  <a:lnTo>
                    <a:pt x="10883" y="16722"/>
                  </a:lnTo>
                  <a:lnTo>
                    <a:pt x="10617" y="16722"/>
                  </a:lnTo>
                  <a:lnTo>
                    <a:pt x="10617" y="16855"/>
                  </a:lnTo>
                  <a:lnTo>
                    <a:pt x="10485" y="16855"/>
                  </a:lnTo>
                  <a:lnTo>
                    <a:pt x="10485" y="16855"/>
                  </a:lnTo>
                  <a:lnTo>
                    <a:pt x="10219" y="16722"/>
                  </a:lnTo>
                  <a:lnTo>
                    <a:pt x="9821" y="16722"/>
                  </a:lnTo>
                  <a:lnTo>
                    <a:pt x="9821" y="16722"/>
                  </a:lnTo>
                  <a:lnTo>
                    <a:pt x="5176" y="13935"/>
                  </a:lnTo>
                  <a:lnTo>
                    <a:pt x="5044" y="13935"/>
                  </a:lnTo>
                  <a:lnTo>
                    <a:pt x="5044" y="13802"/>
                  </a:lnTo>
                  <a:lnTo>
                    <a:pt x="4911" y="13670"/>
                  </a:lnTo>
                  <a:lnTo>
                    <a:pt x="4911" y="13670"/>
                  </a:lnTo>
                  <a:lnTo>
                    <a:pt x="4911" y="12210"/>
                  </a:lnTo>
                  <a:lnTo>
                    <a:pt x="4911" y="11015"/>
                  </a:lnTo>
                  <a:lnTo>
                    <a:pt x="4911" y="7432"/>
                  </a:lnTo>
                  <a:lnTo>
                    <a:pt x="4115" y="7432"/>
                  </a:lnTo>
                  <a:lnTo>
                    <a:pt x="664" y="7167"/>
                  </a:lnTo>
                  <a:lnTo>
                    <a:pt x="531" y="7167"/>
                  </a:lnTo>
                  <a:lnTo>
                    <a:pt x="531" y="7167"/>
                  </a:lnTo>
                  <a:lnTo>
                    <a:pt x="531" y="7167"/>
                  </a:lnTo>
                  <a:lnTo>
                    <a:pt x="266" y="7167"/>
                  </a:lnTo>
                  <a:lnTo>
                    <a:pt x="133" y="7034"/>
                  </a:lnTo>
                  <a:lnTo>
                    <a:pt x="1" y="6769"/>
                  </a:lnTo>
                  <a:lnTo>
                    <a:pt x="1" y="6503"/>
                  </a:lnTo>
                  <a:lnTo>
                    <a:pt x="1" y="664"/>
                  </a:lnTo>
                  <a:lnTo>
                    <a:pt x="1" y="664"/>
                  </a:lnTo>
                  <a:lnTo>
                    <a:pt x="1" y="929"/>
                  </a:lnTo>
                  <a:lnTo>
                    <a:pt x="133" y="1062"/>
                  </a:lnTo>
                  <a:lnTo>
                    <a:pt x="266" y="1195"/>
                  </a:lnTo>
                  <a:lnTo>
                    <a:pt x="531" y="1328"/>
                  </a:lnTo>
                  <a:lnTo>
                    <a:pt x="6769" y="1726"/>
                  </a:lnTo>
                  <a:lnTo>
                    <a:pt x="6769" y="1726"/>
                  </a:lnTo>
                  <a:lnTo>
                    <a:pt x="7167" y="1858"/>
                  </a:lnTo>
                  <a:lnTo>
                    <a:pt x="7565" y="2256"/>
                  </a:lnTo>
                  <a:lnTo>
                    <a:pt x="7565" y="2256"/>
                  </a:lnTo>
                  <a:lnTo>
                    <a:pt x="8096" y="3185"/>
                  </a:lnTo>
                  <a:lnTo>
                    <a:pt x="8892" y="4114"/>
                  </a:lnTo>
                  <a:lnTo>
                    <a:pt x="8892" y="4114"/>
                  </a:lnTo>
                  <a:lnTo>
                    <a:pt x="9025" y="4247"/>
                  </a:lnTo>
                  <a:lnTo>
                    <a:pt x="9025" y="4513"/>
                  </a:lnTo>
                  <a:lnTo>
                    <a:pt x="9025" y="4645"/>
                  </a:lnTo>
                  <a:lnTo>
                    <a:pt x="8760" y="4778"/>
                  </a:lnTo>
                  <a:lnTo>
                    <a:pt x="5176" y="7432"/>
                  </a:lnTo>
                  <a:lnTo>
                    <a:pt x="5176" y="7432"/>
                  </a:lnTo>
                  <a:lnTo>
                    <a:pt x="5044" y="7565"/>
                  </a:lnTo>
                  <a:lnTo>
                    <a:pt x="4911" y="7830"/>
                  </a:lnTo>
                  <a:lnTo>
                    <a:pt x="5044" y="7963"/>
                  </a:lnTo>
                  <a:lnTo>
                    <a:pt x="5176" y="8096"/>
                  </a:lnTo>
                  <a:lnTo>
                    <a:pt x="9821" y="10750"/>
                  </a:lnTo>
                  <a:lnTo>
                    <a:pt x="9821" y="10750"/>
                  </a:lnTo>
                  <a:lnTo>
                    <a:pt x="10352" y="10883"/>
                  </a:lnTo>
                  <a:lnTo>
                    <a:pt x="10883" y="10883"/>
                  </a:lnTo>
                  <a:lnTo>
                    <a:pt x="15528" y="8627"/>
                  </a:lnTo>
                  <a:lnTo>
                    <a:pt x="15528" y="8627"/>
                  </a:lnTo>
                  <a:lnTo>
                    <a:pt x="16059" y="8494"/>
                  </a:lnTo>
                  <a:lnTo>
                    <a:pt x="16589" y="8627"/>
                  </a:lnTo>
                  <a:lnTo>
                    <a:pt x="16589" y="8627"/>
                  </a:lnTo>
                  <a:lnTo>
                    <a:pt x="18447" y="9025"/>
                  </a:lnTo>
                  <a:lnTo>
                    <a:pt x="20305" y="9423"/>
                  </a:lnTo>
                  <a:lnTo>
                    <a:pt x="20305" y="9423"/>
                  </a:lnTo>
                  <a:lnTo>
                    <a:pt x="20703" y="9688"/>
                  </a:lnTo>
                  <a:lnTo>
                    <a:pt x="20969" y="10086"/>
                  </a:lnTo>
                  <a:lnTo>
                    <a:pt x="21500" y="13271"/>
                  </a:lnTo>
                  <a:lnTo>
                    <a:pt x="21500" y="13271"/>
                  </a:lnTo>
                  <a:lnTo>
                    <a:pt x="21632" y="13404"/>
                  </a:lnTo>
                  <a:lnTo>
                    <a:pt x="21765" y="13670"/>
                  </a:lnTo>
                  <a:lnTo>
                    <a:pt x="22031" y="13802"/>
                  </a:lnTo>
                  <a:lnTo>
                    <a:pt x="22296" y="13802"/>
                  </a:lnTo>
                  <a:lnTo>
                    <a:pt x="29064" y="13802"/>
                  </a:lnTo>
                  <a:lnTo>
                    <a:pt x="29064" y="13802"/>
                  </a:lnTo>
                  <a:lnTo>
                    <a:pt x="29330" y="13802"/>
                  </a:lnTo>
                  <a:lnTo>
                    <a:pt x="29595" y="13670"/>
                  </a:lnTo>
                  <a:lnTo>
                    <a:pt x="29728" y="13404"/>
                  </a:lnTo>
                  <a:lnTo>
                    <a:pt x="29728" y="13271"/>
                  </a:lnTo>
                  <a:lnTo>
                    <a:pt x="30391" y="10086"/>
                  </a:lnTo>
                  <a:lnTo>
                    <a:pt x="30391" y="10086"/>
                  </a:lnTo>
                  <a:lnTo>
                    <a:pt x="30657" y="9688"/>
                  </a:lnTo>
                  <a:lnTo>
                    <a:pt x="31055" y="9423"/>
                  </a:lnTo>
                  <a:lnTo>
                    <a:pt x="31055" y="9423"/>
                  </a:lnTo>
                  <a:lnTo>
                    <a:pt x="32913" y="9025"/>
                  </a:lnTo>
                  <a:lnTo>
                    <a:pt x="34771" y="8627"/>
                  </a:lnTo>
                  <a:lnTo>
                    <a:pt x="34771" y="8627"/>
                  </a:lnTo>
                  <a:lnTo>
                    <a:pt x="35302" y="8494"/>
                  </a:lnTo>
                  <a:lnTo>
                    <a:pt x="35832" y="8627"/>
                  </a:lnTo>
                  <a:lnTo>
                    <a:pt x="40477" y="10883"/>
                  </a:lnTo>
                  <a:lnTo>
                    <a:pt x="40477" y="10883"/>
                  </a:lnTo>
                  <a:lnTo>
                    <a:pt x="41008" y="10883"/>
                  </a:lnTo>
                  <a:lnTo>
                    <a:pt x="41539" y="10750"/>
                  </a:lnTo>
                  <a:lnTo>
                    <a:pt x="46184" y="8096"/>
                  </a:lnTo>
                  <a:lnTo>
                    <a:pt x="46184" y="8096"/>
                  </a:lnTo>
                  <a:lnTo>
                    <a:pt x="46317" y="7963"/>
                  </a:lnTo>
                  <a:lnTo>
                    <a:pt x="46449" y="7830"/>
                  </a:lnTo>
                  <a:lnTo>
                    <a:pt x="46317" y="7565"/>
                  </a:lnTo>
                  <a:lnTo>
                    <a:pt x="46184" y="7432"/>
                  </a:lnTo>
                  <a:lnTo>
                    <a:pt x="42468" y="4778"/>
                  </a:lnTo>
                  <a:lnTo>
                    <a:pt x="42468" y="4778"/>
                  </a:lnTo>
                  <a:lnTo>
                    <a:pt x="42335" y="4645"/>
                  </a:lnTo>
                  <a:lnTo>
                    <a:pt x="42335" y="4513"/>
                  </a:lnTo>
                  <a:lnTo>
                    <a:pt x="42335" y="4247"/>
                  </a:lnTo>
                  <a:lnTo>
                    <a:pt x="42468" y="4114"/>
                  </a:lnTo>
                  <a:lnTo>
                    <a:pt x="42468" y="4114"/>
                  </a:lnTo>
                  <a:lnTo>
                    <a:pt x="43132" y="3185"/>
                  </a:lnTo>
                  <a:lnTo>
                    <a:pt x="43795" y="2256"/>
                  </a:lnTo>
                  <a:lnTo>
                    <a:pt x="43795" y="2256"/>
                  </a:lnTo>
                  <a:lnTo>
                    <a:pt x="44193" y="1858"/>
                  </a:lnTo>
                  <a:lnTo>
                    <a:pt x="44591" y="1726"/>
                  </a:lnTo>
                  <a:lnTo>
                    <a:pt x="50829" y="1328"/>
                  </a:lnTo>
                  <a:lnTo>
                    <a:pt x="50829" y="1328"/>
                  </a:lnTo>
                  <a:lnTo>
                    <a:pt x="51094" y="1195"/>
                  </a:lnTo>
                  <a:lnTo>
                    <a:pt x="51227" y="1062"/>
                  </a:lnTo>
                  <a:lnTo>
                    <a:pt x="51360" y="929"/>
                  </a:lnTo>
                  <a:lnTo>
                    <a:pt x="51360" y="664"/>
                  </a:lnTo>
                  <a:lnTo>
                    <a:pt x="51360" y="0"/>
                  </a:lnTo>
                  <a:lnTo>
                    <a:pt x="51360" y="13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4714;p40">
              <a:extLst>
                <a:ext uri="{FF2B5EF4-FFF2-40B4-BE49-F238E27FC236}">
                  <a16:creationId xmlns:a16="http://schemas.microsoft.com/office/drawing/2014/main" id="{63D72CFE-4923-8B1D-DE96-B600F1C69981}"/>
                </a:ext>
              </a:extLst>
            </p:cNvPr>
            <p:cNvSpPr/>
            <p:nvPr/>
          </p:nvSpPr>
          <p:spPr>
            <a:xfrm>
              <a:off x="6959514" y="3821092"/>
              <a:ext cx="68227" cy="101237"/>
            </a:xfrm>
            <a:custGeom>
              <a:avLst/>
              <a:gdLst/>
              <a:ahLst/>
              <a:cxnLst/>
              <a:rect l="l" t="t" r="r" b="b"/>
              <a:pathLst>
                <a:path w="4115" h="6106" extrusionOk="0">
                  <a:moveTo>
                    <a:pt x="4114" y="1"/>
                  </a:moveTo>
                  <a:lnTo>
                    <a:pt x="3849" y="266"/>
                  </a:lnTo>
                  <a:lnTo>
                    <a:pt x="133" y="2920"/>
                  </a:lnTo>
                  <a:lnTo>
                    <a:pt x="0" y="3053"/>
                  </a:lnTo>
                  <a:lnTo>
                    <a:pt x="0" y="3186"/>
                  </a:lnTo>
                  <a:lnTo>
                    <a:pt x="0" y="3451"/>
                  </a:lnTo>
                  <a:lnTo>
                    <a:pt x="133" y="3584"/>
                  </a:lnTo>
                  <a:lnTo>
                    <a:pt x="797" y="4513"/>
                  </a:lnTo>
                  <a:lnTo>
                    <a:pt x="1460" y="5442"/>
                  </a:lnTo>
                  <a:lnTo>
                    <a:pt x="1858" y="5840"/>
                  </a:lnTo>
                  <a:lnTo>
                    <a:pt x="2256" y="5973"/>
                  </a:lnTo>
                  <a:lnTo>
                    <a:pt x="4114" y="6106"/>
                  </a:lnTo>
                  <a:lnTo>
                    <a:pt x="4114"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4715;p40">
              <a:extLst>
                <a:ext uri="{FF2B5EF4-FFF2-40B4-BE49-F238E27FC236}">
                  <a16:creationId xmlns:a16="http://schemas.microsoft.com/office/drawing/2014/main" id="{B320EC24-C6D7-C578-24B7-52EA9CA6A77B}"/>
                </a:ext>
              </a:extLst>
            </p:cNvPr>
            <p:cNvSpPr/>
            <p:nvPr/>
          </p:nvSpPr>
          <p:spPr>
            <a:xfrm>
              <a:off x="6339008" y="3818903"/>
              <a:ext cx="68227" cy="103426"/>
            </a:xfrm>
            <a:custGeom>
              <a:avLst/>
              <a:gdLst/>
              <a:ahLst/>
              <a:cxnLst/>
              <a:rect l="l" t="t" r="r" b="b"/>
              <a:pathLst>
                <a:path w="4115" h="6238" extrusionOk="0">
                  <a:moveTo>
                    <a:pt x="1" y="0"/>
                  </a:moveTo>
                  <a:lnTo>
                    <a:pt x="1" y="6238"/>
                  </a:lnTo>
                  <a:lnTo>
                    <a:pt x="1859" y="6105"/>
                  </a:lnTo>
                  <a:lnTo>
                    <a:pt x="2257" y="5972"/>
                  </a:lnTo>
                  <a:lnTo>
                    <a:pt x="2655" y="5574"/>
                  </a:lnTo>
                  <a:lnTo>
                    <a:pt x="3186" y="4645"/>
                  </a:lnTo>
                  <a:lnTo>
                    <a:pt x="3982" y="3716"/>
                  </a:lnTo>
                  <a:lnTo>
                    <a:pt x="4115" y="3583"/>
                  </a:lnTo>
                  <a:lnTo>
                    <a:pt x="4115" y="3318"/>
                  </a:lnTo>
                  <a:lnTo>
                    <a:pt x="4115" y="3185"/>
                  </a:lnTo>
                  <a:lnTo>
                    <a:pt x="3850" y="3052"/>
                  </a:lnTo>
                  <a:lnTo>
                    <a:pt x="266" y="398"/>
                  </a:lnTo>
                  <a:lnTo>
                    <a:pt x="134" y="266"/>
                  </a:lnTo>
                  <a:lnTo>
                    <a:pt x="1"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4716;p40">
              <a:extLst>
                <a:ext uri="{FF2B5EF4-FFF2-40B4-BE49-F238E27FC236}">
                  <a16:creationId xmlns:a16="http://schemas.microsoft.com/office/drawing/2014/main" id="{7D8FE192-F3AD-CA95-6024-B815CDBCCB41}"/>
                </a:ext>
              </a:extLst>
            </p:cNvPr>
            <p:cNvSpPr/>
            <p:nvPr/>
          </p:nvSpPr>
          <p:spPr>
            <a:xfrm>
              <a:off x="6257600" y="3719888"/>
              <a:ext cx="851549" cy="492890"/>
            </a:xfrm>
            <a:custGeom>
              <a:avLst/>
              <a:gdLst/>
              <a:ahLst/>
              <a:cxnLst/>
              <a:rect l="l" t="t" r="r" b="b"/>
              <a:pathLst>
                <a:path w="51360" h="29728" extrusionOk="0">
                  <a:moveTo>
                    <a:pt x="25614" y="8494"/>
                  </a:moveTo>
                  <a:lnTo>
                    <a:pt x="27737" y="8626"/>
                  </a:lnTo>
                  <a:lnTo>
                    <a:pt x="29860" y="8892"/>
                  </a:lnTo>
                  <a:lnTo>
                    <a:pt x="31851" y="9555"/>
                  </a:lnTo>
                  <a:lnTo>
                    <a:pt x="33576" y="10352"/>
                  </a:lnTo>
                  <a:lnTo>
                    <a:pt x="34240" y="10750"/>
                  </a:lnTo>
                  <a:lnTo>
                    <a:pt x="34903" y="11281"/>
                  </a:lnTo>
                  <a:lnTo>
                    <a:pt x="35567" y="11811"/>
                  </a:lnTo>
                  <a:lnTo>
                    <a:pt x="35965" y="12475"/>
                  </a:lnTo>
                  <a:lnTo>
                    <a:pt x="36363" y="13006"/>
                  </a:lnTo>
                  <a:lnTo>
                    <a:pt x="36629" y="13669"/>
                  </a:lnTo>
                  <a:lnTo>
                    <a:pt x="36761" y="14200"/>
                  </a:lnTo>
                  <a:lnTo>
                    <a:pt x="36761" y="14864"/>
                  </a:lnTo>
                  <a:lnTo>
                    <a:pt x="36761" y="15527"/>
                  </a:lnTo>
                  <a:lnTo>
                    <a:pt x="36629" y="16058"/>
                  </a:lnTo>
                  <a:lnTo>
                    <a:pt x="36363" y="16722"/>
                  </a:lnTo>
                  <a:lnTo>
                    <a:pt x="35965" y="17253"/>
                  </a:lnTo>
                  <a:lnTo>
                    <a:pt x="35567" y="17783"/>
                  </a:lnTo>
                  <a:lnTo>
                    <a:pt x="34903" y="18447"/>
                  </a:lnTo>
                  <a:lnTo>
                    <a:pt x="34240" y="18845"/>
                  </a:lnTo>
                  <a:lnTo>
                    <a:pt x="33576" y="19376"/>
                  </a:lnTo>
                  <a:lnTo>
                    <a:pt x="31851" y="20172"/>
                  </a:lnTo>
                  <a:lnTo>
                    <a:pt x="29860" y="20836"/>
                  </a:lnTo>
                  <a:lnTo>
                    <a:pt x="27737" y="21101"/>
                  </a:lnTo>
                  <a:lnTo>
                    <a:pt x="25614" y="21234"/>
                  </a:lnTo>
                  <a:lnTo>
                    <a:pt x="23490" y="21101"/>
                  </a:lnTo>
                  <a:lnTo>
                    <a:pt x="21500" y="20836"/>
                  </a:lnTo>
                  <a:lnTo>
                    <a:pt x="19509" y="20172"/>
                  </a:lnTo>
                  <a:lnTo>
                    <a:pt x="17784" y="19376"/>
                  </a:lnTo>
                  <a:lnTo>
                    <a:pt x="16988" y="18845"/>
                  </a:lnTo>
                  <a:lnTo>
                    <a:pt x="16324" y="18447"/>
                  </a:lnTo>
                  <a:lnTo>
                    <a:pt x="15793" y="17783"/>
                  </a:lnTo>
                  <a:lnTo>
                    <a:pt x="15395" y="17253"/>
                  </a:lnTo>
                  <a:lnTo>
                    <a:pt x="14997" y="16722"/>
                  </a:lnTo>
                  <a:lnTo>
                    <a:pt x="14731" y="16058"/>
                  </a:lnTo>
                  <a:lnTo>
                    <a:pt x="14599" y="15527"/>
                  </a:lnTo>
                  <a:lnTo>
                    <a:pt x="14599" y="14864"/>
                  </a:lnTo>
                  <a:lnTo>
                    <a:pt x="14599" y="14200"/>
                  </a:lnTo>
                  <a:lnTo>
                    <a:pt x="14731" y="13669"/>
                  </a:lnTo>
                  <a:lnTo>
                    <a:pt x="14997" y="13006"/>
                  </a:lnTo>
                  <a:lnTo>
                    <a:pt x="15395" y="12475"/>
                  </a:lnTo>
                  <a:lnTo>
                    <a:pt x="15793" y="11811"/>
                  </a:lnTo>
                  <a:lnTo>
                    <a:pt x="16324" y="11281"/>
                  </a:lnTo>
                  <a:lnTo>
                    <a:pt x="16988" y="10750"/>
                  </a:lnTo>
                  <a:lnTo>
                    <a:pt x="17784" y="10352"/>
                  </a:lnTo>
                  <a:lnTo>
                    <a:pt x="19509" y="9555"/>
                  </a:lnTo>
                  <a:lnTo>
                    <a:pt x="21500" y="8892"/>
                  </a:lnTo>
                  <a:lnTo>
                    <a:pt x="23490" y="8626"/>
                  </a:lnTo>
                  <a:lnTo>
                    <a:pt x="25614" y="8494"/>
                  </a:lnTo>
                  <a:close/>
                  <a:moveTo>
                    <a:pt x="22031" y="0"/>
                  </a:moveTo>
                  <a:lnTo>
                    <a:pt x="21765" y="133"/>
                  </a:lnTo>
                  <a:lnTo>
                    <a:pt x="21632" y="398"/>
                  </a:lnTo>
                  <a:lnTo>
                    <a:pt x="21500" y="531"/>
                  </a:lnTo>
                  <a:lnTo>
                    <a:pt x="20969" y="3716"/>
                  </a:lnTo>
                  <a:lnTo>
                    <a:pt x="20703" y="4114"/>
                  </a:lnTo>
                  <a:lnTo>
                    <a:pt x="20305" y="4380"/>
                  </a:lnTo>
                  <a:lnTo>
                    <a:pt x="18447" y="4778"/>
                  </a:lnTo>
                  <a:lnTo>
                    <a:pt x="16589" y="5176"/>
                  </a:lnTo>
                  <a:lnTo>
                    <a:pt x="16059" y="5309"/>
                  </a:lnTo>
                  <a:lnTo>
                    <a:pt x="15528" y="5176"/>
                  </a:lnTo>
                  <a:lnTo>
                    <a:pt x="10883" y="2920"/>
                  </a:lnTo>
                  <a:lnTo>
                    <a:pt x="10352" y="2920"/>
                  </a:lnTo>
                  <a:lnTo>
                    <a:pt x="9821" y="3052"/>
                  </a:lnTo>
                  <a:lnTo>
                    <a:pt x="5176" y="5707"/>
                  </a:lnTo>
                  <a:lnTo>
                    <a:pt x="5044" y="5839"/>
                  </a:lnTo>
                  <a:lnTo>
                    <a:pt x="4911" y="5972"/>
                  </a:lnTo>
                  <a:lnTo>
                    <a:pt x="5044" y="6238"/>
                  </a:lnTo>
                  <a:lnTo>
                    <a:pt x="5176" y="6370"/>
                  </a:lnTo>
                  <a:lnTo>
                    <a:pt x="8760" y="9024"/>
                  </a:lnTo>
                  <a:lnTo>
                    <a:pt x="9025" y="9157"/>
                  </a:lnTo>
                  <a:lnTo>
                    <a:pt x="9025" y="9290"/>
                  </a:lnTo>
                  <a:lnTo>
                    <a:pt x="9025" y="9555"/>
                  </a:lnTo>
                  <a:lnTo>
                    <a:pt x="8892" y="9688"/>
                  </a:lnTo>
                  <a:lnTo>
                    <a:pt x="8096" y="10617"/>
                  </a:lnTo>
                  <a:lnTo>
                    <a:pt x="7565" y="11546"/>
                  </a:lnTo>
                  <a:lnTo>
                    <a:pt x="7167" y="11944"/>
                  </a:lnTo>
                  <a:lnTo>
                    <a:pt x="6769" y="12077"/>
                  </a:lnTo>
                  <a:lnTo>
                    <a:pt x="531" y="12475"/>
                  </a:lnTo>
                  <a:lnTo>
                    <a:pt x="266" y="12608"/>
                  </a:lnTo>
                  <a:lnTo>
                    <a:pt x="133" y="12740"/>
                  </a:lnTo>
                  <a:lnTo>
                    <a:pt x="1" y="12873"/>
                  </a:lnTo>
                  <a:lnTo>
                    <a:pt x="1" y="13138"/>
                  </a:lnTo>
                  <a:lnTo>
                    <a:pt x="1" y="16589"/>
                  </a:lnTo>
                  <a:lnTo>
                    <a:pt x="1" y="16854"/>
                  </a:lnTo>
                  <a:lnTo>
                    <a:pt x="133" y="16987"/>
                  </a:lnTo>
                  <a:lnTo>
                    <a:pt x="266" y="17120"/>
                  </a:lnTo>
                  <a:lnTo>
                    <a:pt x="531" y="17253"/>
                  </a:lnTo>
                  <a:lnTo>
                    <a:pt x="6769" y="17651"/>
                  </a:lnTo>
                  <a:lnTo>
                    <a:pt x="7167" y="17783"/>
                  </a:lnTo>
                  <a:lnTo>
                    <a:pt x="7565" y="18181"/>
                  </a:lnTo>
                  <a:lnTo>
                    <a:pt x="8096" y="19110"/>
                  </a:lnTo>
                  <a:lnTo>
                    <a:pt x="8892" y="20039"/>
                  </a:lnTo>
                  <a:lnTo>
                    <a:pt x="9025" y="20172"/>
                  </a:lnTo>
                  <a:lnTo>
                    <a:pt x="9025" y="20438"/>
                  </a:lnTo>
                  <a:lnTo>
                    <a:pt x="9025" y="20570"/>
                  </a:lnTo>
                  <a:lnTo>
                    <a:pt x="8760" y="20703"/>
                  </a:lnTo>
                  <a:lnTo>
                    <a:pt x="5176" y="23357"/>
                  </a:lnTo>
                  <a:lnTo>
                    <a:pt x="5044" y="23490"/>
                  </a:lnTo>
                  <a:lnTo>
                    <a:pt x="4911" y="23755"/>
                  </a:lnTo>
                  <a:lnTo>
                    <a:pt x="5044" y="23888"/>
                  </a:lnTo>
                  <a:lnTo>
                    <a:pt x="5176" y="24021"/>
                  </a:lnTo>
                  <a:lnTo>
                    <a:pt x="9821" y="26675"/>
                  </a:lnTo>
                  <a:lnTo>
                    <a:pt x="10352" y="26808"/>
                  </a:lnTo>
                  <a:lnTo>
                    <a:pt x="10883" y="26808"/>
                  </a:lnTo>
                  <a:lnTo>
                    <a:pt x="15528" y="24552"/>
                  </a:lnTo>
                  <a:lnTo>
                    <a:pt x="16059" y="24419"/>
                  </a:lnTo>
                  <a:lnTo>
                    <a:pt x="16589" y="24552"/>
                  </a:lnTo>
                  <a:lnTo>
                    <a:pt x="18447" y="24950"/>
                  </a:lnTo>
                  <a:lnTo>
                    <a:pt x="20305" y="25348"/>
                  </a:lnTo>
                  <a:lnTo>
                    <a:pt x="20703" y="25613"/>
                  </a:lnTo>
                  <a:lnTo>
                    <a:pt x="20969" y="26011"/>
                  </a:lnTo>
                  <a:lnTo>
                    <a:pt x="21500" y="29196"/>
                  </a:lnTo>
                  <a:lnTo>
                    <a:pt x="21632" y="29329"/>
                  </a:lnTo>
                  <a:lnTo>
                    <a:pt x="21765" y="29595"/>
                  </a:lnTo>
                  <a:lnTo>
                    <a:pt x="22031" y="29727"/>
                  </a:lnTo>
                  <a:lnTo>
                    <a:pt x="29330" y="29727"/>
                  </a:lnTo>
                  <a:lnTo>
                    <a:pt x="29595" y="29595"/>
                  </a:lnTo>
                  <a:lnTo>
                    <a:pt x="29728" y="29329"/>
                  </a:lnTo>
                  <a:lnTo>
                    <a:pt x="29728" y="29196"/>
                  </a:lnTo>
                  <a:lnTo>
                    <a:pt x="30391" y="26011"/>
                  </a:lnTo>
                  <a:lnTo>
                    <a:pt x="30657" y="25613"/>
                  </a:lnTo>
                  <a:lnTo>
                    <a:pt x="31055" y="25348"/>
                  </a:lnTo>
                  <a:lnTo>
                    <a:pt x="32913" y="24950"/>
                  </a:lnTo>
                  <a:lnTo>
                    <a:pt x="34771" y="24552"/>
                  </a:lnTo>
                  <a:lnTo>
                    <a:pt x="35302" y="24419"/>
                  </a:lnTo>
                  <a:lnTo>
                    <a:pt x="35832" y="24552"/>
                  </a:lnTo>
                  <a:lnTo>
                    <a:pt x="40477" y="26808"/>
                  </a:lnTo>
                  <a:lnTo>
                    <a:pt x="41008" y="26808"/>
                  </a:lnTo>
                  <a:lnTo>
                    <a:pt x="41539" y="26675"/>
                  </a:lnTo>
                  <a:lnTo>
                    <a:pt x="46184" y="24021"/>
                  </a:lnTo>
                  <a:lnTo>
                    <a:pt x="46317" y="23888"/>
                  </a:lnTo>
                  <a:lnTo>
                    <a:pt x="46449" y="23755"/>
                  </a:lnTo>
                  <a:lnTo>
                    <a:pt x="46317" y="23490"/>
                  </a:lnTo>
                  <a:lnTo>
                    <a:pt x="46184" y="23357"/>
                  </a:lnTo>
                  <a:lnTo>
                    <a:pt x="42468" y="20703"/>
                  </a:lnTo>
                  <a:lnTo>
                    <a:pt x="42335" y="20570"/>
                  </a:lnTo>
                  <a:lnTo>
                    <a:pt x="42335" y="20438"/>
                  </a:lnTo>
                  <a:lnTo>
                    <a:pt x="42335" y="20172"/>
                  </a:lnTo>
                  <a:lnTo>
                    <a:pt x="42468" y="20039"/>
                  </a:lnTo>
                  <a:lnTo>
                    <a:pt x="43132" y="19110"/>
                  </a:lnTo>
                  <a:lnTo>
                    <a:pt x="43795" y="18181"/>
                  </a:lnTo>
                  <a:lnTo>
                    <a:pt x="44193" y="17783"/>
                  </a:lnTo>
                  <a:lnTo>
                    <a:pt x="44591" y="17651"/>
                  </a:lnTo>
                  <a:lnTo>
                    <a:pt x="50829" y="17253"/>
                  </a:lnTo>
                  <a:lnTo>
                    <a:pt x="51094" y="17120"/>
                  </a:lnTo>
                  <a:lnTo>
                    <a:pt x="51227" y="16987"/>
                  </a:lnTo>
                  <a:lnTo>
                    <a:pt x="51360" y="16854"/>
                  </a:lnTo>
                  <a:lnTo>
                    <a:pt x="51360" y="16589"/>
                  </a:lnTo>
                  <a:lnTo>
                    <a:pt x="51360" y="13138"/>
                  </a:lnTo>
                  <a:lnTo>
                    <a:pt x="51360" y="12873"/>
                  </a:lnTo>
                  <a:lnTo>
                    <a:pt x="51227" y="12740"/>
                  </a:lnTo>
                  <a:lnTo>
                    <a:pt x="51094" y="12608"/>
                  </a:lnTo>
                  <a:lnTo>
                    <a:pt x="50829" y="12475"/>
                  </a:lnTo>
                  <a:lnTo>
                    <a:pt x="44591" y="12077"/>
                  </a:lnTo>
                  <a:lnTo>
                    <a:pt x="44193" y="11944"/>
                  </a:lnTo>
                  <a:lnTo>
                    <a:pt x="43795" y="11546"/>
                  </a:lnTo>
                  <a:lnTo>
                    <a:pt x="43132" y="10617"/>
                  </a:lnTo>
                  <a:lnTo>
                    <a:pt x="42468" y="9688"/>
                  </a:lnTo>
                  <a:lnTo>
                    <a:pt x="42335" y="9555"/>
                  </a:lnTo>
                  <a:lnTo>
                    <a:pt x="42335" y="9290"/>
                  </a:lnTo>
                  <a:lnTo>
                    <a:pt x="42335" y="9157"/>
                  </a:lnTo>
                  <a:lnTo>
                    <a:pt x="42468" y="9024"/>
                  </a:lnTo>
                  <a:lnTo>
                    <a:pt x="46184" y="6370"/>
                  </a:lnTo>
                  <a:lnTo>
                    <a:pt x="46317" y="6238"/>
                  </a:lnTo>
                  <a:lnTo>
                    <a:pt x="46449" y="5972"/>
                  </a:lnTo>
                  <a:lnTo>
                    <a:pt x="46317" y="5839"/>
                  </a:lnTo>
                  <a:lnTo>
                    <a:pt x="46184" y="5707"/>
                  </a:lnTo>
                  <a:lnTo>
                    <a:pt x="41539" y="3052"/>
                  </a:lnTo>
                  <a:lnTo>
                    <a:pt x="41008" y="2920"/>
                  </a:lnTo>
                  <a:lnTo>
                    <a:pt x="40477" y="2920"/>
                  </a:lnTo>
                  <a:lnTo>
                    <a:pt x="35832" y="5176"/>
                  </a:lnTo>
                  <a:lnTo>
                    <a:pt x="35302" y="5309"/>
                  </a:lnTo>
                  <a:lnTo>
                    <a:pt x="34771" y="5176"/>
                  </a:lnTo>
                  <a:lnTo>
                    <a:pt x="32913" y="4778"/>
                  </a:lnTo>
                  <a:lnTo>
                    <a:pt x="31055" y="4380"/>
                  </a:lnTo>
                  <a:lnTo>
                    <a:pt x="30657" y="4114"/>
                  </a:lnTo>
                  <a:lnTo>
                    <a:pt x="30391" y="3716"/>
                  </a:lnTo>
                  <a:lnTo>
                    <a:pt x="29728" y="531"/>
                  </a:lnTo>
                  <a:lnTo>
                    <a:pt x="29728" y="398"/>
                  </a:lnTo>
                  <a:lnTo>
                    <a:pt x="29595" y="133"/>
                  </a:lnTo>
                  <a:lnTo>
                    <a:pt x="29330"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4717;p40">
              <a:extLst>
                <a:ext uri="{FF2B5EF4-FFF2-40B4-BE49-F238E27FC236}">
                  <a16:creationId xmlns:a16="http://schemas.microsoft.com/office/drawing/2014/main" id="{3343F853-CC88-7EB9-1124-C4C23088D207}"/>
                </a:ext>
              </a:extLst>
            </p:cNvPr>
            <p:cNvSpPr/>
            <p:nvPr/>
          </p:nvSpPr>
          <p:spPr>
            <a:xfrm>
              <a:off x="6257600" y="3719888"/>
              <a:ext cx="851549" cy="492890"/>
            </a:xfrm>
            <a:custGeom>
              <a:avLst/>
              <a:gdLst/>
              <a:ahLst/>
              <a:cxnLst/>
              <a:rect l="l" t="t" r="r" b="b"/>
              <a:pathLst>
                <a:path w="51360" h="29728" fill="none" extrusionOk="0">
                  <a:moveTo>
                    <a:pt x="9821" y="3052"/>
                  </a:moveTo>
                  <a:lnTo>
                    <a:pt x="5176" y="5707"/>
                  </a:lnTo>
                  <a:lnTo>
                    <a:pt x="5176" y="5707"/>
                  </a:lnTo>
                  <a:lnTo>
                    <a:pt x="5044" y="5839"/>
                  </a:lnTo>
                  <a:lnTo>
                    <a:pt x="4911" y="5972"/>
                  </a:lnTo>
                  <a:lnTo>
                    <a:pt x="5044" y="6238"/>
                  </a:lnTo>
                  <a:lnTo>
                    <a:pt x="5176" y="6370"/>
                  </a:lnTo>
                  <a:lnTo>
                    <a:pt x="8760" y="9024"/>
                  </a:lnTo>
                  <a:lnTo>
                    <a:pt x="8760" y="9024"/>
                  </a:lnTo>
                  <a:lnTo>
                    <a:pt x="9025" y="9157"/>
                  </a:lnTo>
                  <a:lnTo>
                    <a:pt x="9025" y="9290"/>
                  </a:lnTo>
                  <a:lnTo>
                    <a:pt x="9025" y="9555"/>
                  </a:lnTo>
                  <a:lnTo>
                    <a:pt x="8892" y="9688"/>
                  </a:lnTo>
                  <a:lnTo>
                    <a:pt x="8892" y="9688"/>
                  </a:lnTo>
                  <a:lnTo>
                    <a:pt x="8096" y="10617"/>
                  </a:lnTo>
                  <a:lnTo>
                    <a:pt x="7565" y="11546"/>
                  </a:lnTo>
                  <a:lnTo>
                    <a:pt x="7565" y="11546"/>
                  </a:lnTo>
                  <a:lnTo>
                    <a:pt x="7167" y="11944"/>
                  </a:lnTo>
                  <a:lnTo>
                    <a:pt x="6769" y="12077"/>
                  </a:lnTo>
                  <a:lnTo>
                    <a:pt x="531" y="12475"/>
                  </a:lnTo>
                  <a:lnTo>
                    <a:pt x="531" y="12475"/>
                  </a:lnTo>
                  <a:lnTo>
                    <a:pt x="266" y="12608"/>
                  </a:lnTo>
                  <a:lnTo>
                    <a:pt x="133" y="12740"/>
                  </a:lnTo>
                  <a:lnTo>
                    <a:pt x="1" y="12873"/>
                  </a:lnTo>
                  <a:lnTo>
                    <a:pt x="1" y="13138"/>
                  </a:lnTo>
                  <a:lnTo>
                    <a:pt x="1" y="16589"/>
                  </a:lnTo>
                  <a:lnTo>
                    <a:pt x="1" y="16589"/>
                  </a:lnTo>
                  <a:lnTo>
                    <a:pt x="1" y="16854"/>
                  </a:lnTo>
                  <a:lnTo>
                    <a:pt x="133" y="16987"/>
                  </a:lnTo>
                  <a:lnTo>
                    <a:pt x="266" y="17120"/>
                  </a:lnTo>
                  <a:lnTo>
                    <a:pt x="531" y="17253"/>
                  </a:lnTo>
                  <a:lnTo>
                    <a:pt x="6769" y="17651"/>
                  </a:lnTo>
                  <a:lnTo>
                    <a:pt x="6769" y="17651"/>
                  </a:lnTo>
                  <a:lnTo>
                    <a:pt x="7167" y="17783"/>
                  </a:lnTo>
                  <a:lnTo>
                    <a:pt x="7565" y="18181"/>
                  </a:lnTo>
                  <a:lnTo>
                    <a:pt x="7565" y="18181"/>
                  </a:lnTo>
                  <a:lnTo>
                    <a:pt x="8096" y="19110"/>
                  </a:lnTo>
                  <a:lnTo>
                    <a:pt x="8892" y="20039"/>
                  </a:lnTo>
                  <a:lnTo>
                    <a:pt x="8892" y="20039"/>
                  </a:lnTo>
                  <a:lnTo>
                    <a:pt x="9025" y="20172"/>
                  </a:lnTo>
                  <a:lnTo>
                    <a:pt x="9025" y="20438"/>
                  </a:lnTo>
                  <a:lnTo>
                    <a:pt x="9025" y="20570"/>
                  </a:lnTo>
                  <a:lnTo>
                    <a:pt x="8760" y="20703"/>
                  </a:lnTo>
                  <a:lnTo>
                    <a:pt x="5176" y="23357"/>
                  </a:lnTo>
                  <a:lnTo>
                    <a:pt x="5176" y="23357"/>
                  </a:lnTo>
                  <a:lnTo>
                    <a:pt x="5044" y="23490"/>
                  </a:lnTo>
                  <a:lnTo>
                    <a:pt x="4911" y="23755"/>
                  </a:lnTo>
                  <a:lnTo>
                    <a:pt x="5044" y="23888"/>
                  </a:lnTo>
                  <a:lnTo>
                    <a:pt x="5176" y="24021"/>
                  </a:lnTo>
                  <a:lnTo>
                    <a:pt x="9821" y="26675"/>
                  </a:lnTo>
                  <a:lnTo>
                    <a:pt x="9821" y="26675"/>
                  </a:lnTo>
                  <a:lnTo>
                    <a:pt x="10352" y="26808"/>
                  </a:lnTo>
                  <a:lnTo>
                    <a:pt x="10883" y="26808"/>
                  </a:lnTo>
                  <a:lnTo>
                    <a:pt x="15528" y="24552"/>
                  </a:lnTo>
                  <a:lnTo>
                    <a:pt x="15528" y="24552"/>
                  </a:lnTo>
                  <a:lnTo>
                    <a:pt x="16059" y="24419"/>
                  </a:lnTo>
                  <a:lnTo>
                    <a:pt x="16589" y="24552"/>
                  </a:lnTo>
                  <a:lnTo>
                    <a:pt x="16589" y="24552"/>
                  </a:lnTo>
                  <a:lnTo>
                    <a:pt x="18447" y="24950"/>
                  </a:lnTo>
                  <a:lnTo>
                    <a:pt x="20305" y="25348"/>
                  </a:lnTo>
                  <a:lnTo>
                    <a:pt x="20305" y="25348"/>
                  </a:lnTo>
                  <a:lnTo>
                    <a:pt x="20703" y="25613"/>
                  </a:lnTo>
                  <a:lnTo>
                    <a:pt x="20969" y="26011"/>
                  </a:lnTo>
                  <a:lnTo>
                    <a:pt x="21500" y="29196"/>
                  </a:lnTo>
                  <a:lnTo>
                    <a:pt x="21500" y="29196"/>
                  </a:lnTo>
                  <a:lnTo>
                    <a:pt x="21632" y="29329"/>
                  </a:lnTo>
                  <a:lnTo>
                    <a:pt x="21765" y="29595"/>
                  </a:lnTo>
                  <a:lnTo>
                    <a:pt x="22031" y="29727"/>
                  </a:lnTo>
                  <a:lnTo>
                    <a:pt x="22296" y="29727"/>
                  </a:lnTo>
                  <a:lnTo>
                    <a:pt x="29064" y="29727"/>
                  </a:lnTo>
                  <a:lnTo>
                    <a:pt x="29064" y="29727"/>
                  </a:lnTo>
                  <a:lnTo>
                    <a:pt x="29330" y="29727"/>
                  </a:lnTo>
                  <a:lnTo>
                    <a:pt x="29595" y="29595"/>
                  </a:lnTo>
                  <a:lnTo>
                    <a:pt x="29728" y="29329"/>
                  </a:lnTo>
                  <a:lnTo>
                    <a:pt x="29728" y="29196"/>
                  </a:lnTo>
                  <a:lnTo>
                    <a:pt x="30391" y="26011"/>
                  </a:lnTo>
                  <a:lnTo>
                    <a:pt x="30391" y="26011"/>
                  </a:lnTo>
                  <a:lnTo>
                    <a:pt x="30657" y="25613"/>
                  </a:lnTo>
                  <a:lnTo>
                    <a:pt x="31055" y="25348"/>
                  </a:lnTo>
                  <a:lnTo>
                    <a:pt x="31055" y="25348"/>
                  </a:lnTo>
                  <a:lnTo>
                    <a:pt x="32913" y="24950"/>
                  </a:lnTo>
                  <a:lnTo>
                    <a:pt x="34771" y="24552"/>
                  </a:lnTo>
                  <a:lnTo>
                    <a:pt x="34771" y="24552"/>
                  </a:lnTo>
                  <a:lnTo>
                    <a:pt x="35302" y="24419"/>
                  </a:lnTo>
                  <a:lnTo>
                    <a:pt x="35832" y="24552"/>
                  </a:lnTo>
                  <a:lnTo>
                    <a:pt x="40477" y="26808"/>
                  </a:lnTo>
                  <a:lnTo>
                    <a:pt x="40477" y="26808"/>
                  </a:lnTo>
                  <a:lnTo>
                    <a:pt x="41008" y="26808"/>
                  </a:lnTo>
                  <a:lnTo>
                    <a:pt x="41539" y="26675"/>
                  </a:lnTo>
                  <a:lnTo>
                    <a:pt x="46184" y="24021"/>
                  </a:lnTo>
                  <a:lnTo>
                    <a:pt x="46184" y="24021"/>
                  </a:lnTo>
                  <a:lnTo>
                    <a:pt x="46317" y="23888"/>
                  </a:lnTo>
                  <a:lnTo>
                    <a:pt x="46449" y="23755"/>
                  </a:lnTo>
                  <a:lnTo>
                    <a:pt x="46317" y="23490"/>
                  </a:lnTo>
                  <a:lnTo>
                    <a:pt x="46184" y="23357"/>
                  </a:lnTo>
                  <a:lnTo>
                    <a:pt x="42468" y="20703"/>
                  </a:lnTo>
                  <a:lnTo>
                    <a:pt x="42468" y="20703"/>
                  </a:lnTo>
                  <a:lnTo>
                    <a:pt x="42335" y="20570"/>
                  </a:lnTo>
                  <a:lnTo>
                    <a:pt x="42335" y="20438"/>
                  </a:lnTo>
                  <a:lnTo>
                    <a:pt x="42335" y="20172"/>
                  </a:lnTo>
                  <a:lnTo>
                    <a:pt x="42468" y="20039"/>
                  </a:lnTo>
                  <a:lnTo>
                    <a:pt x="42468" y="20039"/>
                  </a:lnTo>
                  <a:lnTo>
                    <a:pt x="43132" y="19110"/>
                  </a:lnTo>
                  <a:lnTo>
                    <a:pt x="43795" y="18181"/>
                  </a:lnTo>
                  <a:lnTo>
                    <a:pt x="43795" y="18181"/>
                  </a:lnTo>
                  <a:lnTo>
                    <a:pt x="44193" y="17783"/>
                  </a:lnTo>
                  <a:lnTo>
                    <a:pt x="44591" y="17651"/>
                  </a:lnTo>
                  <a:lnTo>
                    <a:pt x="50829" y="17253"/>
                  </a:lnTo>
                  <a:lnTo>
                    <a:pt x="50829" y="17253"/>
                  </a:lnTo>
                  <a:lnTo>
                    <a:pt x="51094" y="17120"/>
                  </a:lnTo>
                  <a:lnTo>
                    <a:pt x="51227" y="16987"/>
                  </a:lnTo>
                  <a:lnTo>
                    <a:pt x="51360" y="16854"/>
                  </a:lnTo>
                  <a:lnTo>
                    <a:pt x="51360" y="16589"/>
                  </a:lnTo>
                  <a:lnTo>
                    <a:pt x="51360" y="13138"/>
                  </a:lnTo>
                  <a:lnTo>
                    <a:pt x="51360" y="13138"/>
                  </a:lnTo>
                  <a:lnTo>
                    <a:pt x="51360" y="12873"/>
                  </a:lnTo>
                  <a:lnTo>
                    <a:pt x="51227" y="12740"/>
                  </a:lnTo>
                  <a:lnTo>
                    <a:pt x="51094" y="12608"/>
                  </a:lnTo>
                  <a:lnTo>
                    <a:pt x="50829" y="12475"/>
                  </a:lnTo>
                  <a:lnTo>
                    <a:pt x="44591" y="12077"/>
                  </a:lnTo>
                  <a:lnTo>
                    <a:pt x="44591" y="12077"/>
                  </a:lnTo>
                  <a:lnTo>
                    <a:pt x="44193" y="11944"/>
                  </a:lnTo>
                  <a:lnTo>
                    <a:pt x="43795" y="11546"/>
                  </a:lnTo>
                  <a:lnTo>
                    <a:pt x="43795" y="11546"/>
                  </a:lnTo>
                  <a:lnTo>
                    <a:pt x="43132" y="10617"/>
                  </a:lnTo>
                  <a:lnTo>
                    <a:pt x="42468" y="9688"/>
                  </a:lnTo>
                  <a:lnTo>
                    <a:pt x="42468" y="9688"/>
                  </a:lnTo>
                  <a:lnTo>
                    <a:pt x="42335" y="9555"/>
                  </a:lnTo>
                  <a:lnTo>
                    <a:pt x="42335" y="9290"/>
                  </a:lnTo>
                  <a:lnTo>
                    <a:pt x="42335" y="9157"/>
                  </a:lnTo>
                  <a:lnTo>
                    <a:pt x="42468" y="9024"/>
                  </a:lnTo>
                  <a:lnTo>
                    <a:pt x="46184" y="6370"/>
                  </a:lnTo>
                  <a:lnTo>
                    <a:pt x="46184" y="6370"/>
                  </a:lnTo>
                  <a:lnTo>
                    <a:pt x="46317" y="6238"/>
                  </a:lnTo>
                  <a:lnTo>
                    <a:pt x="46449" y="5972"/>
                  </a:lnTo>
                  <a:lnTo>
                    <a:pt x="46317" y="5839"/>
                  </a:lnTo>
                  <a:lnTo>
                    <a:pt x="46184" y="5707"/>
                  </a:lnTo>
                  <a:lnTo>
                    <a:pt x="41539" y="3052"/>
                  </a:lnTo>
                  <a:lnTo>
                    <a:pt x="41539" y="3052"/>
                  </a:lnTo>
                  <a:lnTo>
                    <a:pt x="41008" y="2920"/>
                  </a:lnTo>
                  <a:lnTo>
                    <a:pt x="40477" y="2920"/>
                  </a:lnTo>
                  <a:lnTo>
                    <a:pt x="35832" y="5176"/>
                  </a:lnTo>
                  <a:lnTo>
                    <a:pt x="35832" y="5176"/>
                  </a:lnTo>
                  <a:lnTo>
                    <a:pt x="35302" y="5309"/>
                  </a:lnTo>
                  <a:lnTo>
                    <a:pt x="34771" y="5176"/>
                  </a:lnTo>
                  <a:lnTo>
                    <a:pt x="34771" y="5176"/>
                  </a:lnTo>
                  <a:lnTo>
                    <a:pt x="32913" y="4778"/>
                  </a:lnTo>
                  <a:lnTo>
                    <a:pt x="31055" y="4380"/>
                  </a:lnTo>
                  <a:lnTo>
                    <a:pt x="31055" y="4380"/>
                  </a:lnTo>
                  <a:lnTo>
                    <a:pt x="30657" y="4114"/>
                  </a:lnTo>
                  <a:lnTo>
                    <a:pt x="30391" y="3716"/>
                  </a:lnTo>
                  <a:lnTo>
                    <a:pt x="29728" y="531"/>
                  </a:lnTo>
                  <a:lnTo>
                    <a:pt x="29728" y="531"/>
                  </a:lnTo>
                  <a:lnTo>
                    <a:pt x="29728" y="398"/>
                  </a:lnTo>
                  <a:lnTo>
                    <a:pt x="29595" y="133"/>
                  </a:lnTo>
                  <a:lnTo>
                    <a:pt x="29330" y="0"/>
                  </a:lnTo>
                  <a:lnTo>
                    <a:pt x="29064" y="0"/>
                  </a:lnTo>
                  <a:lnTo>
                    <a:pt x="22296" y="0"/>
                  </a:lnTo>
                  <a:lnTo>
                    <a:pt x="22296" y="0"/>
                  </a:lnTo>
                  <a:lnTo>
                    <a:pt x="22031" y="0"/>
                  </a:lnTo>
                  <a:lnTo>
                    <a:pt x="21765" y="133"/>
                  </a:lnTo>
                  <a:lnTo>
                    <a:pt x="21632" y="398"/>
                  </a:lnTo>
                  <a:lnTo>
                    <a:pt x="21500" y="531"/>
                  </a:lnTo>
                  <a:lnTo>
                    <a:pt x="20969" y="3716"/>
                  </a:lnTo>
                  <a:lnTo>
                    <a:pt x="20969" y="3716"/>
                  </a:lnTo>
                  <a:lnTo>
                    <a:pt x="20703" y="4114"/>
                  </a:lnTo>
                  <a:lnTo>
                    <a:pt x="20305" y="4380"/>
                  </a:lnTo>
                  <a:lnTo>
                    <a:pt x="20305" y="4380"/>
                  </a:lnTo>
                  <a:lnTo>
                    <a:pt x="18447" y="4778"/>
                  </a:lnTo>
                  <a:lnTo>
                    <a:pt x="16589" y="5176"/>
                  </a:lnTo>
                  <a:lnTo>
                    <a:pt x="16589" y="5176"/>
                  </a:lnTo>
                  <a:lnTo>
                    <a:pt x="16059" y="5309"/>
                  </a:lnTo>
                  <a:lnTo>
                    <a:pt x="15528" y="5176"/>
                  </a:lnTo>
                  <a:lnTo>
                    <a:pt x="10883" y="2920"/>
                  </a:lnTo>
                  <a:lnTo>
                    <a:pt x="10883" y="2920"/>
                  </a:lnTo>
                  <a:lnTo>
                    <a:pt x="10352" y="2920"/>
                  </a:lnTo>
                  <a:lnTo>
                    <a:pt x="9821" y="305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4718;p40">
              <a:extLst>
                <a:ext uri="{FF2B5EF4-FFF2-40B4-BE49-F238E27FC236}">
                  <a16:creationId xmlns:a16="http://schemas.microsoft.com/office/drawing/2014/main" id="{A4C3C1F8-9956-1453-7A8C-AAC841F62A8A}"/>
                </a:ext>
              </a:extLst>
            </p:cNvPr>
            <p:cNvSpPr/>
            <p:nvPr/>
          </p:nvSpPr>
          <p:spPr>
            <a:xfrm>
              <a:off x="6499635" y="3860702"/>
              <a:ext cx="367479" cy="211246"/>
            </a:xfrm>
            <a:custGeom>
              <a:avLst/>
              <a:gdLst/>
              <a:ahLst/>
              <a:cxnLst/>
              <a:rect l="l" t="t" r="r" b="b"/>
              <a:pathLst>
                <a:path w="22164" h="12741" fill="none" extrusionOk="0">
                  <a:moveTo>
                    <a:pt x="18978" y="1859"/>
                  </a:moveTo>
                  <a:lnTo>
                    <a:pt x="18978" y="1859"/>
                  </a:lnTo>
                  <a:lnTo>
                    <a:pt x="19642" y="2257"/>
                  </a:lnTo>
                  <a:lnTo>
                    <a:pt x="20305" y="2788"/>
                  </a:lnTo>
                  <a:lnTo>
                    <a:pt x="20969" y="3318"/>
                  </a:lnTo>
                  <a:lnTo>
                    <a:pt x="21367" y="3982"/>
                  </a:lnTo>
                  <a:lnTo>
                    <a:pt x="21765" y="4513"/>
                  </a:lnTo>
                  <a:lnTo>
                    <a:pt x="22031" y="5176"/>
                  </a:lnTo>
                  <a:lnTo>
                    <a:pt x="22163" y="5707"/>
                  </a:lnTo>
                  <a:lnTo>
                    <a:pt x="22163" y="6371"/>
                  </a:lnTo>
                  <a:lnTo>
                    <a:pt x="22163" y="7034"/>
                  </a:lnTo>
                  <a:lnTo>
                    <a:pt x="22031" y="7565"/>
                  </a:lnTo>
                  <a:lnTo>
                    <a:pt x="21765" y="8229"/>
                  </a:lnTo>
                  <a:lnTo>
                    <a:pt x="21367" y="8760"/>
                  </a:lnTo>
                  <a:lnTo>
                    <a:pt x="20969" y="9290"/>
                  </a:lnTo>
                  <a:lnTo>
                    <a:pt x="20305" y="9954"/>
                  </a:lnTo>
                  <a:lnTo>
                    <a:pt x="19642" y="10352"/>
                  </a:lnTo>
                  <a:lnTo>
                    <a:pt x="18978" y="10883"/>
                  </a:lnTo>
                  <a:lnTo>
                    <a:pt x="18978" y="10883"/>
                  </a:lnTo>
                  <a:lnTo>
                    <a:pt x="17253" y="11679"/>
                  </a:lnTo>
                  <a:lnTo>
                    <a:pt x="15262" y="12343"/>
                  </a:lnTo>
                  <a:lnTo>
                    <a:pt x="13139" y="12608"/>
                  </a:lnTo>
                  <a:lnTo>
                    <a:pt x="11016" y="12741"/>
                  </a:lnTo>
                  <a:lnTo>
                    <a:pt x="8892" y="12608"/>
                  </a:lnTo>
                  <a:lnTo>
                    <a:pt x="6902" y="12343"/>
                  </a:lnTo>
                  <a:lnTo>
                    <a:pt x="4911" y="11679"/>
                  </a:lnTo>
                  <a:lnTo>
                    <a:pt x="3186" y="10883"/>
                  </a:lnTo>
                  <a:lnTo>
                    <a:pt x="3186" y="10883"/>
                  </a:lnTo>
                  <a:lnTo>
                    <a:pt x="2390" y="10352"/>
                  </a:lnTo>
                  <a:lnTo>
                    <a:pt x="1726" y="9954"/>
                  </a:lnTo>
                  <a:lnTo>
                    <a:pt x="1195" y="9290"/>
                  </a:lnTo>
                  <a:lnTo>
                    <a:pt x="797" y="8760"/>
                  </a:lnTo>
                  <a:lnTo>
                    <a:pt x="399" y="8229"/>
                  </a:lnTo>
                  <a:lnTo>
                    <a:pt x="133" y="7565"/>
                  </a:lnTo>
                  <a:lnTo>
                    <a:pt x="1" y="7034"/>
                  </a:lnTo>
                  <a:lnTo>
                    <a:pt x="1" y="6371"/>
                  </a:lnTo>
                  <a:lnTo>
                    <a:pt x="1" y="5707"/>
                  </a:lnTo>
                  <a:lnTo>
                    <a:pt x="133" y="5176"/>
                  </a:lnTo>
                  <a:lnTo>
                    <a:pt x="399" y="4513"/>
                  </a:lnTo>
                  <a:lnTo>
                    <a:pt x="797" y="3982"/>
                  </a:lnTo>
                  <a:lnTo>
                    <a:pt x="1195" y="3318"/>
                  </a:lnTo>
                  <a:lnTo>
                    <a:pt x="1726" y="2788"/>
                  </a:lnTo>
                  <a:lnTo>
                    <a:pt x="2390" y="2257"/>
                  </a:lnTo>
                  <a:lnTo>
                    <a:pt x="3186" y="1859"/>
                  </a:lnTo>
                  <a:lnTo>
                    <a:pt x="3186" y="1859"/>
                  </a:lnTo>
                  <a:lnTo>
                    <a:pt x="4911" y="1062"/>
                  </a:lnTo>
                  <a:lnTo>
                    <a:pt x="6902" y="399"/>
                  </a:lnTo>
                  <a:lnTo>
                    <a:pt x="8892" y="133"/>
                  </a:lnTo>
                  <a:lnTo>
                    <a:pt x="11016" y="1"/>
                  </a:lnTo>
                  <a:lnTo>
                    <a:pt x="13139" y="133"/>
                  </a:lnTo>
                  <a:lnTo>
                    <a:pt x="15262" y="399"/>
                  </a:lnTo>
                  <a:lnTo>
                    <a:pt x="17253" y="1062"/>
                  </a:lnTo>
                  <a:lnTo>
                    <a:pt x="18978" y="1859"/>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4719;p40">
              <a:extLst>
                <a:ext uri="{FF2B5EF4-FFF2-40B4-BE49-F238E27FC236}">
                  <a16:creationId xmlns:a16="http://schemas.microsoft.com/office/drawing/2014/main" id="{2C5989F2-49C6-028F-03A1-7BFE76FA26A8}"/>
                </a:ext>
              </a:extLst>
            </p:cNvPr>
            <p:cNvSpPr/>
            <p:nvPr/>
          </p:nvSpPr>
          <p:spPr>
            <a:xfrm>
              <a:off x="6257600" y="3999327"/>
              <a:ext cx="116640" cy="114435"/>
            </a:xfrm>
            <a:custGeom>
              <a:avLst/>
              <a:gdLst/>
              <a:ahLst/>
              <a:cxnLst/>
              <a:rect l="l" t="t" r="r" b="b"/>
              <a:pathLst>
                <a:path w="7035" h="6902" extrusionOk="0">
                  <a:moveTo>
                    <a:pt x="1" y="0"/>
                  </a:moveTo>
                  <a:lnTo>
                    <a:pt x="1" y="5574"/>
                  </a:lnTo>
                  <a:lnTo>
                    <a:pt x="1" y="5840"/>
                  </a:lnTo>
                  <a:lnTo>
                    <a:pt x="133" y="6105"/>
                  </a:lnTo>
                  <a:lnTo>
                    <a:pt x="266" y="6238"/>
                  </a:lnTo>
                  <a:lnTo>
                    <a:pt x="664" y="6238"/>
                  </a:lnTo>
                  <a:lnTo>
                    <a:pt x="4115" y="6503"/>
                  </a:lnTo>
                  <a:lnTo>
                    <a:pt x="4911" y="6503"/>
                  </a:lnTo>
                  <a:lnTo>
                    <a:pt x="4911" y="6901"/>
                  </a:lnTo>
                  <a:lnTo>
                    <a:pt x="5044" y="6636"/>
                  </a:lnTo>
                  <a:lnTo>
                    <a:pt x="5176" y="6503"/>
                  </a:lnTo>
                  <a:lnTo>
                    <a:pt x="7034" y="5176"/>
                  </a:lnTo>
                  <a:lnTo>
                    <a:pt x="7034" y="797"/>
                  </a:lnTo>
                  <a:lnTo>
                    <a:pt x="6769" y="797"/>
                  </a:lnTo>
                  <a:lnTo>
                    <a:pt x="531" y="399"/>
                  </a:lnTo>
                  <a:lnTo>
                    <a:pt x="266" y="266"/>
                  </a:lnTo>
                  <a:lnTo>
                    <a:pt x="133" y="133"/>
                  </a:lnTo>
                  <a:lnTo>
                    <a:pt x="1"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4720;p40">
              <a:extLst>
                <a:ext uri="{FF2B5EF4-FFF2-40B4-BE49-F238E27FC236}">
                  <a16:creationId xmlns:a16="http://schemas.microsoft.com/office/drawing/2014/main" id="{5DC07E17-09BA-8DE7-02CF-2E5D09BC7788}"/>
                </a:ext>
              </a:extLst>
            </p:cNvPr>
            <p:cNvSpPr/>
            <p:nvPr/>
          </p:nvSpPr>
          <p:spPr>
            <a:xfrm>
              <a:off x="6427031" y="4124738"/>
              <a:ext cx="94622" cy="138642"/>
            </a:xfrm>
            <a:custGeom>
              <a:avLst/>
              <a:gdLst/>
              <a:ahLst/>
              <a:cxnLst/>
              <a:rect l="l" t="t" r="r" b="b"/>
              <a:pathLst>
                <a:path w="5707" h="8362" extrusionOk="0">
                  <a:moveTo>
                    <a:pt x="5707" y="1"/>
                  </a:moveTo>
                  <a:lnTo>
                    <a:pt x="5309" y="134"/>
                  </a:lnTo>
                  <a:lnTo>
                    <a:pt x="664" y="2390"/>
                  </a:lnTo>
                  <a:lnTo>
                    <a:pt x="0" y="2390"/>
                  </a:lnTo>
                  <a:lnTo>
                    <a:pt x="0" y="8362"/>
                  </a:lnTo>
                  <a:lnTo>
                    <a:pt x="398" y="8362"/>
                  </a:lnTo>
                  <a:lnTo>
                    <a:pt x="398" y="8229"/>
                  </a:lnTo>
                  <a:lnTo>
                    <a:pt x="664" y="8229"/>
                  </a:lnTo>
                  <a:lnTo>
                    <a:pt x="5309" y="5973"/>
                  </a:lnTo>
                  <a:lnTo>
                    <a:pt x="5707" y="5973"/>
                  </a:lnTo>
                  <a:lnTo>
                    <a:pt x="5707"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4721;p40">
              <a:extLst>
                <a:ext uri="{FF2B5EF4-FFF2-40B4-BE49-F238E27FC236}">
                  <a16:creationId xmlns:a16="http://schemas.microsoft.com/office/drawing/2014/main" id="{A4211625-ADF7-D9E6-1C75-0C61DE86B0E8}"/>
                </a:ext>
              </a:extLst>
            </p:cNvPr>
            <p:cNvSpPr/>
            <p:nvPr/>
          </p:nvSpPr>
          <p:spPr>
            <a:xfrm>
              <a:off x="6603061" y="4146740"/>
              <a:ext cx="13214" cy="156250"/>
            </a:xfrm>
            <a:custGeom>
              <a:avLst/>
              <a:gdLst/>
              <a:ahLst/>
              <a:cxnLst/>
              <a:rect l="l" t="t" r="r" b="b"/>
              <a:pathLst>
                <a:path w="797" h="9424" extrusionOk="0">
                  <a:moveTo>
                    <a:pt x="0" y="1"/>
                  </a:moveTo>
                  <a:lnTo>
                    <a:pt x="0" y="5973"/>
                  </a:lnTo>
                  <a:lnTo>
                    <a:pt x="133" y="6238"/>
                  </a:lnTo>
                  <a:lnTo>
                    <a:pt x="664" y="9291"/>
                  </a:lnTo>
                  <a:lnTo>
                    <a:pt x="796" y="9423"/>
                  </a:lnTo>
                  <a:lnTo>
                    <a:pt x="796" y="3584"/>
                  </a:lnTo>
                  <a:lnTo>
                    <a:pt x="664" y="3451"/>
                  </a:lnTo>
                  <a:lnTo>
                    <a:pt x="133" y="266"/>
                  </a:lnTo>
                  <a:lnTo>
                    <a:pt x="0"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4722;p40">
              <a:extLst>
                <a:ext uri="{FF2B5EF4-FFF2-40B4-BE49-F238E27FC236}">
                  <a16:creationId xmlns:a16="http://schemas.microsoft.com/office/drawing/2014/main" id="{3006AB73-930B-C15E-A16D-E518D9310BF4}"/>
                </a:ext>
              </a:extLst>
            </p:cNvPr>
            <p:cNvSpPr/>
            <p:nvPr/>
          </p:nvSpPr>
          <p:spPr>
            <a:xfrm>
              <a:off x="6750474" y="4148945"/>
              <a:ext cx="11026" cy="57234"/>
            </a:xfrm>
            <a:custGeom>
              <a:avLst/>
              <a:gdLst/>
              <a:ahLst/>
              <a:cxnLst/>
              <a:rect l="l" t="t" r="r" b="b"/>
              <a:pathLst>
                <a:path w="665" h="3452" extrusionOk="0">
                  <a:moveTo>
                    <a:pt x="664" y="1"/>
                  </a:moveTo>
                  <a:lnTo>
                    <a:pt x="664" y="1"/>
                  </a:lnTo>
                  <a:lnTo>
                    <a:pt x="664" y="133"/>
                  </a:lnTo>
                  <a:lnTo>
                    <a:pt x="1" y="3318"/>
                  </a:lnTo>
                  <a:lnTo>
                    <a:pt x="1" y="3318"/>
                  </a:lnTo>
                  <a:lnTo>
                    <a:pt x="1" y="3451"/>
                  </a:lnTo>
                  <a:lnTo>
                    <a:pt x="1" y="3451"/>
                  </a:lnTo>
                  <a:lnTo>
                    <a:pt x="1" y="3451"/>
                  </a:lnTo>
                  <a:lnTo>
                    <a:pt x="1" y="3318"/>
                  </a:lnTo>
                  <a:lnTo>
                    <a:pt x="664" y="133"/>
                  </a:lnTo>
                  <a:lnTo>
                    <a:pt x="664" y="133"/>
                  </a:lnTo>
                  <a:lnTo>
                    <a:pt x="664" y="1"/>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4723;p40">
              <a:extLst>
                <a:ext uri="{FF2B5EF4-FFF2-40B4-BE49-F238E27FC236}">
                  <a16:creationId xmlns:a16="http://schemas.microsoft.com/office/drawing/2014/main" id="{2BB2EFC3-EB16-C0B2-6D37-17D9EA9EC8D2}"/>
                </a:ext>
              </a:extLst>
            </p:cNvPr>
            <p:cNvSpPr/>
            <p:nvPr/>
          </p:nvSpPr>
          <p:spPr>
            <a:xfrm>
              <a:off x="6750474" y="4148945"/>
              <a:ext cx="11026" cy="57234"/>
            </a:xfrm>
            <a:custGeom>
              <a:avLst/>
              <a:gdLst/>
              <a:ahLst/>
              <a:cxnLst/>
              <a:rect l="l" t="t" r="r" b="b"/>
              <a:pathLst>
                <a:path w="665" h="3452" fill="none" extrusionOk="0">
                  <a:moveTo>
                    <a:pt x="664" y="1"/>
                  </a:moveTo>
                  <a:lnTo>
                    <a:pt x="664" y="1"/>
                  </a:lnTo>
                  <a:lnTo>
                    <a:pt x="664" y="133"/>
                  </a:lnTo>
                  <a:lnTo>
                    <a:pt x="1" y="3318"/>
                  </a:lnTo>
                  <a:lnTo>
                    <a:pt x="1" y="3318"/>
                  </a:lnTo>
                  <a:lnTo>
                    <a:pt x="1" y="3451"/>
                  </a:lnTo>
                  <a:lnTo>
                    <a:pt x="1" y="3451"/>
                  </a:lnTo>
                  <a:lnTo>
                    <a:pt x="1" y="3451"/>
                  </a:lnTo>
                  <a:lnTo>
                    <a:pt x="1" y="3318"/>
                  </a:lnTo>
                  <a:lnTo>
                    <a:pt x="664" y="133"/>
                  </a:lnTo>
                  <a:lnTo>
                    <a:pt x="664" y="133"/>
                  </a:lnTo>
                  <a:lnTo>
                    <a:pt x="66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4724;p40">
              <a:extLst>
                <a:ext uri="{FF2B5EF4-FFF2-40B4-BE49-F238E27FC236}">
                  <a16:creationId xmlns:a16="http://schemas.microsoft.com/office/drawing/2014/main" id="{46BDBB8F-27A0-B8CB-5B31-937B1EE38897}"/>
                </a:ext>
              </a:extLst>
            </p:cNvPr>
            <p:cNvSpPr/>
            <p:nvPr/>
          </p:nvSpPr>
          <p:spPr>
            <a:xfrm>
              <a:off x="6761483" y="4245756"/>
              <a:ext cx="2222" cy="2222"/>
            </a:xfrm>
            <a:custGeom>
              <a:avLst/>
              <a:gdLst/>
              <a:ahLst/>
              <a:cxnLst/>
              <a:rect l="l" t="t" r="r" b="b"/>
              <a:pathLst>
                <a:path w="134" h="134" extrusionOk="0">
                  <a:moveTo>
                    <a:pt x="133" y="1"/>
                  </a:moveTo>
                  <a:lnTo>
                    <a:pt x="133" y="1"/>
                  </a:lnTo>
                  <a:lnTo>
                    <a:pt x="0" y="134"/>
                  </a:lnTo>
                  <a:lnTo>
                    <a:pt x="0" y="134"/>
                  </a:lnTo>
                  <a:lnTo>
                    <a:pt x="133" y="1"/>
                  </a:lnTo>
                  <a:lnTo>
                    <a:pt x="133" y="1"/>
                  </a:ln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4725;p40">
              <a:extLst>
                <a:ext uri="{FF2B5EF4-FFF2-40B4-BE49-F238E27FC236}">
                  <a16:creationId xmlns:a16="http://schemas.microsoft.com/office/drawing/2014/main" id="{E2BD439F-8750-B584-8322-95B5D2ED1960}"/>
                </a:ext>
              </a:extLst>
            </p:cNvPr>
            <p:cNvSpPr/>
            <p:nvPr/>
          </p:nvSpPr>
          <p:spPr>
            <a:xfrm>
              <a:off x="6761483" y="4245756"/>
              <a:ext cx="2222" cy="2222"/>
            </a:xfrm>
            <a:custGeom>
              <a:avLst/>
              <a:gdLst/>
              <a:ahLst/>
              <a:cxnLst/>
              <a:rect l="l" t="t" r="r" b="b"/>
              <a:pathLst>
                <a:path w="134" h="134" fill="none" extrusionOk="0">
                  <a:moveTo>
                    <a:pt x="133" y="1"/>
                  </a:moveTo>
                  <a:lnTo>
                    <a:pt x="133" y="1"/>
                  </a:lnTo>
                  <a:lnTo>
                    <a:pt x="0" y="134"/>
                  </a:lnTo>
                  <a:lnTo>
                    <a:pt x="0" y="134"/>
                  </a:lnTo>
                  <a:lnTo>
                    <a:pt x="133" y="1"/>
                  </a:lnTo>
                  <a:lnTo>
                    <a:pt x="13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4726;p40">
              <a:extLst>
                <a:ext uri="{FF2B5EF4-FFF2-40B4-BE49-F238E27FC236}">
                  <a16:creationId xmlns:a16="http://schemas.microsoft.com/office/drawing/2014/main" id="{1A8BDDE0-5E95-332C-0E64-1E359ACDC5F9}"/>
                </a:ext>
              </a:extLst>
            </p:cNvPr>
            <p:cNvSpPr/>
            <p:nvPr/>
          </p:nvSpPr>
          <p:spPr>
            <a:xfrm>
              <a:off x="6750474" y="4146740"/>
              <a:ext cx="13231" cy="154045"/>
            </a:xfrm>
            <a:custGeom>
              <a:avLst/>
              <a:gdLst/>
              <a:ahLst/>
              <a:cxnLst/>
              <a:rect l="l" t="t" r="r" b="b"/>
              <a:pathLst>
                <a:path w="798" h="9291" extrusionOk="0">
                  <a:moveTo>
                    <a:pt x="797" y="1"/>
                  </a:moveTo>
                  <a:lnTo>
                    <a:pt x="664" y="134"/>
                  </a:lnTo>
                  <a:lnTo>
                    <a:pt x="664" y="266"/>
                  </a:lnTo>
                  <a:lnTo>
                    <a:pt x="1" y="3451"/>
                  </a:lnTo>
                  <a:lnTo>
                    <a:pt x="1" y="3584"/>
                  </a:lnTo>
                  <a:lnTo>
                    <a:pt x="1" y="9291"/>
                  </a:lnTo>
                  <a:lnTo>
                    <a:pt x="664" y="6238"/>
                  </a:lnTo>
                  <a:lnTo>
                    <a:pt x="664" y="6106"/>
                  </a:lnTo>
                  <a:lnTo>
                    <a:pt x="797" y="5973"/>
                  </a:lnTo>
                  <a:lnTo>
                    <a:pt x="797" y="1"/>
                  </a:lnTo>
                  <a:close/>
                </a:path>
              </a:pathLst>
            </a:custGeom>
            <a:solidFill>
              <a:srgbClr val="202B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4727;p40">
              <a:extLst>
                <a:ext uri="{FF2B5EF4-FFF2-40B4-BE49-F238E27FC236}">
                  <a16:creationId xmlns:a16="http://schemas.microsoft.com/office/drawing/2014/main" id="{E5B67BC2-4D92-B2EA-CDCE-9210093D2597}"/>
                </a:ext>
              </a:extLst>
            </p:cNvPr>
            <p:cNvSpPr/>
            <p:nvPr/>
          </p:nvSpPr>
          <p:spPr>
            <a:xfrm>
              <a:off x="6750474" y="4146740"/>
              <a:ext cx="13231" cy="158455"/>
            </a:xfrm>
            <a:custGeom>
              <a:avLst/>
              <a:gdLst/>
              <a:ahLst/>
              <a:cxnLst/>
              <a:rect l="l" t="t" r="r" b="b"/>
              <a:pathLst>
                <a:path w="798" h="9557" fill="none" extrusionOk="0">
                  <a:moveTo>
                    <a:pt x="797" y="1"/>
                  </a:moveTo>
                  <a:lnTo>
                    <a:pt x="797" y="1"/>
                  </a:lnTo>
                  <a:lnTo>
                    <a:pt x="664" y="134"/>
                  </a:lnTo>
                  <a:lnTo>
                    <a:pt x="664" y="134"/>
                  </a:lnTo>
                  <a:lnTo>
                    <a:pt x="664" y="266"/>
                  </a:lnTo>
                  <a:lnTo>
                    <a:pt x="1" y="3451"/>
                  </a:lnTo>
                  <a:lnTo>
                    <a:pt x="1" y="3451"/>
                  </a:lnTo>
                  <a:lnTo>
                    <a:pt x="1" y="3584"/>
                  </a:lnTo>
                  <a:lnTo>
                    <a:pt x="1" y="9556"/>
                  </a:lnTo>
                  <a:lnTo>
                    <a:pt x="1" y="9556"/>
                  </a:lnTo>
                  <a:lnTo>
                    <a:pt x="1" y="9291"/>
                  </a:lnTo>
                  <a:lnTo>
                    <a:pt x="1" y="9291"/>
                  </a:lnTo>
                  <a:lnTo>
                    <a:pt x="1" y="9291"/>
                  </a:lnTo>
                  <a:lnTo>
                    <a:pt x="1" y="9291"/>
                  </a:lnTo>
                  <a:lnTo>
                    <a:pt x="664" y="6238"/>
                  </a:lnTo>
                  <a:lnTo>
                    <a:pt x="664" y="6238"/>
                  </a:lnTo>
                  <a:lnTo>
                    <a:pt x="664" y="6106"/>
                  </a:lnTo>
                  <a:lnTo>
                    <a:pt x="664" y="6106"/>
                  </a:lnTo>
                  <a:lnTo>
                    <a:pt x="797" y="5973"/>
                  </a:lnTo>
                  <a:lnTo>
                    <a:pt x="797"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4728;p40">
              <a:extLst>
                <a:ext uri="{FF2B5EF4-FFF2-40B4-BE49-F238E27FC236}">
                  <a16:creationId xmlns:a16="http://schemas.microsoft.com/office/drawing/2014/main" id="{C7580FC0-C083-405D-E64B-9368DD32ED89}"/>
                </a:ext>
              </a:extLst>
            </p:cNvPr>
            <p:cNvSpPr/>
            <p:nvPr/>
          </p:nvSpPr>
          <p:spPr>
            <a:xfrm>
              <a:off x="6935308" y="4164348"/>
              <a:ext cx="4410" cy="17"/>
            </a:xfrm>
            <a:custGeom>
              <a:avLst/>
              <a:gdLst/>
              <a:ahLst/>
              <a:cxnLst/>
              <a:rect l="l" t="t" r="r" b="b"/>
              <a:pathLst>
                <a:path w="266" h="1" extrusionOk="0">
                  <a:moveTo>
                    <a:pt x="0" y="1"/>
                  </a:moveTo>
                  <a:lnTo>
                    <a:pt x="0" y="1"/>
                  </a:lnTo>
                  <a:lnTo>
                    <a:pt x="133" y="1"/>
                  </a:lnTo>
                  <a:lnTo>
                    <a:pt x="133" y="1"/>
                  </a:lnTo>
                  <a:lnTo>
                    <a:pt x="266" y="1"/>
                  </a:lnTo>
                  <a:lnTo>
                    <a:pt x="266" y="1"/>
                  </a:lnTo>
                  <a:lnTo>
                    <a:pt x="266" y="1"/>
                  </a:lnTo>
                  <a:lnTo>
                    <a:pt x="133" y="1"/>
                  </a:lnTo>
                  <a:lnTo>
                    <a:pt x="133" y="1"/>
                  </a:lnTo>
                  <a:lnTo>
                    <a:pt x="0" y="1"/>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4729;p40">
              <a:extLst>
                <a:ext uri="{FF2B5EF4-FFF2-40B4-BE49-F238E27FC236}">
                  <a16:creationId xmlns:a16="http://schemas.microsoft.com/office/drawing/2014/main" id="{7E436278-3B2C-8130-B3A4-669AE370A902}"/>
                </a:ext>
              </a:extLst>
            </p:cNvPr>
            <p:cNvSpPr/>
            <p:nvPr/>
          </p:nvSpPr>
          <p:spPr>
            <a:xfrm>
              <a:off x="6935308" y="4164348"/>
              <a:ext cx="4410" cy="17"/>
            </a:xfrm>
            <a:custGeom>
              <a:avLst/>
              <a:gdLst/>
              <a:ahLst/>
              <a:cxnLst/>
              <a:rect l="l" t="t" r="r" b="b"/>
              <a:pathLst>
                <a:path w="266" h="1" fill="none" extrusionOk="0">
                  <a:moveTo>
                    <a:pt x="0" y="1"/>
                  </a:moveTo>
                  <a:lnTo>
                    <a:pt x="0" y="1"/>
                  </a:lnTo>
                  <a:lnTo>
                    <a:pt x="133" y="1"/>
                  </a:lnTo>
                  <a:lnTo>
                    <a:pt x="133" y="1"/>
                  </a:lnTo>
                  <a:lnTo>
                    <a:pt x="266" y="1"/>
                  </a:lnTo>
                  <a:lnTo>
                    <a:pt x="266" y="1"/>
                  </a:lnTo>
                  <a:lnTo>
                    <a:pt x="266" y="1"/>
                  </a:lnTo>
                  <a:lnTo>
                    <a:pt x="133" y="1"/>
                  </a:lnTo>
                  <a:lnTo>
                    <a:pt x="133" y="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4730;p40">
              <a:extLst>
                <a:ext uri="{FF2B5EF4-FFF2-40B4-BE49-F238E27FC236}">
                  <a16:creationId xmlns:a16="http://schemas.microsoft.com/office/drawing/2014/main" id="{457CF103-A4D5-74C0-6F9B-7FE4B615AE53}"/>
                </a:ext>
              </a:extLst>
            </p:cNvPr>
            <p:cNvSpPr/>
            <p:nvPr/>
          </p:nvSpPr>
          <p:spPr>
            <a:xfrm>
              <a:off x="6845096" y="4223754"/>
              <a:ext cx="94622" cy="37421"/>
            </a:xfrm>
            <a:custGeom>
              <a:avLst/>
              <a:gdLst/>
              <a:ahLst/>
              <a:cxnLst/>
              <a:rect l="l" t="t" r="r" b="b"/>
              <a:pathLst>
                <a:path w="5707" h="2257" extrusionOk="0">
                  <a:moveTo>
                    <a:pt x="5707" y="2257"/>
                  </a:moveTo>
                  <a:lnTo>
                    <a:pt x="5707" y="2257"/>
                  </a:lnTo>
                  <a:lnTo>
                    <a:pt x="5707" y="2257"/>
                  </a:lnTo>
                  <a:lnTo>
                    <a:pt x="5707" y="2257"/>
                  </a:lnTo>
                  <a:lnTo>
                    <a:pt x="5707" y="2257"/>
                  </a:lnTo>
                  <a:close/>
                  <a:moveTo>
                    <a:pt x="5707" y="2257"/>
                  </a:moveTo>
                  <a:lnTo>
                    <a:pt x="5707" y="2257"/>
                  </a:lnTo>
                  <a:lnTo>
                    <a:pt x="5707" y="2257"/>
                  </a:lnTo>
                  <a:lnTo>
                    <a:pt x="5707" y="2257"/>
                  </a:lnTo>
                  <a:lnTo>
                    <a:pt x="5707" y="2257"/>
                  </a:lnTo>
                  <a:close/>
                  <a:moveTo>
                    <a:pt x="5707" y="2257"/>
                  </a:moveTo>
                  <a:lnTo>
                    <a:pt x="5707" y="2257"/>
                  </a:lnTo>
                  <a:lnTo>
                    <a:pt x="5707" y="2257"/>
                  </a:lnTo>
                  <a:lnTo>
                    <a:pt x="5707" y="2257"/>
                  </a:lnTo>
                  <a:lnTo>
                    <a:pt x="5707" y="2257"/>
                  </a:lnTo>
                  <a:lnTo>
                    <a:pt x="5707" y="2257"/>
                  </a:lnTo>
                  <a:close/>
                  <a:moveTo>
                    <a:pt x="398" y="1"/>
                  </a:moveTo>
                  <a:lnTo>
                    <a:pt x="398" y="1"/>
                  </a:lnTo>
                  <a:lnTo>
                    <a:pt x="398" y="1"/>
                  </a:lnTo>
                  <a:lnTo>
                    <a:pt x="398" y="1"/>
                  </a:lnTo>
                  <a:lnTo>
                    <a:pt x="398" y="1"/>
                  </a:lnTo>
                  <a:close/>
                  <a:moveTo>
                    <a:pt x="0" y="1"/>
                  </a:moveTo>
                  <a:lnTo>
                    <a:pt x="0" y="1"/>
                  </a:lnTo>
                  <a:lnTo>
                    <a:pt x="0" y="1"/>
                  </a:lnTo>
                  <a:lnTo>
                    <a:pt x="398" y="1"/>
                  </a:lnTo>
                  <a:lnTo>
                    <a:pt x="398" y="1"/>
                  </a:lnTo>
                  <a:lnTo>
                    <a:pt x="0" y="1"/>
                  </a:ln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4731;p40">
              <a:extLst>
                <a:ext uri="{FF2B5EF4-FFF2-40B4-BE49-F238E27FC236}">
                  <a16:creationId xmlns:a16="http://schemas.microsoft.com/office/drawing/2014/main" id="{A2356D47-6223-7540-A85C-C295058DFD2D}"/>
                </a:ext>
              </a:extLst>
            </p:cNvPr>
            <p:cNvSpPr/>
            <p:nvPr/>
          </p:nvSpPr>
          <p:spPr>
            <a:xfrm>
              <a:off x="6939701" y="4261158"/>
              <a:ext cx="17" cy="17"/>
            </a:xfrm>
            <a:custGeom>
              <a:avLst/>
              <a:gdLst/>
              <a:ahLst/>
              <a:cxnLst/>
              <a:rect l="l" t="t" r="r" b="b"/>
              <a:pathLst>
                <a:path w="1" h="1" fill="none" extrusionOk="0">
                  <a:moveTo>
                    <a:pt x="1" y="1"/>
                  </a:moveTo>
                  <a:lnTo>
                    <a:pt x="1" y="1"/>
                  </a:lnTo>
                  <a:lnTo>
                    <a:pt x="1" y="1"/>
                  </a:lnTo>
                  <a:lnTo>
                    <a:pt x="1" y="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4732;p40">
              <a:extLst>
                <a:ext uri="{FF2B5EF4-FFF2-40B4-BE49-F238E27FC236}">
                  <a16:creationId xmlns:a16="http://schemas.microsoft.com/office/drawing/2014/main" id="{C07FBE23-2877-542A-1718-EDCFD5F80D85}"/>
                </a:ext>
              </a:extLst>
            </p:cNvPr>
            <p:cNvSpPr/>
            <p:nvPr/>
          </p:nvSpPr>
          <p:spPr>
            <a:xfrm>
              <a:off x="6939701" y="4261158"/>
              <a:ext cx="17" cy="17"/>
            </a:xfrm>
            <a:custGeom>
              <a:avLst/>
              <a:gdLst/>
              <a:ahLst/>
              <a:cxnLst/>
              <a:rect l="l" t="t" r="r" b="b"/>
              <a:pathLst>
                <a:path w="1" h="1" fill="none" extrusionOk="0">
                  <a:moveTo>
                    <a:pt x="1" y="1"/>
                  </a:moveTo>
                  <a:lnTo>
                    <a:pt x="1" y="1"/>
                  </a:lnTo>
                  <a:lnTo>
                    <a:pt x="1" y="1"/>
                  </a:lnTo>
                  <a:lnTo>
                    <a:pt x="1" y="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4733;p40">
              <a:extLst>
                <a:ext uri="{FF2B5EF4-FFF2-40B4-BE49-F238E27FC236}">
                  <a16:creationId xmlns:a16="http://schemas.microsoft.com/office/drawing/2014/main" id="{80D51D3F-094A-7926-3C38-D733040ABEEC}"/>
                </a:ext>
              </a:extLst>
            </p:cNvPr>
            <p:cNvSpPr/>
            <p:nvPr/>
          </p:nvSpPr>
          <p:spPr>
            <a:xfrm>
              <a:off x="6939701" y="4261158"/>
              <a:ext cx="17" cy="17"/>
            </a:xfrm>
            <a:custGeom>
              <a:avLst/>
              <a:gdLst/>
              <a:ahLst/>
              <a:cxnLst/>
              <a:rect l="l" t="t" r="r" b="b"/>
              <a:pathLst>
                <a:path w="1" h="1" fill="none" extrusionOk="0">
                  <a:moveTo>
                    <a:pt x="1" y="1"/>
                  </a:moveTo>
                  <a:lnTo>
                    <a:pt x="1" y="1"/>
                  </a:lnTo>
                  <a:lnTo>
                    <a:pt x="1" y="1"/>
                  </a:lnTo>
                  <a:lnTo>
                    <a:pt x="1" y="1"/>
                  </a:lnTo>
                  <a:lnTo>
                    <a:pt x="1" y="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4734;p40">
              <a:extLst>
                <a:ext uri="{FF2B5EF4-FFF2-40B4-BE49-F238E27FC236}">
                  <a16:creationId xmlns:a16="http://schemas.microsoft.com/office/drawing/2014/main" id="{F81D3B53-B12D-9FA1-7E48-324AC95EF779}"/>
                </a:ext>
              </a:extLst>
            </p:cNvPr>
            <p:cNvSpPr/>
            <p:nvPr/>
          </p:nvSpPr>
          <p:spPr>
            <a:xfrm>
              <a:off x="6851695" y="4223754"/>
              <a:ext cx="17" cy="17"/>
            </a:xfrm>
            <a:custGeom>
              <a:avLst/>
              <a:gdLst/>
              <a:ahLst/>
              <a:cxnLst/>
              <a:rect l="l" t="t" r="r" b="b"/>
              <a:pathLst>
                <a:path w="1" h="1" fill="none" extrusionOk="0">
                  <a:moveTo>
                    <a:pt x="0" y="1"/>
                  </a:moveTo>
                  <a:lnTo>
                    <a:pt x="0" y="1"/>
                  </a:lnTo>
                  <a:lnTo>
                    <a:pt x="0" y="1"/>
                  </a:lnTo>
                  <a:lnTo>
                    <a:pt x="0" y="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4735;p40">
              <a:extLst>
                <a:ext uri="{FF2B5EF4-FFF2-40B4-BE49-F238E27FC236}">
                  <a16:creationId xmlns:a16="http://schemas.microsoft.com/office/drawing/2014/main" id="{49EB3173-B749-CCD4-74F6-DB6AE456E5FD}"/>
                </a:ext>
              </a:extLst>
            </p:cNvPr>
            <p:cNvSpPr/>
            <p:nvPr/>
          </p:nvSpPr>
          <p:spPr>
            <a:xfrm>
              <a:off x="6845096" y="4223754"/>
              <a:ext cx="6615" cy="17"/>
            </a:xfrm>
            <a:custGeom>
              <a:avLst/>
              <a:gdLst/>
              <a:ahLst/>
              <a:cxnLst/>
              <a:rect l="l" t="t" r="r" b="b"/>
              <a:pathLst>
                <a:path w="399" h="1" fill="none" extrusionOk="0">
                  <a:moveTo>
                    <a:pt x="0" y="1"/>
                  </a:moveTo>
                  <a:lnTo>
                    <a:pt x="0" y="1"/>
                  </a:lnTo>
                  <a:lnTo>
                    <a:pt x="0" y="1"/>
                  </a:lnTo>
                  <a:lnTo>
                    <a:pt x="398" y="1"/>
                  </a:lnTo>
                  <a:lnTo>
                    <a:pt x="398" y="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4736;p40">
              <a:extLst>
                <a:ext uri="{FF2B5EF4-FFF2-40B4-BE49-F238E27FC236}">
                  <a16:creationId xmlns:a16="http://schemas.microsoft.com/office/drawing/2014/main" id="{7719736E-DB33-43F3-364A-F8FBD993C269}"/>
                </a:ext>
              </a:extLst>
            </p:cNvPr>
            <p:cNvSpPr/>
            <p:nvPr/>
          </p:nvSpPr>
          <p:spPr>
            <a:xfrm>
              <a:off x="6845096" y="4124738"/>
              <a:ext cx="94622" cy="138642"/>
            </a:xfrm>
            <a:custGeom>
              <a:avLst/>
              <a:gdLst/>
              <a:ahLst/>
              <a:cxnLst/>
              <a:rect l="l" t="t" r="r" b="b"/>
              <a:pathLst>
                <a:path w="5707" h="8362" extrusionOk="0">
                  <a:moveTo>
                    <a:pt x="0" y="1"/>
                  </a:moveTo>
                  <a:lnTo>
                    <a:pt x="0" y="5973"/>
                  </a:lnTo>
                  <a:lnTo>
                    <a:pt x="398" y="5973"/>
                  </a:lnTo>
                  <a:lnTo>
                    <a:pt x="5043" y="8229"/>
                  </a:lnTo>
                  <a:lnTo>
                    <a:pt x="5574" y="8362"/>
                  </a:lnTo>
                  <a:lnTo>
                    <a:pt x="5707" y="8229"/>
                  </a:lnTo>
                  <a:lnTo>
                    <a:pt x="5707" y="2390"/>
                  </a:lnTo>
                  <a:lnTo>
                    <a:pt x="5043" y="2390"/>
                  </a:lnTo>
                  <a:lnTo>
                    <a:pt x="398" y="134"/>
                  </a:lnTo>
                  <a:lnTo>
                    <a:pt x="266" y="134"/>
                  </a:lnTo>
                  <a:lnTo>
                    <a:pt x="0" y="1"/>
                  </a:lnTo>
                  <a:close/>
                </a:path>
              </a:pathLst>
            </a:custGeom>
            <a:solidFill>
              <a:srgbClr val="202B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4737;p40">
              <a:extLst>
                <a:ext uri="{FF2B5EF4-FFF2-40B4-BE49-F238E27FC236}">
                  <a16:creationId xmlns:a16="http://schemas.microsoft.com/office/drawing/2014/main" id="{A1BC7676-2B0F-A641-2DE4-0873E145452A}"/>
                </a:ext>
              </a:extLst>
            </p:cNvPr>
            <p:cNvSpPr/>
            <p:nvPr/>
          </p:nvSpPr>
          <p:spPr>
            <a:xfrm>
              <a:off x="6845096" y="4124738"/>
              <a:ext cx="94622" cy="138642"/>
            </a:xfrm>
            <a:custGeom>
              <a:avLst/>
              <a:gdLst/>
              <a:ahLst/>
              <a:cxnLst/>
              <a:rect l="l" t="t" r="r" b="b"/>
              <a:pathLst>
                <a:path w="5707" h="8362" fill="none" extrusionOk="0">
                  <a:moveTo>
                    <a:pt x="0" y="1"/>
                  </a:moveTo>
                  <a:lnTo>
                    <a:pt x="0" y="5973"/>
                  </a:lnTo>
                  <a:lnTo>
                    <a:pt x="0" y="5973"/>
                  </a:lnTo>
                  <a:lnTo>
                    <a:pt x="398" y="5973"/>
                  </a:lnTo>
                  <a:lnTo>
                    <a:pt x="398" y="5973"/>
                  </a:lnTo>
                  <a:lnTo>
                    <a:pt x="398" y="5973"/>
                  </a:lnTo>
                  <a:lnTo>
                    <a:pt x="398" y="5973"/>
                  </a:lnTo>
                  <a:lnTo>
                    <a:pt x="398" y="5973"/>
                  </a:lnTo>
                  <a:lnTo>
                    <a:pt x="398" y="5973"/>
                  </a:lnTo>
                  <a:lnTo>
                    <a:pt x="398" y="5973"/>
                  </a:lnTo>
                  <a:lnTo>
                    <a:pt x="5043" y="8229"/>
                  </a:lnTo>
                  <a:lnTo>
                    <a:pt x="5043" y="8229"/>
                  </a:lnTo>
                  <a:lnTo>
                    <a:pt x="5574" y="8362"/>
                  </a:lnTo>
                  <a:lnTo>
                    <a:pt x="5574" y="8362"/>
                  </a:lnTo>
                  <a:lnTo>
                    <a:pt x="5574" y="8362"/>
                  </a:lnTo>
                  <a:lnTo>
                    <a:pt x="5574" y="8362"/>
                  </a:lnTo>
                  <a:lnTo>
                    <a:pt x="5574" y="8362"/>
                  </a:lnTo>
                  <a:lnTo>
                    <a:pt x="5574" y="8362"/>
                  </a:lnTo>
                  <a:lnTo>
                    <a:pt x="5707" y="8229"/>
                  </a:lnTo>
                  <a:lnTo>
                    <a:pt x="5707" y="8229"/>
                  </a:lnTo>
                  <a:lnTo>
                    <a:pt x="5707" y="8229"/>
                  </a:lnTo>
                  <a:lnTo>
                    <a:pt x="5707" y="8229"/>
                  </a:lnTo>
                  <a:lnTo>
                    <a:pt x="5707" y="8229"/>
                  </a:lnTo>
                  <a:lnTo>
                    <a:pt x="5707" y="8229"/>
                  </a:lnTo>
                  <a:lnTo>
                    <a:pt x="5707" y="8229"/>
                  </a:lnTo>
                  <a:lnTo>
                    <a:pt x="5707" y="8229"/>
                  </a:lnTo>
                  <a:lnTo>
                    <a:pt x="5707" y="8229"/>
                  </a:lnTo>
                  <a:lnTo>
                    <a:pt x="5707" y="8229"/>
                  </a:lnTo>
                  <a:lnTo>
                    <a:pt x="5707" y="8229"/>
                  </a:lnTo>
                  <a:lnTo>
                    <a:pt x="5707" y="2390"/>
                  </a:lnTo>
                  <a:lnTo>
                    <a:pt x="5707" y="2390"/>
                  </a:lnTo>
                  <a:lnTo>
                    <a:pt x="5574" y="2390"/>
                  </a:lnTo>
                  <a:lnTo>
                    <a:pt x="5574" y="2390"/>
                  </a:lnTo>
                  <a:lnTo>
                    <a:pt x="5441" y="2390"/>
                  </a:lnTo>
                  <a:lnTo>
                    <a:pt x="5441" y="2390"/>
                  </a:lnTo>
                  <a:lnTo>
                    <a:pt x="5043" y="2390"/>
                  </a:lnTo>
                  <a:lnTo>
                    <a:pt x="398" y="134"/>
                  </a:lnTo>
                  <a:lnTo>
                    <a:pt x="398" y="134"/>
                  </a:lnTo>
                  <a:lnTo>
                    <a:pt x="266" y="134"/>
                  </a:lnTo>
                  <a:lnTo>
                    <a:pt x="266" y="134"/>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4738;p40">
              <a:extLst>
                <a:ext uri="{FF2B5EF4-FFF2-40B4-BE49-F238E27FC236}">
                  <a16:creationId xmlns:a16="http://schemas.microsoft.com/office/drawing/2014/main" id="{85C3B8A3-D425-4935-918F-8F2A70BB74D2}"/>
                </a:ext>
              </a:extLst>
            </p:cNvPr>
            <p:cNvSpPr/>
            <p:nvPr/>
          </p:nvSpPr>
          <p:spPr>
            <a:xfrm>
              <a:off x="6849490" y="4126943"/>
              <a:ext cx="90228" cy="37421"/>
            </a:xfrm>
            <a:custGeom>
              <a:avLst/>
              <a:gdLst/>
              <a:ahLst/>
              <a:cxnLst/>
              <a:rect l="l" t="t" r="r" b="b"/>
              <a:pathLst>
                <a:path w="5442" h="2257" extrusionOk="0">
                  <a:moveTo>
                    <a:pt x="1" y="1"/>
                  </a:moveTo>
                  <a:lnTo>
                    <a:pt x="1" y="1"/>
                  </a:lnTo>
                  <a:lnTo>
                    <a:pt x="133" y="1"/>
                  </a:lnTo>
                  <a:lnTo>
                    <a:pt x="4778" y="2257"/>
                  </a:lnTo>
                  <a:lnTo>
                    <a:pt x="4778" y="2257"/>
                  </a:lnTo>
                  <a:lnTo>
                    <a:pt x="5176" y="2257"/>
                  </a:lnTo>
                  <a:lnTo>
                    <a:pt x="5176" y="2257"/>
                  </a:lnTo>
                  <a:lnTo>
                    <a:pt x="5309" y="2257"/>
                  </a:lnTo>
                  <a:lnTo>
                    <a:pt x="5309" y="2257"/>
                  </a:lnTo>
                  <a:lnTo>
                    <a:pt x="5442" y="2257"/>
                  </a:lnTo>
                  <a:lnTo>
                    <a:pt x="5442" y="2257"/>
                  </a:lnTo>
                  <a:lnTo>
                    <a:pt x="5442" y="2257"/>
                  </a:lnTo>
                  <a:lnTo>
                    <a:pt x="5309" y="2257"/>
                  </a:lnTo>
                  <a:lnTo>
                    <a:pt x="5309" y="2257"/>
                  </a:lnTo>
                  <a:lnTo>
                    <a:pt x="4778" y="2257"/>
                  </a:lnTo>
                  <a:lnTo>
                    <a:pt x="133" y="1"/>
                  </a:lnTo>
                  <a:lnTo>
                    <a:pt x="133" y="1"/>
                  </a:lnTo>
                  <a:lnTo>
                    <a:pt x="1" y="1"/>
                  </a:lnTo>
                  <a:close/>
                </a:path>
              </a:pathLst>
            </a:custGeom>
            <a:solidFill>
              <a:srgbClr val="3B4D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4739;p40">
              <a:extLst>
                <a:ext uri="{FF2B5EF4-FFF2-40B4-BE49-F238E27FC236}">
                  <a16:creationId xmlns:a16="http://schemas.microsoft.com/office/drawing/2014/main" id="{645CBA83-B427-E97B-F5AE-2B48A3C5C007}"/>
                </a:ext>
              </a:extLst>
            </p:cNvPr>
            <p:cNvSpPr/>
            <p:nvPr/>
          </p:nvSpPr>
          <p:spPr>
            <a:xfrm>
              <a:off x="6849490" y="4126943"/>
              <a:ext cx="90228" cy="37421"/>
            </a:xfrm>
            <a:custGeom>
              <a:avLst/>
              <a:gdLst/>
              <a:ahLst/>
              <a:cxnLst/>
              <a:rect l="l" t="t" r="r" b="b"/>
              <a:pathLst>
                <a:path w="5442" h="2257" fill="none" extrusionOk="0">
                  <a:moveTo>
                    <a:pt x="1" y="1"/>
                  </a:moveTo>
                  <a:lnTo>
                    <a:pt x="1" y="1"/>
                  </a:lnTo>
                  <a:lnTo>
                    <a:pt x="133" y="1"/>
                  </a:lnTo>
                  <a:lnTo>
                    <a:pt x="4778" y="2257"/>
                  </a:lnTo>
                  <a:lnTo>
                    <a:pt x="4778" y="2257"/>
                  </a:lnTo>
                  <a:lnTo>
                    <a:pt x="5176" y="2257"/>
                  </a:lnTo>
                  <a:lnTo>
                    <a:pt x="5176" y="2257"/>
                  </a:lnTo>
                  <a:lnTo>
                    <a:pt x="5309" y="2257"/>
                  </a:lnTo>
                  <a:lnTo>
                    <a:pt x="5309" y="2257"/>
                  </a:lnTo>
                  <a:lnTo>
                    <a:pt x="5442" y="2257"/>
                  </a:lnTo>
                  <a:lnTo>
                    <a:pt x="5442" y="2257"/>
                  </a:lnTo>
                  <a:lnTo>
                    <a:pt x="5442" y="2257"/>
                  </a:lnTo>
                  <a:lnTo>
                    <a:pt x="5309" y="2257"/>
                  </a:lnTo>
                  <a:lnTo>
                    <a:pt x="5309" y="2257"/>
                  </a:lnTo>
                  <a:lnTo>
                    <a:pt x="4778" y="2257"/>
                  </a:lnTo>
                  <a:lnTo>
                    <a:pt x="133" y="1"/>
                  </a:lnTo>
                  <a:lnTo>
                    <a:pt x="133" y="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4740;p40">
              <a:extLst>
                <a:ext uri="{FF2B5EF4-FFF2-40B4-BE49-F238E27FC236}">
                  <a16:creationId xmlns:a16="http://schemas.microsoft.com/office/drawing/2014/main" id="{0364C033-9CFF-31BC-242E-2234854438ED}"/>
                </a:ext>
              </a:extLst>
            </p:cNvPr>
            <p:cNvSpPr/>
            <p:nvPr/>
          </p:nvSpPr>
          <p:spPr>
            <a:xfrm>
              <a:off x="6992509" y="3999327"/>
              <a:ext cx="116640" cy="112230"/>
            </a:xfrm>
            <a:custGeom>
              <a:avLst/>
              <a:gdLst/>
              <a:ahLst/>
              <a:cxnLst/>
              <a:rect l="l" t="t" r="r" b="b"/>
              <a:pathLst>
                <a:path w="7035" h="6769" extrusionOk="0">
                  <a:moveTo>
                    <a:pt x="7035" y="0"/>
                  </a:moveTo>
                  <a:lnTo>
                    <a:pt x="6769" y="266"/>
                  </a:lnTo>
                  <a:lnTo>
                    <a:pt x="6504" y="399"/>
                  </a:lnTo>
                  <a:lnTo>
                    <a:pt x="2921" y="531"/>
                  </a:lnTo>
                  <a:lnTo>
                    <a:pt x="266" y="797"/>
                  </a:lnTo>
                  <a:lnTo>
                    <a:pt x="1" y="797"/>
                  </a:lnTo>
                  <a:lnTo>
                    <a:pt x="1" y="5176"/>
                  </a:lnTo>
                  <a:lnTo>
                    <a:pt x="1859" y="6503"/>
                  </a:lnTo>
                  <a:lnTo>
                    <a:pt x="1992" y="6636"/>
                  </a:lnTo>
                  <a:lnTo>
                    <a:pt x="2124" y="6769"/>
                  </a:lnTo>
                  <a:lnTo>
                    <a:pt x="2124" y="6503"/>
                  </a:lnTo>
                  <a:lnTo>
                    <a:pt x="6504" y="6238"/>
                  </a:lnTo>
                  <a:lnTo>
                    <a:pt x="6769" y="6238"/>
                  </a:lnTo>
                  <a:lnTo>
                    <a:pt x="6902" y="6105"/>
                  </a:lnTo>
                  <a:lnTo>
                    <a:pt x="7035" y="5840"/>
                  </a:lnTo>
                  <a:lnTo>
                    <a:pt x="7035" y="5574"/>
                  </a:lnTo>
                  <a:lnTo>
                    <a:pt x="7035" y="0"/>
                  </a:lnTo>
                  <a:close/>
                </a:path>
              </a:pathLst>
            </a:custGeom>
            <a:solidFill>
              <a:srgbClr val="202B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4741;p40">
              <a:extLst>
                <a:ext uri="{FF2B5EF4-FFF2-40B4-BE49-F238E27FC236}">
                  <a16:creationId xmlns:a16="http://schemas.microsoft.com/office/drawing/2014/main" id="{8B3B6905-BE98-E59F-547C-723393EBF096}"/>
                </a:ext>
              </a:extLst>
            </p:cNvPr>
            <p:cNvSpPr/>
            <p:nvPr/>
          </p:nvSpPr>
          <p:spPr>
            <a:xfrm>
              <a:off x="6992509" y="3983924"/>
              <a:ext cx="116640" cy="127633"/>
            </a:xfrm>
            <a:custGeom>
              <a:avLst/>
              <a:gdLst/>
              <a:ahLst/>
              <a:cxnLst/>
              <a:rect l="l" t="t" r="r" b="b"/>
              <a:pathLst>
                <a:path w="7035" h="7698" fill="none" extrusionOk="0">
                  <a:moveTo>
                    <a:pt x="7035" y="0"/>
                  </a:moveTo>
                  <a:lnTo>
                    <a:pt x="7035" y="664"/>
                  </a:lnTo>
                  <a:lnTo>
                    <a:pt x="7035" y="664"/>
                  </a:lnTo>
                  <a:lnTo>
                    <a:pt x="7035" y="929"/>
                  </a:lnTo>
                  <a:lnTo>
                    <a:pt x="6769" y="1195"/>
                  </a:lnTo>
                  <a:lnTo>
                    <a:pt x="6769" y="1195"/>
                  </a:lnTo>
                  <a:lnTo>
                    <a:pt x="6504" y="1328"/>
                  </a:lnTo>
                  <a:lnTo>
                    <a:pt x="2921" y="1460"/>
                  </a:lnTo>
                  <a:lnTo>
                    <a:pt x="266" y="1726"/>
                  </a:lnTo>
                  <a:lnTo>
                    <a:pt x="266" y="1726"/>
                  </a:lnTo>
                  <a:lnTo>
                    <a:pt x="134" y="1726"/>
                  </a:lnTo>
                  <a:lnTo>
                    <a:pt x="134" y="1726"/>
                  </a:lnTo>
                  <a:lnTo>
                    <a:pt x="1" y="1726"/>
                  </a:lnTo>
                  <a:lnTo>
                    <a:pt x="1" y="6105"/>
                  </a:lnTo>
                  <a:lnTo>
                    <a:pt x="1859" y="7432"/>
                  </a:lnTo>
                  <a:lnTo>
                    <a:pt x="1859" y="7432"/>
                  </a:lnTo>
                  <a:lnTo>
                    <a:pt x="1992" y="7565"/>
                  </a:lnTo>
                  <a:lnTo>
                    <a:pt x="2124" y="7698"/>
                  </a:lnTo>
                  <a:lnTo>
                    <a:pt x="2124" y="7698"/>
                  </a:lnTo>
                  <a:lnTo>
                    <a:pt x="2124" y="7432"/>
                  </a:lnTo>
                  <a:lnTo>
                    <a:pt x="6504" y="7167"/>
                  </a:lnTo>
                  <a:lnTo>
                    <a:pt x="6504" y="7167"/>
                  </a:lnTo>
                  <a:lnTo>
                    <a:pt x="6769" y="7167"/>
                  </a:lnTo>
                  <a:lnTo>
                    <a:pt x="6902" y="7034"/>
                  </a:lnTo>
                  <a:lnTo>
                    <a:pt x="7035" y="6769"/>
                  </a:lnTo>
                  <a:lnTo>
                    <a:pt x="7035" y="6503"/>
                  </a:lnTo>
                  <a:lnTo>
                    <a:pt x="7035" y="133"/>
                  </a:lnTo>
                  <a:lnTo>
                    <a:pt x="703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4742;p40">
              <a:extLst>
                <a:ext uri="{FF2B5EF4-FFF2-40B4-BE49-F238E27FC236}">
                  <a16:creationId xmlns:a16="http://schemas.microsoft.com/office/drawing/2014/main" id="{CEE52059-8D05-E134-5C0E-DF56F6CF0E6E}"/>
                </a:ext>
              </a:extLst>
            </p:cNvPr>
            <p:cNvSpPr/>
            <p:nvPr/>
          </p:nvSpPr>
          <p:spPr>
            <a:xfrm>
              <a:off x="7025519" y="4109335"/>
              <a:ext cx="2222" cy="4427"/>
            </a:xfrm>
            <a:custGeom>
              <a:avLst/>
              <a:gdLst/>
              <a:ahLst/>
              <a:cxnLst/>
              <a:rect l="l" t="t" r="r" b="b"/>
              <a:pathLst>
                <a:path w="134" h="267" extrusionOk="0">
                  <a:moveTo>
                    <a:pt x="1" y="1"/>
                  </a:moveTo>
                  <a:lnTo>
                    <a:pt x="133" y="266"/>
                  </a:lnTo>
                  <a:lnTo>
                    <a:pt x="133" y="134"/>
                  </a:lnTo>
                  <a:lnTo>
                    <a:pt x="1" y="1"/>
                  </a:lnTo>
                  <a:close/>
                </a:path>
              </a:pathLst>
            </a:custGeom>
            <a:solidFill>
              <a:srgbClr val="3B4D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4743;p40">
              <a:extLst>
                <a:ext uri="{FF2B5EF4-FFF2-40B4-BE49-F238E27FC236}">
                  <a16:creationId xmlns:a16="http://schemas.microsoft.com/office/drawing/2014/main" id="{35350C5A-E023-E086-6912-1B23ED794F9E}"/>
                </a:ext>
              </a:extLst>
            </p:cNvPr>
            <p:cNvSpPr/>
            <p:nvPr/>
          </p:nvSpPr>
          <p:spPr>
            <a:xfrm>
              <a:off x="6992509" y="4085145"/>
              <a:ext cx="35232" cy="28617"/>
            </a:xfrm>
            <a:custGeom>
              <a:avLst/>
              <a:gdLst/>
              <a:ahLst/>
              <a:cxnLst/>
              <a:rect l="l" t="t" r="r" b="b"/>
              <a:pathLst>
                <a:path w="2125" h="1726" fill="none" extrusionOk="0">
                  <a:moveTo>
                    <a:pt x="1" y="0"/>
                  </a:moveTo>
                  <a:lnTo>
                    <a:pt x="1" y="0"/>
                  </a:lnTo>
                  <a:lnTo>
                    <a:pt x="1859" y="1327"/>
                  </a:lnTo>
                  <a:lnTo>
                    <a:pt x="1859" y="1327"/>
                  </a:lnTo>
                  <a:lnTo>
                    <a:pt x="1992" y="1460"/>
                  </a:lnTo>
                  <a:lnTo>
                    <a:pt x="2124" y="1725"/>
                  </a:lnTo>
                  <a:lnTo>
                    <a:pt x="2124" y="1725"/>
                  </a:lnTo>
                  <a:lnTo>
                    <a:pt x="2124" y="1593"/>
                  </a:lnTo>
                  <a:lnTo>
                    <a:pt x="2124" y="1593"/>
                  </a:lnTo>
                  <a:lnTo>
                    <a:pt x="1992" y="1460"/>
                  </a:lnTo>
                  <a:lnTo>
                    <a:pt x="1859" y="1327"/>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4744;p40">
              <a:extLst>
                <a:ext uri="{FF2B5EF4-FFF2-40B4-BE49-F238E27FC236}">
                  <a16:creationId xmlns:a16="http://schemas.microsoft.com/office/drawing/2014/main" id="{A8842B94-B0E0-EA4A-97F6-A516E5660BA4}"/>
                </a:ext>
              </a:extLst>
            </p:cNvPr>
            <p:cNvSpPr/>
            <p:nvPr/>
          </p:nvSpPr>
          <p:spPr>
            <a:xfrm>
              <a:off x="6994714" y="4008131"/>
              <a:ext cx="46225" cy="4410"/>
            </a:xfrm>
            <a:custGeom>
              <a:avLst/>
              <a:gdLst/>
              <a:ahLst/>
              <a:cxnLst/>
              <a:rect l="l" t="t" r="r" b="b"/>
              <a:pathLst>
                <a:path w="2788" h="266" fill="none" extrusionOk="0">
                  <a:moveTo>
                    <a:pt x="2788" y="0"/>
                  </a:moveTo>
                  <a:lnTo>
                    <a:pt x="133" y="266"/>
                  </a:lnTo>
                  <a:lnTo>
                    <a:pt x="133" y="266"/>
                  </a:lnTo>
                  <a:lnTo>
                    <a:pt x="1" y="266"/>
                  </a:lnTo>
                  <a:lnTo>
                    <a:pt x="1" y="266"/>
                  </a:lnTo>
                  <a:lnTo>
                    <a:pt x="133" y="266"/>
                  </a:lnTo>
                  <a:lnTo>
                    <a:pt x="2788"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4745;p40">
              <a:extLst>
                <a:ext uri="{FF2B5EF4-FFF2-40B4-BE49-F238E27FC236}">
                  <a16:creationId xmlns:a16="http://schemas.microsoft.com/office/drawing/2014/main" id="{628F3DCB-8DD6-CAE6-2E9E-914CBA095199}"/>
                </a:ext>
              </a:extLst>
            </p:cNvPr>
            <p:cNvSpPr/>
            <p:nvPr/>
          </p:nvSpPr>
          <p:spPr>
            <a:xfrm>
              <a:off x="7104739" y="3983924"/>
              <a:ext cx="4410" cy="19813"/>
            </a:xfrm>
            <a:custGeom>
              <a:avLst/>
              <a:gdLst/>
              <a:ahLst/>
              <a:cxnLst/>
              <a:rect l="l" t="t" r="r" b="b"/>
              <a:pathLst>
                <a:path w="266" h="1195" fill="none" extrusionOk="0">
                  <a:moveTo>
                    <a:pt x="266" y="0"/>
                  </a:moveTo>
                  <a:lnTo>
                    <a:pt x="266" y="664"/>
                  </a:lnTo>
                  <a:lnTo>
                    <a:pt x="266" y="664"/>
                  </a:lnTo>
                  <a:lnTo>
                    <a:pt x="266" y="929"/>
                  </a:lnTo>
                  <a:lnTo>
                    <a:pt x="0" y="1195"/>
                  </a:lnTo>
                  <a:lnTo>
                    <a:pt x="0" y="1195"/>
                  </a:lnTo>
                  <a:lnTo>
                    <a:pt x="0" y="1195"/>
                  </a:lnTo>
                  <a:lnTo>
                    <a:pt x="266" y="929"/>
                  </a:lnTo>
                  <a:lnTo>
                    <a:pt x="266" y="664"/>
                  </a:lnTo>
                  <a:lnTo>
                    <a:pt x="266" y="0"/>
                  </a:lnTo>
                  <a:lnTo>
                    <a:pt x="26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4746;p40">
              <a:extLst>
                <a:ext uri="{FF2B5EF4-FFF2-40B4-BE49-F238E27FC236}">
                  <a16:creationId xmlns:a16="http://schemas.microsoft.com/office/drawing/2014/main" id="{E3A4229D-7A8D-891C-1144-1FE965DE530A}"/>
                </a:ext>
              </a:extLst>
            </p:cNvPr>
            <p:cNvSpPr/>
            <p:nvPr/>
          </p:nvSpPr>
          <p:spPr>
            <a:xfrm>
              <a:off x="7027725" y="4113746"/>
              <a:ext cx="17" cy="17"/>
            </a:xfrm>
            <a:custGeom>
              <a:avLst/>
              <a:gdLst/>
              <a:ahLst/>
              <a:cxnLst/>
              <a:rect l="l" t="t" r="r" b="b"/>
              <a:pathLst>
                <a:path w="1" h="1" extrusionOk="0">
                  <a:moveTo>
                    <a:pt x="0" y="0"/>
                  </a:moveTo>
                  <a:lnTo>
                    <a:pt x="0" y="0"/>
                  </a:lnTo>
                  <a:lnTo>
                    <a:pt x="0" y="0"/>
                  </a:lnTo>
                  <a:lnTo>
                    <a:pt x="0" y="0"/>
                  </a:lnTo>
                  <a:lnTo>
                    <a:pt x="0" y="0"/>
                  </a:lnTo>
                  <a:lnTo>
                    <a:pt x="0" y="0"/>
                  </a:lnTo>
                  <a:lnTo>
                    <a:pt x="0" y="0"/>
                  </a:lnTo>
                  <a:close/>
                </a:path>
              </a:pathLst>
            </a:custGeom>
            <a:solidFill>
              <a:srgbClr val="202B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4747;p40">
              <a:extLst>
                <a:ext uri="{FF2B5EF4-FFF2-40B4-BE49-F238E27FC236}">
                  <a16:creationId xmlns:a16="http://schemas.microsoft.com/office/drawing/2014/main" id="{E3CB4E90-940D-352A-DE3B-8D8194D8638D}"/>
                </a:ext>
              </a:extLst>
            </p:cNvPr>
            <p:cNvSpPr/>
            <p:nvPr/>
          </p:nvSpPr>
          <p:spPr>
            <a:xfrm>
              <a:off x="7027725" y="4113746"/>
              <a:ext cx="17" cy="17"/>
            </a:xfrm>
            <a:custGeom>
              <a:avLst/>
              <a:gdLst/>
              <a:ahLst/>
              <a:cxnLst/>
              <a:rect l="l" t="t" r="r" b="b"/>
              <a:pathLst>
                <a:path w="1" h="1" fill="none" extrusionOk="0">
                  <a:moveTo>
                    <a:pt x="0" y="0"/>
                  </a:moveTo>
                  <a:lnTo>
                    <a:pt x="0" y="0"/>
                  </a:lnTo>
                  <a:lnTo>
                    <a:pt x="0" y="0"/>
                  </a:lnTo>
                  <a:lnTo>
                    <a:pt x="0" y="0"/>
                  </a:lnTo>
                  <a:lnTo>
                    <a:pt x="0" y="0"/>
                  </a:lnTo>
                  <a:lnTo>
                    <a:pt x="0" y="0"/>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4748;p40">
              <a:extLst>
                <a:ext uri="{FF2B5EF4-FFF2-40B4-BE49-F238E27FC236}">
                  <a16:creationId xmlns:a16="http://schemas.microsoft.com/office/drawing/2014/main" id="{558C9498-BF2B-78E5-E33C-C6690B20C2D3}"/>
                </a:ext>
              </a:extLst>
            </p:cNvPr>
            <p:cNvSpPr/>
            <p:nvPr/>
          </p:nvSpPr>
          <p:spPr>
            <a:xfrm>
              <a:off x="7027725" y="4113746"/>
              <a:ext cx="17" cy="17"/>
            </a:xfrm>
            <a:custGeom>
              <a:avLst/>
              <a:gdLst/>
              <a:ahLst/>
              <a:cxnLst/>
              <a:rect l="l" t="t" r="r" b="b"/>
              <a:pathLst>
                <a:path w="1" h="1" extrusionOk="0">
                  <a:moveTo>
                    <a:pt x="0" y="0"/>
                  </a:moveTo>
                  <a:lnTo>
                    <a:pt x="0" y="0"/>
                  </a:lnTo>
                  <a:lnTo>
                    <a:pt x="0" y="0"/>
                  </a:lnTo>
                  <a:lnTo>
                    <a:pt x="0" y="0"/>
                  </a:lnTo>
                  <a:lnTo>
                    <a:pt x="0" y="0"/>
                  </a:lnTo>
                  <a:lnTo>
                    <a:pt x="0" y="0"/>
                  </a:lnTo>
                  <a:lnTo>
                    <a:pt x="0" y="0"/>
                  </a:lnTo>
                  <a:lnTo>
                    <a:pt x="0" y="0"/>
                  </a:lnTo>
                  <a:lnTo>
                    <a:pt x="0" y="0"/>
                  </a:lnTo>
                  <a:close/>
                </a:path>
              </a:pathLst>
            </a:custGeom>
            <a:solidFill>
              <a:srgbClr val="3B4D5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4749;p40">
              <a:extLst>
                <a:ext uri="{FF2B5EF4-FFF2-40B4-BE49-F238E27FC236}">
                  <a16:creationId xmlns:a16="http://schemas.microsoft.com/office/drawing/2014/main" id="{170B8682-A674-90FB-685A-CEC6B27BD1E3}"/>
                </a:ext>
              </a:extLst>
            </p:cNvPr>
            <p:cNvSpPr/>
            <p:nvPr/>
          </p:nvSpPr>
          <p:spPr>
            <a:xfrm>
              <a:off x="7027725" y="4113746"/>
              <a:ext cx="17" cy="17"/>
            </a:xfrm>
            <a:custGeom>
              <a:avLst/>
              <a:gdLst/>
              <a:ahLst/>
              <a:cxnLst/>
              <a:rect l="l" t="t" r="r" b="b"/>
              <a:pathLst>
                <a:path w="1" h="1" fill="none" extrusionOk="0">
                  <a:moveTo>
                    <a:pt x="0" y="0"/>
                  </a:moveTo>
                  <a:lnTo>
                    <a:pt x="0" y="0"/>
                  </a:lnTo>
                  <a:lnTo>
                    <a:pt x="0" y="0"/>
                  </a:lnTo>
                  <a:lnTo>
                    <a:pt x="0" y="0"/>
                  </a:lnTo>
                  <a:lnTo>
                    <a:pt x="0" y="0"/>
                  </a:lnTo>
                  <a:lnTo>
                    <a:pt x="0" y="0"/>
                  </a:lnTo>
                  <a:lnTo>
                    <a:pt x="0" y="0"/>
                  </a:lnTo>
                  <a:lnTo>
                    <a:pt x="0" y="0"/>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4750;p40">
              <a:extLst>
                <a:ext uri="{FF2B5EF4-FFF2-40B4-BE49-F238E27FC236}">
                  <a16:creationId xmlns:a16="http://schemas.microsoft.com/office/drawing/2014/main" id="{DD8F5DCD-71D0-1E0F-20C0-A37CF72D2A84}"/>
                </a:ext>
              </a:extLst>
            </p:cNvPr>
            <p:cNvSpPr/>
            <p:nvPr/>
          </p:nvSpPr>
          <p:spPr>
            <a:xfrm>
              <a:off x="5648103" y="3352425"/>
              <a:ext cx="684323" cy="481898"/>
            </a:xfrm>
            <a:custGeom>
              <a:avLst/>
              <a:gdLst/>
              <a:ahLst/>
              <a:cxnLst/>
              <a:rect l="l" t="t" r="r" b="b"/>
              <a:pathLst>
                <a:path w="41274" h="29065" extrusionOk="0">
                  <a:moveTo>
                    <a:pt x="20571" y="13139"/>
                  </a:moveTo>
                  <a:lnTo>
                    <a:pt x="22296" y="13272"/>
                  </a:lnTo>
                  <a:lnTo>
                    <a:pt x="24021" y="13537"/>
                  </a:lnTo>
                  <a:lnTo>
                    <a:pt x="25614" y="13935"/>
                  </a:lnTo>
                  <a:lnTo>
                    <a:pt x="27074" y="14731"/>
                  </a:lnTo>
                  <a:lnTo>
                    <a:pt x="27737" y="15129"/>
                  </a:lnTo>
                  <a:lnTo>
                    <a:pt x="27074" y="15660"/>
                  </a:lnTo>
                  <a:lnTo>
                    <a:pt x="25747" y="16324"/>
                  </a:lnTo>
                  <a:lnTo>
                    <a:pt x="24154" y="16722"/>
                  </a:lnTo>
                  <a:lnTo>
                    <a:pt x="22827" y="16987"/>
                  </a:lnTo>
                  <a:lnTo>
                    <a:pt x="21500" y="17120"/>
                  </a:lnTo>
                  <a:lnTo>
                    <a:pt x="18846" y="17120"/>
                  </a:lnTo>
                  <a:lnTo>
                    <a:pt x="17519" y="16855"/>
                  </a:lnTo>
                  <a:lnTo>
                    <a:pt x="16324" y="16589"/>
                  </a:lnTo>
                  <a:lnTo>
                    <a:pt x="15130" y="16191"/>
                  </a:lnTo>
                  <a:lnTo>
                    <a:pt x="14201" y="15660"/>
                  </a:lnTo>
                  <a:lnTo>
                    <a:pt x="13405" y="15129"/>
                  </a:lnTo>
                  <a:lnTo>
                    <a:pt x="14068" y="14731"/>
                  </a:lnTo>
                  <a:lnTo>
                    <a:pt x="15528" y="13935"/>
                  </a:lnTo>
                  <a:lnTo>
                    <a:pt x="17120" y="13537"/>
                  </a:lnTo>
                  <a:lnTo>
                    <a:pt x="18846" y="13272"/>
                  </a:lnTo>
                  <a:lnTo>
                    <a:pt x="20571" y="13139"/>
                  </a:lnTo>
                  <a:close/>
                  <a:moveTo>
                    <a:pt x="14997" y="0"/>
                  </a:moveTo>
                  <a:lnTo>
                    <a:pt x="9954" y="1195"/>
                  </a:lnTo>
                  <a:lnTo>
                    <a:pt x="9689" y="1328"/>
                  </a:lnTo>
                  <a:lnTo>
                    <a:pt x="9556" y="1593"/>
                  </a:lnTo>
                  <a:lnTo>
                    <a:pt x="9556" y="5442"/>
                  </a:lnTo>
                  <a:lnTo>
                    <a:pt x="8627" y="6105"/>
                  </a:lnTo>
                  <a:lnTo>
                    <a:pt x="8096" y="6371"/>
                  </a:lnTo>
                  <a:lnTo>
                    <a:pt x="7698" y="6371"/>
                  </a:lnTo>
                  <a:lnTo>
                    <a:pt x="2788" y="5574"/>
                  </a:lnTo>
                  <a:lnTo>
                    <a:pt x="2390" y="5574"/>
                  </a:lnTo>
                  <a:lnTo>
                    <a:pt x="1991" y="5840"/>
                  </a:lnTo>
                  <a:lnTo>
                    <a:pt x="134" y="8494"/>
                  </a:lnTo>
                  <a:lnTo>
                    <a:pt x="1" y="8759"/>
                  </a:lnTo>
                  <a:lnTo>
                    <a:pt x="1" y="8892"/>
                  </a:lnTo>
                  <a:lnTo>
                    <a:pt x="1" y="14864"/>
                  </a:lnTo>
                  <a:lnTo>
                    <a:pt x="1" y="14997"/>
                  </a:lnTo>
                  <a:lnTo>
                    <a:pt x="1" y="20305"/>
                  </a:lnTo>
                  <a:lnTo>
                    <a:pt x="1" y="20438"/>
                  </a:lnTo>
                  <a:lnTo>
                    <a:pt x="2124" y="23225"/>
                  </a:lnTo>
                  <a:lnTo>
                    <a:pt x="2390" y="23490"/>
                  </a:lnTo>
                  <a:lnTo>
                    <a:pt x="2920" y="23490"/>
                  </a:lnTo>
                  <a:lnTo>
                    <a:pt x="7565" y="22694"/>
                  </a:lnTo>
                  <a:lnTo>
                    <a:pt x="8096" y="22694"/>
                  </a:lnTo>
                  <a:lnTo>
                    <a:pt x="8494" y="22827"/>
                  </a:lnTo>
                  <a:lnTo>
                    <a:pt x="9689" y="23623"/>
                  </a:lnTo>
                  <a:lnTo>
                    <a:pt x="9689" y="27604"/>
                  </a:lnTo>
                  <a:lnTo>
                    <a:pt x="9689" y="27737"/>
                  </a:lnTo>
                  <a:lnTo>
                    <a:pt x="9954" y="27870"/>
                  </a:lnTo>
                  <a:lnTo>
                    <a:pt x="15130" y="29064"/>
                  </a:lnTo>
                  <a:lnTo>
                    <a:pt x="15528" y="29064"/>
                  </a:lnTo>
                  <a:lnTo>
                    <a:pt x="15926" y="28799"/>
                  </a:lnTo>
                  <a:lnTo>
                    <a:pt x="18049" y="26543"/>
                  </a:lnTo>
                  <a:lnTo>
                    <a:pt x="18448" y="26277"/>
                  </a:lnTo>
                  <a:lnTo>
                    <a:pt x="18978" y="26144"/>
                  </a:lnTo>
                  <a:lnTo>
                    <a:pt x="22694" y="26144"/>
                  </a:lnTo>
                  <a:lnTo>
                    <a:pt x="22960" y="26410"/>
                  </a:lnTo>
                  <a:lnTo>
                    <a:pt x="25349" y="28931"/>
                  </a:lnTo>
                  <a:lnTo>
                    <a:pt x="25747" y="29064"/>
                  </a:lnTo>
                  <a:lnTo>
                    <a:pt x="26277" y="29064"/>
                  </a:lnTo>
                  <a:lnTo>
                    <a:pt x="31188" y="27870"/>
                  </a:lnTo>
                  <a:lnTo>
                    <a:pt x="31453" y="27737"/>
                  </a:lnTo>
                  <a:lnTo>
                    <a:pt x="31586" y="27472"/>
                  </a:lnTo>
                  <a:lnTo>
                    <a:pt x="31586" y="23623"/>
                  </a:lnTo>
                  <a:lnTo>
                    <a:pt x="32648" y="22959"/>
                  </a:lnTo>
                  <a:lnTo>
                    <a:pt x="33046" y="22694"/>
                  </a:lnTo>
                  <a:lnTo>
                    <a:pt x="33577" y="22694"/>
                  </a:lnTo>
                  <a:lnTo>
                    <a:pt x="38487" y="23490"/>
                  </a:lnTo>
                  <a:lnTo>
                    <a:pt x="38885" y="23490"/>
                  </a:lnTo>
                  <a:lnTo>
                    <a:pt x="39283" y="23092"/>
                  </a:lnTo>
                  <a:lnTo>
                    <a:pt x="41141" y="20571"/>
                  </a:lnTo>
                  <a:lnTo>
                    <a:pt x="41274" y="20172"/>
                  </a:lnTo>
                  <a:lnTo>
                    <a:pt x="41274" y="16457"/>
                  </a:lnTo>
                  <a:lnTo>
                    <a:pt x="41274" y="16324"/>
                  </a:lnTo>
                  <a:lnTo>
                    <a:pt x="41274" y="8759"/>
                  </a:lnTo>
                  <a:lnTo>
                    <a:pt x="41141" y="8627"/>
                  </a:lnTo>
                  <a:lnTo>
                    <a:pt x="39150" y="5707"/>
                  </a:lnTo>
                  <a:lnTo>
                    <a:pt x="38752" y="5574"/>
                  </a:lnTo>
                  <a:lnTo>
                    <a:pt x="38354" y="5574"/>
                  </a:lnTo>
                  <a:lnTo>
                    <a:pt x="33577" y="6371"/>
                  </a:lnTo>
                  <a:lnTo>
                    <a:pt x="33178" y="6371"/>
                  </a:lnTo>
                  <a:lnTo>
                    <a:pt x="32780" y="6238"/>
                  </a:lnTo>
                  <a:lnTo>
                    <a:pt x="31586" y="5442"/>
                  </a:lnTo>
                  <a:lnTo>
                    <a:pt x="31586" y="1593"/>
                  </a:lnTo>
                  <a:lnTo>
                    <a:pt x="31453" y="1328"/>
                  </a:lnTo>
                  <a:lnTo>
                    <a:pt x="31320" y="1195"/>
                  </a:lnTo>
                  <a:lnTo>
                    <a:pt x="26145" y="0"/>
                  </a:lnTo>
                  <a:lnTo>
                    <a:pt x="25614" y="0"/>
                  </a:lnTo>
                  <a:lnTo>
                    <a:pt x="25216" y="266"/>
                  </a:lnTo>
                  <a:lnTo>
                    <a:pt x="23092" y="2522"/>
                  </a:lnTo>
                  <a:lnTo>
                    <a:pt x="22694" y="2787"/>
                  </a:lnTo>
                  <a:lnTo>
                    <a:pt x="22296" y="2920"/>
                  </a:lnTo>
                  <a:lnTo>
                    <a:pt x="18580" y="2920"/>
                  </a:lnTo>
                  <a:lnTo>
                    <a:pt x="18182" y="2655"/>
                  </a:lnTo>
                  <a:lnTo>
                    <a:pt x="15793" y="133"/>
                  </a:lnTo>
                  <a:lnTo>
                    <a:pt x="15528"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4751;p40">
              <a:extLst>
                <a:ext uri="{FF2B5EF4-FFF2-40B4-BE49-F238E27FC236}">
                  <a16:creationId xmlns:a16="http://schemas.microsoft.com/office/drawing/2014/main" id="{EB62A004-F67A-7990-9F83-B3E254571730}"/>
                </a:ext>
              </a:extLst>
            </p:cNvPr>
            <p:cNvSpPr/>
            <p:nvPr/>
          </p:nvSpPr>
          <p:spPr>
            <a:xfrm>
              <a:off x="5648103" y="3352425"/>
              <a:ext cx="684323" cy="481898"/>
            </a:xfrm>
            <a:custGeom>
              <a:avLst/>
              <a:gdLst/>
              <a:ahLst/>
              <a:cxnLst/>
              <a:rect l="l" t="t" r="r" b="b"/>
              <a:pathLst>
                <a:path w="41274" h="29065" fill="none" extrusionOk="0">
                  <a:moveTo>
                    <a:pt x="1" y="14997"/>
                  </a:moveTo>
                  <a:lnTo>
                    <a:pt x="1" y="14997"/>
                  </a:lnTo>
                  <a:lnTo>
                    <a:pt x="1" y="20305"/>
                  </a:lnTo>
                  <a:lnTo>
                    <a:pt x="1" y="20438"/>
                  </a:lnTo>
                  <a:lnTo>
                    <a:pt x="2124" y="23225"/>
                  </a:lnTo>
                  <a:lnTo>
                    <a:pt x="2124" y="23225"/>
                  </a:lnTo>
                  <a:lnTo>
                    <a:pt x="2390" y="23490"/>
                  </a:lnTo>
                  <a:lnTo>
                    <a:pt x="2920" y="23490"/>
                  </a:lnTo>
                  <a:lnTo>
                    <a:pt x="7565" y="22694"/>
                  </a:lnTo>
                  <a:lnTo>
                    <a:pt x="7565" y="22694"/>
                  </a:lnTo>
                  <a:lnTo>
                    <a:pt x="8096" y="22694"/>
                  </a:lnTo>
                  <a:lnTo>
                    <a:pt x="8494" y="22827"/>
                  </a:lnTo>
                  <a:lnTo>
                    <a:pt x="8494" y="22827"/>
                  </a:lnTo>
                  <a:lnTo>
                    <a:pt x="9689" y="23623"/>
                  </a:lnTo>
                  <a:lnTo>
                    <a:pt x="9689" y="23623"/>
                  </a:lnTo>
                  <a:lnTo>
                    <a:pt x="9689" y="27604"/>
                  </a:lnTo>
                  <a:lnTo>
                    <a:pt x="9689" y="27604"/>
                  </a:lnTo>
                  <a:lnTo>
                    <a:pt x="9689" y="27737"/>
                  </a:lnTo>
                  <a:lnTo>
                    <a:pt x="9954" y="27870"/>
                  </a:lnTo>
                  <a:lnTo>
                    <a:pt x="15130" y="29064"/>
                  </a:lnTo>
                  <a:lnTo>
                    <a:pt x="15130" y="29064"/>
                  </a:lnTo>
                  <a:lnTo>
                    <a:pt x="15528" y="29064"/>
                  </a:lnTo>
                  <a:lnTo>
                    <a:pt x="15926" y="28799"/>
                  </a:lnTo>
                  <a:lnTo>
                    <a:pt x="18049" y="26543"/>
                  </a:lnTo>
                  <a:lnTo>
                    <a:pt x="18049" y="26543"/>
                  </a:lnTo>
                  <a:lnTo>
                    <a:pt x="18448" y="26277"/>
                  </a:lnTo>
                  <a:lnTo>
                    <a:pt x="18978" y="26144"/>
                  </a:lnTo>
                  <a:lnTo>
                    <a:pt x="18978" y="26144"/>
                  </a:lnTo>
                  <a:lnTo>
                    <a:pt x="20571" y="26144"/>
                  </a:lnTo>
                  <a:lnTo>
                    <a:pt x="22163" y="26144"/>
                  </a:lnTo>
                  <a:lnTo>
                    <a:pt x="22163" y="26144"/>
                  </a:lnTo>
                  <a:lnTo>
                    <a:pt x="22694" y="26144"/>
                  </a:lnTo>
                  <a:lnTo>
                    <a:pt x="22960" y="26410"/>
                  </a:lnTo>
                  <a:lnTo>
                    <a:pt x="25349" y="28931"/>
                  </a:lnTo>
                  <a:lnTo>
                    <a:pt x="25349" y="28931"/>
                  </a:lnTo>
                  <a:lnTo>
                    <a:pt x="25747" y="29064"/>
                  </a:lnTo>
                  <a:lnTo>
                    <a:pt x="26277" y="29064"/>
                  </a:lnTo>
                  <a:lnTo>
                    <a:pt x="31188" y="27870"/>
                  </a:lnTo>
                  <a:lnTo>
                    <a:pt x="31188" y="27870"/>
                  </a:lnTo>
                  <a:lnTo>
                    <a:pt x="31453" y="27737"/>
                  </a:lnTo>
                  <a:lnTo>
                    <a:pt x="31586" y="27472"/>
                  </a:lnTo>
                  <a:lnTo>
                    <a:pt x="31586" y="23623"/>
                  </a:lnTo>
                  <a:lnTo>
                    <a:pt x="31586" y="23623"/>
                  </a:lnTo>
                  <a:lnTo>
                    <a:pt x="32648" y="22959"/>
                  </a:lnTo>
                  <a:lnTo>
                    <a:pt x="32648" y="22959"/>
                  </a:lnTo>
                  <a:lnTo>
                    <a:pt x="33046" y="22694"/>
                  </a:lnTo>
                  <a:lnTo>
                    <a:pt x="33577" y="22694"/>
                  </a:lnTo>
                  <a:lnTo>
                    <a:pt x="38487" y="23490"/>
                  </a:lnTo>
                  <a:lnTo>
                    <a:pt x="38487" y="23490"/>
                  </a:lnTo>
                  <a:lnTo>
                    <a:pt x="38885" y="23490"/>
                  </a:lnTo>
                  <a:lnTo>
                    <a:pt x="39283" y="23092"/>
                  </a:lnTo>
                  <a:lnTo>
                    <a:pt x="41141" y="20571"/>
                  </a:lnTo>
                  <a:lnTo>
                    <a:pt x="41141" y="20571"/>
                  </a:lnTo>
                  <a:lnTo>
                    <a:pt x="41274" y="20172"/>
                  </a:lnTo>
                  <a:lnTo>
                    <a:pt x="41274" y="20172"/>
                  </a:lnTo>
                  <a:lnTo>
                    <a:pt x="41274" y="16457"/>
                  </a:lnTo>
                  <a:lnTo>
                    <a:pt x="41274" y="16324"/>
                  </a:lnTo>
                  <a:lnTo>
                    <a:pt x="41274" y="16324"/>
                  </a:lnTo>
                  <a:lnTo>
                    <a:pt x="41274" y="8759"/>
                  </a:lnTo>
                  <a:lnTo>
                    <a:pt x="41274" y="8759"/>
                  </a:lnTo>
                  <a:lnTo>
                    <a:pt x="41141" y="8627"/>
                  </a:lnTo>
                  <a:lnTo>
                    <a:pt x="39150" y="5707"/>
                  </a:lnTo>
                  <a:lnTo>
                    <a:pt x="39150" y="5707"/>
                  </a:lnTo>
                  <a:lnTo>
                    <a:pt x="38752" y="5574"/>
                  </a:lnTo>
                  <a:lnTo>
                    <a:pt x="38354" y="5574"/>
                  </a:lnTo>
                  <a:lnTo>
                    <a:pt x="33577" y="6371"/>
                  </a:lnTo>
                  <a:lnTo>
                    <a:pt x="33577" y="6371"/>
                  </a:lnTo>
                  <a:lnTo>
                    <a:pt x="33178" y="6371"/>
                  </a:lnTo>
                  <a:lnTo>
                    <a:pt x="32780" y="6238"/>
                  </a:lnTo>
                  <a:lnTo>
                    <a:pt x="32780" y="6238"/>
                  </a:lnTo>
                  <a:lnTo>
                    <a:pt x="31586" y="5442"/>
                  </a:lnTo>
                  <a:lnTo>
                    <a:pt x="31586" y="5442"/>
                  </a:lnTo>
                  <a:lnTo>
                    <a:pt x="31586" y="1593"/>
                  </a:lnTo>
                  <a:lnTo>
                    <a:pt x="31586" y="1593"/>
                  </a:lnTo>
                  <a:lnTo>
                    <a:pt x="31586" y="1593"/>
                  </a:lnTo>
                  <a:lnTo>
                    <a:pt x="31453" y="1328"/>
                  </a:lnTo>
                  <a:lnTo>
                    <a:pt x="31320" y="1195"/>
                  </a:lnTo>
                  <a:lnTo>
                    <a:pt x="26145" y="0"/>
                  </a:lnTo>
                  <a:lnTo>
                    <a:pt x="26145" y="0"/>
                  </a:lnTo>
                  <a:lnTo>
                    <a:pt x="25614" y="0"/>
                  </a:lnTo>
                  <a:lnTo>
                    <a:pt x="25216" y="266"/>
                  </a:lnTo>
                  <a:lnTo>
                    <a:pt x="23092" y="2522"/>
                  </a:lnTo>
                  <a:lnTo>
                    <a:pt x="23092" y="2522"/>
                  </a:lnTo>
                  <a:lnTo>
                    <a:pt x="22694" y="2787"/>
                  </a:lnTo>
                  <a:lnTo>
                    <a:pt x="22296" y="2920"/>
                  </a:lnTo>
                  <a:lnTo>
                    <a:pt x="22296" y="2920"/>
                  </a:lnTo>
                  <a:lnTo>
                    <a:pt x="20571" y="2920"/>
                  </a:lnTo>
                  <a:lnTo>
                    <a:pt x="18978" y="2920"/>
                  </a:lnTo>
                  <a:lnTo>
                    <a:pt x="18978" y="2920"/>
                  </a:lnTo>
                  <a:lnTo>
                    <a:pt x="18580" y="2920"/>
                  </a:lnTo>
                  <a:lnTo>
                    <a:pt x="18182" y="2655"/>
                  </a:lnTo>
                  <a:lnTo>
                    <a:pt x="15793" y="133"/>
                  </a:lnTo>
                  <a:lnTo>
                    <a:pt x="15793" y="133"/>
                  </a:lnTo>
                  <a:lnTo>
                    <a:pt x="15528" y="0"/>
                  </a:lnTo>
                  <a:lnTo>
                    <a:pt x="14997" y="0"/>
                  </a:lnTo>
                  <a:lnTo>
                    <a:pt x="9954" y="1195"/>
                  </a:lnTo>
                  <a:lnTo>
                    <a:pt x="9954" y="1195"/>
                  </a:lnTo>
                  <a:lnTo>
                    <a:pt x="9689" y="1328"/>
                  </a:lnTo>
                  <a:lnTo>
                    <a:pt x="9556" y="1593"/>
                  </a:lnTo>
                  <a:lnTo>
                    <a:pt x="9556" y="1593"/>
                  </a:lnTo>
                  <a:lnTo>
                    <a:pt x="9556" y="5442"/>
                  </a:lnTo>
                  <a:lnTo>
                    <a:pt x="9556" y="5442"/>
                  </a:lnTo>
                  <a:lnTo>
                    <a:pt x="8627" y="6105"/>
                  </a:lnTo>
                  <a:lnTo>
                    <a:pt x="8627" y="6105"/>
                  </a:lnTo>
                  <a:lnTo>
                    <a:pt x="8096" y="6371"/>
                  </a:lnTo>
                  <a:lnTo>
                    <a:pt x="7698" y="6371"/>
                  </a:lnTo>
                  <a:lnTo>
                    <a:pt x="2788" y="5574"/>
                  </a:lnTo>
                  <a:lnTo>
                    <a:pt x="2788" y="5574"/>
                  </a:lnTo>
                  <a:lnTo>
                    <a:pt x="2390" y="5574"/>
                  </a:lnTo>
                  <a:lnTo>
                    <a:pt x="1991" y="5840"/>
                  </a:lnTo>
                  <a:lnTo>
                    <a:pt x="134" y="8494"/>
                  </a:lnTo>
                  <a:lnTo>
                    <a:pt x="134" y="8494"/>
                  </a:lnTo>
                  <a:lnTo>
                    <a:pt x="1" y="8759"/>
                  </a:lnTo>
                  <a:lnTo>
                    <a:pt x="1" y="8892"/>
                  </a:lnTo>
                  <a:lnTo>
                    <a:pt x="1" y="8892"/>
                  </a:lnTo>
                  <a:lnTo>
                    <a:pt x="1" y="14864"/>
                  </a:lnTo>
                  <a:lnTo>
                    <a:pt x="1" y="14864"/>
                  </a:lnTo>
                  <a:lnTo>
                    <a:pt x="1" y="14997"/>
                  </a:lnTo>
                  <a:lnTo>
                    <a:pt x="1" y="14997"/>
                  </a:lnTo>
                  <a:lnTo>
                    <a:pt x="1" y="14997"/>
                  </a:lnTo>
                  <a:lnTo>
                    <a:pt x="1" y="1499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4752;p40">
              <a:extLst>
                <a:ext uri="{FF2B5EF4-FFF2-40B4-BE49-F238E27FC236}">
                  <a16:creationId xmlns:a16="http://schemas.microsoft.com/office/drawing/2014/main" id="{5AAF0BAF-E026-36E8-A202-C7F318578912}"/>
                </a:ext>
              </a:extLst>
            </p:cNvPr>
            <p:cNvSpPr/>
            <p:nvPr/>
          </p:nvSpPr>
          <p:spPr>
            <a:xfrm>
              <a:off x="5870341" y="3570253"/>
              <a:ext cx="237658" cy="66038"/>
            </a:xfrm>
            <a:custGeom>
              <a:avLst/>
              <a:gdLst/>
              <a:ahLst/>
              <a:cxnLst/>
              <a:rect l="l" t="t" r="r" b="b"/>
              <a:pathLst>
                <a:path w="14334" h="3983" fill="none" extrusionOk="0">
                  <a:moveTo>
                    <a:pt x="13670" y="2522"/>
                  </a:moveTo>
                  <a:lnTo>
                    <a:pt x="13670" y="2522"/>
                  </a:lnTo>
                  <a:lnTo>
                    <a:pt x="12343" y="3186"/>
                  </a:lnTo>
                  <a:lnTo>
                    <a:pt x="10750" y="3584"/>
                  </a:lnTo>
                  <a:lnTo>
                    <a:pt x="10750" y="3584"/>
                  </a:lnTo>
                  <a:lnTo>
                    <a:pt x="9423" y="3849"/>
                  </a:lnTo>
                  <a:lnTo>
                    <a:pt x="8096" y="3982"/>
                  </a:lnTo>
                  <a:lnTo>
                    <a:pt x="6636" y="3982"/>
                  </a:lnTo>
                  <a:lnTo>
                    <a:pt x="5442" y="3982"/>
                  </a:lnTo>
                  <a:lnTo>
                    <a:pt x="4115" y="3717"/>
                  </a:lnTo>
                  <a:lnTo>
                    <a:pt x="2920" y="3451"/>
                  </a:lnTo>
                  <a:lnTo>
                    <a:pt x="1726" y="3053"/>
                  </a:lnTo>
                  <a:lnTo>
                    <a:pt x="797" y="2522"/>
                  </a:lnTo>
                  <a:lnTo>
                    <a:pt x="797" y="2522"/>
                  </a:lnTo>
                  <a:lnTo>
                    <a:pt x="1" y="1991"/>
                  </a:lnTo>
                  <a:lnTo>
                    <a:pt x="1" y="1991"/>
                  </a:lnTo>
                  <a:lnTo>
                    <a:pt x="664" y="1593"/>
                  </a:lnTo>
                  <a:lnTo>
                    <a:pt x="664" y="1593"/>
                  </a:lnTo>
                  <a:lnTo>
                    <a:pt x="2124" y="797"/>
                  </a:lnTo>
                  <a:lnTo>
                    <a:pt x="3716" y="399"/>
                  </a:lnTo>
                  <a:lnTo>
                    <a:pt x="5442" y="134"/>
                  </a:lnTo>
                  <a:lnTo>
                    <a:pt x="7167" y="1"/>
                  </a:lnTo>
                  <a:lnTo>
                    <a:pt x="8892" y="134"/>
                  </a:lnTo>
                  <a:lnTo>
                    <a:pt x="10617" y="399"/>
                  </a:lnTo>
                  <a:lnTo>
                    <a:pt x="12210" y="797"/>
                  </a:lnTo>
                  <a:lnTo>
                    <a:pt x="13670" y="1593"/>
                  </a:lnTo>
                  <a:lnTo>
                    <a:pt x="13670" y="1593"/>
                  </a:lnTo>
                  <a:lnTo>
                    <a:pt x="14333" y="1991"/>
                  </a:lnTo>
                  <a:lnTo>
                    <a:pt x="14333" y="1991"/>
                  </a:lnTo>
                  <a:lnTo>
                    <a:pt x="13670" y="252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4753;p40">
              <a:extLst>
                <a:ext uri="{FF2B5EF4-FFF2-40B4-BE49-F238E27FC236}">
                  <a16:creationId xmlns:a16="http://schemas.microsoft.com/office/drawing/2014/main" id="{A6FB9643-7C1A-A4C9-E744-1AC2FA2DE0EF}"/>
                </a:ext>
              </a:extLst>
            </p:cNvPr>
            <p:cNvSpPr/>
            <p:nvPr/>
          </p:nvSpPr>
          <p:spPr>
            <a:xfrm>
              <a:off x="6149780" y="3378837"/>
              <a:ext cx="22018" cy="63816"/>
            </a:xfrm>
            <a:custGeom>
              <a:avLst/>
              <a:gdLst/>
              <a:ahLst/>
              <a:cxnLst/>
              <a:rect l="l" t="t" r="r" b="b"/>
              <a:pathLst>
                <a:path w="1328" h="3849" extrusionOk="0">
                  <a:moveTo>
                    <a:pt x="1328" y="0"/>
                  </a:moveTo>
                  <a:lnTo>
                    <a:pt x="1195" y="133"/>
                  </a:lnTo>
                  <a:lnTo>
                    <a:pt x="1" y="2654"/>
                  </a:lnTo>
                  <a:lnTo>
                    <a:pt x="1" y="3052"/>
                  </a:lnTo>
                  <a:lnTo>
                    <a:pt x="134" y="3318"/>
                  </a:lnTo>
                  <a:lnTo>
                    <a:pt x="1328" y="3849"/>
                  </a:lnTo>
                  <a:lnTo>
                    <a:pt x="1328"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4754;p40">
              <a:extLst>
                <a:ext uri="{FF2B5EF4-FFF2-40B4-BE49-F238E27FC236}">
                  <a16:creationId xmlns:a16="http://schemas.microsoft.com/office/drawing/2014/main" id="{F8096F3A-F0EA-CC8A-2A5E-7836E850C531}"/>
                </a:ext>
              </a:extLst>
            </p:cNvPr>
            <p:cNvSpPr/>
            <p:nvPr/>
          </p:nvSpPr>
          <p:spPr>
            <a:xfrm>
              <a:off x="6332409" y="3623060"/>
              <a:ext cx="17" cy="2222"/>
            </a:xfrm>
            <a:custGeom>
              <a:avLst/>
              <a:gdLst/>
              <a:ahLst/>
              <a:cxnLst/>
              <a:rect l="l" t="t" r="r" b="b"/>
              <a:pathLst>
                <a:path w="1" h="134" extrusionOk="0">
                  <a:moveTo>
                    <a:pt x="1" y="1"/>
                  </a:moveTo>
                  <a:lnTo>
                    <a:pt x="1" y="134"/>
                  </a:lnTo>
                  <a:lnTo>
                    <a:pt x="1" y="1"/>
                  </a:lnTo>
                  <a:lnTo>
                    <a:pt x="1" y="1"/>
                  </a:lnTo>
                  <a:lnTo>
                    <a:pt x="1" y="1"/>
                  </a:ln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4755;p40">
              <a:extLst>
                <a:ext uri="{FF2B5EF4-FFF2-40B4-BE49-F238E27FC236}">
                  <a16:creationId xmlns:a16="http://schemas.microsoft.com/office/drawing/2014/main" id="{D53EC694-0A2C-11F0-6D33-F1DEC23A06E0}"/>
                </a:ext>
              </a:extLst>
            </p:cNvPr>
            <p:cNvSpPr/>
            <p:nvPr/>
          </p:nvSpPr>
          <p:spPr>
            <a:xfrm>
              <a:off x="6332409" y="3623060"/>
              <a:ext cx="17" cy="2222"/>
            </a:xfrm>
            <a:custGeom>
              <a:avLst/>
              <a:gdLst/>
              <a:ahLst/>
              <a:cxnLst/>
              <a:rect l="l" t="t" r="r" b="b"/>
              <a:pathLst>
                <a:path w="1" h="134" fill="none" extrusionOk="0">
                  <a:moveTo>
                    <a:pt x="1" y="1"/>
                  </a:moveTo>
                  <a:lnTo>
                    <a:pt x="1" y="134"/>
                  </a:lnTo>
                  <a:lnTo>
                    <a:pt x="1" y="1"/>
                  </a:lnTo>
                  <a:lnTo>
                    <a:pt x="1" y="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4756;p40">
              <a:extLst>
                <a:ext uri="{FF2B5EF4-FFF2-40B4-BE49-F238E27FC236}">
                  <a16:creationId xmlns:a16="http://schemas.microsoft.com/office/drawing/2014/main" id="{8D170FEB-1B39-7E69-2305-E6977D674229}"/>
                </a:ext>
              </a:extLst>
            </p:cNvPr>
            <p:cNvSpPr/>
            <p:nvPr/>
          </p:nvSpPr>
          <p:spPr>
            <a:xfrm>
              <a:off x="6246608" y="3497649"/>
              <a:ext cx="85818" cy="103426"/>
            </a:xfrm>
            <a:custGeom>
              <a:avLst/>
              <a:gdLst/>
              <a:ahLst/>
              <a:cxnLst/>
              <a:rect l="l" t="t" r="r" b="b"/>
              <a:pathLst>
                <a:path w="5176" h="6238" extrusionOk="0">
                  <a:moveTo>
                    <a:pt x="5176" y="0"/>
                  </a:moveTo>
                  <a:lnTo>
                    <a:pt x="5043" y="266"/>
                  </a:lnTo>
                  <a:lnTo>
                    <a:pt x="4778" y="399"/>
                  </a:lnTo>
                  <a:lnTo>
                    <a:pt x="531" y="1726"/>
                  </a:lnTo>
                  <a:lnTo>
                    <a:pt x="133" y="1991"/>
                  </a:lnTo>
                  <a:lnTo>
                    <a:pt x="0" y="2256"/>
                  </a:lnTo>
                  <a:lnTo>
                    <a:pt x="133" y="3053"/>
                  </a:lnTo>
                  <a:lnTo>
                    <a:pt x="133" y="3982"/>
                  </a:lnTo>
                  <a:lnTo>
                    <a:pt x="133" y="4247"/>
                  </a:lnTo>
                  <a:lnTo>
                    <a:pt x="398" y="4513"/>
                  </a:lnTo>
                  <a:lnTo>
                    <a:pt x="4910" y="5972"/>
                  </a:lnTo>
                  <a:lnTo>
                    <a:pt x="5043" y="5972"/>
                  </a:lnTo>
                  <a:lnTo>
                    <a:pt x="5176" y="6238"/>
                  </a:lnTo>
                  <a:lnTo>
                    <a:pt x="5176" y="399"/>
                  </a:lnTo>
                  <a:lnTo>
                    <a:pt x="5176" y="0"/>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4757;p40">
              <a:extLst>
                <a:ext uri="{FF2B5EF4-FFF2-40B4-BE49-F238E27FC236}">
                  <a16:creationId xmlns:a16="http://schemas.microsoft.com/office/drawing/2014/main" id="{AE736230-1FF6-ED49-00EF-BEFC27FE8DC6}"/>
                </a:ext>
              </a:extLst>
            </p:cNvPr>
            <p:cNvSpPr/>
            <p:nvPr/>
          </p:nvSpPr>
          <p:spPr>
            <a:xfrm>
              <a:off x="6246608" y="3497649"/>
              <a:ext cx="85818" cy="127633"/>
            </a:xfrm>
            <a:custGeom>
              <a:avLst/>
              <a:gdLst/>
              <a:ahLst/>
              <a:cxnLst/>
              <a:rect l="l" t="t" r="r" b="b"/>
              <a:pathLst>
                <a:path w="5176" h="7698" fill="none" extrusionOk="0">
                  <a:moveTo>
                    <a:pt x="5176" y="0"/>
                  </a:moveTo>
                  <a:lnTo>
                    <a:pt x="5176" y="0"/>
                  </a:lnTo>
                  <a:lnTo>
                    <a:pt x="5043" y="266"/>
                  </a:lnTo>
                  <a:lnTo>
                    <a:pt x="4778" y="399"/>
                  </a:lnTo>
                  <a:lnTo>
                    <a:pt x="531" y="1726"/>
                  </a:lnTo>
                  <a:lnTo>
                    <a:pt x="531" y="1726"/>
                  </a:lnTo>
                  <a:lnTo>
                    <a:pt x="133" y="1991"/>
                  </a:lnTo>
                  <a:lnTo>
                    <a:pt x="0" y="2256"/>
                  </a:lnTo>
                  <a:lnTo>
                    <a:pt x="0" y="2256"/>
                  </a:lnTo>
                  <a:lnTo>
                    <a:pt x="133" y="3053"/>
                  </a:lnTo>
                  <a:lnTo>
                    <a:pt x="133" y="3982"/>
                  </a:lnTo>
                  <a:lnTo>
                    <a:pt x="133" y="3982"/>
                  </a:lnTo>
                  <a:lnTo>
                    <a:pt x="133" y="4247"/>
                  </a:lnTo>
                  <a:lnTo>
                    <a:pt x="398" y="4513"/>
                  </a:lnTo>
                  <a:lnTo>
                    <a:pt x="4910" y="5972"/>
                  </a:lnTo>
                  <a:lnTo>
                    <a:pt x="4910" y="5972"/>
                  </a:lnTo>
                  <a:lnTo>
                    <a:pt x="5043" y="5972"/>
                  </a:lnTo>
                  <a:lnTo>
                    <a:pt x="5176" y="6238"/>
                  </a:lnTo>
                  <a:lnTo>
                    <a:pt x="5176" y="6238"/>
                  </a:lnTo>
                  <a:lnTo>
                    <a:pt x="5176" y="7698"/>
                  </a:lnTo>
                  <a:lnTo>
                    <a:pt x="5176" y="7698"/>
                  </a:lnTo>
                  <a:lnTo>
                    <a:pt x="5176" y="7565"/>
                  </a:lnTo>
                  <a:lnTo>
                    <a:pt x="5176" y="7565"/>
                  </a:lnTo>
                  <a:lnTo>
                    <a:pt x="5176" y="399"/>
                  </a:lnTo>
                  <a:lnTo>
                    <a:pt x="517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4758;p40">
              <a:extLst>
                <a:ext uri="{FF2B5EF4-FFF2-40B4-BE49-F238E27FC236}">
                  <a16:creationId xmlns:a16="http://schemas.microsoft.com/office/drawing/2014/main" id="{C883F766-3B3E-A4F0-E7FD-A77E38C76297}"/>
                </a:ext>
              </a:extLst>
            </p:cNvPr>
            <p:cNvSpPr/>
            <p:nvPr/>
          </p:nvSpPr>
          <p:spPr>
            <a:xfrm>
              <a:off x="6200399" y="3728675"/>
              <a:ext cx="50619" cy="8821"/>
            </a:xfrm>
            <a:custGeom>
              <a:avLst/>
              <a:gdLst/>
              <a:ahLst/>
              <a:cxnLst/>
              <a:rect l="l" t="t" r="r" b="b"/>
              <a:pathLst>
                <a:path w="3053" h="532" extrusionOk="0">
                  <a:moveTo>
                    <a:pt x="133" y="1"/>
                  </a:moveTo>
                  <a:lnTo>
                    <a:pt x="133" y="1"/>
                  </a:lnTo>
                  <a:lnTo>
                    <a:pt x="0" y="1"/>
                  </a:lnTo>
                  <a:lnTo>
                    <a:pt x="0" y="1"/>
                  </a:lnTo>
                  <a:lnTo>
                    <a:pt x="0" y="1"/>
                  </a:lnTo>
                  <a:lnTo>
                    <a:pt x="133" y="1"/>
                  </a:lnTo>
                  <a:lnTo>
                    <a:pt x="133" y="1"/>
                  </a:lnTo>
                  <a:lnTo>
                    <a:pt x="266" y="1"/>
                  </a:lnTo>
                  <a:lnTo>
                    <a:pt x="3052" y="532"/>
                  </a:lnTo>
                  <a:lnTo>
                    <a:pt x="266" y="1"/>
                  </a:lnTo>
                  <a:lnTo>
                    <a:pt x="266" y="1"/>
                  </a:lnTo>
                  <a:lnTo>
                    <a:pt x="133" y="1"/>
                  </a:ln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4759;p40">
              <a:extLst>
                <a:ext uri="{FF2B5EF4-FFF2-40B4-BE49-F238E27FC236}">
                  <a16:creationId xmlns:a16="http://schemas.microsoft.com/office/drawing/2014/main" id="{EB66EEF8-CDE1-9BE0-F219-732873235925}"/>
                </a:ext>
              </a:extLst>
            </p:cNvPr>
            <p:cNvSpPr/>
            <p:nvPr/>
          </p:nvSpPr>
          <p:spPr>
            <a:xfrm>
              <a:off x="6200399" y="3728675"/>
              <a:ext cx="50619" cy="8821"/>
            </a:xfrm>
            <a:custGeom>
              <a:avLst/>
              <a:gdLst/>
              <a:ahLst/>
              <a:cxnLst/>
              <a:rect l="l" t="t" r="r" b="b"/>
              <a:pathLst>
                <a:path w="3053" h="532" fill="none" extrusionOk="0">
                  <a:moveTo>
                    <a:pt x="133" y="1"/>
                  </a:moveTo>
                  <a:lnTo>
                    <a:pt x="133" y="1"/>
                  </a:lnTo>
                  <a:lnTo>
                    <a:pt x="0" y="1"/>
                  </a:lnTo>
                  <a:lnTo>
                    <a:pt x="0" y="1"/>
                  </a:lnTo>
                  <a:lnTo>
                    <a:pt x="0" y="1"/>
                  </a:lnTo>
                  <a:lnTo>
                    <a:pt x="133" y="1"/>
                  </a:lnTo>
                  <a:lnTo>
                    <a:pt x="133" y="1"/>
                  </a:lnTo>
                  <a:lnTo>
                    <a:pt x="266" y="1"/>
                  </a:lnTo>
                  <a:lnTo>
                    <a:pt x="3052" y="532"/>
                  </a:lnTo>
                  <a:lnTo>
                    <a:pt x="266" y="1"/>
                  </a:lnTo>
                  <a:lnTo>
                    <a:pt x="266" y="1"/>
                  </a:lnTo>
                  <a:lnTo>
                    <a:pt x="13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4760;p40">
              <a:extLst>
                <a:ext uri="{FF2B5EF4-FFF2-40B4-BE49-F238E27FC236}">
                  <a16:creationId xmlns:a16="http://schemas.microsoft.com/office/drawing/2014/main" id="{AA7EA41D-852D-ADF9-D480-45DA2C518768}"/>
                </a:ext>
              </a:extLst>
            </p:cNvPr>
            <p:cNvSpPr/>
            <p:nvPr/>
          </p:nvSpPr>
          <p:spPr>
            <a:xfrm>
              <a:off x="6200399" y="3640668"/>
              <a:ext cx="90228" cy="101237"/>
            </a:xfrm>
            <a:custGeom>
              <a:avLst/>
              <a:gdLst/>
              <a:ahLst/>
              <a:cxnLst/>
              <a:rect l="l" t="t" r="r" b="b"/>
              <a:pathLst>
                <a:path w="5442" h="6106" extrusionOk="0">
                  <a:moveTo>
                    <a:pt x="0" y="1"/>
                  </a:moveTo>
                  <a:lnTo>
                    <a:pt x="0" y="5309"/>
                  </a:lnTo>
                  <a:lnTo>
                    <a:pt x="266" y="5309"/>
                  </a:lnTo>
                  <a:lnTo>
                    <a:pt x="3052" y="5840"/>
                  </a:lnTo>
                  <a:lnTo>
                    <a:pt x="5176" y="6105"/>
                  </a:lnTo>
                  <a:lnTo>
                    <a:pt x="5441" y="6105"/>
                  </a:lnTo>
                  <a:lnTo>
                    <a:pt x="5441" y="797"/>
                  </a:lnTo>
                  <a:lnTo>
                    <a:pt x="5176" y="930"/>
                  </a:lnTo>
                  <a:lnTo>
                    <a:pt x="5176" y="797"/>
                  </a:lnTo>
                  <a:lnTo>
                    <a:pt x="266" y="1"/>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4761;p40">
              <a:extLst>
                <a:ext uri="{FF2B5EF4-FFF2-40B4-BE49-F238E27FC236}">
                  <a16:creationId xmlns:a16="http://schemas.microsoft.com/office/drawing/2014/main" id="{B5C05F33-B70D-11E5-512B-AF65EB4E9E5F}"/>
                </a:ext>
              </a:extLst>
            </p:cNvPr>
            <p:cNvSpPr/>
            <p:nvPr/>
          </p:nvSpPr>
          <p:spPr>
            <a:xfrm>
              <a:off x="6200399" y="3640668"/>
              <a:ext cx="90228" cy="101237"/>
            </a:xfrm>
            <a:custGeom>
              <a:avLst/>
              <a:gdLst/>
              <a:ahLst/>
              <a:cxnLst/>
              <a:rect l="l" t="t" r="r" b="b"/>
              <a:pathLst>
                <a:path w="5442" h="6106" fill="none" extrusionOk="0">
                  <a:moveTo>
                    <a:pt x="133" y="1"/>
                  </a:moveTo>
                  <a:lnTo>
                    <a:pt x="133" y="1"/>
                  </a:lnTo>
                  <a:lnTo>
                    <a:pt x="0" y="1"/>
                  </a:lnTo>
                  <a:lnTo>
                    <a:pt x="0" y="5309"/>
                  </a:lnTo>
                  <a:lnTo>
                    <a:pt x="0" y="5309"/>
                  </a:lnTo>
                  <a:lnTo>
                    <a:pt x="133" y="5309"/>
                  </a:lnTo>
                  <a:lnTo>
                    <a:pt x="133" y="5309"/>
                  </a:lnTo>
                  <a:lnTo>
                    <a:pt x="266" y="5309"/>
                  </a:lnTo>
                  <a:lnTo>
                    <a:pt x="3052" y="5840"/>
                  </a:lnTo>
                  <a:lnTo>
                    <a:pt x="5176" y="6105"/>
                  </a:lnTo>
                  <a:lnTo>
                    <a:pt x="5176" y="6105"/>
                  </a:lnTo>
                  <a:lnTo>
                    <a:pt x="5176" y="6105"/>
                  </a:lnTo>
                  <a:lnTo>
                    <a:pt x="5176" y="6105"/>
                  </a:lnTo>
                  <a:lnTo>
                    <a:pt x="5441" y="6105"/>
                  </a:lnTo>
                  <a:lnTo>
                    <a:pt x="5441" y="797"/>
                  </a:lnTo>
                  <a:lnTo>
                    <a:pt x="5441" y="797"/>
                  </a:lnTo>
                  <a:lnTo>
                    <a:pt x="5176" y="930"/>
                  </a:lnTo>
                  <a:lnTo>
                    <a:pt x="5176" y="930"/>
                  </a:lnTo>
                  <a:lnTo>
                    <a:pt x="5176" y="797"/>
                  </a:lnTo>
                  <a:lnTo>
                    <a:pt x="266" y="1"/>
                  </a:lnTo>
                  <a:lnTo>
                    <a:pt x="266" y="1"/>
                  </a:lnTo>
                  <a:lnTo>
                    <a:pt x="133"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4762;p40">
              <a:extLst>
                <a:ext uri="{FF2B5EF4-FFF2-40B4-BE49-F238E27FC236}">
                  <a16:creationId xmlns:a16="http://schemas.microsoft.com/office/drawing/2014/main" id="{925F5F09-C93D-28D4-1D8B-2A99CF1E1704}"/>
                </a:ext>
              </a:extLst>
            </p:cNvPr>
            <p:cNvSpPr/>
            <p:nvPr/>
          </p:nvSpPr>
          <p:spPr>
            <a:xfrm>
              <a:off x="6147592" y="3640668"/>
              <a:ext cx="52824" cy="103426"/>
            </a:xfrm>
            <a:custGeom>
              <a:avLst/>
              <a:gdLst/>
              <a:ahLst/>
              <a:cxnLst/>
              <a:rect l="l" t="t" r="r" b="b"/>
              <a:pathLst>
                <a:path w="3186" h="6238" extrusionOk="0">
                  <a:moveTo>
                    <a:pt x="3185" y="1"/>
                  </a:moveTo>
                  <a:lnTo>
                    <a:pt x="2787" y="133"/>
                  </a:lnTo>
                  <a:lnTo>
                    <a:pt x="2389" y="266"/>
                  </a:lnTo>
                  <a:lnTo>
                    <a:pt x="1460" y="930"/>
                  </a:lnTo>
                  <a:lnTo>
                    <a:pt x="398" y="1460"/>
                  </a:lnTo>
                  <a:lnTo>
                    <a:pt x="133" y="1726"/>
                  </a:lnTo>
                  <a:lnTo>
                    <a:pt x="0" y="1859"/>
                  </a:lnTo>
                  <a:lnTo>
                    <a:pt x="133" y="1991"/>
                  </a:lnTo>
                  <a:lnTo>
                    <a:pt x="1460" y="4778"/>
                  </a:lnTo>
                  <a:lnTo>
                    <a:pt x="1460" y="6238"/>
                  </a:lnTo>
                  <a:lnTo>
                    <a:pt x="2522" y="5574"/>
                  </a:lnTo>
                  <a:lnTo>
                    <a:pt x="2787" y="5442"/>
                  </a:lnTo>
                  <a:lnTo>
                    <a:pt x="3185" y="5309"/>
                  </a:lnTo>
                  <a:lnTo>
                    <a:pt x="3185"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4763;p40">
              <a:extLst>
                <a:ext uri="{FF2B5EF4-FFF2-40B4-BE49-F238E27FC236}">
                  <a16:creationId xmlns:a16="http://schemas.microsoft.com/office/drawing/2014/main" id="{8E57481F-C300-1404-7786-2FC78F0C0CB8}"/>
                </a:ext>
              </a:extLst>
            </p:cNvPr>
            <p:cNvSpPr/>
            <p:nvPr/>
          </p:nvSpPr>
          <p:spPr>
            <a:xfrm>
              <a:off x="6024369" y="3785893"/>
              <a:ext cx="4410" cy="2222"/>
            </a:xfrm>
            <a:custGeom>
              <a:avLst/>
              <a:gdLst/>
              <a:ahLst/>
              <a:cxnLst/>
              <a:rect l="l" t="t" r="r" b="b"/>
              <a:pathLst>
                <a:path w="266" h="134" extrusionOk="0">
                  <a:moveTo>
                    <a:pt x="0" y="0"/>
                  </a:moveTo>
                  <a:lnTo>
                    <a:pt x="0" y="133"/>
                  </a:lnTo>
                  <a:lnTo>
                    <a:pt x="266" y="133"/>
                  </a:lnTo>
                  <a:lnTo>
                    <a:pt x="0" y="0"/>
                  </a:ln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4764;p40">
              <a:extLst>
                <a:ext uri="{FF2B5EF4-FFF2-40B4-BE49-F238E27FC236}">
                  <a16:creationId xmlns:a16="http://schemas.microsoft.com/office/drawing/2014/main" id="{245F53E5-D987-C363-952C-E2C934C233FD}"/>
                </a:ext>
              </a:extLst>
            </p:cNvPr>
            <p:cNvSpPr/>
            <p:nvPr/>
          </p:nvSpPr>
          <p:spPr>
            <a:xfrm>
              <a:off x="6024369" y="3785893"/>
              <a:ext cx="4410" cy="2222"/>
            </a:xfrm>
            <a:custGeom>
              <a:avLst/>
              <a:gdLst/>
              <a:ahLst/>
              <a:cxnLst/>
              <a:rect l="l" t="t" r="r" b="b"/>
              <a:pathLst>
                <a:path w="266" h="134" fill="none" extrusionOk="0">
                  <a:moveTo>
                    <a:pt x="0" y="0"/>
                  </a:moveTo>
                  <a:lnTo>
                    <a:pt x="0" y="133"/>
                  </a:lnTo>
                  <a:lnTo>
                    <a:pt x="0" y="133"/>
                  </a:lnTo>
                  <a:lnTo>
                    <a:pt x="0" y="133"/>
                  </a:lnTo>
                  <a:lnTo>
                    <a:pt x="266" y="133"/>
                  </a:lnTo>
                  <a:lnTo>
                    <a:pt x="266" y="133"/>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4765;p40">
              <a:extLst>
                <a:ext uri="{FF2B5EF4-FFF2-40B4-BE49-F238E27FC236}">
                  <a16:creationId xmlns:a16="http://schemas.microsoft.com/office/drawing/2014/main" id="{2003610A-D015-F30E-E73A-B20DBBA1A2EC}"/>
                </a:ext>
              </a:extLst>
            </p:cNvPr>
            <p:cNvSpPr/>
            <p:nvPr/>
          </p:nvSpPr>
          <p:spPr>
            <a:xfrm>
              <a:off x="6024369" y="3700075"/>
              <a:ext cx="52824" cy="134248"/>
            </a:xfrm>
            <a:custGeom>
              <a:avLst/>
              <a:gdLst/>
              <a:ahLst/>
              <a:cxnLst/>
              <a:rect l="l" t="t" r="r" b="b"/>
              <a:pathLst>
                <a:path w="3186" h="8097" extrusionOk="0">
                  <a:moveTo>
                    <a:pt x="0" y="1"/>
                  </a:moveTo>
                  <a:lnTo>
                    <a:pt x="0" y="5176"/>
                  </a:lnTo>
                  <a:lnTo>
                    <a:pt x="266" y="5309"/>
                  </a:lnTo>
                  <a:lnTo>
                    <a:pt x="266" y="5442"/>
                  </a:lnTo>
                  <a:lnTo>
                    <a:pt x="2655" y="7963"/>
                  </a:lnTo>
                  <a:lnTo>
                    <a:pt x="3185" y="8096"/>
                  </a:lnTo>
                  <a:lnTo>
                    <a:pt x="3185" y="2788"/>
                  </a:lnTo>
                  <a:lnTo>
                    <a:pt x="2920" y="2788"/>
                  </a:lnTo>
                  <a:lnTo>
                    <a:pt x="2655" y="2655"/>
                  </a:lnTo>
                  <a:lnTo>
                    <a:pt x="266" y="133"/>
                  </a:lnTo>
                  <a:lnTo>
                    <a:pt x="0" y="1"/>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4766;p40">
              <a:extLst>
                <a:ext uri="{FF2B5EF4-FFF2-40B4-BE49-F238E27FC236}">
                  <a16:creationId xmlns:a16="http://schemas.microsoft.com/office/drawing/2014/main" id="{55851F0F-3D53-EAED-B548-CEBB7F42A77F}"/>
                </a:ext>
              </a:extLst>
            </p:cNvPr>
            <p:cNvSpPr/>
            <p:nvPr/>
          </p:nvSpPr>
          <p:spPr>
            <a:xfrm>
              <a:off x="6024369" y="3700075"/>
              <a:ext cx="52824" cy="134248"/>
            </a:xfrm>
            <a:custGeom>
              <a:avLst/>
              <a:gdLst/>
              <a:ahLst/>
              <a:cxnLst/>
              <a:rect l="l" t="t" r="r" b="b"/>
              <a:pathLst>
                <a:path w="3186" h="8097" fill="none" extrusionOk="0">
                  <a:moveTo>
                    <a:pt x="0" y="1"/>
                  </a:moveTo>
                  <a:lnTo>
                    <a:pt x="0" y="5176"/>
                  </a:lnTo>
                  <a:lnTo>
                    <a:pt x="0" y="5176"/>
                  </a:lnTo>
                  <a:lnTo>
                    <a:pt x="266" y="5309"/>
                  </a:lnTo>
                  <a:lnTo>
                    <a:pt x="266" y="5309"/>
                  </a:lnTo>
                  <a:lnTo>
                    <a:pt x="266" y="5442"/>
                  </a:lnTo>
                  <a:lnTo>
                    <a:pt x="2655" y="7963"/>
                  </a:lnTo>
                  <a:lnTo>
                    <a:pt x="2655" y="7963"/>
                  </a:lnTo>
                  <a:lnTo>
                    <a:pt x="3185" y="8096"/>
                  </a:lnTo>
                  <a:lnTo>
                    <a:pt x="3185" y="2788"/>
                  </a:lnTo>
                  <a:lnTo>
                    <a:pt x="3185" y="2788"/>
                  </a:lnTo>
                  <a:lnTo>
                    <a:pt x="2920" y="2788"/>
                  </a:lnTo>
                  <a:lnTo>
                    <a:pt x="2655" y="2655"/>
                  </a:lnTo>
                  <a:lnTo>
                    <a:pt x="266" y="133"/>
                  </a:lnTo>
                  <a:lnTo>
                    <a:pt x="266" y="133"/>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4767;p40">
              <a:extLst>
                <a:ext uri="{FF2B5EF4-FFF2-40B4-BE49-F238E27FC236}">
                  <a16:creationId xmlns:a16="http://schemas.microsoft.com/office/drawing/2014/main" id="{69C235E0-080E-FBE4-B879-07A91031EEE4}"/>
                </a:ext>
              </a:extLst>
            </p:cNvPr>
            <p:cNvSpPr/>
            <p:nvPr/>
          </p:nvSpPr>
          <p:spPr>
            <a:xfrm>
              <a:off x="5958348" y="3697886"/>
              <a:ext cx="66038" cy="90228"/>
            </a:xfrm>
            <a:custGeom>
              <a:avLst/>
              <a:gdLst/>
              <a:ahLst/>
              <a:cxnLst/>
              <a:rect l="l" t="t" r="r" b="b"/>
              <a:pathLst>
                <a:path w="3983" h="5442" extrusionOk="0">
                  <a:moveTo>
                    <a:pt x="266" y="0"/>
                  </a:moveTo>
                  <a:lnTo>
                    <a:pt x="1" y="133"/>
                  </a:lnTo>
                  <a:lnTo>
                    <a:pt x="1" y="5308"/>
                  </a:lnTo>
                  <a:lnTo>
                    <a:pt x="3451" y="5308"/>
                  </a:lnTo>
                  <a:lnTo>
                    <a:pt x="3982" y="5441"/>
                  </a:lnTo>
                  <a:lnTo>
                    <a:pt x="3982" y="133"/>
                  </a:lnTo>
                  <a:lnTo>
                    <a:pt x="3451" y="0"/>
                  </a:lnTo>
                  <a:lnTo>
                    <a:pt x="1859" y="133"/>
                  </a:lnTo>
                  <a:lnTo>
                    <a:pt x="266"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4768;p40">
              <a:extLst>
                <a:ext uri="{FF2B5EF4-FFF2-40B4-BE49-F238E27FC236}">
                  <a16:creationId xmlns:a16="http://schemas.microsoft.com/office/drawing/2014/main" id="{89DAFC79-A1C1-E048-2083-12AE148231CE}"/>
                </a:ext>
              </a:extLst>
            </p:cNvPr>
            <p:cNvSpPr/>
            <p:nvPr/>
          </p:nvSpPr>
          <p:spPr>
            <a:xfrm>
              <a:off x="5958348" y="3697886"/>
              <a:ext cx="66038" cy="90228"/>
            </a:xfrm>
            <a:custGeom>
              <a:avLst/>
              <a:gdLst/>
              <a:ahLst/>
              <a:cxnLst/>
              <a:rect l="l" t="t" r="r" b="b"/>
              <a:pathLst>
                <a:path w="3983" h="5442" fill="none" extrusionOk="0">
                  <a:moveTo>
                    <a:pt x="1" y="133"/>
                  </a:moveTo>
                  <a:lnTo>
                    <a:pt x="1" y="5308"/>
                  </a:lnTo>
                  <a:lnTo>
                    <a:pt x="1" y="5308"/>
                  </a:lnTo>
                  <a:lnTo>
                    <a:pt x="266" y="5308"/>
                  </a:lnTo>
                  <a:lnTo>
                    <a:pt x="266" y="5308"/>
                  </a:lnTo>
                  <a:lnTo>
                    <a:pt x="1859" y="5308"/>
                  </a:lnTo>
                  <a:lnTo>
                    <a:pt x="3451" y="5308"/>
                  </a:lnTo>
                  <a:lnTo>
                    <a:pt x="3451" y="5308"/>
                  </a:lnTo>
                  <a:lnTo>
                    <a:pt x="3982" y="5441"/>
                  </a:lnTo>
                  <a:lnTo>
                    <a:pt x="3982" y="133"/>
                  </a:lnTo>
                  <a:lnTo>
                    <a:pt x="3982" y="133"/>
                  </a:lnTo>
                  <a:lnTo>
                    <a:pt x="3451" y="0"/>
                  </a:lnTo>
                  <a:lnTo>
                    <a:pt x="3451" y="0"/>
                  </a:lnTo>
                  <a:lnTo>
                    <a:pt x="1859" y="133"/>
                  </a:lnTo>
                  <a:lnTo>
                    <a:pt x="266" y="0"/>
                  </a:lnTo>
                  <a:lnTo>
                    <a:pt x="266" y="0"/>
                  </a:lnTo>
                  <a:lnTo>
                    <a:pt x="1" y="133"/>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4769;p40">
              <a:extLst>
                <a:ext uri="{FF2B5EF4-FFF2-40B4-BE49-F238E27FC236}">
                  <a16:creationId xmlns:a16="http://schemas.microsoft.com/office/drawing/2014/main" id="{5CDB682D-D57B-34CF-DCC6-251C4299DEFB}"/>
                </a:ext>
              </a:extLst>
            </p:cNvPr>
            <p:cNvSpPr/>
            <p:nvPr/>
          </p:nvSpPr>
          <p:spPr>
            <a:xfrm>
              <a:off x="5912156" y="3785893"/>
              <a:ext cx="46208" cy="44020"/>
            </a:xfrm>
            <a:custGeom>
              <a:avLst/>
              <a:gdLst/>
              <a:ahLst/>
              <a:cxnLst/>
              <a:rect l="l" t="t" r="r" b="b"/>
              <a:pathLst>
                <a:path w="2787" h="2655" extrusionOk="0">
                  <a:moveTo>
                    <a:pt x="0" y="2655"/>
                  </a:moveTo>
                  <a:lnTo>
                    <a:pt x="0" y="2655"/>
                  </a:lnTo>
                  <a:lnTo>
                    <a:pt x="0" y="2655"/>
                  </a:lnTo>
                  <a:lnTo>
                    <a:pt x="0" y="2655"/>
                  </a:lnTo>
                  <a:lnTo>
                    <a:pt x="0" y="2655"/>
                  </a:lnTo>
                  <a:close/>
                  <a:moveTo>
                    <a:pt x="2787" y="0"/>
                  </a:moveTo>
                  <a:lnTo>
                    <a:pt x="2787" y="0"/>
                  </a:lnTo>
                  <a:lnTo>
                    <a:pt x="2256" y="266"/>
                  </a:lnTo>
                  <a:lnTo>
                    <a:pt x="2256" y="266"/>
                  </a:lnTo>
                  <a:lnTo>
                    <a:pt x="2787" y="0"/>
                  </a:lnTo>
                  <a:lnTo>
                    <a:pt x="2787" y="0"/>
                  </a:ln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4770;p40">
              <a:extLst>
                <a:ext uri="{FF2B5EF4-FFF2-40B4-BE49-F238E27FC236}">
                  <a16:creationId xmlns:a16="http://schemas.microsoft.com/office/drawing/2014/main" id="{FAD0C81C-1075-8983-3C3D-C7ABE919BA68}"/>
                </a:ext>
              </a:extLst>
            </p:cNvPr>
            <p:cNvSpPr/>
            <p:nvPr/>
          </p:nvSpPr>
          <p:spPr>
            <a:xfrm>
              <a:off x="5912156" y="3829896"/>
              <a:ext cx="17" cy="17"/>
            </a:xfrm>
            <a:custGeom>
              <a:avLst/>
              <a:gdLst/>
              <a:ahLst/>
              <a:cxnLst/>
              <a:rect l="l" t="t" r="r" b="b"/>
              <a:pathLst>
                <a:path w="1" h="1" fill="none" extrusionOk="0">
                  <a:moveTo>
                    <a:pt x="0" y="1"/>
                  </a:moveTo>
                  <a:lnTo>
                    <a:pt x="0" y="1"/>
                  </a:lnTo>
                  <a:lnTo>
                    <a:pt x="0" y="1"/>
                  </a:lnTo>
                  <a:lnTo>
                    <a:pt x="0" y="1"/>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4771;p40">
              <a:extLst>
                <a:ext uri="{FF2B5EF4-FFF2-40B4-BE49-F238E27FC236}">
                  <a16:creationId xmlns:a16="http://schemas.microsoft.com/office/drawing/2014/main" id="{899EA725-3092-BE5E-74D5-1AA762F00561}"/>
                </a:ext>
              </a:extLst>
            </p:cNvPr>
            <p:cNvSpPr/>
            <p:nvPr/>
          </p:nvSpPr>
          <p:spPr>
            <a:xfrm>
              <a:off x="5949560" y="3785893"/>
              <a:ext cx="8804" cy="4410"/>
            </a:xfrm>
            <a:custGeom>
              <a:avLst/>
              <a:gdLst/>
              <a:ahLst/>
              <a:cxnLst/>
              <a:rect l="l" t="t" r="r" b="b"/>
              <a:pathLst>
                <a:path w="531" h="266" fill="none" extrusionOk="0">
                  <a:moveTo>
                    <a:pt x="531" y="0"/>
                  </a:moveTo>
                  <a:lnTo>
                    <a:pt x="531" y="0"/>
                  </a:lnTo>
                  <a:lnTo>
                    <a:pt x="0" y="266"/>
                  </a:lnTo>
                  <a:lnTo>
                    <a:pt x="0" y="266"/>
                  </a:lnTo>
                  <a:lnTo>
                    <a:pt x="531" y="0"/>
                  </a:lnTo>
                  <a:lnTo>
                    <a:pt x="53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4772;p40">
              <a:extLst>
                <a:ext uri="{FF2B5EF4-FFF2-40B4-BE49-F238E27FC236}">
                  <a16:creationId xmlns:a16="http://schemas.microsoft.com/office/drawing/2014/main" id="{58FB00CC-721C-F8EA-5F8D-217F2F9B1228}"/>
                </a:ext>
              </a:extLst>
            </p:cNvPr>
            <p:cNvSpPr/>
            <p:nvPr/>
          </p:nvSpPr>
          <p:spPr>
            <a:xfrm>
              <a:off x="5905540" y="3700075"/>
              <a:ext cx="52824" cy="134248"/>
            </a:xfrm>
            <a:custGeom>
              <a:avLst/>
              <a:gdLst/>
              <a:ahLst/>
              <a:cxnLst/>
              <a:rect l="l" t="t" r="r" b="b"/>
              <a:pathLst>
                <a:path w="3186" h="8097" extrusionOk="0">
                  <a:moveTo>
                    <a:pt x="3186" y="1"/>
                  </a:moveTo>
                  <a:lnTo>
                    <a:pt x="2788" y="133"/>
                  </a:lnTo>
                  <a:lnTo>
                    <a:pt x="2522" y="266"/>
                  </a:lnTo>
                  <a:lnTo>
                    <a:pt x="399" y="2522"/>
                  </a:lnTo>
                  <a:lnTo>
                    <a:pt x="1" y="2788"/>
                  </a:lnTo>
                  <a:lnTo>
                    <a:pt x="1" y="8096"/>
                  </a:lnTo>
                  <a:lnTo>
                    <a:pt x="399" y="7831"/>
                  </a:lnTo>
                  <a:lnTo>
                    <a:pt x="2522" y="5575"/>
                  </a:lnTo>
                  <a:lnTo>
                    <a:pt x="2655" y="5442"/>
                  </a:lnTo>
                  <a:lnTo>
                    <a:pt x="3186" y="5176"/>
                  </a:lnTo>
                  <a:lnTo>
                    <a:pt x="3186" y="1"/>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4773;p40">
              <a:extLst>
                <a:ext uri="{FF2B5EF4-FFF2-40B4-BE49-F238E27FC236}">
                  <a16:creationId xmlns:a16="http://schemas.microsoft.com/office/drawing/2014/main" id="{7EE8E78D-04D0-F00D-B238-E60C9167FA78}"/>
                </a:ext>
              </a:extLst>
            </p:cNvPr>
            <p:cNvSpPr/>
            <p:nvPr/>
          </p:nvSpPr>
          <p:spPr>
            <a:xfrm>
              <a:off x="5905540" y="3700075"/>
              <a:ext cx="52824" cy="134248"/>
            </a:xfrm>
            <a:custGeom>
              <a:avLst/>
              <a:gdLst/>
              <a:ahLst/>
              <a:cxnLst/>
              <a:rect l="l" t="t" r="r" b="b"/>
              <a:pathLst>
                <a:path w="3186" h="8097" fill="none" extrusionOk="0">
                  <a:moveTo>
                    <a:pt x="3186" y="1"/>
                  </a:moveTo>
                  <a:lnTo>
                    <a:pt x="3186" y="1"/>
                  </a:lnTo>
                  <a:lnTo>
                    <a:pt x="2788" y="133"/>
                  </a:lnTo>
                  <a:lnTo>
                    <a:pt x="2522" y="266"/>
                  </a:lnTo>
                  <a:lnTo>
                    <a:pt x="399" y="2522"/>
                  </a:lnTo>
                  <a:lnTo>
                    <a:pt x="399" y="2522"/>
                  </a:lnTo>
                  <a:lnTo>
                    <a:pt x="1" y="2788"/>
                  </a:lnTo>
                  <a:lnTo>
                    <a:pt x="1" y="8096"/>
                  </a:lnTo>
                  <a:lnTo>
                    <a:pt x="1" y="8096"/>
                  </a:lnTo>
                  <a:lnTo>
                    <a:pt x="1" y="8096"/>
                  </a:lnTo>
                  <a:lnTo>
                    <a:pt x="399" y="7831"/>
                  </a:lnTo>
                  <a:lnTo>
                    <a:pt x="399" y="7831"/>
                  </a:lnTo>
                  <a:lnTo>
                    <a:pt x="399" y="7831"/>
                  </a:lnTo>
                  <a:lnTo>
                    <a:pt x="399" y="7831"/>
                  </a:lnTo>
                  <a:lnTo>
                    <a:pt x="399" y="7831"/>
                  </a:lnTo>
                  <a:lnTo>
                    <a:pt x="2522" y="5575"/>
                  </a:lnTo>
                  <a:lnTo>
                    <a:pt x="2522" y="5575"/>
                  </a:lnTo>
                  <a:lnTo>
                    <a:pt x="2655" y="5442"/>
                  </a:lnTo>
                  <a:lnTo>
                    <a:pt x="2655" y="5442"/>
                  </a:lnTo>
                  <a:lnTo>
                    <a:pt x="3186" y="5176"/>
                  </a:lnTo>
                  <a:lnTo>
                    <a:pt x="3186" y="1"/>
                  </a:lnTo>
                  <a:lnTo>
                    <a:pt x="3186"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4774;p40">
              <a:extLst>
                <a:ext uri="{FF2B5EF4-FFF2-40B4-BE49-F238E27FC236}">
                  <a16:creationId xmlns:a16="http://schemas.microsoft.com/office/drawing/2014/main" id="{9B616D65-FEE3-B9E2-867C-BD2320E620EE}"/>
                </a:ext>
              </a:extLst>
            </p:cNvPr>
            <p:cNvSpPr/>
            <p:nvPr/>
          </p:nvSpPr>
          <p:spPr>
            <a:xfrm>
              <a:off x="5958348" y="3700075"/>
              <a:ext cx="17" cy="85835"/>
            </a:xfrm>
            <a:custGeom>
              <a:avLst/>
              <a:gdLst/>
              <a:ahLst/>
              <a:cxnLst/>
              <a:rect l="l" t="t" r="r" b="b"/>
              <a:pathLst>
                <a:path w="1" h="5177" extrusionOk="0">
                  <a:moveTo>
                    <a:pt x="1" y="1"/>
                  </a:moveTo>
                  <a:lnTo>
                    <a:pt x="1" y="1"/>
                  </a:lnTo>
                  <a:lnTo>
                    <a:pt x="1" y="5176"/>
                  </a:lnTo>
                  <a:lnTo>
                    <a:pt x="1" y="5176"/>
                  </a:lnTo>
                  <a:lnTo>
                    <a:pt x="1" y="5176"/>
                  </a:lnTo>
                  <a:lnTo>
                    <a:pt x="1" y="1"/>
                  </a:lnTo>
                  <a:close/>
                </a:path>
              </a:pathLst>
            </a:custGeom>
            <a:solidFill>
              <a:srgbClr val="202B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4775;p40">
              <a:extLst>
                <a:ext uri="{FF2B5EF4-FFF2-40B4-BE49-F238E27FC236}">
                  <a16:creationId xmlns:a16="http://schemas.microsoft.com/office/drawing/2014/main" id="{DF833471-9A45-17E8-2C90-D1717F479824}"/>
                </a:ext>
              </a:extLst>
            </p:cNvPr>
            <p:cNvSpPr/>
            <p:nvPr/>
          </p:nvSpPr>
          <p:spPr>
            <a:xfrm>
              <a:off x="5958348" y="3700075"/>
              <a:ext cx="17" cy="85835"/>
            </a:xfrm>
            <a:custGeom>
              <a:avLst/>
              <a:gdLst/>
              <a:ahLst/>
              <a:cxnLst/>
              <a:rect l="l" t="t" r="r" b="b"/>
              <a:pathLst>
                <a:path w="1" h="5177" fill="none" extrusionOk="0">
                  <a:moveTo>
                    <a:pt x="1" y="1"/>
                  </a:moveTo>
                  <a:lnTo>
                    <a:pt x="1" y="1"/>
                  </a:lnTo>
                  <a:lnTo>
                    <a:pt x="1" y="5176"/>
                  </a:lnTo>
                  <a:lnTo>
                    <a:pt x="1" y="5176"/>
                  </a:lnTo>
                  <a:lnTo>
                    <a:pt x="1" y="5176"/>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4776;p40">
              <a:extLst>
                <a:ext uri="{FF2B5EF4-FFF2-40B4-BE49-F238E27FC236}">
                  <a16:creationId xmlns:a16="http://schemas.microsoft.com/office/drawing/2014/main" id="{09F29627-B122-665E-2307-BCD46B212F53}"/>
                </a:ext>
              </a:extLst>
            </p:cNvPr>
            <p:cNvSpPr/>
            <p:nvPr/>
          </p:nvSpPr>
          <p:spPr>
            <a:xfrm>
              <a:off x="5808730" y="3724281"/>
              <a:ext cx="96827" cy="110041"/>
            </a:xfrm>
            <a:custGeom>
              <a:avLst/>
              <a:gdLst/>
              <a:ahLst/>
              <a:cxnLst/>
              <a:rect l="l" t="t" r="r" b="b"/>
              <a:pathLst>
                <a:path w="5840" h="6637" extrusionOk="0">
                  <a:moveTo>
                    <a:pt x="1" y="1"/>
                  </a:moveTo>
                  <a:lnTo>
                    <a:pt x="1" y="1195"/>
                  </a:lnTo>
                  <a:lnTo>
                    <a:pt x="1" y="2522"/>
                  </a:lnTo>
                  <a:lnTo>
                    <a:pt x="1" y="3186"/>
                  </a:lnTo>
                  <a:lnTo>
                    <a:pt x="1" y="5176"/>
                  </a:lnTo>
                  <a:lnTo>
                    <a:pt x="1" y="5309"/>
                  </a:lnTo>
                  <a:lnTo>
                    <a:pt x="266" y="5442"/>
                  </a:lnTo>
                  <a:lnTo>
                    <a:pt x="5442" y="6636"/>
                  </a:lnTo>
                  <a:lnTo>
                    <a:pt x="5840" y="6636"/>
                  </a:lnTo>
                  <a:lnTo>
                    <a:pt x="5840" y="1328"/>
                  </a:lnTo>
                  <a:lnTo>
                    <a:pt x="5442" y="1328"/>
                  </a:lnTo>
                  <a:lnTo>
                    <a:pt x="266" y="133"/>
                  </a:lnTo>
                  <a:lnTo>
                    <a:pt x="1"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4777;p40">
              <a:extLst>
                <a:ext uri="{FF2B5EF4-FFF2-40B4-BE49-F238E27FC236}">
                  <a16:creationId xmlns:a16="http://schemas.microsoft.com/office/drawing/2014/main" id="{7D3BC2D8-D789-935C-8380-02F87B50E9D0}"/>
                </a:ext>
              </a:extLst>
            </p:cNvPr>
            <p:cNvSpPr/>
            <p:nvPr/>
          </p:nvSpPr>
          <p:spPr>
            <a:xfrm>
              <a:off x="5808730" y="3722076"/>
              <a:ext cx="96827" cy="112247"/>
            </a:xfrm>
            <a:custGeom>
              <a:avLst/>
              <a:gdLst/>
              <a:ahLst/>
              <a:cxnLst/>
              <a:rect l="l" t="t" r="r" b="b"/>
              <a:pathLst>
                <a:path w="5840" h="6770" fill="none" extrusionOk="0">
                  <a:moveTo>
                    <a:pt x="1" y="1"/>
                  </a:moveTo>
                  <a:lnTo>
                    <a:pt x="1" y="1328"/>
                  </a:lnTo>
                  <a:lnTo>
                    <a:pt x="1" y="1328"/>
                  </a:lnTo>
                  <a:lnTo>
                    <a:pt x="1" y="1328"/>
                  </a:lnTo>
                  <a:lnTo>
                    <a:pt x="1" y="2655"/>
                  </a:lnTo>
                  <a:lnTo>
                    <a:pt x="1" y="3319"/>
                  </a:lnTo>
                  <a:lnTo>
                    <a:pt x="1" y="3319"/>
                  </a:lnTo>
                  <a:lnTo>
                    <a:pt x="1" y="5309"/>
                  </a:lnTo>
                  <a:lnTo>
                    <a:pt x="1" y="5309"/>
                  </a:lnTo>
                  <a:lnTo>
                    <a:pt x="1" y="5442"/>
                  </a:lnTo>
                  <a:lnTo>
                    <a:pt x="266" y="5575"/>
                  </a:lnTo>
                  <a:lnTo>
                    <a:pt x="5442" y="6769"/>
                  </a:lnTo>
                  <a:lnTo>
                    <a:pt x="5442" y="6769"/>
                  </a:lnTo>
                  <a:lnTo>
                    <a:pt x="5840" y="6769"/>
                  </a:lnTo>
                  <a:lnTo>
                    <a:pt x="5840" y="1461"/>
                  </a:lnTo>
                  <a:lnTo>
                    <a:pt x="5840" y="1461"/>
                  </a:lnTo>
                  <a:lnTo>
                    <a:pt x="5442" y="1461"/>
                  </a:lnTo>
                  <a:lnTo>
                    <a:pt x="266" y="266"/>
                  </a:lnTo>
                  <a:lnTo>
                    <a:pt x="266" y="266"/>
                  </a:lnTo>
                  <a:lnTo>
                    <a:pt x="1" y="134"/>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4778;p40">
              <a:extLst>
                <a:ext uri="{FF2B5EF4-FFF2-40B4-BE49-F238E27FC236}">
                  <a16:creationId xmlns:a16="http://schemas.microsoft.com/office/drawing/2014/main" id="{5D47B27D-0354-62F4-4511-B5227D626867}"/>
                </a:ext>
              </a:extLst>
            </p:cNvPr>
            <p:cNvSpPr/>
            <p:nvPr/>
          </p:nvSpPr>
          <p:spPr>
            <a:xfrm>
              <a:off x="5780129" y="3728675"/>
              <a:ext cx="24223" cy="13231"/>
            </a:xfrm>
            <a:custGeom>
              <a:avLst/>
              <a:gdLst/>
              <a:ahLst/>
              <a:cxnLst/>
              <a:rect l="l" t="t" r="r" b="b"/>
              <a:pathLst>
                <a:path w="1461" h="798" extrusionOk="0">
                  <a:moveTo>
                    <a:pt x="0" y="1"/>
                  </a:moveTo>
                  <a:lnTo>
                    <a:pt x="0" y="1"/>
                  </a:lnTo>
                  <a:lnTo>
                    <a:pt x="0" y="1"/>
                  </a:lnTo>
                  <a:lnTo>
                    <a:pt x="531" y="134"/>
                  </a:lnTo>
                  <a:lnTo>
                    <a:pt x="531" y="134"/>
                  </a:lnTo>
                  <a:lnTo>
                    <a:pt x="1460" y="797"/>
                  </a:lnTo>
                  <a:lnTo>
                    <a:pt x="1460" y="797"/>
                  </a:lnTo>
                  <a:lnTo>
                    <a:pt x="531" y="134"/>
                  </a:lnTo>
                  <a:lnTo>
                    <a:pt x="531" y="134"/>
                  </a:lnTo>
                  <a:lnTo>
                    <a:pt x="0" y="1"/>
                  </a:ln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4779;p40">
              <a:extLst>
                <a:ext uri="{FF2B5EF4-FFF2-40B4-BE49-F238E27FC236}">
                  <a16:creationId xmlns:a16="http://schemas.microsoft.com/office/drawing/2014/main" id="{4CFEE2E9-4D38-DCEE-80A9-CEE2FB19E15B}"/>
                </a:ext>
              </a:extLst>
            </p:cNvPr>
            <p:cNvSpPr/>
            <p:nvPr/>
          </p:nvSpPr>
          <p:spPr>
            <a:xfrm>
              <a:off x="5780129" y="3728675"/>
              <a:ext cx="24223" cy="13231"/>
            </a:xfrm>
            <a:custGeom>
              <a:avLst/>
              <a:gdLst/>
              <a:ahLst/>
              <a:cxnLst/>
              <a:rect l="l" t="t" r="r" b="b"/>
              <a:pathLst>
                <a:path w="1461" h="798" fill="none" extrusionOk="0">
                  <a:moveTo>
                    <a:pt x="0" y="1"/>
                  </a:moveTo>
                  <a:lnTo>
                    <a:pt x="0" y="1"/>
                  </a:lnTo>
                  <a:lnTo>
                    <a:pt x="0" y="1"/>
                  </a:lnTo>
                  <a:lnTo>
                    <a:pt x="531" y="134"/>
                  </a:lnTo>
                  <a:lnTo>
                    <a:pt x="531" y="134"/>
                  </a:lnTo>
                  <a:lnTo>
                    <a:pt x="1460" y="797"/>
                  </a:lnTo>
                  <a:lnTo>
                    <a:pt x="1460" y="797"/>
                  </a:lnTo>
                  <a:lnTo>
                    <a:pt x="531" y="134"/>
                  </a:lnTo>
                  <a:lnTo>
                    <a:pt x="531" y="134"/>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4780;p40">
              <a:extLst>
                <a:ext uri="{FF2B5EF4-FFF2-40B4-BE49-F238E27FC236}">
                  <a16:creationId xmlns:a16="http://schemas.microsoft.com/office/drawing/2014/main" id="{DDA89A49-5EA1-18FC-1E74-39443BA75836}"/>
                </a:ext>
              </a:extLst>
            </p:cNvPr>
            <p:cNvSpPr/>
            <p:nvPr/>
          </p:nvSpPr>
          <p:spPr>
            <a:xfrm>
              <a:off x="5780129" y="3640668"/>
              <a:ext cx="50619" cy="103426"/>
            </a:xfrm>
            <a:custGeom>
              <a:avLst/>
              <a:gdLst/>
              <a:ahLst/>
              <a:cxnLst/>
              <a:rect l="l" t="t" r="r" b="b"/>
              <a:pathLst>
                <a:path w="3053" h="6238" extrusionOk="0">
                  <a:moveTo>
                    <a:pt x="0" y="1"/>
                  </a:moveTo>
                  <a:lnTo>
                    <a:pt x="0" y="5309"/>
                  </a:lnTo>
                  <a:lnTo>
                    <a:pt x="531" y="5442"/>
                  </a:lnTo>
                  <a:lnTo>
                    <a:pt x="1460" y="6105"/>
                  </a:lnTo>
                  <a:lnTo>
                    <a:pt x="1726" y="6238"/>
                  </a:lnTo>
                  <a:lnTo>
                    <a:pt x="1726" y="5574"/>
                  </a:lnTo>
                  <a:lnTo>
                    <a:pt x="1726" y="4778"/>
                  </a:lnTo>
                  <a:lnTo>
                    <a:pt x="1726" y="4645"/>
                  </a:lnTo>
                  <a:lnTo>
                    <a:pt x="2920" y="2124"/>
                  </a:lnTo>
                  <a:lnTo>
                    <a:pt x="3053" y="1726"/>
                  </a:lnTo>
                  <a:lnTo>
                    <a:pt x="2787" y="1460"/>
                  </a:lnTo>
                  <a:lnTo>
                    <a:pt x="1593" y="930"/>
                  </a:lnTo>
                  <a:lnTo>
                    <a:pt x="531" y="133"/>
                  </a:lnTo>
                  <a:lnTo>
                    <a:pt x="0" y="1"/>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4781;p40">
              <a:extLst>
                <a:ext uri="{FF2B5EF4-FFF2-40B4-BE49-F238E27FC236}">
                  <a16:creationId xmlns:a16="http://schemas.microsoft.com/office/drawing/2014/main" id="{FEF99DCA-350E-A930-7B16-30BEAAC073E4}"/>
                </a:ext>
              </a:extLst>
            </p:cNvPr>
            <p:cNvSpPr/>
            <p:nvPr/>
          </p:nvSpPr>
          <p:spPr>
            <a:xfrm>
              <a:off x="5780129" y="3640668"/>
              <a:ext cx="50619" cy="103426"/>
            </a:xfrm>
            <a:custGeom>
              <a:avLst/>
              <a:gdLst/>
              <a:ahLst/>
              <a:cxnLst/>
              <a:rect l="l" t="t" r="r" b="b"/>
              <a:pathLst>
                <a:path w="3053" h="6238" fill="none" extrusionOk="0">
                  <a:moveTo>
                    <a:pt x="0" y="1"/>
                  </a:moveTo>
                  <a:lnTo>
                    <a:pt x="0" y="5309"/>
                  </a:lnTo>
                  <a:lnTo>
                    <a:pt x="0" y="5309"/>
                  </a:lnTo>
                  <a:lnTo>
                    <a:pt x="531" y="5442"/>
                  </a:lnTo>
                  <a:lnTo>
                    <a:pt x="531" y="5442"/>
                  </a:lnTo>
                  <a:lnTo>
                    <a:pt x="1460" y="6105"/>
                  </a:lnTo>
                  <a:lnTo>
                    <a:pt x="1460" y="6105"/>
                  </a:lnTo>
                  <a:lnTo>
                    <a:pt x="1726" y="6238"/>
                  </a:lnTo>
                  <a:lnTo>
                    <a:pt x="1726" y="5574"/>
                  </a:lnTo>
                  <a:lnTo>
                    <a:pt x="1726" y="5574"/>
                  </a:lnTo>
                  <a:lnTo>
                    <a:pt x="1726" y="4778"/>
                  </a:lnTo>
                  <a:lnTo>
                    <a:pt x="1726" y="4778"/>
                  </a:lnTo>
                  <a:lnTo>
                    <a:pt x="1726" y="4645"/>
                  </a:lnTo>
                  <a:lnTo>
                    <a:pt x="2920" y="2124"/>
                  </a:lnTo>
                  <a:lnTo>
                    <a:pt x="2920" y="2124"/>
                  </a:lnTo>
                  <a:lnTo>
                    <a:pt x="3053" y="1726"/>
                  </a:lnTo>
                  <a:lnTo>
                    <a:pt x="2787" y="1460"/>
                  </a:lnTo>
                  <a:lnTo>
                    <a:pt x="2787" y="1460"/>
                  </a:lnTo>
                  <a:lnTo>
                    <a:pt x="1593" y="930"/>
                  </a:lnTo>
                  <a:lnTo>
                    <a:pt x="531" y="133"/>
                  </a:lnTo>
                  <a:lnTo>
                    <a:pt x="531" y="133"/>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4782;p40">
              <a:extLst>
                <a:ext uri="{FF2B5EF4-FFF2-40B4-BE49-F238E27FC236}">
                  <a16:creationId xmlns:a16="http://schemas.microsoft.com/office/drawing/2014/main" id="{CBD06D94-8AF0-7AFC-C60D-B90245CA6F4A}"/>
                </a:ext>
              </a:extLst>
            </p:cNvPr>
            <p:cNvSpPr/>
            <p:nvPr/>
          </p:nvSpPr>
          <p:spPr>
            <a:xfrm>
              <a:off x="5808730" y="3733085"/>
              <a:ext cx="17" cy="11009"/>
            </a:xfrm>
            <a:custGeom>
              <a:avLst/>
              <a:gdLst/>
              <a:ahLst/>
              <a:cxnLst/>
              <a:rect l="l" t="t" r="r" b="b"/>
              <a:pathLst>
                <a:path w="1" h="664" extrusionOk="0">
                  <a:moveTo>
                    <a:pt x="1" y="0"/>
                  </a:moveTo>
                  <a:lnTo>
                    <a:pt x="1" y="664"/>
                  </a:lnTo>
                  <a:lnTo>
                    <a:pt x="1" y="664"/>
                  </a:lnTo>
                  <a:lnTo>
                    <a:pt x="1" y="664"/>
                  </a:lnTo>
                  <a:lnTo>
                    <a:pt x="1" y="664"/>
                  </a:lnTo>
                  <a:lnTo>
                    <a:pt x="1" y="0"/>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4783;p40">
              <a:extLst>
                <a:ext uri="{FF2B5EF4-FFF2-40B4-BE49-F238E27FC236}">
                  <a16:creationId xmlns:a16="http://schemas.microsoft.com/office/drawing/2014/main" id="{1848AFA5-D6D2-538E-B897-8786C8FF6927}"/>
                </a:ext>
              </a:extLst>
            </p:cNvPr>
            <p:cNvSpPr/>
            <p:nvPr/>
          </p:nvSpPr>
          <p:spPr>
            <a:xfrm>
              <a:off x="5808730" y="3733085"/>
              <a:ext cx="17" cy="11009"/>
            </a:xfrm>
            <a:custGeom>
              <a:avLst/>
              <a:gdLst/>
              <a:ahLst/>
              <a:cxnLst/>
              <a:rect l="l" t="t" r="r" b="b"/>
              <a:pathLst>
                <a:path w="1" h="664" fill="none" extrusionOk="0">
                  <a:moveTo>
                    <a:pt x="1" y="0"/>
                  </a:moveTo>
                  <a:lnTo>
                    <a:pt x="1" y="664"/>
                  </a:lnTo>
                  <a:lnTo>
                    <a:pt x="1" y="664"/>
                  </a:lnTo>
                  <a:lnTo>
                    <a:pt x="1" y="664"/>
                  </a:lnTo>
                  <a:lnTo>
                    <a:pt x="1" y="664"/>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4784;p40">
              <a:extLst>
                <a:ext uri="{FF2B5EF4-FFF2-40B4-BE49-F238E27FC236}">
                  <a16:creationId xmlns:a16="http://schemas.microsoft.com/office/drawing/2014/main" id="{239E3A75-6C82-1E70-30D7-2C608F39F502}"/>
                </a:ext>
              </a:extLst>
            </p:cNvPr>
            <p:cNvSpPr/>
            <p:nvPr/>
          </p:nvSpPr>
          <p:spPr>
            <a:xfrm>
              <a:off x="5648103" y="3603264"/>
              <a:ext cx="39626" cy="138642"/>
            </a:xfrm>
            <a:custGeom>
              <a:avLst/>
              <a:gdLst/>
              <a:ahLst/>
              <a:cxnLst/>
              <a:rect l="l" t="t" r="r" b="b"/>
              <a:pathLst>
                <a:path w="2390" h="8362" extrusionOk="0">
                  <a:moveTo>
                    <a:pt x="1" y="0"/>
                  </a:moveTo>
                  <a:lnTo>
                    <a:pt x="1" y="5176"/>
                  </a:lnTo>
                  <a:lnTo>
                    <a:pt x="1" y="5309"/>
                  </a:lnTo>
                  <a:lnTo>
                    <a:pt x="2124" y="8096"/>
                  </a:lnTo>
                  <a:lnTo>
                    <a:pt x="2390" y="8361"/>
                  </a:lnTo>
                  <a:lnTo>
                    <a:pt x="2390" y="3053"/>
                  </a:lnTo>
                  <a:lnTo>
                    <a:pt x="2124" y="2920"/>
                  </a:lnTo>
                  <a:lnTo>
                    <a:pt x="1"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4785;p40">
              <a:extLst>
                <a:ext uri="{FF2B5EF4-FFF2-40B4-BE49-F238E27FC236}">
                  <a16:creationId xmlns:a16="http://schemas.microsoft.com/office/drawing/2014/main" id="{EB0AEAA1-0EC6-E26C-C7EA-707DE82731B1}"/>
                </a:ext>
              </a:extLst>
            </p:cNvPr>
            <p:cNvSpPr/>
            <p:nvPr/>
          </p:nvSpPr>
          <p:spPr>
            <a:xfrm>
              <a:off x="5648103" y="3352425"/>
              <a:ext cx="684323" cy="393874"/>
            </a:xfrm>
            <a:custGeom>
              <a:avLst/>
              <a:gdLst/>
              <a:ahLst/>
              <a:cxnLst/>
              <a:rect l="l" t="t" r="r" b="b"/>
              <a:pathLst>
                <a:path w="41274" h="23756" extrusionOk="0">
                  <a:moveTo>
                    <a:pt x="20704" y="6636"/>
                  </a:moveTo>
                  <a:lnTo>
                    <a:pt x="22429" y="6769"/>
                  </a:lnTo>
                  <a:lnTo>
                    <a:pt x="24154" y="7034"/>
                  </a:lnTo>
                  <a:lnTo>
                    <a:pt x="25614" y="7432"/>
                  </a:lnTo>
                  <a:lnTo>
                    <a:pt x="27074" y="8096"/>
                  </a:lnTo>
                  <a:lnTo>
                    <a:pt x="28135" y="8892"/>
                  </a:lnTo>
                  <a:lnTo>
                    <a:pt x="29064" y="9821"/>
                  </a:lnTo>
                  <a:lnTo>
                    <a:pt x="29463" y="10617"/>
                  </a:lnTo>
                  <a:lnTo>
                    <a:pt x="29728" y="11414"/>
                  </a:lnTo>
                  <a:lnTo>
                    <a:pt x="29728" y="12343"/>
                  </a:lnTo>
                  <a:lnTo>
                    <a:pt x="29463" y="13006"/>
                  </a:lnTo>
                  <a:lnTo>
                    <a:pt x="29463" y="13139"/>
                  </a:lnTo>
                  <a:lnTo>
                    <a:pt x="29463" y="13272"/>
                  </a:lnTo>
                  <a:lnTo>
                    <a:pt x="29330" y="13404"/>
                  </a:lnTo>
                  <a:lnTo>
                    <a:pt x="28666" y="14333"/>
                  </a:lnTo>
                  <a:lnTo>
                    <a:pt x="27737" y="15129"/>
                  </a:lnTo>
                  <a:lnTo>
                    <a:pt x="27074" y="15660"/>
                  </a:lnTo>
                  <a:lnTo>
                    <a:pt x="25747" y="16324"/>
                  </a:lnTo>
                  <a:lnTo>
                    <a:pt x="24154" y="16722"/>
                  </a:lnTo>
                  <a:lnTo>
                    <a:pt x="22827" y="16987"/>
                  </a:lnTo>
                  <a:lnTo>
                    <a:pt x="21500" y="17120"/>
                  </a:lnTo>
                  <a:lnTo>
                    <a:pt x="18846" y="17120"/>
                  </a:lnTo>
                  <a:lnTo>
                    <a:pt x="17519" y="16855"/>
                  </a:lnTo>
                  <a:lnTo>
                    <a:pt x="16324" y="16589"/>
                  </a:lnTo>
                  <a:lnTo>
                    <a:pt x="15130" y="16191"/>
                  </a:lnTo>
                  <a:lnTo>
                    <a:pt x="14201" y="15660"/>
                  </a:lnTo>
                  <a:lnTo>
                    <a:pt x="13405" y="15129"/>
                  </a:lnTo>
                  <a:lnTo>
                    <a:pt x="12741" y="14599"/>
                  </a:lnTo>
                  <a:lnTo>
                    <a:pt x="12210" y="13935"/>
                  </a:lnTo>
                  <a:lnTo>
                    <a:pt x="11679" y="13006"/>
                  </a:lnTo>
                  <a:lnTo>
                    <a:pt x="11414" y="12077"/>
                  </a:lnTo>
                  <a:lnTo>
                    <a:pt x="11547" y="11148"/>
                  </a:lnTo>
                  <a:lnTo>
                    <a:pt x="11945" y="10219"/>
                  </a:lnTo>
                  <a:lnTo>
                    <a:pt x="12077" y="9954"/>
                  </a:lnTo>
                  <a:lnTo>
                    <a:pt x="12210" y="9688"/>
                  </a:lnTo>
                  <a:lnTo>
                    <a:pt x="12476" y="9556"/>
                  </a:lnTo>
                  <a:lnTo>
                    <a:pt x="12476" y="9423"/>
                  </a:lnTo>
                  <a:lnTo>
                    <a:pt x="12608" y="9290"/>
                  </a:lnTo>
                  <a:lnTo>
                    <a:pt x="13537" y="8627"/>
                  </a:lnTo>
                  <a:lnTo>
                    <a:pt x="14466" y="7963"/>
                  </a:lnTo>
                  <a:lnTo>
                    <a:pt x="15661" y="7432"/>
                  </a:lnTo>
                  <a:lnTo>
                    <a:pt x="17120" y="7034"/>
                  </a:lnTo>
                  <a:lnTo>
                    <a:pt x="18846" y="6769"/>
                  </a:lnTo>
                  <a:lnTo>
                    <a:pt x="20704" y="6636"/>
                  </a:lnTo>
                  <a:close/>
                  <a:moveTo>
                    <a:pt x="14997" y="0"/>
                  </a:moveTo>
                  <a:lnTo>
                    <a:pt x="9954" y="1195"/>
                  </a:lnTo>
                  <a:lnTo>
                    <a:pt x="9689" y="1328"/>
                  </a:lnTo>
                  <a:lnTo>
                    <a:pt x="9556" y="1593"/>
                  </a:lnTo>
                  <a:lnTo>
                    <a:pt x="9689" y="1726"/>
                  </a:lnTo>
                  <a:lnTo>
                    <a:pt x="11016" y="4380"/>
                  </a:lnTo>
                  <a:lnTo>
                    <a:pt x="11016" y="4513"/>
                  </a:lnTo>
                  <a:lnTo>
                    <a:pt x="11016" y="4645"/>
                  </a:lnTo>
                  <a:lnTo>
                    <a:pt x="10618" y="4911"/>
                  </a:lnTo>
                  <a:lnTo>
                    <a:pt x="9556" y="5442"/>
                  </a:lnTo>
                  <a:lnTo>
                    <a:pt x="8627" y="6105"/>
                  </a:lnTo>
                  <a:lnTo>
                    <a:pt x="8096" y="6371"/>
                  </a:lnTo>
                  <a:lnTo>
                    <a:pt x="7698" y="6371"/>
                  </a:lnTo>
                  <a:lnTo>
                    <a:pt x="2788" y="5574"/>
                  </a:lnTo>
                  <a:lnTo>
                    <a:pt x="2390" y="5574"/>
                  </a:lnTo>
                  <a:lnTo>
                    <a:pt x="1991" y="5840"/>
                  </a:lnTo>
                  <a:lnTo>
                    <a:pt x="134" y="8494"/>
                  </a:lnTo>
                  <a:lnTo>
                    <a:pt x="1" y="8759"/>
                  </a:lnTo>
                  <a:lnTo>
                    <a:pt x="1" y="8892"/>
                  </a:lnTo>
                  <a:lnTo>
                    <a:pt x="1" y="9025"/>
                  </a:lnTo>
                  <a:lnTo>
                    <a:pt x="266" y="9158"/>
                  </a:lnTo>
                  <a:lnTo>
                    <a:pt x="4646" y="10485"/>
                  </a:lnTo>
                  <a:lnTo>
                    <a:pt x="5044" y="10750"/>
                  </a:lnTo>
                  <a:lnTo>
                    <a:pt x="5044" y="11148"/>
                  </a:lnTo>
                  <a:lnTo>
                    <a:pt x="5044" y="11944"/>
                  </a:lnTo>
                  <a:lnTo>
                    <a:pt x="5044" y="12741"/>
                  </a:lnTo>
                  <a:lnTo>
                    <a:pt x="4911" y="13006"/>
                  </a:lnTo>
                  <a:lnTo>
                    <a:pt x="4646" y="13272"/>
                  </a:lnTo>
                  <a:lnTo>
                    <a:pt x="399" y="14599"/>
                  </a:lnTo>
                  <a:lnTo>
                    <a:pt x="1" y="14864"/>
                  </a:lnTo>
                  <a:lnTo>
                    <a:pt x="1" y="14997"/>
                  </a:lnTo>
                  <a:lnTo>
                    <a:pt x="1" y="15129"/>
                  </a:lnTo>
                  <a:lnTo>
                    <a:pt x="2124" y="18049"/>
                  </a:lnTo>
                  <a:lnTo>
                    <a:pt x="2390" y="18182"/>
                  </a:lnTo>
                  <a:lnTo>
                    <a:pt x="2788" y="18182"/>
                  </a:lnTo>
                  <a:lnTo>
                    <a:pt x="7565" y="17386"/>
                  </a:lnTo>
                  <a:lnTo>
                    <a:pt x="8096" y="17386"/>
                  </a:lnTo>
                  <a:lnTo>
                    <a:pt x="8494" y="17518"/>
                  </a:lnTo>
                  <a:lnTo>
                    <a:pt x="9556" y="18315"/>
                  </a:lnTo>
                  <a:lnTo>
                    <a:pt x="10750" y="18845"/>
                  </a:lnTo>
                  <a:lnTo>
                    <a:pt x="11016" y="19111"/>
                  </a:lnTo>
                  <a:lnTo>
                    <a:pt x="10883" y="19509"/>
                  </a:lnTo>
                  <a:lnTo>
                    <a:pt x="9689" y="22030"/>
                  </a:lnTo>
                  <a:lnTo>
                    <a:pt x="9689" y="22296"/>
                  </a:lnTo>
                  <a:lnTo>
                    <a:pt x="9689" y="22429"/>
                  </a:lnTo>
                  <a:lnTo>
                    <a:pt x="9954" y="22561"/>
                  </a:lnTo>
                  <a:lnTo>
                    <a:pt x="15130" y="23756"/>
                  </a:lnTo>
                  <a:lnTo>
                    <a:pt x="15528" y="23756"/>
                  </a:lnTo>
                  <a:lnTo>
                    <a:pt x="15926" y="23490"/>
                  </a:lnTo>
                  <a:lnTo>
                    <a:pt x="18049" y="21234"/>
                  </a:lnTo>
                  <a:lnTo>
                    <a:pt x="18448" y="20969"/>
                  </a:lnTo>
                  <a:lnTo>
                    <a:pt x="18978" y="20836"/>
                  </a:lnTo>
                  <a:lnTo>
                    <a:pt x="20571" y="20969"/>
                  </a:lnTo>
                  <a:lnTo>
                    <a:pt x="22163" y="20836"/>
                  </a:lnTo>
                  <a:lnTo>
                    <a:pt x="22694" y="20969"/>
                  </a:lnTo>
                  <a:lnTo>
                    <a:pt x="22960" y="21101"/>
                  </a:lnTo>
                  <a:lnTo>
                    <a:pt x="25349" y="23623"/>
                  </a:lnTo>
                  <a:lnTo>
                    <a:pt x="25747" y="23756"/>
                  </a:lnTo>
                  <a:lnTo>
                    <a:pt x="26145" y="23756"/>
                  </a:lnTo>
                  <a:lnTo>
                    <a:pt x="31188" y="22561"/>
                  </a:lnTo>
                  <a:lnTo>
                    <a:pt x="31586" y="22429"/>
                  </a:lnTo>
                  <a:lnTo>
                    <a:pt x="31586" y="22296"/>
                  </a:lnTo>
                  <a:lnTo>
                    <a:pt x="31586" y="22163"/>
                  </a:lnTo>
                  <a:lnTo>
                    <a:pt x="30259" y="19376"/>
                  </a:lnTo>
                  <a:lnTo>
                    <a:pt x="30126" y="19244"/>
                  </a:lnTo>
                  <a:lnTo>
                    <a:pt x="30259" y="19111"/>
                  </a:lnTo>
                  <a:lnTo>
                    <a:pt x="30524" y="18845"/>
                  </a:lnTo>
                  <a:lnTo>
                    <a:pt x="31586" y="18315"/>
                  </a:lnTo>
                  <a:lnTo>
                    <a:pt x="32515" y="17651"/>
                  </a:lnTo>
                  <a:lnTo>
                    <a:pt x="33046" y="17518"/>
                  </a:lnTo>
                  <a:lnTo>
                    <a:pt x="33577" y="17386"/>
                  </a:lnTo>
                  <a:lnTo>
                    <a:pt x="38487" y="18182"/>
                  </a:lnTo>
                  <a:lnTo>
                    <a:pt x="38885" y="18182"/>
                  </a:lnTo>
                  <a:lnTo>
                    <a:pt x="39150" y="17916"/>
                  </a:lnTo>
                  <a:lnTo>
                    <a:pt x="41141" y="15262"/>
                  </a:lnTo>
                  <a:lnTo>
                    <a:pt x="41274" y="14997"/>
                  </a:lnTo>
                  <a:lnTo>
                    <a:pt x="41141" y="14731"/>
                  </a:lnTo>
                  <a:lnTo>
                    <a:pt x="41008" y="14731"/>
                  </a:lnTo>
                  <a:lnTo>
                    <a:pt x="36496" y="13272"/>
                  </a:lnTo>
                  <a:lnTo>
                    <a:pt x="36231" y="13006"/>
                  </a:lnTo>
                  <a:lnTo>
                    <a:pt x="36231" y="12741"/>
                  </a:lnTo>
                  <a:lnTo>
                    <a:pt x="36231" y="11812"/>
                  </a:lnTo>
                  <a:lnTo>
                    <a:pt x="36098" y="11015"/>
                  </a:lnTo>
                  <a:lnTo>
                    <a:pt x="36231" y="10750"/>
                  </a:lnTo>
                  <a:lnTo>
                    <a:pt x="36629" y="10485"/>
                  </a:lnTo>
                  <a:lnTo>
                    <a:pt x="40876" y="9158"/>
                  </a:lnTo>
                  <a:lnTo>
                    <a:pt x="41141" y="9025"/>
                  </a:lnTo>
                  <a:lnTo>
                    <a:pt x="41274" y="8759"/>
                  </a:lnTo>
                  <a:lnTo>
                    <a:pt x="41141" y="8627"/>
                  </a:lnTo>
                  <a:lnTo>
                    <a:pt x="39150" y="5707"/>
                  </a:lnTo>
                  <a:lnTo>
                    <a:pt x="38752" y="5574"/>
                  </a:lnTo>
                  <a:lnTo>
                    <a:pt x="38354" y="5574"/>
                  </a:lnTo>
                  <a:lnTo>
                    <a:pt x="33577" y="6371"/>
                  </a:lnTo>
                  <a:lnTo>
                    <a:pt x="33178" y="6371"/>
                  </a:lnTo>
                  <a:lnTo>
                    <a:pt x="32780" y="6238"/>
                  </a:lnTo>
                  <a:lnTo>
                    <a:pt x="31586" y="5442"/>
                  </a:lnTo>
                  <a:lnTo>
                    <a:pt x="30392" y="4911"/>
                  </a:lnTo>
                  <a:lnTo>
                    <a:pt x="30259" y="4645"/>
                  </a:lnTo>
                  <a:lnTo>
                    <a:pt x="30259" y="4247"/>
                  </a:lnTo>
                  <a:lnTo>
                    <a:pt x="31453" y="1726"/>
                  </a:lnTo>
                  <a:lnTo>
                    <a:pt x="31586" y="1593"/>
                  </a:lnTo>
                  <a:lnTo>
                    <a:pt x="31453" y="1328"/>
                  </a:lnTo>
                  <a:lnTo>
                    <a:pt x="31320" y="1195"/>
                  </a:lnTo>
                  <a:lnTo>
                    <a:pt x="26145" y="0"/>
                  </a:lnTo>
                  <a:lnTo>
                    <a:pt x="25614" y="0"/>
                  </a:lnTo>
                  <a:lnTo>
                    <a:pt x="25216" y="266"/>
                  </a:lnTo>
                  <a:lnTo>
                    <a:pt x="23092" y="2522"/>
                  </a:lnTo>
                  <a:lnTo>
                    <a:pt x="22694" y="2787"/>
                  </a:lnTo>
                  <a:lnTo>
                    <a:pt x="22296" y="2920"/>
                  </a:lnTo>
                  <a:lnTo>
                    <a:pt x="18580" y="2920"/>
                  </a:lnTo>
                  <a:lnTo>
                    <a:pt x="18182" y="2655"/>
                  </a:lnTo>
                  <a:lnTo>
                    <a:pt x="15793" y="133"/>
                  </a:lnTo>
                  <a:lnTo>
                    <a:pt x="15528" y="0"/>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4786;p40">
              <a:extLst>
                <a:ext uri="{FF2B5EF4-FFF2-40B4-BE49-F238E27FC236}">
                  <a16:creationId xmlns:a16="http://schemas.microsoft.com/office/drawing/2014/main" id="{43EE103B-E60D-A045-915F-E9B02B36FAE5}"/>
                </a:ext>
              </a:extLst>
            </p:cNvPr>
            <p:cNvSpPr/>
            <p:nvPr/>
          </p:nvSpPr>
          <p:spPr>
            <a:xfrm>
              <a:off x="5489681" y="3882703"/>
              <a:ext cx="684323" cy="481898"/>
            </a:xfrm>
            <a:custGeom>
              <a:avLst/>
              <a:gdLst/>
              <a:ahLst/>
              <a:cxnLst/>
              <a:rect l="l" t="t" r="r" b="b"/>
              <a:pathLst>
                <a:path w="41274" h="29065" extrusionOk="0">
                  <a:moveTo>
                    <a:pt x="22429" y="13139"/>
                  </a:moveTo>
                  <a:lnTo>
                    <a:pt x="24154" y="13537"/>
                  </a:lnTo>
                  <a:lnTo>
                    <a:pt x="25746" y="13935"/>
                  </a:lnTo>
                  <a:lnTo>
                    <a:pt x="27074" y="14599"/>
                  </a:lnTo>
                  <a:lnTo>
                    <a:pt x="27870" y="15130"/>
                  </a:lnTo>
                  <a:lnTo>
                    <a:pt x="27074" y="15661"/>
                  </a:lnTo>
                  <a:lnTo>
                    <a:pt x="25746" y="16191"/>
                  </a:lnTo>
                  <a:lnTo>
                    <a:pt x="24154" y="16722"/>
                  </a:lnTo>
                  <a:lnTo>
                    <a:pt x="22827" y="16988"/>
                  </a:lnTo>
                  <a:lnTo>
                    <a:pt x="21500" y="17120"/>
                  </a:lnTo>
                  <a:lnTo>
                    <a:pt x="20173" y="17120"/>
                  </a:lnTo>
                  <a:lnTo>
                    <a:pt x="18846" y="16988"/>
                  </a:lnTo>
                  <a:lnTo>
                    <a:pt x="17518" y="16855"/>
                  </a:lnTo>
                  <a:lnTo>
                    <a:pt x="16324" y="16457"/>
                  </a:lnTo>
                  <a:lnTo>
                    <a:pt x="15262" y="16059"/>
                  </a:lnTo>
                  <a:lnTo>
                    <a:pt x="14201" y="15661"/>
                  </a:lnTo>
                  <a:lnTo>
                    <a:pt x="13404" y="15130"/>
                  </a:lnTo>
                  <a:lnTo>
                    <a:pt x="14201" y="14599"/>
                  </a:lnTo>
                  <a:lnTo>
                    <a:pt x="15660" y="13935"/>
                  </a:lnTo>
                  <a:lnTo>
                    <a:pt x="17253" y="13537"/>
                  </a:lnTo>
                  <a:lnTo>
                    <a:pt x="18846" y="13139"/>
                  </a:lnTo>
                  <a:close/>
                  <a:moveTo>
                    <a:pt x="15130" y="1"/>
                  </a:moveTo>
                  <a:lnTo>
                    <a:pt x="10087" y="1195"/>
                  </a:lnTo>
                  <a:lnTo>
                    <a:pt x="9821" y="1328"/>
                  </a:lnTo>
                  <a:lnTo>
                    <a:pt x="9689" y="1461"/>
                  </a:lnTo>
                  <a:lnTo>
                    <a:pt x="9689" y="5442"/>
                  </a:lnTo>
                  <a:lnTo>
                    <a:pt x="8760" y="6105"/>
                  </a:lnTo>
                  <a:lnTo>
                    <a:pt x="8229" y="6238"/>
                  </a:lnTo>
                  <a:lnTo>
                    <a:pt x="7698" y="6371"/>
                  </a:lnTo>
                  <a:lnTo>
                    <a:pt x="2788" y="5442"/>
                  </a:lnTo>
                  <a:lnTo>
                    <a:pt x="2389" y="5575"/>
                  </a:lnTo>
                  <a:lnTo>
                    <a:pt x="2124" y="5840"/>
                  </a:lnTo>
                  <a:lnTo>
                    <a:pt x="133" y="8494"/>
                  </a:lnTo>
                  <a:lnTo>
                    <a:pt x="133" y="8760"/>
                  </a:lnTo>
                  <a:lnTo>
                    <a:pt x="133" y="14864"/>
                  </a:lnTo>
                  <a:lnTo>
                    <a:pt x="1" y="14997"/>
                  </a:lnTo>
                  <a:lnTo>
                    <a:pt x="1" y="20173"/>
                  </a:lnTo>
                  <a:lnTo>
                    <a:pt x="133" y="20305"/>
                  </a:lnTo>
                  <a:lnTo>
                    <a:pt x="2124" y="23225"/>
                  </a:lnTo>
                  <a:lnTo>
                    <a:pt x="2522" y="23490"/>
                  </a:lnTo>
                  <a:lnTo>
                    <a:pt x="2920" y="23490"/>
                  </a:lnTo>
                  <a:lnTo>
                    <a:pt x="7698" y="22694"/>
                  </a:lnTo>
                  <a:lnTo>
                    <a:pt x="8229" y="22694"/>
                  </a:lnTo>
                  <a:lnTo>
                    <a:pt x="8494" y="22827"/>
                  </a:lnTo>
                  <a:lnTo>
                    <a:pt x="9689" y="23490"/>
                  </a:lnTo>
                  <a:lnTo>
                    <a:pt x="9689" y="27472"/>
                  </a:lnTo>
                  <a:lnTo>
                    <a:pt x="9821" y="27737"/>
                  </a:lnTo>
                  <a:lnTo>
                    <a:pt x="9954" y="27737"/>
                  </a:lnTo>
                  <a:lnTo>
                    <a:pt x="15130" y="29064"/>
                  </a:lnTo>
                  <a:lnTo>
                    <a:pt x="15660" y="28932"/>
                  </a:lnTo>
                  <a:lnTo>
                    <a:pt x="16059" y="28666"/>
                  </a:lnTo>
                  <a:lnTo>
                    <a:pt x="18182" y="26410"/>
                  </a:lnTo>
                  <a:lnTo>
                    <a:pt x="18580" y="26145"/>
                  </a:lnTo>
                  <a:lnTo>
                    <a:pt x="22694" y="26145"/>
                  </a:lnTo>
                  <a:lnTo>
                    <a:pt x="23092" y="26277"/>
                  </a:lnTo>
                  <a:lnTo>
                    <a:pt x="25481" y="28799"/>
                  </a:lnTo>
                  <a:lnTo>
                    <a:pt x="25879" y="29064"/>
                  </a:lnTo>
                  <a:lnTo>
                    <a:pt x="26277" y="29064"/>
                  </a:lnTo>
                  <a:lnTo>
                    <a:pt x="31320" y="27870"/>
                  </a:lnTo>
                  <a:lnTo>
                    <a:pt x="31586" y="27605"/>
                  </a:lnTo>
                  <a:lnTo>
                    <a:pt x="31718" y="27472"/>
                  </a:lnTo>
                  <a:lnTo>
                    <a:pt x="31718" y="23490"/>
                  </a:lnTo>
                  <a:lnTo>
                    <a:pt x="32647" y="22960"/>
                  </a:lnTo>
                  <a:lnTo>
                    <a:pt x="33178" y="22694"/>
                  </a:lnTo>
                  <a:lnTo>
                    <a:pt x="33576" y="22694"/>
                  </a:lnTo>
                  <a:lnTo>
                    <a:pt x="38487" y="23490"/>
                  </a:lnTo>
                  <a:lnTo>
                    <a:pt x="38885" y="23358"/>
                  </a:lnTo>
                  <a:lnTo>
                    <a:pt x="39283" y="23092"/>
                  </a:lnTo>
                  <a:lnTo>
                    <a:pt x="41141" y="20438"/>
                  </a:lnTo>
                  <a:lnTo>
                    <a:pt x="41274" y="20173"/>
                  </a:lnTo>
                  <a:lnTo>
                    <a:pt x="41274" y="16324"/>
                  </a:lnTo>
                  <a:lnTo>
                    <a:pt x="41274" y="8760"/>
                  </a:lnTo>
                  <a:lnTo>
                    <a:pt x="41274" y="8627"/>
                  </a:lnTo>
                  <a:lnTo>
                    <a:pt x="39150" y="5707"/>
                  </a:lnTo>
                  <a:lnTo>
                    <a:pt x="38885" y="5575"/>
                  </a:lnTo>
                  <a:lnTo>
                    <a:pt x="38487" y="5442"/>
                  </a:lnTo>
                  <a:lnTo>
                    <a:pt x="33709" y="6371"/>
                  </a:lnTo>
                  <a:lnTo>
                    <a:pt x="33178" y="6238"/>
                  </a:lnTo>
                  <a:lnTo>
                    <a:pt x="32780" y="6105"/>
                  </a:lnTo>
                  <a:lnTo>
                    <a:pt x="31586" y="5442"/>
                  </a:lnTo>
                  <a:lnTo>
                    <a:pt x="31586" y="1593"/>
                  </a:lnTo>
                  <a:lnTo>
                    <a:pt x="31586" y="1461"/>
                  </a:lnTo>
                  <a:lnTo>
                    <a:pt x="31586" y="1328"/>
                  </a:lnTo>
                  <a:lnTo>
                    <a:pt x="31320" y="1195"/>
                  </a:lnTo>
                  <a:lnTo>
                    <a:pt x="26145" y="1"/>
                  </a:lnTo>
                  <a:lnTo>
                    <a:pt x="25746" y="1"/>
                  </a:lnTo>
                  <a:lnTo>
                    <a:pt x="25348" y="266"/>
                  </a:lnTo>
                  <a:lnTo>
                    <a:pt x="23225" y="2522"/>
                  </a:lnTo>
                  <a:lnTo>
                    <a:pt x="22827" y="2788"/>
                  </a:lnTo>
                  <a:lnTo>
                    <a:pt x="22296" y="2920"/>
                  </a:lnTo>
                  <a:lnTo>
                    <a:pt x="20703" y="2788"/>
                  </a:lnTo>
                  <a:lnTo>
                    <a:pt x="19111" y="2920"/>
                  </a:lnTo>
                  <a:lnTo>
                    <a:pt x="18580" y="2788"/>
                  </a:lnTo>
                  <a:lnTo>
                    <a:pt x="18315" y="2655"/>
                  </a:lnTo>
                  <a:lnTo>
                    <a:pt x="15926" y="133"/>
                  </a:lnTo>
                  <a:lnTo>
                    <a:pt x="15528" y="1"/>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4787;p40">
              <a:extLst>
                <a:ext uri="{FF2B5EF4-FFF2-40B4-BE49-F238E27FC236}">
                  <a16:creationId xmlns:a16="http://schemas.microsoft.com/office/drawing/2014/main" id="{96A0C9E1-06BA-7622-0825-7EA18244AD16}"/>
                </a:ext>
              </a:extLst>
            </p:cNvPr>
            <p:cNvSpPr/>
            <p:nvPr/>
          </p:nvSpPr>
          <p:spPr>
            <a:xfrm>
              <a:off x="5489681" y="3882703"/>
              <a:ext cx="684323" cy="481898"/>
            </a:xfrm>
            <a:custGeom>
              <a:avLst/>
              <a:gdLst/>
              <a:ahLst/>
              <a:cxnLst/>
              <a:rect l="l" t="t" r="r" b="b"/>
              <a:pathLst>
                <a:path w="41274" h="29065" fill="none" extrusionOk="0">
                  <a:moveTo>
                    <a:pt x="1" y="14997"/>
                  </a:moveTo>
                  <a:lnTo>
                    <a:pt x="1" y="14997"/>
                  </a:lnTo>
                  <a:lnTo>
                    <a:pt x="1" y="20173"/>
                  </a:lnTo>
                  <a:lnTo>
                    <a:pt x="133" y="20305"/>
                  </a:lnTo>
                  <a:lnTo>
                    <a:pt x="2124" y="23225"/>
                  </a:lnTo>
                  <a:lnTo>
                    <a:pt x="2124" y="23225"/>
                  </a:lnTo>
                  <a:lnTo>
                    <a:pt x="2522" y="23490"/>
                  </a:lnTo>
                  <a:lnTo>
                    <a:pt x="2920" y="23490"/>
                  </a:lnTo>
                  <a:lnTo>
                    <a:pt x="7698" y="22694"/>
                  </a:lnTo>
                  <a:lnTo>
                    <a:pt x="7698" y="22694"/>
                  </a:lnTo>
                  <a:lnTo>
                    <a:pt x="8229" y="22694"/>
                  </a:lnTo>
                  <a:lnTo>
                    <a:pt x="8494" y="22827"/>
                  </a:lnTo>
                  <a:lnTo>
                    <a:pt x="8494" y="22827"/>
                  </a:lnTo>
                  <a:lnTo>
                    <a:pt x="9689" y="23490"/>
                  </a:lnTo>
                  <a:lnTo>
                    <a:pt x="9689" y="23490"/>
                  </a:lnTo>
                  <a:lnTo>
                    <a:pt x="9689" y="27472"/>
                  </a:lnTo>
                  <a:lnTo>
                    <a:pt x="9689" y="27472"/>
                  </a:lnTo>
                  <a:lnTo>
                    <a:pt x="9821" y="27737"/>
                  </a:lnTo>
                  <a:lnTo>
                    <a:pt x="9954" y="27737"/>
                  </a:lnTo>
                  <a:lnTo>
                    <a:pt x="15130" y="29064"/>
                  </a:lnTo>
                  <a:lnTo>
                    <a:pt x="15130" y="29064"/>
                  </a:lnTo>
                  <a:lnTo>
                    <a:pt x="15660" y="28932"/>
                  </a:lnTo>
                  <a:lnTo>
                    <a:pt x="16059" y="28666"/>
                  </a:lnTo>
                  <a:lnTo>
                    <a:pt x="18182" y="26410"/>
                  </a:lnTo>
                  <a:lnTo>
                    <a:pt x="18182" y="26410"/>
                  </a:lnTo>
                  <a:lnTo>
                    <a:pt x="18580" y="26145"/>
                  </a:lnTo>
                  <a:lnTo>
                    <a:pt x="18978" y="26145"/>
                  </a:lnTo>
                  <a:lnTo>
                    <a:pt x="18978" y="26145"/>
                  </a:lnTo>
                  <a:lnTo>
                    <a:pt x="20703" y="26145"/>
                  </a:lnTo>
                  <a:lnTo>
                    <a:pt x="22296" y="26145"/>
                  </a:lnTo>
                  <a:lnTo>
                    <a:pt x="22296" y="26145"/>
                  </a:lnTo>
                  <a:lnTo>
                    <a:pt x="22694" y="26145"/>
                  </a:lnTo>
                  <a:lnTo>
                    <a:pt x="23092" y="26277"/>
                  </a:lnTo>
                  <a:lnTo>
                    <a:pt x="25481" y="28799"/>
                  </a:lnTo>
                  <a:lnTo>
                    <a:pt x="25481" y="28799"/>
                  </a:lnTo>
                  <a:lnTo>
                    <a:pt x="25879" y="29064"/>
                  </a:lnTo>
                  <a:lnTo>
                    <a:pt x="26277" y="29064"/>
                  </a:lnTo>
                  <a:lnTo>
                    <a:pt x="31320" y="27870"/>
                  </a:lnTo>
                  <a:lnTo>
                    <a:pt x="31320" y="27870"/>
                  </a:lnTo>
                  <a:lnTo>
                    <a:pt x="31586" y="27605"/>
                  </a:lnTo>
                  <a:lnTo>
                    <a:pt x="31718" y="27472"/>
                  </a:lnTo>
                  <a:lnTo>
                    <a:pt x="31718" y="23490"/>
                  </a:lnTo>
                  <a:lnTo>
                    <a:pt x="31718" y="23490"/>
                  </a:lnTo>
                  <a:lnTo>
                    <a:pt x="32647" y="22960"/>
                  </a:lnTo>
                  <a:lnTo>
                    <a:pt x="32647" y="22960"/>
                  </a:lnTo>
                  <a:lnTo>
                    <a:pt x="33178" y="22694"/>
                  </a:lnTo>
                  <a:lnTo>
                    <a:pt x="33576" y="22694"/>
                  </a:lnTo>
                  <a:lnTo>
                    <a:pt x="38487" y="23490"/>
                  </a:lnTo>
                  <a:lnTo>
                    <a:pt x="38487" y="23490"/>
                  </a:lnTo>
                  <a:lnTo>
                    <a:pt x="38885" y="23358"/>
                  </a:lnTo>
                  <a:lnTo>
                    <a:pt x="39283" y="23092"/>
                  </a:lnTo>
                  <a:lnTo>
                    <a:pt x="41141" y="20438"/>
                  </a:lnTo>
                  <a:lnTo>
                    <a:pt x="41141" y="20438"/>
                  </a:lnTo>
                  <a:lnTo>
                    <a:pt x="41274" y="20173"/>
                  </a:lnTo>
                  <a:lnTo>
                    <a:pt x="41274" y="20173"/>
                  </a:lnTo>
                  <a:lnTo>
                    <a:pt x="41274" y="16324"/>
                  </a:lnTo>
                  <a:lnTo>
                    <a:pt x="41274" y="16324"/>
                  </a:lnTo>
                  <a:lnTo>
                    <a:pt x="41274" y="16324"/>
                  </a:lnTo>
                  <a:lnTo>
                    <a:pt x="41274" y="8760"/>
                  </a:lnTo>
                  <a:lnTo>
                    <a:pt x="41274" y="8760"/>
                  </a:lnTo>
                  <a:lnTo>
                    <a:pt x="41274" y="8627"/>
                  </a:lnTo>
                  <a:lnTo>
                    <a:pt x="39150" y="5707"/>
                  </a:lnTo>
                  <a:lnTo>
                    <a:pt x="39150" y="5707"/>
                  </a:lnTo>
                  <a:lnTo>
                    <a:pt x="38885" y="5575"/>
                  </a:lnTo>
                  <a:lnTo>
                    <a:pt x="38487" y="5442"/>
                  </a:lnTo>
                  <a:lnTo>
                    <a:pt x="33709" y="6371"/>
                  </a:lnTo>
                  <a:lnTo>
                    <a:pt x="33709" y="6371"/>
                  </a:lnTo>
                  <a:lnTo>
                    <a:pt x="33178" y="6238"/>
                  </a:lnTo>
                  <a:lnTo>
                    <a:pt x="32780" y="6105"/>
                  </a:lnTo>
                  <a:lnTo>
                    <a:pt x="32780" y="6105"/>
                  </a:lnTo>
                  <a:lnTo>
                    <a:pt x="31586" y="5442"/>
                  </a:lnTo>
                  <a:lnTo>
                    <a:pt x="31586" y="5442"/>
                  </a:lnTo>
                  <a:lnTo>
                    <a:pt x="31586" y="1593"/>
                  </a:lnTo>
                  <a:lnTo>
                    <a:pt x="31586" y="1461"/>
                  </a:lnTo>
                  <a:lnTo>
                    <a:pt x="31586" y="1461"/>
                  </a:lnTo>
                  <a:lnTo>
                    <a:pt x="31586" y="1328"/>
                  </a:lnTo>
                  <a:lnTo>
                    <a:pt x="31320" y="1195"/>
                  </a:lnTo>
                  <a:lnTo>
                    <a:pt x="26145" y="1"/>
                  </a:lnTo>
                  <a:lnTo>
                    <a:pt x="26145" y="1"/>
                  </a:lnTo>
                  <a:lnTo>
                    <a:pt x="25746" y="1"/>
                  </a:lnTo>
                  <a:lnTo>
                    <a:pt x="25348" y="266"/>
                  </a:lnTo>
                  <a:lnTo>
                    <a:pt x="23225" y="2522"/>
                  </a:lnTo>
                  <a:lnTo>
                    <a:pt x="23225" y="2522"/>
                  </a:lnTo>
                  <a:lnTo>
                    <a:pt x="22827" y="2788"/>
                  </a:lnTo>
                  <a:lnTo>
                    <a:pt x="22296" y="2920"/>
                  </a:lnTo>
                  <a:lnTo>
                    <a:pt x="22296" y="2920"/>
                  </a:lnTo>
                  <a:lnTo>
                    <a:pt x="20703" y="2788"/>
                  </a:lnTo>
                  <a:lnTo>
                    <a:pt x="19111" y="2920"/>
                  </a:lnTo>
                  <a:lnTo>
                    <a:pt x="19111" y="2920"/>
                  </a:lnTo>
                  <a:lnTo>
                    <a:pt x="18580" y="2788"/>
                  </a:lnTo>
                  <a:lnTo>
                    <a:pt x="18315" y="2655"/>
                  </a:lnTo>
                  <a:lnTo>
                    <a:pt x="15926" y="133"/>
                  </a:lnTo>
                  <a:lnTo>
                    <a:pt x="15926" y="133"/>
                  </a:lnTo>
                  <a:lnTo>
                    <a:pt x="15528" y="1"/>
                  </a:lnTo>
                  <a:lnTo>
                    <a:pt x="15130" y="1"/>
                  </a:lnTo>
                  <a:lnTo>
                    <a:pt x="10087" y="1195"/>
                  </a:lnTo>
                  <a:lnTo>
                    <a:pt x="10087" y="1195"/>
                  </a:lnTo>
                  <a:lnTo>
                    <a:pt x="9821" y="1328"/>
                  </a:lnTo>
                  <a:lnTo>
                    <a:pt x="9689" y="1461"/>
                  </a:lnTo>
                  <a:lnTo>
                    <a:pt x="9689" y="1461"/>
                  </a:lnTo>
                  <a:lnTo>
                    <a:pt x="9689" y="5442"/>
                  </a:lnTo>
                  <a:lnTo>
                    <a:pt x="9689" y="5442"/>
                  </a:lnTo>
                  <a:lnTo>
                    <a:pt x="8760" y="6105"/>
                  </a:lnTo>
                  <a:lnTo>
                    <a:pt x="8760" y="6105"/>
                  </a:lnTo>
                  <a:lnTo>
                    <a:pt x="8229" y="6238"/>
                  </a:lnTo>
                  <a:lnTo>
                    <a:pt x="7698" y="6371"/>
                  </a:lnTo>
                  <a:lnTo>
                    <a:pt x="2788" y="5442"/>
                  </a:lnTo>
                  <a:lnTo>
                    <a:pt x="2788" y="5442"/>
                  </a:lnTo>
                  <a:lnTo>
                    <a:pt x="2389" y="5575"/>
                  </a:lnTo>
                  <a:lnTo>
                    <a:pt x="2124" y="5840"/>
                  </a:lnTo>
                  <a:lnTo>
                    <a:pt x="133" y="8494"/>
                  </a:lnTo>
                  <a:lnTo>
                    <a:pt x="133" y="8494"/>
                  </a:lnTo>
                  <a:lnTo>
                    <a:pt x="133" y="8760"/>
                  </a:lnTo>
                  <a:lnTo>
                    <a:pt x="133" y="8760"/>
                  </a:lnTo>
                  <a:lnTo>
                    <a:pt x="133" y="8760"/>
                  </a:lnTo>
                  <a:lnTo>
                    <a:pt x="133" y="14864"/>
                  </a:lnTo>
                  <a:lnTo>
                    <a:pt x="133" y="14864"/>
                  </a:lnTo>
                  <a:lnTo>
                    <a:pt x="1" y="14997"/>
                  </a:lnTo>
                  <a:lnTo>
                    <a:pt x="1" y="14997"/>
                  </a:lnTo>
                  <a:lnTo>
                    <a:pt x="1" y="14997"/>
                  </a:lnTo>
                  <a:lnTo>
                    <a:pt x="1" y="14997"/>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4788;p40">
              <a:extLst>
                <a:ext uri="{FF2B5EF4-FFF2-40B4-BE49-F238E27FC236}">
                  <a16:creationId xmlns:a16="http://schemas.microsoft.com/office/drawing/2014/main" id="{7707F789-DF55-8717-572D-296DD7C2B082}"/>
                </a:ext>
              </a:extLst>
            </p:cNvPr>
            <p:cNvSpPr/>
            <p:nvPr/>
          </p:nvSpPr>
          <p:spPr>
            <a:xfrm>
              <a:off x="5711919" y="4100548"/>
              <a:ext cx="239846" cy="66022"/>
            </a:xfrm>
            <a:custGeom>
              <a:avLst/>
              <a:gdLst/>
              <a:ahLst/>
              <a:cxnLst/>
              <a:rect l="l" t="t" r="r" b="b"/>
              <a:pathLst>
                <a:path w="14466" h="3982" fill="none" extrusionOk="0">
                  <a:moveTo>
                    <a:pt x="13670" y="2522"/>
                  </a:moveTo>
                  <a:lnTo>
                    <a:pt x="13670" y="2522"/>
                  </a:lnTo>
                  <a:lnTo>
                    <a:pt x="12342" y="3052"/>
                  </a:lnTo>
                  <a:lnTo>
                    <a:pt x="10750" y="3583"/>
                  </a:lnTo>
                  <a:lnTo>
                    <a:pt x="10750" y="3583"/>
                  </a:lnTo>
                  <a:lnTo>
                    <a:pt x="9423" y="3849"/>
                  </a:lnTo>
                  <a:lnTo>
                    <a:pt x="8096" y="3981"/>
                  </a:lnTo>
                  <a:lnTo>
                    <a:pt x="6769" y="3981"/>
                  </a:lnTo>
                  <a:lnTo>
                    <a:pt x="5442" y="3849"/>
                  </a:lnTo>
                  <a:lnTo>
                    <a:pt x="4114" y="3716"/>
                  </a:lnTo>
                  <a:lnTo>
                    <a:pt x="2920" y="3318"/>
                  </a:lnTo>
                  <a:lnTo>
                    <a:pt x="1858" y="2920"/>
                  </a:lnTo>
                  <a:lnTo>
                    <a:pt x="797" y="2522"/>
                  </a:lnTo>
                  <a:lnTo>
                    <a:pt x="797" y="2522"/>
                  </a:lnTo>
                  <a:lnTo>
                    <a:pt x="0" y="1991"/>
                  </a:lnTo>
                  <a:lnTo>
                    <a:pt x="0" y="1991"/>
                  </a:lnTo>
                  <a:lnTo>
                    <a:pt x="797" y="1460"/>
                  </a:lnTo>
                  <a:lnTo>
                    <a:pt x="797" y="1460"/>
                  </a:lnTo>
                  <a:lnTo>
                    <a:pt x="2256" y="796"/>
                  </a:lnTo>
                  <a:lnTo>
                    <a:pt x="3849" y="398"/>
                  </a:lnTo>
                  <a:lnTo>
                    <a:pt x="5442" y="0"/>
                  </a:lnTo>
                  <a:lnTo>
                    <a:pt x="7299" y="0"/>
                  </a:lnTo>
                  <a:lnTo>
                    <a:pt x="9025" y="0"/>
                  </a:lnTo>
                  <a:lnTo>
                    <a:pt x="10750" y="398"/>
                  </a:lnTo>
                  <a:lnTo>
                    <a:pt x="12342" y="796"/>
                  </a:lnTo>
                  <a:lnTo>
                    <a:pt x="13670" y="1460"/>
                  </a:lnTo>
                  <a:lnTo>
                    <a:pt x="13670" y="1460"/>
                  </a:lnTo>
                  <a:lnTo>
                    <a:pt x="14466" y="1991"/>
                  </a:lnTo>
                  <a:lnTo>
                    <a:pt x="14466" y="1991"/>
                  </a:lnTo>
                  <a:lnTo>
                    <a:pt x="13670" y="2522"/>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4789;p40">
              <a:extLst>
                <a:ext uri="{FF2B5EF4-FFF2-40B4-BE49-F238E27FC236}">
                  <a16:creationId xmlns:a16="http://schemas.microsoft.com/office/drawing/2014/main" id="{8C6A3BAA-F741-5864-6D0C-C381576C44DE}"/>
                </a:ext>
              </a:extLst>
            </p:cNvPr>
            <p:cNvSpPr/>
            <p:nvPr/>
          </p:nvSpPr>
          <p:spPr>
            <a:xfrm>
              <a:off x="5991358" y="3911304"/>
              <a:ext cx="22018" cy="61628"/>
            </a:xfrm>
            <a:custGeom>
              <a:avLst/>
              <a:gdLst/>
              <a:ahLst/>
              <a:cxnLst/>
              <a:rect l="l" t="t" r="r" b="b"/>
              <a:pathLst>
                <a:path w="1328" h="3717" extrusionOk="0">
                  <a:moveTo>
                    <a:pt x="1328" y="1"/>
                  </a:moveTo>
                  <a:lnTo>
                    <a:pt x="133" y="2522"/>
                  </a:lnTo>
                  <a:lnTo>
                    <a:pt x="1" y="2788"/>
                  </a:lnTo>
                  <a:lnTo>
                    <a:pt x="266" y="3053"/>
                  </a:lnTo>
                  <a:lnTo>
                    <a:pt x="1328" y="3717"/>
                  </a:lnTo>
                  <a:lnTo>
                    <a:pt x="1328"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4790;p40">
              <a:extLst>
                <a:ext uri="{FF2B5EF4-FFF2-40B4-BE49-F238E27FC236}">
                  <a16:creationId xmlns:a16="http://schemas.microsoft.com/office/drawing/2014/main" id="{2F15EFC1-44C0-2388-9E09-382F2F666A2D}"/>
                </a:ext>
              </a:extLst>
            </p:cNvPr>
            <p:cNvSpPr/>
            <p:nvPr/>
          </p:nvSpPr>
          <p:spPr>
            <a:xfrm>
              <a:off x="6173987" y="4153355"/>
              <a:ext cx="17" cy="17"/>
            </a:xfrm>
            <a:custGeom>
              <a:avLst/>
              <a:gdLst/>
              <a:ahLst/>
              <a:cxnLst/>
              <a:rect l="l" t="t" r="r" b="b"/>
              <a:pathLst>
                <a:path w="1" h="1" extrusionOk="0">
                  <a:moveTo>
                    <a:pt x="1" y="0"/>
                  </a:moveTo>
                  <a:lnTo>
                    <a:pt x="1" y="0"/>
                  </a:lnTo>
                  <a:lnTo>
                    <a:pt x="1" y="0"/>
                  </a:lnTo>
                  <a:lnTo>
                    <a:pt x="1" y="0"/>
                  </a:lnTo>
                  <a:lnTo>
                    <a:pt x="1" y="0"/>
                  </a:ln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4791;p40">
              <a:extLst>
                <a:ext uri="{FF2B5EF4-FFF2-40B4-BE49-F238E27FC236}">
                  <a16:creationId xmlns:a16="http://schemas.microsoft.com/office/drawing/2014/main" id="{9D1BF3E5-4DA0-074E-3F07-8A1CE153A90B}"/>
                </a:ext>
              </a:extLst>
            </p:cNvPr>
            <p:cNvSpPr/>
            <p:nvPr/>
          </p:nvSpPr>
          <p:spPr>
            <a:xfrm>
              <a:off x="6173987" y="4153355"/>
              <a:ext cx="17" cy="17"/>
            </a:xfrm>
            <a:custGeom>
              <a:avLst/>
              <a:gdLst/>
              <a:ahLst/>
              <a:cxnLst/>
              <a:rect l="l" t="t" r="r" b="b"/>
              <a:pathLst>
                <a:path w="1" h="1" fill="none" extrusionOk="0">
                  <a:moveTo>
                    <a:pt x="1" y="0"/>
                  </a:moveTo>
                  <a:lnTo>
                    <a:pt x="1" y="0"/>
                  </a:lnTo>
                  <a:lnTo>
                    <a:pt x="1" y="0"/>
                  </a:lnTo>
                  <a:lnTo>
                    <a:pt x="1" y="0"/>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4792;p40">
              <a:extLst>
                <a:ext uri="{FF2B5EF4-FFF2-40B4-BE49-F238E27FC236}">
                  <a16:creationId xmlns:a16="http://schemas.microsoft.com/office/drawing/2014/main" id="{E921C420-2A8E-167F-0440-36B1E54AA88D}"/>
                </a:ext>
              </a:extLst>
            </p:cNvPr>
            <p:cNvSpPr/>
            <p:nvPr/>
          </p:nvSpPr>
          <p:spPr>
            <a:xfrm>
              <a:off x="6090374" y="4027928"/>
              <a:ext cx="83630" cy="99032"/>
            </a:xfrm>
            <a:custGeom>
              <a:avLst/>
              <a:gdLst/>
              <a:ahLst/>
              <a:cxnLst/>
              <a:rect l="l" t="t" r="r" b="b"/>
              <a:pathLst>
                <a:path w="5044" h="5973" extrusionOk="0">
                  <a:moveTo>
                    <a:pt x="5044" y="1"/>
                  </a:moveTo>
                  <a:lnTo>
                    <a:pt x="4911" y="133"/>
                  </a:lnTo>
                  <a:lnTo>
                    <a:pt x="4778" y="399"/>
                  </a:lnTo>
                  <a:lnTo>
                    <a:pt x="399" y="1726"/>
                  </a:lnTo>
                  <a:lnTo>
                    <a:pt x="133" y="1859"/>
                  </a:lnTo>
                  <a:lnTo>
                    <a:pt x="1" y="2257"/>
                  </a:lnTo>
                  <a:lnTo>
                    <a:pt x="1" y="3053"/>
                  </a:lnTo>
                  <a:lnTo>
                    <a:pt x="1" y="3849"/>
                  </a:lnTo>
                  <a:lnTo>
                    <a:pt x="133" y="4247"/>
                  </a:lnTo>
                  <a:lnTo>
                    <a:pt x="399" y="4513"/>
                  </a:lnTo>
                  <a:lnTo>
                    <a:pt x="4778" y="5840"/>
                  </a:lnTo>
                  <a:lnTo>
                    <a:pt x="5044" y="5973"/>
                  </a:lnTo>
                  <a:lnTo>
                    <a:pt x="5044" y="266"/>
                  </a:lnTo>
                  <a:lnTo>
                    <a:pt x="5044" y="1"/>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4793;p40">
              <a:extLst>
                <a:ext uri="{FF2B5EF4-FFF2-40B4-BE49-F238E27FC236}">
                  <a16:creationId xmlns:a16="http://schemas.microsoft.com/office/drawing/2014/main" id="{131130FB-163B-74BC-80F2-0F7E7C9460E4}"/>
                </a:ext>
              </a:extLst>
            </p:cNvPr>
            <p:cNvSpPr/>
            <p:nvPr/>
          </p:nvSpPr>
          <p:spPr>
            <a:xfrm>
              <a:off x="6090374" y="4027928"/>
              <a:ext cx="83630" cy="125444"/>
            </a:xfrm>
            <a:custGeom>
              <a:avLst/>
              <a:gdLst/>
              <a:ahLst/>
              <a:cxnLst/>
              <a:rect l="l" t="t" r="r" b="b"/>
              <a:pathLst>
                <a:path w="5044" h="7566" fill="none" extrusionOk="0">
                  <a:moveTo>
                    <a:pt x="5044" y="1"/>
                  </a:moveTo>
                  <a:lnTo>
                    <a:pt x="5044" y="1"/>
                  </a:lnTo>
                  <a:lnTo>
                    <a:pt x="4911" y="133"/>
                  </a:lnTo>
                  <a:lnTo>
                    <a:pt x="4778" y="399"/>
                  </a:lnTo>
                  <a:lnTo>
                    <a:pt x="399" y="1726"/>
                  </a:lnTo>
                  <a:lnTo>
                    <a:pt x="399" y="1726"/>
                  </a:lnTo>
                  <a:lnTo>
                    <a:pt x="133" y="1859"/>
                  </a:lnTo>
                  <a:lnTo>
                    <a:pt x="1" y="2257"/>
                  </a:lnTo>
                  <a:lnTo>
                    <a:pt x="1" y="2257"/>
                  </a:lnTo>
                  <a:lnTo>
                    <a:pt x="1" y="3053"/>
                  </a:lnTo>
                  <a:lnTo>
                    <a:pt x="1" y="3849"/>
                  </a:lnTo>
                  <a:lnTo>
                    <a:pt x="1" y="3849"/>
                  </a:lnTo>
                  <a:lnTo>
                    <a:pt x="133" y="4247"/>
                  </a:lnTo>
                  <a:lnTo>
                    <a:pt x="399" y="4513"/>
                  </a:lnTo>
                  <a:lnTo>
                    <a:pt x="4778" y="5840"/>
                  </a:lnTo>
                  <a:lnTo>
                    <a:pt x="4778" y="5840"/>
                  </a:lnTo>
                  <a:lnTo>
                    <a:pt x="5044" y="5973"/>
                  </a:lnTo>
                  <a:lnTo>
                    <a:pt x="5044" y="6105"/>
                  </a:lnTo>
                  <a:lnTo>
                    <a:pt x="5044" y="6105"/>
                  </a:lnTo>
                  <a:lnTo>
                    <a:pt x="5044" y="7565"/>
                  </a:lnTo>
                  <a:lnTo>
                    <a:pt x="5044" y="7565"/>
                  </a:lnTo>
                  <a:lnTo>
                    <a:pt x="5044" y="7565"/>
                  </a:lnTo>
                  <a:lnTo>
                    <a:pt x="5044" y="7565"/>
                  </a:lnTo>
                  <a:lnTo>
                    <a:pt x="5044" y="266"/>
                  </a:lnTo>
                  <a:lnTo>
                    <a:pt x="504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4794;p40">
              <a:extLst>
                <a:ext uri="{FF2B5EF4-FFF2-40B4-BE49-F238E27FC236}">
                  <a16:creationId xmlns:a16="http://schemas.microsoft.com/office/drawing/2014/main" id="{36DF81B0-DA0F-3677-8177-4E66905AD8E4}"/>
                </a:ext>
              </a:extLst>
            </p:cNvPr>
            <p:cNvSpPr/>
            <p:nvPr/>
          </p:nvSpPr>
          <p:spPr>
            <a:xfrm>
              <a:off x="6044166" y="4258970"/>
              <a:ext cx="57234" cy="8821"/>
            </a:xfrm>
            <a:custGeom>
              <a:avLst/>
              <a:gdLst/>
              <a:ahLst/>
              <a:cxnLst/>
              <a:rect l="l" t="t" r="r" b="b"/>
              <a:pathLst>
                <a:path w="3452" h="532" extrusionOk="0">
                  <a:moveTo>
                    <a:pt x="1" y="0"/>
                  </a:moveTo>
                  <a:lnTo>
                    <a:pt x="1" y="0"/>
                  </a:lnTo>
                  <a:lnTo>
                    <a:pt x="1" y="0"/>
                  </a:lnTo>
                  <a:lnTo>
                    <a:pt x="1" y="0"/>
                  </a:lnTo>
                  <a:lnTo>
                    <a:pt x="1" y="0"/>
                  </a:lnTo>
                  <a:lnTo>
                    <a:pt x="1" y="0"/>
                  </a:lnTo>
                  <a:lnTo>
                    <a:pt x="1" y="0"/>
                  </a:lnTo>
                  <a:lnTo>
                    <a:pt x="133" y="0"/>
                  </a:lnTo>
                  <a:lnTo>
                    <a:pt x="3451" y="531"/>
                  </a:lnTo>
                  <a:lnTo>
                    <a:pt x="133" y="0"/>
                  </a:lnTo>
                  <a:lnTo>
                    <a:pt x="133" y="0"/>
                  </a:lnTo>
                  <a:lnTo>
                    <a:pt x="1" y="0"/>
                  </a:ln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4795;p40">
              <a:extLst>
                <a:ext uri="{FF2B5EF4-FFF2-40B4-BE49-F238E27FC236}">
                  <a16:creationId xmlns:a16="http://schemas.microsoft.com/office/drawing/2014/main" id="{2A377DA3-594A-0C8A-C175-831600F4EF53}"/>
                </a:ext>
              </a:extLst>
            </p:cNvPr>
            <p:cNvSpPr/>
            <p:nvPr/>
          </p:nvSpPr>
          <p:spPr>
            <a:xfrm>
              <a:off x="6044166" y="4258970"/>
              <a:ext cx="57234" cy="8821"/>
            </a:xfrm>
            <a:custGeom>
              <a:avLst/>
              <a:gdLst/>
              <a:ahLst/>
              <a:cxnLst/>
              <a:rect l="l" t="t" r="r" b="b"/>
              <a:pathLst>
                <a:path w="3452" h="532" fill="none" extrusionOk="0">
                  <a:moveTo>
                    <a:pt x="1" y="0"/>
                  </a:moveTo>
                  <a:lnTo>
                    <a:pt x="1" y="0"/>
                  </a:lnTo>
                  <a:lnTo>
                    <a:pt x="1" y="0"/>
                  </a:lnTo>
                  <a:lnTo>
                    <a:pt x="1" y="0"/>
                  </a:lnTo>
                  <a:lnTo>
                    <a:pt x="1" y="0"/>
                  </a:lnTo>
                  <a:lnTo>
                    <a:pt x="1" y="0"/>
                  </a:lnTo>
                  <a:lnTo>
                    <a:pt x="1" y="0"/>
                  </a:lnTo>
                  <a:lnTo>
                    <a:pt x="133" y="0"/>
                  </a:lnTo>
                  <a:lnTo>
                    <a:pt x="3451" y="531"/>
                  </a:lnTo>
                  <a:lnTo>
                    <a:pt x="133" y="0"/>
                  </a:lnTo>
                  <a:lnTo>
                    <a:pt x="133" y="0"/>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4796;p40">
              <a:extLst>
                <a:ext uri="{FF2B5EF4-FFF2-40B4-BE49-F238E27FC236}">
                  <a16:creationId xmlns:a16="http://schemas.microsoft.com/office/drawing/2014/main" id="{6423F9F8-A60A-BAFF-2060-D302B78FDC40}"/>
                </a:ext>
              </a:extLst>
            </p:cNvPr>
            <p:cNvSpPr/>
            <p:nvPr/>
          </p:nvSpPr>
          <p:spPr>
            <a:xfrm>
              <a:off x="6044166" y="4170947"/>
              <a:ext cx="88040" cy="101237"/>
            </a:xfrm>
            <a:custGeom>
              <a:avLst/>
              <a:gdLst/>
              <a:ahLst/>
              <a:cxnLst/>
              <a:rect l="l" t="t" r="r" b="b"/>
              <a:pathLst>
                <a:path w="5310" h="6106" extrusionOk="0">
                  <a:moveTo>
                    <a:pt x="1" y="1"/>
                  </a:moveTo>
                  <a:lnTo>
                    <a:pt x="1" y="5309"/>
                  </a:lnTo>
                  <a:lnTo>
                    <a:pt x="133" y="5309"/>
                  </a:lnTo>
                  <a:lnTo>
                    <a:pt x="3451" y="5840"/>
                  </a:lnTo>
                  <a:lnTo>
                    <a:pt x="5044" y="6105"/>
                  </a:lnTo>
                  <a:lnTo>
                    <a:pt x="5309" y="6105"/>
                  </a:lnTo>
                  <a:lnTo>
                    <a:pt x="5309" y="797"/>
                  </a:lnTo>
                  <a:lnTo>
                    <a:pt x="5044" y="797"/>
                  </a:lnTo>
                  <a:lnTo>
                    <a:pt x="133" y="1"/>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4797;p40">
              <a:extLst>
                <a:ext uri="{FF2B5EF4-FFF2-40B4-BE49-F238E27FC236}">
                  <a16:creationId xmlns:a16="http://schemas.microsoft.com/office/drawing/2014/main" id="{B3772AB6-895B-03D4-5680-CA3C8996D70A}"/>
                </a:ext>
              </a:extLst>
            </p:cNvPr>
            <p:cNvSpPr/>
            <p:nvPr/>
          </p:nvSpPr>
          <p:spPr>
            <a:xfrm>
              <a:off x="6044166" y="4170947"/>
              <a:ext cx="88040" cy="101237"/>
            </a:xfrm>
            <a:custGeom>
              <a:avLst/>
              <a:gdLst/>
              <a:ahLst/>
              <a:cxnLst/>
              <a:rect l="l" t="t" r="r" b="b"/>
              <a:pathLst>
                <a:path w="5310" h="6106" fill="none" extrusionOk="0">
                  <a:moveTo>
                    <a:pt x="1" y="1"/>
                  </a:moveTo>
                  <a:lnTo>
                    <a:pt x="1" y="1"/>
                  </a:lnTo>
                  <a:lnTo>
                    <a:pt x="1" y="1"/>
                  </a:lnTo>
                  <a:lnTo>
                    <a:pt x="1" y="5309"/>
                  </a:lnTo>
                  <a:lnTo>
                    <a:pt x="1" y="5309"/>
                  </a:lnTo>
                  <a:lnTo>
                    <a:pt x="1" y="5309"/>
                  </a:lnTo>
                  <a:lnTo>
                    <a:pt x="1" y="5309"/>
                  </a:lnTo>
                  <a:lnTo>
                    <a:pt x="133" y="5309"/>
                  </a:lnTo>
                  <a:lnTo>
                    <a:pt x="3451" y="5840"/>
                  </a:lnTo>
                  <a:lnTo>
                    <a:pt x="5044" y="6105"/>
                  </a:lnTo>
                  <a:lnTo>
                    <a:pt x="5044" y="6105"/>
                  </a:lnTo>
                  <a:lnTo>
                    <a:pt x="5176" y="6105"/>
                  </a:lnTo>
                  <a:lnTo>
                    <a:pt x="5176" y="6105"/>
                  </a:lnTo>
                  <a:lnTo>
                    <a:pt x="5309" y="6105"/>
                  </a:lnTo>
                  <a:lnTo>
                    <a:pt x="5309" y="797"/>
                  </a:lnTo>
                  <a:lnTo>
                    <a:pt x="5309" y="797"/>
                  </a:lnTo>
                  <a:lnTo>
                    <a:pt x="5176" y="797"/>
                  </a:lnTo>
                  <a:lnTo>
                    <a:pt x="5176" y="797"/>
                  </a:lnTo>
                  <a:lnTo>
                    <a:pt x="5044" y="797"/>
                  </a:lnTo>
                  <a:lnTo>
                    <a:pt x="133" y="1"/>
                  </a:lnTo>
                  <a:lnTo>
                    <a:pt x="133" y="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4798;p40">
              <a:extLst>
                <a:ext uri="{FF2B5EF4-FFF2-40B4-BE49-F238E27FC236}">
                  <a16:creationId xmlns:a16="http://schemas.microsoft.com/office/drawing/2014/main" id="{46895E2B-324E-A5B8-7617-58799F9D4AE5}"/>
                </a:ext>
              </a:extLst>
            </p:cNvPr>
            <p:cNvSpPr/>
            <p:nvPr/>
          </p:nvSpPr>
          <p:spPr>
            <a:xfrm>
              <a:off x="5991358" y="4170947"/>
              <a:ext cx="52824" cy="101237"/>
            </a:xfrm>
            <a:custGeom>
              <a:avLst/>
              <a:gdLst/>
              <a:ahLst/>
              <a:cxnLst/>
              <a:rect l="l" t="t" r="r" b="b"/>
              <a:pathLst>
                <a:path w="3186" h="6106" extrusionOk="0">
                  <a:moveTo>
                    <a:pt x="3186" y="1"/>
                  </a:moveTo>
                  <a:lnTo>
                    <a:pt x="2788" y="134"/>
                  </a:lnTo>
                  <a:lnTo>
                    <a:pt x="2389" y="266"/>
                  </a:lnTo>
                  <a:lnTo>
                    <a:pt x="1460" y="797"/>
                  </a:lnTo>
                  <a:lnTo>
                    <a:pt x="399" y="1461"/>
                  </a:lnTo>
                  <a:lnTo>
                    <a:pt x="1" y="1726"/>
                  </a:lnTo>
                  <a:lnTo>
                    <a:pt x="1" y="1859"/>
                  </a:lnTo>
                  <a:lnTo>
                    <a:pt x="1" y="1991"/>
                  </a:lnTo>
                  <a:lnTo>
                    <a:pt x="1328" y="4646"/>
                  </a:lnTo>
                  <a:lnTo>
                    <a:pt x="1460" y="4778"/>
                  </a:lnTo>
                  <a:lnTo>
                    <a:pt x="1460" y="6105"/>
                  </a:lnTo>
                  <a:lnTo>
                    <a:pt x="2389" y="5575"/>
                  </a:lnTo>
                  <a:lnTo>
                    <a:pt x="2788" y="5309"/>
                  </a:lnTo>
                  <a:lnTo>
                    <a:pt x="3186" y="5309"/>
                  </a:lnTo>
                  <a:lnTo>
                    <a:pt x="3186" y="1"/>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4799;p40">
              <a:extLst>
                <a:ext uri="{FF2B5EF4-FFF2-40B4-BE49-F238E27FC236}">
                  <a16:creationId xmlns:a16="http://schemas.microsoft.com/office/drawing/2014/main" id="{2B8981E2-D26D-E111-8027-F7228D9B24F0}"/>
                </a:ext>
              </a:extLst>
            </p:cNvPr>
            <p:cNvSpPr/>
            <p:nvPr/>
          </p:nvSpPr>
          <p:spPr>
            <a:xfrm>
              <a:off x="5868136" y="4316171"/>
              <a:ext cx="44036" cy="46225"/>
            </a:xfrm>
            <a:custGeom>
              <a:avLst/>
              <a:gdLst/>
              <a:ahLst/>
              <a:cxnLst/>
              <a:rect l="l" t="t" r="r" b="b"/>
              <a:pathLst>
                <a:path w="2656" h="2788" extrusionOk="0">
                  <a:moveTo>
                    <a:pt x="1726" y="1726"/>
                  </a:moveTo>
                  <a:lnTo>
                    <a:pt x="2655" y="2655"/>
                  </a:lnTo>
                  <a:lnTo>
                    <a:pt x="2655" y="2655"/>
                  </a:lnTo>
                  <a:lnTo>
                    <a:pt x="2655" y="2788"/>
                  </a:lnTo>
                  <a:lnTo>
                    <a:pt x="2655" y="2788"/>
                  </a:lnTo>
                  <a:lnTo>
                    <a:pt x="2655" y="2655"/>
                  </a:lnTo>
                  <a:lnTo>
                    <a:pt x="1726" y="1726"/>
                  </a:lnTo>
                  <a:close/>
                  <a:moveTo>
                    <a:pt x="1" y="1"/>
                  </a:moveTo>
                  <a:lnTo>
                    <a:pt x="1" y="1"/>
                  </a:lnTo>
                  <a:lnTo>
                    <a:pt x="1" y="1"/>
                  </a:lnTo>
                  <a:lnTo>
                    <a:pt x="1" y="1"/>
                  </a:lnTo>
                  <a:lnTo>
                    <a:pt x="266" y="133"/>
                  </a:lnTo>
                  <a:lnTo>
                    <a:pt x="266" y="133"/>
                  </a:lnTo>
                  <a:lnTo>
                    <a:pt x="1" y="1"/>
                  </a:ln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4800;p40">
              <a:extLst>
                <a:ext uri="{FF2B5EF4-FFF2-40B4-BE49-F238E27FC236}">
                  <a16:creationId xmlns:a16="http://schemas.microsoft.com/office/drawing/2014/main" id="{40D10A1E-D570-9710-C86A-8DAB3EB99F5D}"/>
                </a:ext>
              </a:extLst>
            </p:cNvPr>
            <p:cNvSpPr/>
            <p:nvPr/>
          </p:nvSpPr>
          <p:spPr>
            <a:xfrm>
              <a:off x="5896753" y="4344771"/>
              <a:ext cx="15419" cy="17625"/>
            </a:xfrm>
            <a:custGeom>
              <a:avLst/>
              <a:gdLst/>
              <a:ahLst/>
              <a:cxnLst/>
              <a:rect l="l" t="t" r="r" b="b"/>
              <a:pathLst>
                <a:path w="930" h="1063" fill="none" extrusionOk="0">
                  <a:moveTo>
                    <a:pt x="0" y="1"/>
                  </a:moveTo>
                  <a:lnTo>
                    <a:pt x="929" y="930"/>
                  </a:lnTo>
                  <a:lnTo>
                    <a:pt x="929" y="930"/>
                  </a:lnTo>
                  <a:lnTo>
                    <a:pt x="929" y="1063"/>
                  </a:lnTo>
                  <a:lnTo>
                    <a:pt x="929" y="1063"/>
                  </a:lnTo>
                  <a:lnTo>
                    <a:pt x="929" y="930"/>
                  </a:lnTo>
                  <a:lnTo>
                    <a:pt x="0"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4801;p40">
              <a:extLst>
                <a:ext uri="{FF2B5EF4-FFF2-40B4-BE49-F238E27FC236}">
                  <a16:creationId xmlns:a16="http://schemas.microsoft.com/office/drawing/2014/main" id="{DC6A5843-637C-1E4F-6B1A-41018F13C9E7}"/>
                </a:ext>
              </a:extLst>
            </p:cNvPr>
            <p:cNvSpPr/>
            <p:nvPr/>
          </p:nvSpPr>
          <p:spPr>
            <a:xfrm>
              <a:off x="5868136" y="4316171"/>
              <a:ext cx="4427" cy="2222"/>
            </a:xfrm>
            <a:custGeom>
              <a:avLst/>
              <a:gdLst/>
              <a:ahLst/>
              <a:cxnLst/>
              <a:rect l="l" t="t" r="r" b="b"/>
              <a:pathLst>
                <a:path w="267" h="134" fill="none" extrusionOk="0">
                  <a:moveTo>
                    <a:pt x="1" y="1"/>
                  </a:moveTo>
                  <a:lnTo>
                    <a:pt x="1" y="1"/>
                  </a:lnTo>
                  <a:lnTo>
                    <a:pt x="1" y="1"/>
                  </a:lnTo>
                  <a:lnTo>
                    <a:pt x="1" y="1"/>
                  </a:lnTo>
                  <a:lnTo>
                    <a:pt x="266" y="133"/>
                  </a:lnTo>
                  <a:lnTo>
                    <a:pt x="266" y="133"/>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4802;p40">
              <a:extLst>
                <a:ext uri="{FF2B5EF4-FFF2-40B4-BE49-F238E27FC236}">
                  <a16:creationId xmlns:a16="http://schemas.microsoft.com/office/drawing/2014/main" id="{F9D7E0F0-B89A-F4EB-961C-59F82F4C44BB}"/>
                </a:ext>
              </a:extLst>
            </p:cNvPr>
            <p:cNvSpPr/>
            <p:nvPr/>
          </p:nvSpPr>
          <p:spPr>
            <a:xfrm>
              <a:off x="5868136" y="4228164"/>
              <a:ext cx="50635" cy="136437"/>
            </a:xfrm>
            <a:custGeom>
              <a:avLst/>
              <a:gdLst/>
              <a:ahLst/>
              <a:cxnLst/>
              <a:rect l="l" t="t" r="r" b="b"/>
              <a:pathLst>
                <a:path w="3054" h="8229" extrusionOk="0">
                  <a:moveTo>
                    <a:pt x="1" y="0"/>
                  </a:moveTo>
                  <a:lnTo>
                    <a:pt x="1" y="5309"/>
                  </a:lnTo>
                  <a:lnTo>
                    <a:pt x="266" y="5441"/>
                  </a:lnTo>
                  <a:lnTo>
                    <a:pt x="1726" y="7034"/>
                  </a:lnTo>
                  <a:lnTo>
                    <a:pt x="2655" y="7963"/>
                  </a:lnTo>
                  <a:lnTo>
                    <a:pt x="2655" y="8096"/>
                  </a:lnTo>
                  <a:lnTo>
                    <a:pt x="3053" y="8228"/>
                  </a:lnTo>
                  <a:lnTo>
                    <a:pt x="3053" y="2920"/>
                  </a:lnTo>
                  <a:lnTo>
                    <a:pt x="2788" y="2920"/>
                  </a:lnTo>
                  <a:lnTo>
                    <a:pt x="2655" y="2787"/>
                  </a:lnTo>
                  <a:lnTo>
                    <a:pt x="266" y="266"/>
                  </a:lnTo>
                  <a:lnTo>
                    <a:pt x="1" y="0"/>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4803;p40">
              <a:extLst>
                <a:ext uri="{FF2B5EF4-FFF2-40B4-BE49-F238E27FC236}">
                  <a16:creationId xmlns:a16="http://schemas.microsoft.com/office/drawing/2014/main" id="{E181E55C-3FD8-DF01-42F2-6E19A6B5BE8C}"/>
                </a:ext>
              </a:extLst>
            </p:cNvPr>
            <p:cNvSpPr/>
            <p:nvPr/>
          </p:nvSpPr>
          <p:spPr>
            <a:xfrm>
              <a:off x="5868136" y="4228164"/>
              <a:ext cx="50635" cy="136437"/>
            </a:xfrm>
            <a:custGeom>
              <a:avLst/>
              <a:gdLst/>
              <a:ahLst/>
              <a:cxnLst/>
              <a:rect l="l" t="t" r="r" b="b"/>
              <a:pathLst>
                <a:path w="3054" h="8229" fill="none" extrusionOk="0">
                  <a:moveTo>
                    <a:pt x="1" y="0"/>
                  </a:moveTo>
                  <a:lnTo>
                    <a:pt x="1" y="5309"/>
                  </a:lnTo>
                  <a:lnTo>
                    <a:pt x="1" y="5309"/>
                  </a:lnTo>
                  <a:lnTo>
                    <a:pt x="266" y="5441"/>
                  </a:lnTo>
                  <a:lnTo>
                    <a:pt x="266" y="5441"/>
                  </a:lnTo>
                  <a:lnTo>
                    <a:pt x="266" y="5441"/>
                  </a:lnTo>
                  <a:lnTo>
                    <a:pt x="1726" y="7034"/>
                  </a:lnTo>
                  <a:lnTo>
                    <a:pt x="2655" y="7963"/>
                  </a:lnTo>
                  <a:lnTo>
                    <a:pt x="2655" y="7963"/>
                  </a:lnTo>
                  <a:lnTo>
                    <a:pt x="2655" y="8096"/>
                  </a:lnTo>
                  <a:lnTo>
                    <a:pt x="2655" y="8096"/>
                  </a:lnTo>
                  <a:lnTo>
                    <a:pt x="3053" y="8228"/>
                  </a:lnTo>
                  <a:lnTo>
                    <a:pt x="3053" y="2920"/>
                  </a:lnTo>
                  <a:lnTo>
                    <a:pt x="3053" y="2920"/>
                  </a:lnTo>
                  <a:lnTo>
                    <a:pt x="2788" y="2920"/>
                  </a:lnTo>
                  <a:lnTo>
                    <a:pt x="2655" y="2787"/>
                  </a:lnTo>
                  <a:lnTo>
                    <a:pt x="266" y="266"/>
                  </a:lnTo>
                  <a:lnTo>
                    <a:pt x="266" y="266"/>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4804;p40">
              <a:extLst>
                <a:ext uri="{FF2B5EF4-FFF2-40B4-BE49-F238E27FC236}">
                  <a16:creationId xmlns:a16="http://schemas.microsoft.com/office/drawing/2014/main" id="{554631B5-5BA6-C9B0-D2C9-2CD4257F26FE}"/>
                </a:ext>
              </a:extLst>
            </p:cNvPr>
            <p:cNvSpPr/>
            <p:nvPr/>
          </p:nvSpPr>
          <p:spPr>
            <a:xfrm>
              <a:off x="5799926" y="4228164"/>
              <a:ext cx="68227" cy="88023"/>
            </a:xfrm>
            <a:custGeom>
              <a:avLst/>
              <a:gdLst/>
              <a:ahLst/>
              <a:cxnLst/>
              <a:rect l="l" t="t" r="r" b="b"/>
              <a:pathLst>
                <a:path w="4115" h="5309" extrusionOk="0">
                  <a:moveTo>
                    <a:pt x="1" y="0"/>
                  </a:moveTo>
                  <a:lnTo>
                    <a:pt x="1" y="5309"/>
                  </a:lnTo>
                  <a:lnTo>
                    <a:pt x="4115" y="5309"/>
                  </a:lnTo>
                  <a:lnTo>
                    <a:pt x="4115" y="0"/>
                  </a:lnTo>
                  <a:close/>
                </a:path>
              </a:pathLst>
            </a:custGeom>
            <a:solidFill>
              <a:srgbClr val="2632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4805;p40">
              <a:extLst>
                <a:ext uri="{FF2B5EF4-FFF2-40B4-BE49-F238E27FC236}">
                  <a16:creationId xmlns:a16="http://schemas.microsoft.com/office/drawing/2014/main" id="{086FA154-958A-0808-5210-3E8031F1BBA7}"/>
                </a:ext>
              </a:extLst>
            </p:cNvPr>
            <p:cNvSpPr/>
            <p:nvPr/>
          </p:nvSpPr>
          <p:spPr>
            <a:xfrm>
              <a:off x="5799926" y="4228164"/>
              <a:ext cx="68227" cy="88023"/>
            </a:xfrm>
            <a:custGeom>
              <a:avLst/>
              <a:gdLst/>
              <a:ahLst/>
              <a:cxnLst/>
              <a:rect l="l" t="t" r="r" b="b"/>
              <a:pathLst>
                <a:path w="4115" h="5309" fill="none" extrusionOk="0">
                  <a:moveTo>
                    <a:pt x="1" y="0"/>
                  </a:moveTo>
                  <a:lnTo>
                    <a:pt x="1" y="5309"/>
                  </a:lnTo>
                  <a:lnTo>
                    <a:pt x="1" y="5309"/>
                  </a:lnTo>
                  <a:lnTo>
                    <a:pt x="266" y="5309"/>
                  </a:lnTo>
                  <a:lnTo>
                    <a:pt x="266" y="5309"/>
                  </a:lnTo>
                  <a:lnTo>
                    <a:pt x="1991" y="5309"/>
                  </a:lnTo>
                  <a:lnTo>
                    <a:pt x="3584" y="5309"/>
                  </a:lnTo>
                  <a:lnTo>
                    <a:pt x="3584" y="5309"/>
                  </a:lnTo>
                  <a:lnTo>
                    <a:pt x="4115" y="5309"/>
                  </a:lnTo>
                  <a:lnTo>
                    <a:pt x="4115" y="0"/>
                  </a:lnTo>
                  <a:lnTo>
                    <a:pt x="4115" y="0"/>
                  </a:lnTo>
                  <a:lnTo>
                    <a:pt x="3584" y="0"/>
                  </a:lnTo>
                  <a:lnTo>
                    <a:pt x="3584" y="0"/>
                  </a:lnTo>
                  <a:lnTo>
                    <a:pt x="1991" y="0"/>
                  </a:lnTo>
                  <a:lnTo>
                    <a:pt x="266" y="0"/>
                  </a:lnTo>
                  <a:lnTo>
                    <a:pt x="266" y="0"/>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4806;p40">
              <a:extLst>
                <a:ext uri="{FF2B5EF4-FFF2-40B4-BE49-F238E27FC236}">
                  <a16:creationId xmlns:a16="http://schemas.microsoft.com/office/drawing/2014/main" id="{A797F3B0-22B0-5A57-7F8A-A59EBB90FA6F}"/>
                </a:ext>
              </a:extLst>
            </p:cNvPr>
            <p:cNvSpPr/>
            <p:nvPr/>
          </p:nvSpPr>
          <p:spPr>
            <a:xfrm>
              <a:off x="5753717" y="4316171"/>
              <a:ext cx="46225" cy="44020"/>
            </a:xfrm>
            <a:custGeom>
              <a:avLst/>
              <a:gdLst/>
              <a:ahLst/>
              <a:cxnLst/>
              <a:rect l="l" t="t" r="r" b="b"/>
              <a:pathLst>
                <a:path w="2788" h="2655" extrusionOk="0">
                  <a:moveTo>
                    <a:pt x="134" y="2655"/>
                  </a:moveTo>
                  <a:lnTo>
                    <a:pt x="134" y="2655"/>
                  </a:lnTo>
                  <a:lnTo>
                    <a:pt x="1" y="2655"/>
                  </a:lnTo>
                  <a:lnTo>
                    <a:pt x="1" y="2655"/>
                  </a:lnTo>
                  <a:lnTo>
                    <a:pt x="134" y="2655"/>
                  </a:lnTo>
                  <a:close/>
                  <a:moveTo>
                    <a:pt x="2788" y="1"/>
                  </a:moveTo>
                  <a:lnTo>
                    <a:pt x="2788" y="1"/>
                  </a:lnTo>
                  <a:lnTo>
                    <a:pt x="2390" y="266"/>
                  </a:lnTo>
                  <a:lnTo>
                    <a:pt x="2390" y="266"/>
                  </a:lnTo>
                  <a:lnTo>
                    <a:pt x="2788" y="1"/>
                  </a:lnTo>
                  <a:lnTo>
                    <a:pt x="2788" y="1"/>
                  </a:ln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4807;p40">
              <a:extLst>
                <a:ext uri="{FF2B5EF4-FFF2-40B4-BE49-F238E27FC236}">
                  <a16:creationId xmlns:a16="http://schemas.microsoft.com/office/drawing/2014/main" id="{0D1C8B2C-185A-CF86-772C-5FB4BEC1F650}"/>
                </a:ext>
              </a:extLst>
            </p:cNvPr>
            <p:cNvSpPr/>
            <p:nvPr/>
          </p:nvSpPr>
          <p:spPr>
            <a:xfrm>
              <a:off x="5753717" y="4360174"/>
              <a:ext cx="2222" cy="17"/>
            </a:xfrm>
            <a:custGeom>
              <a:avLst/>
              <a:gdLst/>
              <a:ahLst/>
              <a:cxnLst/>
              <a:rect l="l" t="t" r="r" b="b"/>
              <a:pathLst>
                <a:path w="134" h="1" fill="none" extrusionOk="0">
                  <a:moveTo>
                    <a:pt x="134" y="1"/>
                  </a:moveTo>
                  <a:lnTo>
                    <a:pt x="134" y="1"/>
                  </a:lnTo>
                  <a:lnTo>
                    <a:pt x="1" y="1"/>
                  </a:lnTo>
                  <a:lnTo>
                    <a:pt x="1" y="1"/>
                  </a:lnTo>
                  <a:lnTo>
                    <a:pt x="13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4808;p40">
              <a:extLst>
                <a:ext uri="{FF2B5EF4-FFF2-40B4-BE49-F238E27FC236}">
                  <a16:creationId xmlns:a16="http://schemas.microsoft.com/office/drawing/2014/main" id="{E368740D-03BF-5D6B-F391-6B095FD9A499}"/>
                </a:ext>
              </a:extLst>
            </p:cNvPr>
            <p:cNvSpPr/>
            <p:nvPr/>
          </p:nvSpPr>
          <p:spPr>
            <a:xfrm>
              <a:off x="5793327" y="4316171"/>
              <a:ext cx="6615" cy="4427"/>
            </a:xfrm>
            <a:custGeom>
              <a:avLst/>
              <a:gdLst/>
              <a:ahLst/>
              <a:cxnLst/>
              <a:rect l="l" t="t" r="r" b="b"/>
              <a:pathLst>
                <a:path w="399" h="267" fill="none" extrusionOk="0">
                  <a:moveTo>
                    <a:pt x="399" y="1"/>
                  </a:moveTo>
                  <a:lnTo>
                    <a:pt x="399" y="1"/>
                  </a:lnTo>
                  <a:lnTo>
                    <a:pt x="1" y="266"/>
                  </a:lnTo>
                  <a:lnTo>
                    <a:pt x="1" y="266"/>
                  </a:lnTo>
                  <a:lnTo>
                    <a:pt x="399" y="1"/>
                  </a:lnTo>
                  <a:lnTo>
                    <a:pt x="399"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5" name="Google Shape;4809;p40">
              <a:extLst>
                <a:ext uri="{FF2B5EF4-FFF2-40B4-BE49-F238E27FC236}">
                  <a16:creationId xmlns:a16="http://schemas.microsoft.com/office/drawing/2014/main" id="{F6B1D9EA-BB51-F430-B3AE-7A29B9A57444}"/>
                </a:ext>
              </a:extLst>
            </p:cNvPr>
            <p:cNvSpPr/>
            <p:nvPr/>
          </p:nvSpPr>
          <p:spPr>
            <a:xfrm>
              <a:off x="5747119" y="4228164"/>
              <a:ext cx="52824" cy="136437"/>
            </a:xfrm>
            <a:custGeom>
              <a:avLst/>
              <a:gdLst/>
              <a:ahLst/>
              <a:cxnLst/>
              <a:rect l="l" t="t" r="r" b="b"/>
              <a:pathLst>
                <a:path w="3186" h="8229" extrusionOk="0">
                  <a:moveTo>
                    <a:pt x="3186" y="0"/>
                  </a:moveTo>
                  <a:lnTo>
                    <a:pt x="2920" y="133"/>
                  </a:lnTo>
                  <a:lnTo>
                    <a:pt x="2655" y="398"/>
                  </a:lnTo>
                  <a:lnTo>
                    <a:pt x="532" y="2654"/>
                  </a:lnTo>
                  <a:lnTo>
                    <a:pt x="1" y="2920"/>
                  </a:lnTo>
                  <a:lnTo>
                    <a:pt x="1" y="8228"/>
                  </a:lnTo>
                  <a:lnTo>
                    <a:pt x="399" y="7963"/>
                  </a:lnTo>
                  <a:lnTo>
                    <a:pt x="532" y="7963"/>
                  </a:lnTo>
                  <a:lnTo>
                    <a:pt x="532" y="7830"/>
                  </a:lnTo>
                  <a:lnTo>
                    <a:pt x="2655" y="5574"/>
                  </a:lnTo>
                  <a:lnTo>
                    <a:pt x="2788" y="5574"/>
                  </a:lnTo>
                  <a:lnTo>
                    <a:pt x="3186" y="5309"/>
                  </a:lnTo>
                  <a:lnTo>
                    <a:pt x="3186" y="0"/>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6" name="Google Shape;4810;p40">
              <a:extLst>
                <a:ext uri="{FF2B5EF4-FFF2-40B4-BE49-F238E27FC236}">
                  <a16:creationId xmlns:a16="http://schemas.microsoft.com/office/drawing/2014/main" id="{EED7CEAB-53BF-CEAF-6557-DBD43A9BABD8}"/>
                </a:ext>
              </a:extLst>
            </p:cNvPr>
            <p:cNvSpPr/>
            <p:nvPr/>
          </p:nvSpPr>
          <p:spPr>
            <a:xfrm>
              <a:off x="5747119" y="4228164"/>
              <a:ext cx="52824" cy="136437"/>
            </a:xfrm>
            <a:custGeom>
              <a:avLst/>
              <a:gdLst/>
              <a:ahLst/>
              <a:cxnLst/>
              <a:rect l="l" t="t" r="r" b="b"/>
              <a:pathLst>
                <a:path w="3186" h="8229" fill="none" extrusionOk="0">
                  <a:moveTo>
                    <a:pt x="3186" y="0"/>
                  </a:moveTo>
                  <a:lnTo>
                    <a:pt x="3186" y="0"/>
                  </a:lnTo>
                  <a:lnTo>
                    <a:pt x="2920" y="133"/>
                  </a:lnTo>
                  <a:lnTo>
                    <a:pt x="2655" y="398"/>
                  </a:lnTo>
                  <a:lnTo>
                    <a:pt x="532" y="2654"/>
                  </a:lnTo>
                  <a:lnTo>
                    <a:pt x="532" y="2654"/>
                  </a:lnTo>
                  <a:lnTo>
                    <a:pt x="1" y="2920"/>
                  </a:lnTo>
                  <a:lnTo>
                    <a:pt x="1" y="8228"/>
                  </a:lnTo>
                  <a:lnTo>
                    <a:pt x="1" y="8228"/>
                  </a:lnTo>
                  <a:lnTo>
                    <a:pt x="1" y="8228"/>
                  </a:lnTo>
                  <a:lnTo>
                    <a:pt x="399" y="7963"/>
                  </a:lnTo>
                  <a:lnTo>
                    <a:pt x="399" y="7963"/>
                  </a:lnTo>
                  <a:lnTo>
                    <a:pt x="532" y="7963"/>
                  </a:lnTo>
                  <a:lnTo>
                    <a:pt x="532" y="7963"/>
                  </a:lnTo>
                  <a:lnTo>
                    <a:pt x="532" y="7830"/>
                  </a:lnTo>
                  <a:lnTo>
                    <a:pt x="2655" y="5574"/>
                  </a:lnTo>
                  <a:lnTo>
                    <a:pt x="2655" y="5574"/>
                  </a:lnTo>
                  <a:lnTo>
                    <a:pt x="2788" y="5574"/>
                  </a:lnTo>
                  <a:lnTo>
                    <a:pt x="2788" y="5574"/>
                  </a:lnTo>
                  <a:lnTo>
                    <a:pt x="3186" y="5309"/>
                  </a:lnTo>
                  <a:lnTo>
                    <a:pt x="3186" y="0"/>
                  </a:lnTo>
                  <a:lnTo>
                    <a:pt x="3186"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4811;p40">
              <a:extLst>
                <a:ext uri="{FF2B5EF4-FFF2-40B4-BE49-F238E27FC236}">
                  <a16:creationId xmlns:a16="http://schemas.microsoft.com/office/drawing/2014/main" id="{8B94ABC4-F732-14CD-5F59-D657CDEC2D08}"/>
                </a:ext>
              </a:extLst>
            </p:cNvPr>
            <p:cNvSpPr/>
            <p:nvPr/>
          </p:nvSpPr>
          <p:spPr>
            <a:xfrm>
              <a:off x="5799926" y="4228164"/>
              <a:ext cx="17" cy="88023"/>
            </a:xfrm>
            <a:custGeom>
              <a:avLst/>
              <a:gdLst/>
              <a:ahLst/>
              <a:cxnLst/>
              <a:rect l="l" t="t" r="r" b="b"/>
              <a:pathLst>
                <a:path w="1" h="5309" extrusionOk="0">
                  <a:moveTo>
                    <a:pt x="1" y="0"/>
                  </a:moveTo>
                  <a:lnTo>
                    <a:pt x="1" y="0"/>
                  </a:lnTo>
                  <a:lnTo>
                    <a:pt x="1" y="5309"/>
                  </a:lnTo>
                  <a:lnTo>
                    <a:pt x="1" y="5309"/>
                  </a:lnTo>
                  <a:lnTo>
                    <a:pt x="1" y="5309"/>
                  </a:lnTo>
                  <a:lnTo>
                    <a:pt x="1" y="0"/>
                  </a:lnTo>
                  <a:close/>
                </a:path>
              </a:pathLst>
            </a:custGeom>
            <a:solidFill>
              <a:srgbClr val="202B3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8" name="Google Shape;4812;p40">
              <a:extLst>
                <a:ext uri="{FF2B5EF4-FFF2-40B4-BE49-F238E27FC236}">
                  <a16:creationId xmlns:a16="http://schemas.microsoft.com/office/drawing/2014/main" id="{C4C2E7F5-50EA-F432-F1B5-7102B055E3B4}"/>
                </a:ext>
              </a:extLst>
            </p:cNvPr>
            <p:cNvSpPr/>
            <p:nvPr/>
          </p:nvSpPr>
          <p:spPr>
            <a:xfrm>
              <a:off x="5799926" y="4228164"/>
              <a:ext cx="17" cy="88023"/>
            </a:xfrm>
            <a:custGeom>
              <a:avLst/>
              <a:gdLst/>
              <a:ahLst/>
              <a:cxnLst/>
              <a:rect l="l" t="t" r="r" b="b"/>
              <a:pathLst>
                <a:path w="1" h="5309" fill="none" extrusionOk="0">
                  <a:moveTo>
                    <a:pt x="1" y="0"/>
                  </a:moveTo>
                  <a:lnTo>
                    <a:pt x="1" y="0"/>
                  </a:lnTo>
                  <a:lnTo>
                    <a:pt x="1" y="5309"/>
                  </a:lnTo>
                  <a:lnTo>
                    <a:pt x="1" y="5309"/>
                  </a:lnTo>
                  <a:lnTo>
                    <a:pt x="1" y="5309"/>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9" name="Google Shape;4813;p40">
              <a:extLst>
                <a:ext uri="{FF2B5EF4-FFF2-40B4-BE49-F238E27FC236}">
                  <a16:creationId xmlns:a16="http://schemas.microsoft.com/office/drawing/2014/main" id="{502C4116-7258-0F43-EF21-B5049848BD86}"/>
                </a:ext>
              </a:extLst>
            </p:cNvPr>
            <p:cNvSpPr/>
            <p:nvPr/>
          </p:nvSpPr>
          <p:spPr>
            <a:xfrm>
              <a:off x="5650308" y="4252371"/>
              <a:ext cx="96827" cy="112230"/>
            </a:xfrm>
            <a:custGeom>
              <a:avLst/>
              <a:gdLst/>
              <a:ahLst/>
              <a:cxnLst/>
              <a:rect l="l" t="t" r="r" b="b"/>
              <a:pathLst>
                <a:path w="5840" h="6769" extrusionOk="0">
                  <a:moveTo>
                    <a:pt x="1" y="0"/>
                  </a:moveTo>
                  <a:lnTo>
                    <a:pt x="1" y="1194"/>
                  </a:lnTo>
                  <a:lnTo>
                    <a:pt x="1" y="2654"/>
                  </a:lnTo>
                  <a:lnTo>
                    <a:pt x="1" y="3318"/>
                  </a:lnTo>
                  <a:lnTo>
                    <a:pt x="1" y="5176"/>
                  </a:lnTo>
                  <a:lnTo>
                    <a:pt x="133" y="5441"/>
                  </a:lnTo>
                  <a:lnTo>
                    <a:pt x="266" y="5441"/>
                  </a:lnTo>
                  <a:lnTo>
                    <a:pt x="5442" y="6768"/>
                  </a:lnTo>
                  <a:lnTo>
                    <a:pt x="5840" y="6768"/>
                  </a:lnTo>
                  <a:lnTo>
                    <a:pt x="5840" y="1460"/>
                  </a:lnTo>
                  <a:lnTo>
                    <a:pt x="5442" y="1460"/>
                  </a:lnTo>
                  <a:lnTo>
                    <a:pt x="266" y="266"/>
                  </a:lnTo>
                  <a:lnTo>
                    <a:pt x="133" y="133"/>
                  </a:lnTo>
                  <a:lnTo>
                    <a:pt x="1"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0" name="Google Shape;4814;p40">
              <a:extLst>
                <a:ext uri="{FF2B5EF4-FFF2-40B4-BE49-F238E27FC236}">
                  <a16:creationId xmlns:a16="http://schemas.microsoft.com/office/drawing/2014/main" id="{7A6D2886-5514-50CE-668E-6153EE3D0531}"/>
                </a:ext>
              </a:extLst>
            </p:cNvPr>
            <p:cNvSpPr/>
            <p:nvPr/>
          </p:nvSpPr>
          <p:spPr>
            <a:xfrm>
              <a:off x="5650308" y="4252371"/>
              <a:ext cx="96827" cy="112230"/>
            </a:xfrm>
            <a:custGeom>
              <a:avLst/>
              <a:gdLst/>
              <a:ahLst/>
              <a:cxnLst/>
              <a:rect l="l" t="t" r="r" b="b"/>
              <a:pathLst>
                <a:path w="5840" h="6769" fill="none" extrusionOk="0">
                  <a:moveTo>
                    <a:pt x="1" y="0"/>
                  </a:moveTo>
                  <a:lnTo>
                    <a:pt x="1" y="1194"/>
                  </a:lnTo>
                  <a:lnTo>
                    <a:pt x="1" y="1194"/>
                  </a:lnTo>
                  <a:lnTo>
                    <a:pt x="1" y="1194"/>
                  </a:lnTo>
                  <a:lnTo>
                    <a:pt x="1" y="2654"/>
                  </a:lnTo>
                  <a:lnTo>
                    <a:pt x="1" y="3318"/>
                  </a:lnTo>
                  <a:lnTo>
                    <a:pt x="1" y="3318"/>
                  </a:lnTo>
                  <a:lnTo>
                    <a:pt x="1" y="5176"/>
                  </a:lnTo>
                  <a:lnTo>
                    <a:pt x="1" y="5176"/>
                  </a:lnTo>
                  <a:lnTo>
                    <a:pt x="133" y="5441"/>
                  </a:lnTo>
                  <a:lnTo>
                    <a:pt x="266" y="5441"/>
                  </a:lnTo>
                  <a:lnTo>
                    <a:pt x="5442" y="6768"/>
                  </a:lnTo>
                  <a:lnTo>
                    <a:pt x="5442" y="6768"/>
                  </a:lnTo>
                  <a:lnTo>
                    <a:pt x="5840" y="6768"/>
                  </a:lnTo>
                  <a:lnTo>
                    <a:pt x="5840" y="1460"/>
                  </a:lnTo>
                  <a:lnTo>
                    <a:pt x="5840" y="1460"/>
                  </a:lnTo>
                  <a:lnTo>
                    <a:pt x="5442" y="1460"/>
                  </a:lnTo>
                  <a:lnTo>
                    <a:pt x="266" y="266"/>
                  </a:lnTo>
                  <a:lnTo>
                    <a:pt x="266" y="266"/>
                  </a:lnTo>
                  <a:lnTo>
                    <a:pt x="133" y="133"/>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1" name="Google Shape;4815;p40">
              <a:extLst>
                <a:ext uri="{FF2B5EF4-FFF2-40B4-BE49-F238E27FC236}">
                  <a16:creationId xmlns:a16="http://schemas.microsoft.com/office/drawing/2014/main" id="{938192DD-B21D-9703-23A8-953A6C6C0304}"/>
                </a:ext>
              </a:extLst>
            </p:cNvPr>
            <p:cNvSpPr/>
            <p:nvPr/>
          </p:nvSpPr>
          <p:spPr>
            <a:xfrm>
              <a:off x="5623896" y="4258970"/>
              <a:ext cx="24223" cy="13214"/>
            </a:xfrm>
            <a:custGeom>
              <a:avLst/>
              <a:gdLst/>
              <a:ahLst/>
              <a:cxnLst/>
              <a:rect l="l" t="t" r="r" b="b"/>
              <a:pathLst>
                <a:path w="1461" h="797" extrusionOk="0">
                  <a:moveTo>
                    <a:pt x="1" y="0"/>
                  </a:moveTo>
                  <a:lnTo>
                    <a:pt x="1" y="0"/>
                  </a:lnTo>
                  <a:lnTo>
                    <a:pt x="1" y="0"/>
                  </a:lnTo>
                  <a:lnTo>
                    <a:pt x="399" y="133"/>
                  </a:lnTo>
                  <a:lnTo>
                    <a:pt x="399" y="133"/>
                  </a:lnTo>
                  <a:lnTo>
                    <a:pt x="1461" y="796"/>
                  </a:lnTo>
                  <a:lnTo>
                    <a:pt x="1461" y="796"/>
                  </a:lnTo>
                  <a:lnTo>
                    <a:pt x="399" y="133"/>
                  </a:lnTo>
                  <a:lnTo>
                    <a:pt x="399" y="133"/>
                  </a:lnTo>
                  <a:lnTo>
                    <a:pt x="1" y="0"/>
                  </a:lnTo>
                  <a:close/>
                </a:path>
              </a:pathLst>
            </a:custGeom>
            <a:solidFill>
              <a:srgbClr val="BFB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2" name="Google Shape;4816;p40">
              <a:extLst>
                <a:ext uri="{FF2B5EF4-FFF2-40B4-BE49-F238E27FC236}">
                  <a16:creationId xmlns:a16="http://schemas.microsoft.com/office/drawing/2014/main" id="{B7726128-973D-37F1-1B57-0CCF8223D7FC}"/>
                </a:ext>
              </a:extLst>
            </p:cNvPr>
            <p:cNvSpPr/>
            <p:nvPr/>
          </p:nvSpPr>
          <p:spPr>
            <a:xfrm>
              <a:off x="5623896" y="4258970"/>
              <a:ext cx="24223" cy="13214"/>
            </a:xfrm>
            <a:custGeom>
              <a:avLst/>
              <a:gdLst/>
              <a:ahLst/>
              <a:cxnLst/>
              <a:rect l="l" t="t" r="r" b="b"/>
              <a:pathLst>
                <a:path w="1461" h="797" fill="none" extrusionOk="0">
                  <a:moveTo>
                    <a:pt x="1" y="0"/>
                  </a:moveTo>
                  <a:lnTo>
                    <a:pt x="1" y="0"/>
                  </a:lnTo>
                  <a:lnTo>
                    <a:pt x="1" y="0"/>
                  </a:lnTo>
                  <a:lnTo>
                    <a:pt x="399" y="133"/>
                  </a:lnTo>
                  <a:lnTo>
                    <a:pt x="399" y="133"/>
                  </a:lnTo>
                  <a:lnTo>
                    <a:pt x="1461" y="796"/>
                  </a:lnTo>
                  <a:lnTo>
                    <a:pt x="1461" y="796"/>
                  </a:lnTo>
                  <a:lnTo>
                    <a:pt x="399" y="133"/>
                  </a:lnTo>
                  <a:lnTo>
                    <a:pt x="399" y="133"/>
                  </a:ln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3" name="Google Shape;4817;p40">
              <a:extLst>
                <a:ext uri="{FF2B5EF4-FFF2-40B4-BE49-F238E27FC236}">
                  <a16:creationId xmlns:a16="http://schemas.microsoft.com/office/drawing/2014/main" id="{508689ED-F51C-0974-49C7-9A66989B87E8}"/>
                </a:ext>
              </a:extLst>
            </p:cNvPr>
            <p:cNvSpPr/>
            <p:nvPr/>
          </p:nvSpPr>
          <p:spPr>
            <a:xfrm>
              <a:off x="5623896" y="4170947"/>
              <a:ext cx="48430" cy="101237"/>
            </a:xfrm>
            <a:custGeom>
              <a:avLst/>
              <a:gdLst/>
              <a:ahLst/>
              <a:cxnLst/>
              <a:rect l="l" t="t" r="r" b="b"/>
              <a:pathLst>
                <a:path w="2921" h="6106" extrusionOk="0">
                  <a:moveTo>
                    <a:pt x="1" y="1"/>
                  </a:moveTo>
                  <a:lnTo>
                    <a:pt x="1" y="5309"/>
                  </a:lnTo>
                  <a:lnTo>
                    <a:pt x="399" y="5442"/>
                  </a:lnTo>
                  <a:lnTo>
                    <a:pt x="1461" y="6105"/>
                  </a:lnTo>
                  <a:lnTo>
                    <a:pt x="1594" y="6105"/>
                  </a:lnTo>
                  <a:lnTo>
                    <a:pt x="1594" y="5575"/>
                  </a:lnTo>
                  <a:lnTo>
                    <a:pt x="1594" y="4778"/>
                  </a:lnTo>
                  <a:lnTo>
                    <a:pt x="1726" y="4513"/>
                  </a:lnTo>
                  <a:lnTo>
                    <a:pt x="2921" y="2124"/>
                  </a:lnTo>
                  <a:lnTo>
                    <a:pt x="2921" y="1726"/>
                  </a:lnTo>
                  <a:lnTo>
                    <a:pt x="2788" y="1461"/>
                  </a:lnTo>
                  <a:lnTo>
                    <a:pt x="1594" y="797"/>
                  </a:lnTo>
                  <a:lnTo>
                    <a:pt x="399" y="134"/>
                  </a:lnTo>
                  <a:lnTo>
                    <a:pt x="1" y="1"/>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4" name="Google Shape;4818;p40">
              <a:extLst>
                <a:ext uri="{FF2B5EF4-FFF2-40B4-BE49-F238E27FC236}">
                  <a16:creationId xmlns:a16="http://schemas.microsoft.com/office/drawing/2014/main" id="{68821773-50A9-39DB-9270-2104F51EE534}"/>
                </a:ext>
              </a:extLst>
            </p:cNvPr>
            <p:cNvSpPr/>
            <p:nvPr/>
          </p:nvSpPr>
          <p:spPr>
            <a:xfrm>
              <a:off x="5623896" y="4170947"/>
              <a:ext cx="48430" cy="101237"/>
            </a:xfrm>
            <a:custGeom>
              <a:avLst/>
              <a:gdLst/>
              <a:ahLst/>
              <a:cxnLst/>
              <a:rect l="l" t="t" r="r" b="b"/>
              <a:pathLst>
                <a:path w="2921" h="6106" fill="none" extrusionOk="0">
                  <a:moveTo>
                    <a:pt x="1" y="1"/>
                  </a:moveTo>
                  <a:lnTo>
                    <a:pt x="1" y="5309"/>
                  </a:lnTo>
                  <a:lnTo>
                    <a:pt x="1" y="5309"/>
                  </a:lnTo>
                  <a:lnTo>
                    <a:pt x="399" y="5442"/>
                  </a:lnTo>
                  <a:lnTo>
                    <a:pt x="399" y="5442"/>
                  </a:lnTo>
                  <a:lnTo>
                    <a:pt x="1461" y="6105"/>
                  </a:lnTo>
                  <a:lnTo>
                    <a:pt x="1461" y="6105"/>
                  </a:lnTo>
                  <a:lnTo>
                    <a:pt x="1594" y="6105"/>
                  </a:lnTo>
                  <a:lnTo>
                    <a:pt x="1594" y="5575"/>
                  </a:lnTo>
                  <a:lnTo>
                    <a:pt x="1594" y="5575"/>
                  </a:lnTo>
                  <a:lnTo>
                    <a:pt x="1594" y="4778"/>
                  </a:lnTo>
                  <a:lnTo>
                    <a:pt x="1594" y="4778"/>
                  </a:lnTo>
                  <a:lnTo>
                    <a:pt x="1726" y="4513"/>
                  </a:lnTo>
                  <a:lnTo>
                    <a:pt x="2921" y="2124"/>
                  </a:lnTo>
                  <a:lnTo>
                    <a:pt x="2921" y="2124"/>
                  </a:lnTo>
                  <a:lnTo>
                    <a:pt x="2921" y="1726"/>
                  </a:lnTo>
                  <a:lnTo>
                    <a:pt x="2788" y="1461"/>
                  </a:lnTo>
                  <a:lnTo>
                    <a:pt x="2788" y="1461"/>
                  </a:lnTo>
                  <a:lnTo>
                    <a:pt x="1594" y="797"/>
                  </a:lnTo>
                  <a:lnTo>
                    <a:pt x="399" y="134"/>
                  </a:lnTo>
                  <a:lnTo>
                    <a:pt x="399" y="134"/>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5" name="Google Shape;4819;p40">
              <a:extLst>
                <a:ext uri="{FF2B5EF4-FFF2-40B4-BE49-F238E27FC236}">
                  <a16:creationId xmlns:a16="http://schemas.microsoft.com/office/drawing/2014/main" id="{26574B80-9D6C-D67F-ADD9-F05782224E9C}"/>
                </a:ext>
              </a:extLst>
            </p:cNvPr>
            <p:cNvSpPr/>
            <p:nvPr/>
          </p:nvSpPr>
          <p:spPr>
            <a:xfrm>
              <a:off x="5650308" y="4263364"/>
              <a:ext cx="17" cy="8821"/>
            </a:xfrm>
            <a:custGeom>
              <a:avLst/>
              <a:gdLst/>
              <a:ahLst/>
              <a:cxnLst/>
              <a:rect l="l" t="t" r="r" b="b"/>
              <a:pathLst>
                <a:path w="1" h="532" extrusionOk="0">
                  <a:moveTo>
                    <a:pt x="1" y="1"/>
                  </a:moveTo>
                  <a:lnTo>
                    <a:pt x="1" y="531"/>
                  </a:lnTo>
                  <a:lnTo>
                    <a:pt x="1" y="531"/>
                  </a:lnTo>
                  <a:lnTo>
                    <a:pt x="1" y="531"/>
                  </a:lnTo>
                  <a:lnTo>
                    <a:pt x="1" y="531"/>
                  </a:lnTo>
                  <a:lnTo>
                    <a:pt x="1" y="1"/>
                  </a:lnTo>
                  <a:close/>
                </a:path>
              </a:pathLst>
            </a:custGeom>
            <a:solidFill>
              <a:srgbClr val="2F3C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6" name="Google Shape;4820;p40">
              <a:extLst>
                <a:ext uri="{FF2B5EF4-FFF2-40B4-BE49-F238E27FC236}">
                  <a16:creationId xmlns:a16="http://schemas.microsoft.com/office/drawing/2014/main" id="{BCC771E1-429B-A1AF-958B-0334BB1672B1}"/>
                </a:ext>
              </a:extLst>
            </p:cNvPr>
            <p:cNvSpPr/>
            <p:nvPr/>
          </p:nvSpPr>
          <p:spPr>
            <a:xfrm>
              <a:off x="5650308" y="4263364"/>
              <a:ext cx="17" cy="8821"/>
            </a:xfrm>
            <a:custGeom>
              <a:avLst/>
              <a:gdLst/>
              <a:ahLst/>
              <a:cxnLst/>
              <a:rect l="l" t="t" r="r" b="b"/>
              <a:pathLst>
                <a:path w="1" h="532" fill="none" extrusionOk="0">
                  <a:moveTo>
                    <a:pt x="1" y="1"/>
                  </a:moveTo>
                  <a:lnTo>
                    <a:pt x="1" y="531"/>
                  </a:lnTo>
                  <a:lnTo>
                    <a:pt x="1" y="531"/>
                  </a:lnTo>
                  <a:lnTo>
                    <a:pt x="1" y="531"/>
                  </a:lnTo>
                  <a:lnTo>
                    <a:pt x="1" y="531"/>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7" name="Google Shape;4821;p40">
              <a:extLst>
                <a:ext uri="{FF2B5EF4-FFF2-40B4-BE49-F238E27FC236}">
                  <a16:creationId xmlns:a16="http://schemas.microsoft.com/office/drawing/2014/main" id="{6FA4382A-1076-E3C0-B74A-0C5EF19DC989}"/>
                </a:ext>
              </a:extLst>
            </p:cNvPr>
            <p:cNvSpPr/>
            <p:nvPr/>
          </p:nvSpPr>
          <p:spPr>
            <a:xfrm>
              <a:off x="5489681" y="4131354"/>
              <a:ext cx="41831" cy="140831"/>
            </a:xfrm>
            <a:custGeom>
              <a:avLst/>
              <a:gdLst/>
              <a:ahLst/>
              <a:cxnLst/>
              <a:rect l="l" t="t" r="r" b="b"/>
              <a:pathLst>
                <a:path w="2523" h="8494" extrusionOk="0">
                  <a:moveTo>
                    <a:pt x="1" y="0"/>
                  </a:moveTo>
                  <a:lnTo>
                    <a:pt x="1" y="5176"/>
                  </a:lnTo>
                  <a:lnTo>
                    <a:pt x="133" y="5308"/>
                  </a:lnTo>
                  <a:lnTo>
                    <a:pt x="2124" y="8228"/>
                  </a:lnTo>
                  <a:lnTo>
                    <a:pt x="2522" y="8493"/>
                  </a:lnTo>
                  <a:lnTo>
                    <a:pt x="2522" y="3185"/>
                  </a:lnTo>
                  <a:lnTo>
                    <a:pt x="2124" y="2920"/>
                  </a:lnTo>
                  <a:lnTo>
                    <a:pt x="133" y="133"/>
                  </a:lnTo>
                  <a:lnTo>
                    <a:pt x="1" y="0"/>
                  </a:lnTo>
                  <a:close/>
                </a:path>
              </a:pathLst>
            </a:custGeom>
            <a:solidFill>
              <a:srgbClr val="3747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4822;p40">
              <a:extLst>
                <a:ext uri="{FF2B5EF4-FFF2-40B4-BE49-F238E27FC236}">
                  <a16:creationId xmlns:a16="http://schemas.microsoft.com/office/drawing/2014/main" id="{72857D5F-3EED-4BAE-7EE9-FA6A9FE1132A}"/>
                </a:ext>
              </a:extLst>
            </p:cNvPr>
            <p:cNvSpPr/>
            <p:nvPr/>
          </p:nvSpPr>
          <p:spPr>
            <a:xfrm>
              <a:off x="5489681" y="3882703"/>
              <a:ext cx="684323" cy="393874"/>
            </a:xfrm>
            <a:custGeom>
              <a:avLst/>
              <a:gdLst/>
              <a:ahLst/>
              <a:cxnLst/>
              <a:rect l="l" t="t" r="r" b="b"/>
              <a:pathLst>
                <a:path w="41274" h="23756" extrusionOk="0">
                  <a:moveTo>
                    <a:pt x="20703" y="6504"/>
                  </a:moveTo>
                  <a:lnTo>
                    <a:pt x="22429" y="6636"/>
                  </a:lnTo>
                  <a:lnTo>
                    <a:pt x="24154" y="7034"/>
                  </a:lnTo>
                  <a:lnTo>
                    <a:pt x="25746" y="7433"/>
                  </a:lnTo>
                  <a:lnTo>
                    <a:pt x="27074" y="8096"/>
                  </a:lnTo>
                  <a:lnTo>
                    <a:pt x="28268" y="8892"/>
                  </a:lnTo>
                  <a:lnTo>
                    <a:pt x="29064" y="9821"/>
                  </a:lnTo>
                  <a:lnTo>
                    <a:pt x="29595" y="10618"/>
                  </a:lnTo>
                  <a:lnTo>
                    <a:pt x="29728" y="11414"/>
                  </a:lnTo>
                  <a:lnTo>
                    <a:pt x="29728" y="12210"/>
                  </a:lnTo>
                  <a:lnTo>
                    <a:pt x="29595" y="13006"/>
                  </a:lnTo>
                  <a:lnTo>
                    <a:pt x="29595" y="13139"/>
                  </a:lnTo>
                  <a:lnTo>
                    <a:pt x="29462" y="13272"/>
                  </a:lnTo>
                  <a:lnTo>
                    <a:pt x="29462" y="13404"/>
                  </a:lnTo>
                  <a:lnTo>
                    <a:pt x="28799" y="14333"/>
                  </a:lnTo>
                  <a:lnTo>
                    <a:pt x="27870" y="15130"/>
                  </a:lnTo>
                  <a:lnTo>
                    <a:pt x="27074" y="15661"/>
                  </a:lnTo>
                  <a:lnTo>
                    <a:pt x="25746" y="16191"/>
                  </a:lnTo>
                  <a:lnTo>
                    <a:pt x="24154" y="16722"/>
                  </a:lnTo>
                  <a:lnTo>
                    <a:pt x="22827" y="16988"/>
                  </a:lnTo>
                  <a:lnTo>
                    <a:pt x="21500" y="17120"/>
                  </a:lnTo>
                  <a:lnTo>
                    <a:pt x="20173" y="17120"/>
                  </a:lnTo>
                  <a:lnTo>
                    <a:pt x="18846" y="16988"/>
                  </a:lnTo>
                  <a:lnTo>
                    <a:pt x="17518" y="16855"/>
                  </a:lnTo>
                  <a:lnTo>
                    <a:pt x="16324" y="16457"/>
                  </a:lnTo>
                  <a:lnTo>
                    <a:pt x="15262" y="16059"/>
                  </a:lnTo>
                  <a:lnTo>
                    <a:pt x="14201" y="15661"/>
                  </a:lnTo>
                  <a:lnTo>
                    <a:pt x="13404" y="15130"/>
                  </a:lnTo>
                  <a:lnTo>
                    <a:pt x="12741" y="14466"/>
                  </a:lnTo>
                  <a:lnTo>
                    <a:pt x="12210" y="13803"/>
                  </a:lnTo>
                  <a:lnTo>
                    <a:pt x="11679" y="13006"/>
                  </a:lnTo>
                  <a:lnTo>
                    <a:pt x="11546" y="12077"/>
                  </a:lnTo>
                  <a:lnTo>
                    <a:pt x="11679" y="11148"/>
                  </a:lnTo>
                  <a:lnTo>
                    <a:pt x="11945" y="10219"/>
                  </a:lnTo>
                  <a:lnTo>
                    <a:pt x="12077" y="10087"/>
                  </a:lnTo>
                  <a:lnTo>
                    <a:pt x="12077" y="9954"/>
                  </a:lnTo>
                  <a:lnTo>
                    <a:pt x="12343" y="9689"/>
                  </a:lnTo>
                  <a:lnTo>
                    <a:pt x="12475" y="9423"/>
                  </a:lnTo>
                  <a:lnTo>
                    <a:pt x="12608" y="9423"/>
                  </a:lnTo>
                  <a:lnTo>
                    <a:pt x="12741" y="9290"/>
                  </a:lnTo>
                  <a:lnTo>
                    <a:pt x="13537" y="8494"/>
                  </a:lnTo>
                  <a:lnTo>
                    <a:pt x="14599" y="7963"/>
                  </a:lnTo>
                  <a:lnTo>
                    <a:pt x="15793" y="7433"/>
                  </a:lnTo>
                  <a:lnTo>
                    <a:pt x="17120" y="7034"/>
                  </a:lnTo>
                  <a:lnTo>
                    <a:pt x="18978" y="6636"/>
                  </a:lnTo>
                  <a:lnTo>
                    <a:pt x="20703" y="6504"/>
                  </a:lnTo>
                  <a:close/>
                  <a:moveTo>
                    <a:pt x="15130" y="1"/>
                  </a:moveTo>
                  <a:lnTo>
                    <a:pt x="10087" y="1195"/>
                  </a:lnTo>
                  <a:lnTo>
                    <a:pt x="9821" y="1328"/>
                  </a:lnTo>
                  <a:lnTo>
                    <a:pt x="9689" y="1461"/>
                  </a:lnTo>
                  <a:lnTo>
                    <a:pt x="9689" y="1593"/>
                  </a:lnTo>
                  <a:lnTo>
                    <a:pt x="11016" y="4380"/>
                  </a:lnTo>
                  <a:lnTo>
                    <a:pt x="11148" y="4513"/>
                  </a:lnTo>
                  <a:lnTo>
                    <a:pt x="11016" y="4646"/>
                  </a:lnTo>
                  <a:lnTo>
                    <a:pt x="10750" y="4911"/>
                  </a:lnTo>
                  <a:lnTo>
                    <a:pt x="9689" y="5442"/>
                  </a:lnTo>
                  <a:lnTo>
                    <a:pt x="8760" y="6105"/>
                  </a:lnTo>
                  <a:lnTo>
                    <a:pt x="8229" y="6238"/>
                  </a:lnTo>
                  <a:lnTo>
                    <a:pt x="7698" y="6371"/>
                  </a:lnTo>
                  <a:lnTo>
                    <a:pt x="2788" y="5442"/>
                  </a:lnTo>
                  <a:lnTo>
                    <a:pt x="2389" y="5575"/>
                  </a:lnTo>
                  <a:lnTo>
                    <a:pt x="2124" y="5840"/>
                  </a:lnTo>
                  <a:lnTo>
                    <a:pt x="133" y="8494"/>
                  </a:lnTo>
                  <a:lnTo>
                    <a:pt x="133" y="8760"/>
                  </a:lnTo>
                  <a:lnTo>
                    <a:pt x="133" y="8892"/>
                  </a:lnTo>
                  <a:lnTo>
                    <a:pt x="266" y="9025"/>
                  </a:lnTo>
                  <a:lnTo>
                    <a:pt x="4778" y="10485"/>
                  </a:lnTo>
                  <a:lnTo>
                    <a:pt x="5044" y="10750"/>
                  </a:lnTo>
                  <a:lnTo>
                    <a:pt x="5176" y="11016"/>
                  </a:lnTo>
                  <a:lnTo>
                    <a:pt x="5044" y="11812"/>
                  </a:lnTo>
                  <a:lnTo>
                    <a:pt x="5176" y="12741"/>
                  </a:lnTo>
                  <a:lnTo>
                    <a:pt x="5044" y="13006"/>
                  </a:lnTo>
                  <a:lnTo>
                    <a:pt x="4646" y="13272"/>
                  </a:lnTo>
                  <a:lnTo>
                    <a:pt x="399" y="14599"/>
                  </a:lnTo>
                  <a:lnTo>
                    <a:pt x="133" y="14864"/>
                  </a:lnTo>
                  <a:lnTo>
                    <a:pt x="1" y="14997"/>
                  </a:lnTo>
                  <a:lnTo>
                    <a:pt x="133" y="15130"/>
                  </a:lnTo>
                  <a:lnTo>
                    <a:pt x="2124" y="17917"/>
                  </a:lnTo>
                  <a:lnTo>
                    <a:pt x="2522" y="18182"/>
                  </a:lnTo>
                  <a:lnTo>
                    <a:pt x="2920" y="18182"/>
                  </a:lnTo>
                  <a:lnTo>
                    <a:pt x="7698" y="17386"/>
                  </a:lnTo>
                  <a:lnTo>
                    <a:pt x="8096" y="17386"/>
                  </a:lnTo>
                  <a:lnTo>
                    <a:pt x="8494" y="17519"/>
                  </a:lnTo>
                  <a:lnTo>
                    <a:pt x="9689" y="18182"/>
                  </a:lnTo>
                  <a:lnTo>
                    <a:pt x="10883" y="18846"/>
                  </a:lnTo>
                  <a:lnTo>
                    <a:pt x="11016" y="19111"/>
                  </a:lnTo>
                  <a:lnTo>
                    <a:pt x="11016" y="19509"/>
                  </a:lnTo>
                  <a:lnTo>
                    <a:pt x="9821" y="21898"/>
                  </a:lnTo>
                  <a:lnTo>
                    <a:pt x="9689" y="22296"/>
                  </a:lnTo>
                  <a:lnTo>
                    <a:pt x="9821" y="22429"/>
                  </a:lnTo>
                  <a:lnTo>
                    <a:pt x="9954" y="22562"/>
                  </a:lnTo>
                  <a:lnTo>
                    <a:pt x="15130" y="23756"/>
                  </a:lnTo>
                  <a:lnTo>
                    <a:pt x="15660" y="23756"/>
                  </a:lnTo>
                  <a:lnTo>
                    <a:pt x="16059" y="23490"/>
                  </a:lnTo>
                  <a:lnTo>
                    <a:pt x="18182" y="21234"/>
                  </a:lnTo>
                  <a:lnTo>
                    <a:pt x="18580" y="20969"/>
                  </a:lnTo>
                  <a:lnTo>
                    <a:pt x="18978" y="20836"/>
                  </a:lnTo>
                  <a:lnTo>
                    <a:pt x="22694" y="20836"/>
                  </a:lnTo>
                  <a:lnTo>
                    <a:pt x="23092" y="21102"/>
                  </a:lnTo>
                  <a:lnTo>
                    <a:pt x="25481" y="23623"/>
                  </a:lnTo>
                  <a:lnTo>
                    <a:pt x="25746" y="23756"/>
                  </a:lnTo>
                  <a:lnTo>
                    <a:pt x="26277" y="23756"/>
                  </a:lnTo>
                  <a:lnTo>
                    <a:pt x="31320" y="22562"/>
                  </a:lnTo>
                  <a:lnTo>
                    <a:pt x="31586" y="22296"/>
                  </a:lnTo>
                  <a:lnTo>
                    <a:pt x="31718" y="22163"/>
                  </a:lnTo>
                  <a:lnTo>
                    <a:pt x="31586" y="22031"/>
                  </a:lnTo>
                  <a:lnTo>
                    <a:pt x="30259" y="19376"/>
                  </a:lnTo>
                  <a:lnTo>
                    <a:pt x="30259" y="19244"/>
                  </a:lnTo>
                  <a:lnTo>
                    <a:pt x="30259" y="19111"/>
                  </a:lnTo>
                  <a:lnTo>
                    <a:pt x="30657" y="18846"/>
                  </a:lnTo>
                  <a:lnTo>
                    <a:pt x="31718" y="18182"/>
                  </a:lnTo>
                  <a:lnTo>
                    <a:pt x="32647" y="17651"/>
                  </a:lnTo>
                  <a:lnTo>
                    <a:pt x="33178" y="17386"/>
                  </a:lnTo>
                  <a:lnTo>
                    <a:pt x="33576" y="17386"/>
                  </a:lnTo>
                  <a:lnTo>
                    <a:pt x="38487" y="18182"/>
                  </a:lnTo>
                  <a:lnTo>
                    <a:pt x="38885" y="18182"/>
                  </a:lnTo>
                  <a:lnTo>
                    <a:pt x="39283" y="17784"/>
                  </a:lnTo>
                  <a:lnTo>
                    <a:pt x="41141" y="15262"/>
                  </a:lnTo>
                  <a:lnTo>
                    <a:pt x="41274" y="14864"/>
                  </a:lnTo>
                  <a:lnTo>
                    <a:pt x="41274" y="14732"/>
                  </a:lnTo>
                  <a:lnTo>
                    <a:pt x="41008" y="14599"/>
                  </a:lnTo>
                  <a:lnTo>
                    <a:pt x="36629" y="13272"/>
                  </a:lnTo>
                  <a:lnTo>
                    <a:pt x="36363" y="13006"/>
                  </a:lnTo>
                  <a:lnTo>
                    <a:pt x="36231" y="12608"/>
                  </a:lnTo>
                  <a:lnTo>
                    <a:pt x="36231" y="11812"/>
                  </a:lnTo>
                  <a:lnTo>
                    <a:pt x="36231" y="11016"/>
                  </a:lnTo>
                  <a:lnTo>
                    <a:pt x="36363" y="10618"/>
                  </a:lnTo>
                  <a:lnTo>
                    <a:pt x="36629" y="10485"/>
                  </a:lnTo>
                  <a:lnTo>
                    <a:pt x="40875" y="9158"/>
                  </a:lnTo>
                  <a:lnTo>
                    <a:pt x="41141" y="8892"/>
                  </a:lnTo>
                  <a:lnTo>
                    <a:pt x="41274" y="8760"/>
                  </a:lnTo>
                  <a:lnTo>
                    <a:pt x="41274" y="8627"/>
                  </a:lnTo>
                  <a:lnTo>
                    <a:pt x="39150" y="5707"/>
                  </a:lnTo>
                  <a:lnTo>
                    <a:pt x="38885" y="5575"/>
                  </a:lnTo>
                  <a:lnTo>
                    <a:pt x="38487" y="5442"/>
                  </a:lnTo>
                  <a:lnTo>
                    <a:pt x="33709" y="6371"/>
                  </a:lnTo>
                  <a:lnTo>
                    <a:pt x="33178" y="6238"/>
                  </a:lnTo>
                  <a:lnTo>
                    <a:pt x="32780" y="6105"/>
                  </a:lnTo>
                  <a:lnTo>
                    <a:pt x="31586" y="5442"/>
                  </a:lnTo>
                  <a:lnTo>
                    <a:pt x="30524" y="4778"/>
                  </a:lnTo>
                  <a:lnTo>
                    <a:pt x="30259" y="4513"/>
                  </a:lnTo>
                  <a:lnTo>
                    <a:pt x="30391" y="4247"/>
                  </a:lnTo>
                  <a:lnTo>
                    <a:pt x="31586" y="1726"/>
                  </a:lnTo>
                  <a:lnTo>
                    <a:pt x="31586" y="1593"/>
                  </a:lnTo>
                  <a:lnTo>
                    <a:pt x="31586" y="1461"/>
                  </a:lnTo>
                  <a:lnTo>
                    <a:pt x="31586" y="1328"/>
                  </a:lnTo>
                  <a:lnTo>
                    <a:pt x="31320" y="1195"/>
                  </a:lnTo>
                  <a:lnTo>
                    <a:pt x="26145" y="1"/>
                  </a:lnTo>
                  <a:lnTo>
                    <a:pt x="25746" y="1"/>
                  </a:lnTo>
                  <a:lnTo>
                    <a:pt x="25348" y="266"/>
                  </a:lnTo>
                  <a:lnTo>
                    <a:pt x="23225" y="2522"/>
                  </a:lnTo>
                  <a:lnTo>
                    <a:pt x="22827" y="2788"/>
                  </a:lnTo>
                  <a:lnTo>
                    <a:pt x="22296" y="2920"/>
                  </a:lnTo>
                  <a:lnTo>
                    <a:pt x="20703" y="2788"/>
                  </a:lnTo>
                  <a:lnTo>
                    <a:pt x="19111" y="2920"/>
                  </a:lnTo>
                  <a:lnTo>
                    <a:pt x="18580" y="2788"/>
                  </a:lnTo>
                  <a:lnTo>
                    <a:pt x="18315" y="2655"/>
                  </a:lnTo>
                  <a:lnTo>
                    <a:pt x="15926" y="133"/>
                  </a:lnTo>
                  <a:lnTo>
                    <a:pt x="15528" y="1"/>
                  </a:lnTo>
                  <a:close/>
                </a:path>
              </a:pathLst>
            </a:custGeom>
            <a:solidFill>
              <a:srgbClr val="455A6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4823;p40">
              <a:extLst>
                <a:ext uri="{FF2B5EF4-FFF2-40B4-BE49-F238E27FC236}">
                  <a16:creationId xmlns:a16="http://schemas.microsoft.com/office/drawing/2014/main" id="{695AC30E-115E-71A9-F1E7-6DDFD2D29729}"/>
                </a:ext>
              </a:extLst>
            </p:cNvPr>
            <p:cNvSpPr/>
            <p:nvPr/>
          </p:nvSpPr>
          <p:spPr>
            <a:xfrm>
              <a:off x="5043016" y="2386474"/>
              <a:ext cx="1445643" cy="915365"/>
            </a:xfrm>
            <a:custGeom>
              <a:avLst/>
              <a:gdLst/>
              <a:ahLst/>
              <a:cxnLst/>
              <a:rect l="l" t="t" r="r" b="b"/>
              <a:pathLst>
                <a:path w="87192" h="55209" fill="none" extrusionOk="0">
                  <a:moveTo>
                    <a:pt x="85201" y="1"/>
                  </a:moveTo>
                  <a:lnTo>
                    <a:pt x="85201" y="1"/>
                  </a:lnTo>
                  <a:lnTo>
                    <a:pt x="84404" y="133"/>
                  </a:lnTo>
                  <a:lnTo>
                    <a:pt x="83475" y="531"/>
                  </a:lnTo>
                  <a:lnTo>
                    <a:pt x="75247" y="5176"/>
                  </a:lnTo>
                  <a:lnTo>
                    <a:pt x="75247" y="6636"/>
                  </a:lnTo>
                  <a:lnTo>
                    <a:pt x="74053" y="7300"/>
                  </a:lnTo>
                  <a:lnTo>
                    <a:pt x="74053" y="5973"/>
                  </a:lnTo>
                  <a:lnTo>
                    <a:pt x="64498" y="11414"/>
                  </a:lnTo>
                  <a:lnTo>
                    <a:pt x="64498" y="12741"/>
                  </a:lnTo>
                  <a:lnTo>
                    <a:pt x="63436" y="13404"/>
                  </a:lnTo>
                  <a:lnTo>
                    <a:pt x="63436" y="12077"/>
                  </a:lnTo>
                  <a:lnTo>
                    <a:pt x="53881" y="17518"/>
                  </a:lnTo>
                  <a:lnTo>
                    <a:pt x="53881" y="18978"/>
                  </a:lnTo>
                  <a:lnTo>
                    <a:pt x="52686" y="19642"/>
                  </a:lnTo>
                  <a:lnTo>
                    <a:pt x="52686" y="18315"/>
                  </a:lnTo>
                  <a:lnTo>
                    <a:pt x="43131" y="23756"/>
                  </a:lnTo>
                  <a:lnTo>
                    <a:pt x="43131" y="25083"/>
                  </a:lnTo>
                  <a:lnTo>
                    <a:pt x="41937" y="25746"/>
                  </a:lnTo>
                  <a:lnTo>
                    <a:pt x="41937" y="24419"/>
                  </a:lnTo>
                  <a:lnTo>
                    <a:pt x="32514" y="29993"/>
                  </a:lnTo>
                  <a:lnTo>
                    <a:pt x="32514" y="31320"/>
                  </a:lnTo>
                  <a:lnTo>
                    <a:pt x="31320" y="31984"/>
                  </a:lnTo>
                  <a:lnTo>
                    <a:pt x="31320" y="30657"/>
                  </a:lnTo>
                  <a:lnTo>
                    <a:pt x="21765" y="36098"/>
                  </a:lnTo>
                  <a:lnTo>
                    <a:pt x="21765" y="37425"/>
                  </a:lnTo>
                  <a:lnTo>
                    <a:pt x="20571" y="38088"/>
                  </a:lnTo>
                  <a:lnTo>
                    <a:pt x="20571" y="36761"/>
                  </a:lnTo>
                  <a:lnTo>
                    <a:pt x="11148" y="42202"/>
                  </a:lnTo>
                  <a:lnTo>
                    <a:pt x="11148" y="42202"/>
                  </a:lnTo>
                  <a:lnTo>
                    <a:pt x="11148" y="42335"/>
                  </a:lnTo>
                  <a:lnTo>
                    <a:pt x="11148" y="42202"/>
                  </a:lnTo>
                  <a:lnTo>
                    <a:pt x="11148" y="43530"/>
                  </a:lnTo>
                  <a:lnTo>
                    <a:pt x="84006" y="1460"/>
                  </a:lnTo>
                  <a:lnTo>
                    <a:pt x="84006" y="1460"/>
                  </a:lnTo>
                  <a:lnTo>
                    <a:pt x="84670" y="1195"/>
                  </a:lnTo>
                  <a:lnTo>
                    <a:pt x="85201" y="1195"/>
                  </a:lnTo>
                  <a:lnTo>
                    <a:pt x="85201" y="1195"/>
                  </a:lnTo>
                  <a:lnTo>
                    <a:pt x="85599" y="1195"/>
                  </a:lnTo>
                  <a:lnTo>
                    <a:pt x="85599" y="1195"/>
                  </a:lnTo>
                  <a:lnTo>
                    <a:pt x="85731" y="1460"/>
                  </a:lnTo>
                  <a:lnTo>
                    <a:pt x="85864" y="1726"/>
                  </a:lnTo>
                  <a:lnTo>
                    <a:pt x="85997" y="2389"/>
                  </a:lnTo>
                  <a:lnTo>
                    <a:pt x="85997" y="2389"/>
                  </a:lnTo>
                  <a:lnTo>
                    <a:pt x="85997" y="3186"/>
                  </a:lnTo>
                  <a:lnTo>
                    <a:pt x="85731" y="3849"/>
                  </a:lnTo>
                  <a:lnTo>
                    <a:pt x="85466" y="4645"/>
                  </a:lnTo>
                  <a:lnTo>
                    <a:pt x="85068" y="5442"/>
                  </a:lnTo>
                  <a:lnTo>
                    <a:pt x="84670" y="6105"/>
                  </a:lnTo>
                  <a:lnTo>
                    <a:pt x="84006" y="6769"/>
                  </a:lnTo>
                  <a:lnTo>
                    <a:pt x="83475" y="7300"/>
                  </a:lnTo>
                  <a:lnTo>
                    <a:pt x="82812" y="7698"/>
                  </a:lnTo>
                  <a:lnTo>
                    <a:pt x="3318" y="53616"/>
                  </a:lnTo>
                  <a:lnTo>
                    <a:pt x="3318" y="53616"/>
                  </a:lnTo>
                  <a:lnTo>
                    <a:pt x="2655" y="53881"/>
                  </a:lnTo>
                  <a:lnTo>
                    <a:pt x="2124" y="54014"/>
                  </a:lnTo>
                  <a:lnTo>
                    <a:pt x="2124" y="54014"/>
                  </a:lnTo>
                  <a:lnTo>
                    <a:pt x="1593" y="53881"/>
                  </a:lnTo>
                  <a:lnTo>
                    <a:pt x="1593" y="53881"/>
                  </a:lnTo>
                  <a:lnTo>
                    <a:pt x="1460" y="53616"/>
                  </a:lnTo>
                  <a:lnTo>
                    <a:pt x="1328" y="53350"/>
                  </a:lnTo>
                  <a:lnTo>
                    <a:pt x="1195" y="52687"/>
                  </a:lnTo>
                  <a:lnTo>
                    <a:pt x="1195" y="52687"/>
                  </a:lnTo>
                  <a:lnTo>
                    <a:pt x="1195" y="52023"/>
                  </a:lnTo>
                  <a:lnTo>
                    <a:pt x="1328" y="51360"/>
                  </a:lnTo>
                  <a:lnTo>
                    <a:pt x="1593" y="50563"/>
                  </a:lnTo>
                  <a:lnTo>
                    <a:pt x="1991" y="49900"/>
                  </a:lnTo>
                  <a:lnTo>
                    <a:pt x="2522" y="49236"/>
                  </a:lnTo>
                  <a:lnTo>
                    <a:pt x="3053" y="48573"/>
                  </a:lnTo>
                  <a:lnTo>
                    <a:pt x="3584" y="48042"/>
                  </a:lnTo>
                  <a:lnTo>
                    <a:pt x="4247" y="47644"/>
                  </a:lnTo>
                  <a:lnTo>
                    <a:pt x="10086" y="44193"/>
                  </a:lnTo>
                  <a:lnTo>
                    <a:pt x="10086" y="44193"/>
                  </a:lnTo>
                  <a:lnTo>
                    <a:pt x="9954" y="44326"/>
                  </a:lnTo>
                  <a:lnTo>
                    <a:pt x="9954" y="42999"/>
                  </a:lnTo>
                  <a:lnTo>
                    <a:pt x="3584" y="46582"/>
                  </a:lnTo>
                  <a:lnTo>
                    <a:pt x="3584" y="46582"/>
                  </a:lnTo>
                  <a:lnTo>
                    <a:pt x="2920" y="47113"/>
                  </a:lnTo>
                  <a:lnTo>
                    <a:pt x="2256" y="47776"/>
                  </a:lnTo>
                  <a:lnTo>
                    <a:pt x="1593" y="48440"/>
                  </a:lnTo>
                  <a:lnTo>
                    <a:pt x="1062" y="49236"/>
                  </a:lnTo>
                  <a:lnTo>
                    <a:pt x="664" y="50032"/>
                  </a:lnTo>
                  <a:lnTo>
                    <a:pt x="266" y="50961"/>
                  </a:lnTo>
                  <a:lnTo>
                    <a:pt x="133" y="51758"/>
                  </a:lnTo>
                  <a:lnTo>
                    <a:pt x="0" y="52554"/>
                  </a:lnTo>
                  <a:lnTo>
                    <a:pt x="0" y="52554"/>
                  </a:lnTo>
                  <a:lnTo>
                    <a:pt x="0" y="52819"/>
                  </a:lnTo>
                  <a:lnTo>
                    <a:pt x="0" y="52819"/>
                  </a:lnTo>
                  <a:lnTo>
                    <a:pt x="133" y="53483"/>
                  </a:lnTo>
                  <a:lnTo>
                    <a:pt x="266" y="54014"/>
                  </a:lnTo>
                  <a:lnTo>
                    <a:pt x="664" y="54545"/>
                  </a:lnTo>
                  <a:lnTo>
                    <a:pt x="1062" y="54943"/>
                  </a:lnTo>
                  <a:lnTo>
                    <a:pt x="1062" y="54943"/>
                  </a:lnTo>
                  <a:lnTo>
                    <a:pt x="1593" y="55075"/>
                  </a:lnTo>
                  <a:lnTo>
                    <a:pt x="2124" y="55208"/>
                  </a:lnTo>
                  <a:lnTo>
                    <a:pt x="2124" y="55208"/>
                  </a:lnTo>
                  <a:lnTo>
                    <a:pt x="2920" y="55075"/>
                  </a:lnTo>
                  <a:lnTo>
                    <a:pt x="3982" y="54545"/>
                  </a:lnTo>
                  <a:lnTo>
                    <a:pt x="83210" y="8759"/>
                  </a:lnTo>
                  <a:lnTo>
                    <a:pt x="84006" y="7698"/>
                  </a:lnTo>
                  <a:lnTo>
                    <a:pt x="84404" y="7963"/>
                  </a:lnTo>
                  <a:lnTo>
                    <a:pt x="84404" y="7963"/>
                  </a:lnTo>
                  <a:lnTo>
                    <a:pt x="84935" y="7432"/>
                  </a:lnTo>
                  <a:lnTo>
                    <a:pt x="85466" y="6769"/>
                  </a:lnTo>
                  <a:lnTo>
                    <a:pt x="86395" y="5442"/>
                  </a:lnTo>
                  <a:lnTo>
                    <a:pt x="86793" y="4645"/>
                  </a:lnTo>
                  <a:lnTo>
                    <a:pt x="86926" y="3849"/>
                  </a:lnTo>
                  <a:lnTo>
                    <a:pt x="87191" y="3186"/>
                  </a:lnTo>
                  <a:lnTo>
                    <a:pt x="87191" y="2389"/>
                  </a:lnTo>
                  <a:lnTo>
                    <a:pt x="87191" y="2389"/>
                  </a:lnTo>
                  <a:lnTo>
                    <a:pt x="87059" y="1726"/>
                  </a:lnTo>
                  <a:lnTo>
                    <a:pt x="86926" y="1062"/>
                  </a:lnTo>
                  <a:lnTo>
                    <a:pt x="86528" y="531"/>
                  </a:lnTo>
                  <a:lnTo>
                    <a:pt x="86130" y="266"/>
                  </a:lnTo>
                  <a:lnTo>
                    <a:pt x="86130" y="266"/>
                  </a:lnTo>
                  <a:lnTo>
                    <a:pt x="85731" y="1"/>
                  </a:lnTo>
                  <a:lnTo>
                    <a:pt x="8520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4824;p40">
              <a:extLst>
                <a:ext uri="{FF2B5EF4-FFF2-40B4-BE49-F238E27FC236}">
                  <a16:creationId xmlns:a16="http://schemas.microsoft.com/office/drawing/2014/main" id="{91A7300A-56A2-F909-4A0C-C1EFDF63AA36}"/>
                </a:ext>
              </a:extLst>
            </p:cNvPr>
            <p:cNvSpPr/>
            <p:nvPr/>
          </p:nvSpPr>
          <p:spPr>
            <a:xfrm>
              <a:off x="4816384" y="2861757"/>
              <a:ext cx="411482" cy="237641"/>
            </a:xfrm>
            <a:custGeom>
              <a:avLst/>
              <a:gdLst/>
              <a:ahLst/>
              <a:cxnLst/>
              <a:rect l="l" t="t" r="r" b="b"/>
              <a:pathLst>
                <a:path w="24818" h="14333" fill="none" extrusionOk="0">
                  <a:moveTo>
                    <a:pt x="1195" y="0"/>
                  </a:moveTo>
                  <a:lnTo>
                    <a:pt x="0" y="664"/>
                  </a:lnTo>
                  <a:lnTo>
                    <a:pt x="23623" y="14333"/>
                  </a:lnTo>
                  <a:lnTo>
                    <a:pt x="23755" y="14200"/>
                  </a:lnTo>
                  <a:lnTo>
                    <a:pt x="24817" y="13669"/>
                  </a:lnTo>
                  <a:lnTo>
                    <a:pt x="119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4825;p40">
              <a:extLst>
                <a:ext uri="{FF2B5EF4-FFF2-40B4-BE49-F238E27FC236}">
                  <a16:creationId xmlns:a16="http://schemas.microsoft.com/office/drawing/2014/main" id="{D86A046B-D832-E077-350B-BD38D7989D6B}"/>
                </a:ext>
              </a:extLst>
            </p:cNvPr>
            <p:cNvSpPr/>
            <p:nvPr/>
          </p:nvSpPr>
          <p:spPr>
            <a:xfrm>
              <a:off x="5296060" y="2934360"/>
              <a:ext cx="107820" cy="61628"/>
            </a:xfrm>
            <a:custGeom>
              <a:avLst/>
              <a:gdLst/>
              <a:ahLst/>
              <a:cxnLst/>
              <a:rect l="l" t="t" r="r" b="b"/>
              <a:pathLst>
                <a:path w="6503" h="3717" fill="none" extrusionOk="0">
                  <a:moveTo>
                    <a:pt x="1195" y="0"/>
                  </a:moveTo>
                  <a:lnTo>
                    <a:pt x="0" y="664"/>
                  </a:lnTo>
                  <a:lnTo>
                    <a:pt x="5309" y="3716"/>
                  </a:lnTo>
                  <a:lnTo>
                    <a:pt x="6503" y="3053"/>
                  </a:lnTo>
                  <a:lnTo>
                    <a:pt x="1195"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4826;p40">
              <a:extLst>
                <a:ext uri="{FF2B5EF4-FFF2-40B4-BE49-F238E27FC236}">
                  <a16:creationId xmlns:a16="http://schemas.microsoft.com/office/drawing/2014/main" id="{A2E0C9AA-3FB0-689F-8B10-189697C0F0C7}"/>
                </a:ext>
              </a:extLst>
            </p:cNvPr>
            <p:cNvSpPr/>
            <p:nvPr/>
          </p:nvSpPr>
          <p:spPr>
            <a:xfrm>
              <a:off x="5432480" y="2797940"/>
              <a:ext cx="149635" cy="96827"/>
            </a:xfrm>
            <a:custGeom>
              <a:avLst/>
              <a:gdLst/>
              <a:ahLst/>
              <a:cxnLst/>
              <a:rect l="l" t="t" r="r" b="b"/>
              <a:pathLst>
                <a:path w="9025" h="5840" fill="none" extrusionOk="0">
                  <a:moveTo>
                    <a:pt x="0" y="0"/>
                  </a:moveTo>
                  <a:lnTo>
                    <a:pt x="0" y="1328"/>
                  </a:lnTo>
                  <a:lnTo>
                    <a:pt x="7830" y="5840"/>
                  </a:lnTo>
                  <a:lnTo>
                    <a:pt x="9024" y="5176"/>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4827;p40">
              <a:extLst>
                <a:ext uri="{FF2B5EF4-FFF2-40B4-BE49-F238E27FC236}">
                  <a16:creationId xmlns:a16="http://schemas.microsoft.com/office/drawing/2014/main" id="{73732C3F-95FD-A3CE-BA29-8D37358CC052}"/>
                </a:ext>
              </a:extLst>
            </p:cNvPr>
            <p:cNvSpPr/>
            <p:nvPr/>
          </p:nvSpPr>
          <p:spPr>
            <a:xfrm>
              <a:off x="5348867" y="2553700"/>
              <a:ext cx="409277" cy="237658"/>
            </a:xfrm>
            <a:custGeom>
              <a:avLst/>
              <a:gdLst/>
              <a:ahLst/>
              <a:cxnLst/>
              <a:rect l="l" t="t" r="r" b="b"/>
              <a:pathLst>
                <a:path w="24685" h="14334" fill="none" extrusionOk="0">
                  <a:moveTo>
                    <a:pt x="1062" y="1"/>
                  </a:moveTo>
                  <a:lnTo>
                    <a:pt x="0" y="664"/>
                  </a:lnTo>
                  <a:lnTo>
                    <a:pt x="0" y="664"/>
                  </a:lnTo>
                  <a:lnTo>
                    <a:pt x="23490" y="14333"/>
                  </a:lnTo>
                  <a:lnTo>
                    <a:pt x="24684" y="13670"/>
                  </a:lnTo>
                  <a:lnTo>
                    <a:pt x="1062"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4828;p40">
              <a:extLst>
                <a:ext uri="{FF2B5EF4-FFF2-40B4-BE49-F238E27FC236}">
                  <a16:creationId xmlns:a16="http://schemas.microsoft.com/office/drawing/2014/main" id="{08011B0D-7F81-2D29-41D2-4E2625228374}"/>
                </a:ext>
              </a:extLst>
            </p:cNvPr>
            <p:cNvSpPr/>
            <p:nvPr/>
          </p:nvSpPr>
          <p:spPr>
            <a:xfrm>
              <a:off x="5828543" y="2628509"/>
              <a:ext cx="107820" cy="61628"/>
            </a:xfrm>
            <a:custGeom>
              <a:avLst/>
              <a:gdLst/>
              <a:ahLst/>
              <a:cxnLst/>
              <a:rect l="l" t="t" r="r" b="b"/>
              <a:pathLst>
                <a:path w="6503" h="3717" fill="none" extrusionOk="0">
                  <a:moveTo>
                    <a:pt x="1194" y="1"/>
                  </a:moveTo>
                  <a:lnTo>
                    <a:pt x="0" y="664"/>
                  </a:lnTo>
                  <a:lnTo>
                    <a:pt x="5308" y="3717"/>
                  </a:lnTo>
                  <a:lnTo>
                    <a:pt x="6503" y="2920"/>
                  </a:lnTo>
                  <a:lnTo>
                    <a:pt x="1194"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4829;p40">
              <a:extLst>
                <a:ext uri="{FF2B5EF4-FFF2-40B4-BE49-F238E27FC236}">
                  <a16:creationId xmlns:a16="http://schemas.microsoft.com/office/drawing/2014/main" id="{BEED29F8-53CF-BA73-0A0E-A6ECCAAC552A}"/>
                </a:ext>
              </a:extLst>
            </p:cNvPr>
            <p:cNvSpPr/>
            <p:nvPr/>
          </p:nvSpPr>
          <p:spPr>
            <a:xfrm>
              <a:off x="5969357" y="2492089"/>
              <a:ext cx="143036" cy="94639"/>
            </a:xfrm>
            <a:custGeom>
              <a:avLst/>
              <a:gdLst/>
              <a:ahLst/>
              <a:cxnLst/>
              <a:rect l="l" t="t" r="r" b="b"/>
              <a:pathLst>
                <a:path w="8627" h="5708" fill="none" extrusionOk="0">
                  <a:moveTo>
                    <a:pt x="1" y="1"/>
                  </a:moveTo>
                  <a:lnTo>
                    <a:pt x="1" y="1460"/>
                  </a:lnTo>
                  <a:lnTo>
                    <a:pt x="7565" y="5707"/>
                  </a:lnTo>
                  <a:lnTo>
                    <a:pt x="8627" y="5044"/>
                  </a:lnTo>
                  <a:lnTo>
                    <a:pt x="1"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4830;p40">
              <a:extLst>
                <a:ext uri="{FF2B5EF4-FFF2-40B4-BE49-F238E27FC236}">
                  <a16:creationId xmlns:a16="http://schemas.microsoft.com/office/drawing/2014/main" id="{5072C741-B042-BE72-7412-B25E7419D222}"/>
                </a:ext>
              </a:extLst>
            </p:cNvPr>
            <p:cNvSpPr/>
            <p:nvPr/>
          </p:nvSpPr>
          <p:spPr>
            <a:xfrm>
              <a:off x="5879145" y="2247849"/>
              <a:ext cx="411482" cy="237658"/>
            </a:xfrm>
            <a:custGeom>
              <a:avLst/>
              <a:gdLst/>
              <a:ahLst/>
              <a:cxnLst/>
              <a:rect l="l" t="t" r="r" b="b"/>
              <a:pathLst>
                <a:path w="24818" h="14334" fill="none" extrusionOk="0">
                  <a:moveTo>
                    <a:pt x="1195" y="1"/>
                  </a:moveTo>
                  <a:lnTo>
                    <a:pt x="399" y="532"/>
                  </a:lnTo>
                  <a:lnTo>
                    <a:pt x="0" y="664"/>
                  </a:lnTo>
                  <a:lnTo>
                    <a:pt x="23623" y="14334"/>
                  </a:lnTo>
                  <a:lnTo>
                    <a:pt x="24817" y="13537"/>
                  </a:lnTo>
                  <a:lnTo>
                    <a:pt x="1195" y="1"/>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4831;p40">
              <a:extLst>
                <a:ext uri="{FF2B5EF4-FFF2-40B4-BE49-F238E27FC236}">
                  <a16:creationId xmlns:a16="http://schemas.microsoft.com/office/drawing/2014/main" id="{B52832DF-44CF-CCEC-712E-78DFB08C32E6}"/>
                </a:ext>
              </a:extLst>
            </p:cNvPr>
            <p:cNvSpPr/>
            <p:nvPr/>
          </p:nvSpPr>
          <p:spPr>
            <a:xfrm>
              <a:off x="6319211" y="1986018"/>
              <a:ext cx="35216" cy="213451"/>
            </a:xfrm>
            <a:custGeom>
              <a:avLst/>
              <a:gdLst/>
              <a:ahLst/>
              <a:cxnLst/>
              <a:rect l="l" t="t" r="r" b="b"/>
              <a:pathLst>
                <a:path w="2124" h="12874" extrusionOk="0">
                  <a:moveTo>
                    <a:pt x="929" y="0"/>
                  </a:moveTo>
                  <a:lnTo>
                    <a:pt x="1195" y="2256"/>
                  </a:lnTo>
                  <a:lnTo>
                    <a:pt x="1" y="12873"/>
                  </a:lnTo>
                  <a:lnTo>
                    <a:pt x="2124" y="1991"/>
                  </a:lnTo>
                  <a:lnTo>
                    <a:pt x="1858" y="0"/>
                  </a:lnTo>
                  <a:close/>
                </a:path>
              </a:pathLst>
            </a:custGeom>
            <a:solidFill>
              <a:srgbClr val="1C458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08" name="Pladsholder til slidenummer 1907">
            <a:extLst>
              <a:ext uri="{FF2B5EF4-FFF2-40B4-BE49-F238E27FC236}">
                <a16:creationId xmlns:a16="http://schemas.microsoft.com/office/drawing/2014/main" id="{96B703CD-75AC-24C7-0DFC-A78C141FC97D}"/>
              </a:ext>
            </a:extLst>
          </p:cNvPr>
          <p:cNvSpPr>
            <a:spLocks noGrp="1"/>
          </p:cNvSpPr>
          <p:nvPr>
            <p:ph type="sldNum" sz="quarter" idx="12"/>
          </p:nvPr>
        </p:nvSpPr>
        <p:spPr/>
        <p:txBody>
          <a:bodyPr/>
          <a:lstStyle/>
          <a:p>
            <a:fld id="{311372BF-1BD1-EE46-89BF-9D315F3C4C6D}" type="slidenum">
              <a:rPr lang="da-DK" smtClean="0"/>
              <a:t>13</a:t>
            </a:fld>
            <a:endParaRPr lang="da-DK"/>
          </a:p>
        </p:txBody>
      </p:sp>
    </p:spTree>
    <p:extLst>
      <p:ext uri="{BB962C8B-B14F-4D97-AF65-F5344CB8AC3E}">
        <p14:creationId xmlns:p14="http://schemas.microsoft.com/office/powerpoint/2010/main" val="17041177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 name="Google Shape;3031;p80">
            <a:extLst>
              <a:ext uri="{FF2B5EF4-FFF2-40B4-BE49-F238E27FC236}">
                <a16:creationId xmlns:a16="http://schemas.microsoft.com/office/drawing/2014/main" id="{C84B5F18-1510-A9E8-81D4-D285CD217084}"/>
              </a:ext>
            </a:extLst>
          </p:cNvPr>
          <p:cNvGrpSpPr/>
          <p:nvPr/>
        </p:nvGrpSpPr>
        <p:grpSpPr>
          <a:xfrm>
            <a:off x="8672447" y="4662311"/>
            <a:ext cx="877953" cy="785314"/>
            <a:chOff x="7236192" y="3851126"/>
            <a:chExt cx="377303" cy="376771"/>
          </a:xfrm>
        </p:grpSpPr>
        <p:sp>
          <p:nvSpPr>
            <p:cNvPr id="65" name="Google Shape;3032;p80">
              <a:extLst>
                <a:ext uri="{FF2B5EF4-FFF2-40B4-BE49-F238E27FC236}">
                  <a16:creationId xmlns:a16="http://schemas.microsoft.com/office/drawing/2014/main" id="{756D8490-626F-4FA7-5E7A-7E46E18F9268}"/>
                </a:ext>
              </a:extLst>
            </p:cNvPr>
            <p:cNvSpPr/>
            <p:nvPr/>
          </p:nvSpPr>
          <p:spPr>
            <a:xfrm>
              <a:off x="7269272" y="4141432"/>
              <a:ext cx="54491" cy="53386"/>
            </a:xfrm>
            <a:custGeom>
              <a:avLst/>
              <a:gdLst/>
              <a:ahLst/>
              <a:cxnLst/>
              <a:rect l="l" t="t" r="r" b="b"/>
              <a:pathLst>
                <a:path w="1331" h="1304" extrusionOk="0">
                  <a:moveTo>
                    <a:pt x="153" y="1"/>
                  </a:moveTo>
                  <a:cubicBezTo>
                    <a:pt x="118" y="1"/>
                    <a:pt x="82" y="14"/>
                    <a:pt x="55" y="41"/>
                  </a:cubicBezTo>
                  <a:cubicBezTo>
                    <a:pt x="1" y="95"/>
                    <a:pt x="1" y="184"/>
                    <a:pt x="55" y="237"/>
                  </a:cubicBezTo>
                  <a:lnTo>
                    <a:pt x="1080" y="1263"/>
                  </a:lnTo>
                  <a:cubicBezTo>
                    <a:pt x="1107" y="1290"/>
                    <a:pt x="1141" y="1303"/>
                    <a:pt x="1177" y="1303"/>
                  </a:cubicBezTo>
                  <a:cubicBezTo>
                    <a:pt x="1213" y="1303"/>
                    <a:pt x="1249" y="1290"/>
                    <a:pt x="1277" y="1263"/>
                  </a:cubicBezTo>
                  <a:cubicBezTo>
                    <a:pt x="1330" y="1208"/>
                    <a:pt x="1330" y="1121"/>
                    <a:pt x="1277" y="1066"/>
                  </a:cubicBezTo>
                  <a:lnTo>
                    <a:pt x="251" y="41"/>
                  </a:lnTo>
                  <a:cubicBezTo>
                    <a:pt x="224" y="14"/>
                    <a:pt x="189" y="1"/>
                    <a:pt x="15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3033;p80">
              <a:extLst>
                <a:ext uri="{FF2B5EF4-FFF2-40B4-BE49-F238E27FC236}">
                  <a16:creationId xmlns:a16="http://schemas.microsoft.com/office/drawing/2014/main" id="{EA0F732D-FB36-9930-BBD8-5A1C44A22514}"/>
                </a:ext>
              </a:extLst>
            </p:cNvPr>
            <p:cNvSpPr/>
            <p:nvPr/>
          </p:nvSpPr>
          <p:spPr>
            <a:xfrm>
              <a:off x="7236192" y="4169844"/>
              <a:ext cx="58094" cy="57275"/>
            </a:xfrm>
            <a:custGeom>
              <a:avLst/>
              <a:gdLst/>
              <a:ahLst/>
              <a:cxnLst/>
              <a:rect l="l" t="t" r="r" b="b"/>
              <a:pathLst>
                <a:path w="1419" h="1399" extrusionOk="0">
                  <a:moveTo>
                    <a:pt x="1014" y="0"/>
                  </a:moveTo>
                  <a:cubicBezTo>
                    <a:pt x="745" y="269"/>
                    <a:pt x="133" y="1029"/>
                    <a:pt x="23" y="1270"/>
                  </a:cubicBezTo>
                  <a:cubicBezTo>
                    <a:pt x="1" y="1320"/>
                    <a:pt x="21" y="1370"/>
                    <a:pt x="58" y="1398"/>
                  </a:cubicBezTo>
                  <a:cubicBezTo>
                    <a:pt x="58" y="1398"/>
                    <a:pt x="59" y="1398"/>
                    <a:pt x="59" y="1398"/>
                  </a:cubicBezTo>
                  <a:cubicBezTo>
                    <a:pt x="172" y="1398"/>
                    <a:pt x="1336" y="361"/>
                    <a:pt x="1419" y="37"/>
                  </a:cubicBezTo>
                  <a:lnTo>
                    <a:pt x="1014"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3034;p80">
              <a:extLst>
                <a:ext uri="{FF2B5EF4-FFF2-40B4-BE49-F238E27FC236}">
                  <a16:creationId xmlns:a16="http://schemas.microsoft.com/office/drawing/2014/main" id="{8AC1868B-60F6-B3A5-3FB7-F4E7571B0790}"/>
                </a:ext>
              </a:extLst>
            </p:cNvPr>
            <p:cNvSpPr/>
            <p:nvPr/>
          </p:nvSpPr>
          <p:spPr>
            <a:xfrm>
              <a:off x="7238567" y="4171359"/>
              <a:ext cx="56252" cy="56538"/>
            </a:xfrm>
            <a:custGeom>
              <a:avLst/>
              <a:gdLst/>
              <a:ahLst/>
              <a:cxnLst/>
              <a:rect l="l" t="t" r="r" b="b"/>
              <a:pathLst>
                <a:path w="1374" h="1381" extrusionOk="0">
                  <a:moveTo>
                    <a:pt x="1362" y="0"/>
                  </a:moveTo>
                  <a:lnTo>
                    <a:pt x="1" y="1361"/>
                  </a:lnTo>
                  <a:cubicBezTo>
                    <a:pt x="18" y="1374"/>
                    <a:pt x="38" y="1381"/>
                    <a:pt x="61" y="1381"/>
                  </a:cubicBezTo>
                  <a:cubicBezTo>
                    <a:pt x="75" y="1381"/>
                    <a:pt x="89" y="1378"/>
                    <a:pt x="103" y="1372"/>
                  </a:cubicBezTo>
                  <a:cubicBezTo>
                    <a:pt x="345" y="1262"/>
                    <a:pt x="1104" y="651"/>
                    <a:pt x="1373" y="381"/>
                  </a:cubicBezTo>
                  <a:lnTo>
                    <a:pt x="136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3035;p80">
              <a:extLst>
                <a:ext uri="{FF2B5EF4-FFF2-40B4-BE49-F238E27FC236}">
                  <a16:creationId xmlns:a16="http://schemas.microsoft.com/office/drawing/2014/main" id="{66D05E40-F3AE-A12D-7163-3B67C4FB6A65}"/>
                </a:ext>
              </a:extLst>
            </p:cNvPr>
            <p:cNvSpPr/>
            <p:nvPr/>
          </p:nvSpPr>
          <p:spPr>
            <a:xfrm>
              <a:off x="7274144" y="4038550"/>
              <a:ext cx="143945" cy="146197"/>
            </a:xfrm>
            <a:custGeom>
              <a:avLst/>
              <a:gdLst/>
              <a:ahLst/>
              <a:cxnLst/>
              <a:rect l="l" t="t" r="r" b="b"/>
              <a:pathLst>
                <a:path w="3516" h="3571" extrusionOk="0">
                  <a:moveTo>
                    <a:pt x="3032" y="1"/>
                  </a:moveTo>
                  <a:lnTo>
                    <a:pt x="55" y="2979"/>
                  </a:lnTo>
                  <a:cubicBezTo>
                    <a:pt x="0" y="3033"/>
                    <a:pt x="0" y="3121"/>
                    <a:pt x="55" y="3176"/>
                  </a:cubicBezTo>
                  <a:lnTo>
                    <a:pt x="341" y="3462"/>
                  </a:lnTo>
                  <a:cubicBezTo>
                    <a:pt x="383" y="3504"/>
                    <a:pt x="504" y="3571"/>
                    <a:pt x="580" y="3571"/>
                  </a:cubicBezTo>
                  <a:cubicBezTo>
                    <a:pt x="601" y="3571"/>
                    <a:pt x="618" y="3566"/>
                    <a:pt x="630" y="3554"/>
                  </a:cubicBezTo>
                  <a:lnTo>
                    <a:pt x="3516" y="484"/>
                  </a:lnTo>
                  <a:lnTo>
                    <a:pt x="303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3036;p80">
              <a:extLst>
                <a:ext uri="{FF2B5EF4-FFF2-40B4-BE49-F238E27FC236}">
                  <a16:creationId xmlns:a16="http://schemas.microsoft.com/office/drawing/2014/main" id="{F9FE23E7-6CC5-408F-1FCB-D56B824BA99F}"/>
                </a:ext>
              </a:extLst>
            </p:cNvPr>
            <p:cNvSpPr/>
            <p:nvPr/>
          </p:nvSpPr>
          <p:spPr>
            <a:xfrm>
              <a:off x="7288023" y="4058283"/>
              <a:ext cx="138050" cy="131663"/>
            </a:xfrm>
            <a:custGeom>
              <a:avLst/>
              <a:gdLst/>
              <a:ahLst/>
              <a:cxnLst/>
              <a:rect l="l" t="t" r="r" b="b"/>
              <a:pathLst>
                <a:path w="3372" h="3216" extrusionOk="0">
                  <a:moveTo>
                    <a:pt x="3176" y="0"/>
                  </a:moveTo>
                  <a:lnTo>
                    <a:pt x="197" y="2979"/>
                  </a:lnTo>
                  <a:cubicBezTo>
                    <a:pt x="170" y="3005"/>
                    <a:pt x="135" y="3019"/>
                    <a:pt x="99" y="3019"/>
                  </a:cubicBezTo>
                  <a:cubicBezTo>
                    <a:pt x="63" y="3019"/>
                    <a:pt x="28" y="3005"/>
                    <a:pt x="1" y="2979"/>
                  </a:cubicBezTo>
                  <a:lnTo>
                    <a:pt x="1" y="2979"/>
                  </a:lnTo>
                  <a:lnTo>
                    <a:pt x="197" y="3175"/>
                  </a:lnTo>
                  <a:cubicBezTo>
                    <a:pt x="224" y="3202"/>
                    <a:pt x="260" y="3215"/>
                    <a:pt x="295" y="3215"/>
                  </a:cubicBezTo>
                  <a:cubicBezTo>
                    <a:pt x="331" y="3215"/>
                    <a:pt x="366" y="3202"/>
                    <a:pt x="393" y="3175"/>
                  </a:cubicBezTo>
                  <a:lnTo>
                    <a:pt x="3372" y="197"/>
                  </a:lnTo>
                  <a:lnTo>
                    <a:pt x="3176"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3037;p80">
              <a:extLst>
                <a:ext uri="{FF2B5EF4-FFF2-40B4-BE49-F238E27FC236}">
                  <a16:creationId xmlns:a16="http://schemas.microsoft.com/office/drawing/2014/main" id="{C1334264-98C9-2E24-D81C-4D845CF74239}"/>
                </a:ext>
              </a:extLst>
            </p:cNvPr>
            <p:cNvSpPr/>
            <p:nvPr/>
          </p:nvSpPr>
          <p:spPr>
            <a:xfrm>
              <a:off x="7488710" y="3851126"/>
              <a:ext cx="119749" cy="121796"/>
            </a:xfrm>
            <a:custGeom>
              <a:avLst/>
              <a:gdLst/>
              <a:ahLst/>
              <a:cxnLst/>
              <a:rect l="l" t="t" r="r" b="b"/>
              <a:pathLst>
                <a:path w="2925" h="2975" extrusionOk="0">
                  <a:moveTo>
                    <a:pt x="2590" y="1"/>
                  </a:moveTo>
                  <a:cubicBezTo>
                    <a:pt x="2481" y="1"/>
                    <a:pt x="2381" y="40"/>
                    <a:pt x="2302" y="102"/>
                  </a:cubicBezTo>
                  <a:lnTo>
                    <a:pt x="1" y="1958"/>
                  </a:lnTo>
                  <a:lnTo>
                    <a:pt x="795" y="2974"/>
                  </a:lnTo>
                  <a:lnTo>
                    <a:pt x="2823" y="623"/>
                  </a:lnTo>
                  <a:cubicBezTo>
                    <a:pt x="2886" y="544"/>
                    <a:pt x="2924" y="445"/>
                    <a:pt x="2924" y="337"/>
                  </a:cubicBezTo>
                  <a:cubicBezTo>
                    <a:pt x="2924" y="261"/>
                    <a:pt x="2872" y="124"/>
                    <a:pt x="2800" y="53"/>
                  </a:cubicBezTo>
                  <a:cubicBezTo>
                    <a:pt x="2736" y="20"/>
                    <a:pt x="2665" y="1"/>
                    <a:pt x="2590"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3038;p80">
              <a:extLst>
                <a:ext uri="{FF2B5EF4-FFF2-40B4-BE49-F238E27FC236}">
                  <a16:creationId xmlns:a16="http://schemas.microsoft.com/office/drawing/2014/main" id="{6381ECA0-374B-3D81-9351-D4F7536586B5}"/>
                </a:ext>
              </a:extLst>
            </p:cNvPr>
            <p:cNvSpPr/>
            <p:nvPr/>
          </p:nvSpPr>
          <p:spPr>
            <a:xfrm>
              <a:off x="7521258" y="3853255"/>
              <a:ext cx="92238" cy="122697"/>
            </a:xfrm>
            <a:custGeom>
              <a:avLst/>
              <a:gdLst/>
              <a:ahLst/>
              <a:cxnLst/>
              <a:rect l="l" t="t" r="r" b="b"/>
              <a:pathLst>
                <a:path w="2253" h="2997" extrusionOk="0">
                  <a:moveTo>
                    <a:pt x="2005" y="1"/>
                  </a:moveTo>
                  <a:cubicBezTo>
                    <a:pt x="2037" y="64"/>
                    <a:pt x="2055" y="136"/>
                    <a:pt x="2055" y="211"/>
                  </a:cubicBezTo>
                  <a:cubicBezTo>
                    <a:pt x="2055" y="318"/>
                    <a:pt x="2017" y="418"/>
                    <a:pt x="1954" y="498"/>
                  </a:cubicBezTo>
                  <a:lnTo>
                    <a:pt x="0" y="2922"/>
                  </a:lnTo>
                  <a:lnTo>
                    <a:pt x="295" y="2996"/>
                  </a:lnTo>
                  <a:lnTo>
                    <a:pt x="2150" y="694"/>
                  </a:lnTo>
                  <a:cubicBezTo>
                    <a:pt x="2214" y="616"/>
                    <a:pt x="2253" y="517"/>
                    <a:pt x="2253" y="407"/>
                  </a:cubicBezTo>
                  <a:cubicBezTo>
                    <a:pt x="2253" y="231"/>
                    <a:pt x="2152" y="77"/>
                    <a:pt x="200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3039;p80">
              <a:extLst>
                <a:ext uri="{FF2B5EF4-FFF2-40B4-BE49-F238E27FC236}">
                  <a16:creationId xmlns:a16="http://schemas.microsoft.com/office/drawing/2014/main" id="{F526E0DE-8FE7-96E6-B010-4C63F83BC132}"/>
                </a:ext>
              </a:extLst>
            </p:cNvPr>
            <p:cNvSpPr/>
            <p:nvPr/>
          </p:nvSpPr>
          <p:spPr>
            <a:xfrm>
              <a:off x="7409369" y="3931287"/>
              <a:ext cx="116024" cy="123148"/>
            </a:xfrm>
            <a:custGeom>
              <a:avLst/>
              <a:gdLst/>
              <a:ahLst/>
              <a:cxnLst/>
              <a:rect l="l" t="t" r="r" b="b"/>
              <a:pathLst>
                <a:path w="2834" h="3008" extrusionOk="0">
                  <a:moveTo>
                    <a:pt x="1939" y="0"/>
                  </a:moveTo>
                  <a:lnTo>
                    <a:pt x="1" y="1564"/>
                  </a:lnTo>
                  <a:lnTo>
                    <a:pt x="1127" y="3007"/>
                  </a:lnTo>
                  <a:lnTo>
                    <a:pt x="1652" y="2542"/>
                  </a:lnTo>
                  <a:lnTo>
                    <a:pt x="2833" y="894"/>
                  </a:lnTo>
                  <a:lnTo>
                    <a:pt x="193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3040;p80">
              <a:extLst>
                <a:ext uri="{FF2B5EF4-FFF2-40B4-BE49-F238E27FC236}">
                  <a16:creationId xmlns:a16="http://schemas.microsoft.com/office/drawing/2014/main" id="{8843DB42-0754-8E99-5338-33F3C3194809}"/>
                </a:ext>
              </a:extLst>
            </p:cNvPr>
            <p:cNvSpPr/>
            <p:nvPr/>
          </p:nvSpPr>
          <p:spPr>
            <a:xfrm>
              <a:off x="7455508" y="3967764"/>
              <a:ext cx="77909" cy="87530"/>
            </a:xfrm>
            <a:custGeom>
              <a:avLst/>
              <a:gdLst/>
              <a:ahLst/>
              <a:cxnLst/>
              <a:rect l="l" t="t" r="r" b="b"/>
              <a:pathLst>
                <a:path w="1903" h="2138" extrusionOk="0">
                  <a:moveTo>
                    <a:pt x="1706" y="1"/>
                  </a:moveTo>
                  <a:lnTo>
                    <a:pt x="0" y="2116"/>
                  </a:lnTo>
                  <a:lnTo>
                    <a:pt x="338" y="2137"/>
                  </a:lnTo>
                  <a:lnTo>
                    <a:pt x="1903" y="198"/>
                  </a:lnTo>
                  <a:lnTo>
                    <a:pt x="170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3041;p80">
              <a:extLst>
                <a:ext uri="{FF2B5EF4-FFF2-40B4-BE49-F238E27FC236}">
                  <a16:creationId xmlns:a16="http://schemas.microsoft.com/office/drawing/2014/main" id="{0A49FCF1-F77B-1E3E-B0F5-29EBFD8C13AB}"/>
                </a:ext>
              </a:extLst>
            </p:cNvPr>
            <p:cNvSpPr/>
            <p:nvPr/>
          </p:nvSpPr>
          <p:spPr>
            <a:xfrm>
              <a:off x="7360445" y="3981561"/>
              <a:ext cx="118849" cy="112872"/>
            </a:xfrm>
            <a:custGeom>
              <a:avLst/>
              <a:gdLst/>
              <a:ahLst/>
              <a:cxnLst/>
              <a:rect l="l" t="t" r="r" b="b"/>
              <a:pathLst>
                <a:path w="2903" h="2757" extrusionOk="0">
                  <a:moveTo>
                    <a:pt x="763" y="1"/>
                  </a:moveTo>
                  <a:cubicBezTo>
                    <a:pt x="654" y="1"/>
                    <a:pt x="520" y="80"/>
                    <a:pt x="327" y="272"/>
                  </a:cubicBezTo>
                  <a:cubicBezTo>
                    <a:pt x="6" y="592"/>
                    <a:pt x="0" y="749"/>
                    <a:pt x="149" y="898"/>
                  </a:cubicBezTo>
                  <a:lnTo>
                    <a:pt x="1899" y="2648"/>
                  </a:lnTo>
                  <a:cubicBezTo>
                    <a:pt x="1959" y="2708"/>
                    <a:pt x="2043" y="2756"/>
                    <a:pt x="2149" y="2756"/>
                  </a:cubicBezTo>
                  <a:cubicBezTo>
                    <a:pt x="2268" y="2756"/>
                    <a:pt x="2414" y="2696"/>
                    <a:pt x="2583" y="2527"/>
                  </a:cubicBezTo>
                  <a:cubicBezTo>
                    <a:pt x="2903" y="2206"/>
                    <a:pt x="2829" y="1969"/>
                    <a:pt x="2704" y="1845"/>
                  </a:cubicBezTo>
                  <a:lnTo>
                    <a:pt x="954" y="94"/>
                  </a:lnTo>
                  <a:cubicBezTo>
                    <a:pt x="895" y="35"/>
                    <a:pt x="834" y="1"/>
                    <a:pt x="763"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3042;p80">
              <a:extLst>
                <a:ext uri="{FF2B5EF4-FFF2-40B4-BE49-F238E27FC236}">
                  <a16:creationId xmlns:a16="http://schemas.microsoft.com/office/drawing/2014/main" id="{AC1AA8E4-B7D7-6FF5-786C-C1B0A1D0F37A}"/>
                </a:ext>
              </a:extLst>
            </p:cNvPr>
            <p:cNvSpPr/>
            <p:nvPr/>
          </p:nvSpPr>
          <p:spPr>
            <a:xfrm>
              <a:off x="7438190" y="4057095"/>
              <a:ext cx="46180" cy="43970"/>
            </a:xfrm>
            <a:custGeom>
              <a:avLst/>
              <a:gdLst/>
              <a:ahLst/>
              <a:cxnLst/>
              <a:rect l="l" t="t" r="r" b="b"/>
              <a:pathLst>
                <a:path w="1128" h="1074" extrusionOk="0">
                  <a:moveTo>
                    <a:pt x="805" y="1"/>
                  </a:moveTo>
                  <a:lnTo>
                    <a:pt x="805" y="1"/>
                  </a:lnTo>
                  <a:cubicBezTo>
                    <a:pt x="930" y="126"/>
                    <a:pt x="911" y="271"/>
                    <a:pt x="590" y="590"/>
                  </a:cubicBezTo>
                  <a:cubicBezTo>
                    <a:pt x="385" y="794"/>
                    <a:pt x="253" y="876"/>
                    <a:pt x="151" y="876"/>
                  </a:cubicBezTo>
                  <a:cubicBezTo>
                    <a:pt x="93" y="876"/>
                    <a:pt x="46" y="850"/>
                    <a:pt x="0" y="805"/>
                  </a:cubicBezTo>
                  <a:lnTo>
                    <a:pt x="0" y="805"/>
                  </a:lnTo>
                  <a:lnTo>
                    <a:pt x="196" y="1002"/>
                  </a:lnTo>
                  <a:cubicBezTo>
                    <a:pt x="242" y="1047"/>
                    <a:pt x="290" y="1073"/>
                    <a:pt x="348" y="1073"/>
                  </a:cubicBezTo>
                  <a:cubicBezTo>
                    <a:pt x="450" y="1073"/>
                    <a:pt x="583" y="991"/>
                    <a:pt x="786" y="787"/>
                  </a:cubicBezTo>
                  <a:cubicBezTo>
                    <a:pt x="1107" y="467"/>
                    <a:pt x="1127" y="322"/>
                    <a:pt x="1002" y="197"/>
                  </a:cubicBezTo>
                  <a:lnTo>
                    <a:pt x="80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 name="Google Shape;3088;p80">
            <a:extLst>
              <a:ext uri="{FF2B5EF4-FFF2-40B4-BE49-F238E27FC236}">
                <a16:creationId xmlns:a16="http://schemas.microsoft.com/office/drawing/2014/main" id="{F9C11AAE-3C83-613A-E7F0-14B119284ACA}"/>
              </a:ext>
            </a:extLst>
          </p:cNvPr>
          <p:cNvGrpSpPr/>
          <p:nvPr/>
        </p:nvGrpSpPr>
        <p:grpSpPr>
          <a:xfrm>
            <a:off x="9738373" y="4696177"/>
            <a:ext cx="895760" cy="853048"/>
            <a:chOff x="8053764" y="3851126"/>
            <a:chExt cx="355646" cy="376771"/>
          </a:xfrm>
        </p:grpSpPr>
        <p:sp>
          <p:nvSpPr>
            <p:cNvPr id="122" name="Google Shape;3089;p80">
              <a:extLst>
                <a:ext uri="{FF2B5EF4-FFF2-40B4-BE49-F238E27FC236}">
                  <a16:creationId xmlns:a16="http://schemas.microsoft.com/office/drawing/2014/main" id="{F0A0DD8B-733E-CE85-6C64-9D7FCC0048BF}"/>
                </a:ext>
              </a:extLst>
            </p:cNvPr>
            <p:cNvSpPr/>
            <p:nvPr/>
          </p:nvSpPr>
          <p:spPr>
            <a:xfrm>
              <a:off x="8332033" y="3974642"/>
              <a:ext cx="37255" cy="45894"/>
            </a:xfrm>
            <a:custGeom>
              <a:avLst/>
              <a:gdLst/>
              <a:ahLst/>
              <a:cxnLst/>
              <a:rect l="l" t="t" r="r" b="b"/>
              <a:pathLst>
                <a:path w="910" h="1121" extrusionOk="0">
                  <a:moveTo>
                    <a:pt x="198" y="0"/>
                  </a:moveTo>
                  <a:lnTo>
                    <a:pt x="1" y="592"/>
                  </a:lnTo>
                  <a:lnTo>
                    <a:pt x="529" y="1121"/>
                  </a:lnTo>
                  <a:cubicBezTo>
                    <a:pt x="530" y="1121"/>
                    <a:pt x="909" y="712"/>
                    <a:pt x="543" y="344"/>
                  </a:cubicBezTo>
                  <a:lnTo>
                    <a:pt x="198"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3090;p80">
              <a:extLst>
                <a:ext uri="{FF2B5EF4-FFF2-40B4-BE49-F238E27FC236}">
                  <a16:creationId xmlns:a16="http://schemas.microsoft.com/office/drawing/2014/main" id="{AC8023BA-062D-2C13-2311-B780318CEE25}"/>
                </a:ext>
              </a:extLst>
            </p:cNvPr>
            <p:cNvSpPr/>
            <p:nvPr/>
          </p:nvSpPr>
          <p:spPr>
            <a:xfrm>
              <a:off x="8353691" y="3988726"/>
              <a:ext cx="18669" cy="38565"/>
            </a:xfrm>
            <a:custGeom>
              <a:avLst/>
              <a:gdLst/>
              <a:ahLst/>
              <a:cxnLst/>
              <a:rect l="l" t="t" r="r" b="b"/>
              <a:pathLst>
                <a:path w="456" h="942" extrusionOk="0">
                  <a:moveTo>
                    <a:pt x="14" y="0"/>
                  </a:moveTo>
                  <a:lnTo>
                    <a:pt x="14" y="0"/>
                  </a:lnTo>
                  <a:cubicBezTo>
                    <a:pt x="297" y="284"/>
                    <a:pt x="0" y="777"/>
                    <a:pt x="0" y="777"/>
                  </a:cubicBezTo>
                  <a:lnTo>
                    <a:pt x="146" y="923"/>
                  </a:lnTo>
                  <a:cubicBezTo>
                    <a:pt x="158" y="935"/>
                    <a:pt x="175" y="941"/>
                    <a:pt x="191" y="941"/>
                  </a:cubicBezTo>
                  <a:cubicBezTo>
                    <a:pt x="213" y="941"/>
                    <a:pt x="235" y="931"/>
                    <a:pt x="247" y="911"/>
                  </a:cubicBezTo>
                  <a:cubicBezTo>
                    <a:pt x="332" y="777"/>
                    <a:pt x="455" y="442"/>
                    <a:pt x="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3091;p80">
              <a:extLst>
                <a:ext uri="{FF2B5EF4-FFF2-40B4-BE49-F238E27FC236}">
                  <a16:creationId xmlns:a16="http://schemas.microsoft.com/office/drawing/2014/main" id="{677B6F50-2874-10BD-8E97-7F184557BE61}"/>
                </a:ext>
              </a:extLst>
            </p:cNvPr>
            <p:cNvSpPr/>
            <p:nvPr/>
          </p:nvSpPr>
          <p:spPr>
            <a:xfrm>
              <a:off x="8356311" y="3950324"/>
              <a:ext cx="46017" cy="28781"/>
            </a:xfrm>
            <a:custGeom>
              <a:avLst/>
              <a:gdLst/>
              <a:ahLst/>
              <a:cxnLst/>
              <a:rect l="l" t="t" r="r" b="b"/>
              <a:pathLst>
                <a:path w="1124" h="703" extrusionOk="0">
                  <a:moveTo>
                    <a:pt x="594" y="0"/>
                  </a:moveTo>
                  <a:lnTo>
                    <a:pt x="1" y="199"/>
                  </a:lnTo>
                  <a:lnTo>
                    <a:pt x="346" y="543"/>
                  </a:lnTo>
                  <a:cubicBezTo>
                    <a:pt x="465" y="662"/>
                    <a:pt x="589" y="703"/>
                    <a:pt x="702" y="703"/>
                  </a:cubicBezTo>
                  <a:cubicBezTo>
                    <a:pt x="936" y="703"/>
                    <a:pt x="1123" y="530"/>
                    <a:pt x="1122" y="530"/>
                  </a:cubicBezTo>
                  <a:lnTo>
                    <a:pt x="594"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3092;p80">
              <a:extLst>
                <a:ext uri="{FF2B5EF4-FFF2-40B4-BE49-F238E27FC236}">
                  <a16:creationId xmlns:a16="http://schemas.microsoft.com/office/drawing/2014/main" id="{20731F0C-1FD6-2D87-E9AE-CF7AABA18E28}"/>
                </a:ext>
              </a:extLst>
            </p:cNvPr>
            <p:cNvSpPr/>
            <p:nvPr/>
          </p:nvSpPr>
          <p:spPr>
            <a:xfrm>
              <a:off x="8370435" y="3972022"/>
              <a:ext cx="38975" cy="13510"/>
            </a:xfrm>
            <a:custGeom>
              <a:avLst/>
              <a:gdLst/>
              <a:ahLst/>
              <a:cxnLst/>
              <a:rect l="l" t="t" r="r" b="b"/>
              <a:pathLst>
                <a:path w="952" h="330" extrusionOk="0">
                  <a:moveTo>
                    <a:pt x="1" y="13"/>
                  </a:moveTo>
                  <a:cubicBezTo>
                    <a:pt x="1" y="13"/>
                    <a:pt x="1" y="13"/>
                    <a:pt x="1" y="13"/>
                  </a:cubicBezTo>
                  <a:lnTo>
                    <a:pt x="1" y="13"/>
                  </a:lnTo>
                  <a:cubicBezTo>
                    <a:pt x="1" y="13"/>
                    <a:pt x="1" y="13"/>
                    <a:pt x="1" y="13"/>
                  </a:cubicBezTo>
                  <a:close/>
                  <a:moveTo>
                    <a:pt x="777" y="0"/>
                  </a:moveTo>
                  <a:cubicBezTo>
                    <a:pt x="777" y="0"/>
                    <a:pt x="551" y="136"/>
                    <a:pt x="318" y="136"/>
                  </a:cubicBezTo>
                  <a:cubicBezTo>
                    <a:pt x="206" y="136"/>
                    <a:pt x="93" y="105"/>
                    <a:pt x="1" y="13"/>
                  </a:cubicBezTo>
                  <a:lnTo>
                    <a:pt x="1" y="13"/>
                  </a:lnTo>
                  <a:cubicBezTo>
                    <a:pt x="246" y="259"/>
                    <a:pt x="459" y="330"/>
                    <a:pt x="622" y="330"/>
                  </a:cubicBezTo>
                  <a:cubicBezTo>
                    <a:pt x="752" y="330"/>
                    <a:pt x="851" y="284"/>
                    <a:pt x="910" y="247"/>
                  </a:cubicBezTo>
                  <a:cubicBezTo>
                    <a:pt x="946" y="224"/>
                    <a:pt x="951" y="174"/>
                    <a:pt x="922" y="145"/>
                  </a:cubicBezTo>
                  <a:lnTo>
                    <a:pt x="77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3093;p80">
              <a:extLst>
                <a:ext uri="{FF2B5EF4-FFF2-40B4-BE49-F238E27FC236}">
                  <a16:creationId xmlns:a16="http://schemas.microsoft.com/office/drawing/2014/main" id="{06C34B48-FD00-67B3-AAAD-B6DD3D4ACA86}"/>
                </a:ext>
              </a:extLst>
            </p:cNvPr>
            <p:cNvSpPr/>
            <p:nvPr/>
          </p:nvSpPr>
          <p:spPr>
            <a:xfrm>
              <a:off x="8256990" y="3851126"/>
              <a:ext cx="80488" cy="58749"/>
            </a:xfrm>
            <a:custGeom>
              <a:avLst/>
              <a:gdLst/>
              <a:ahLst/>
              <a:cxnLst/>
              <a:rect l="l" t="t" r="r" b="b"/>
              <a:pathLst>
                <a:path w="1966" h="1435" extrusionOk="0">
                  <a:moveTo>
                    <a:pt x="426" y="1"/>
                  </a:moveTo>
                  <a:cubicBezTo>
                    <a:pt x="341" y="1"/>
                    <a:pt x="257" y="20"/>
                    <a:pt x="179" y="58"/>
                  </a:cubicBezTo>
                  <a:lnTo>
                    <a:pt x="50" y="122"/>
                  </a:lnTo>
                  <a:cubicBezTo>
                    <a:pt x="10" y="142"/>
                    <a:pt x="0" y="195"/>
                    <a:pt x="32" y="227"/>
                  </a:cubicBezTo>
                  <a:lnTo>
                    <a:pt x="1240" y="1435"/>
                  </a:lnTo>
                  <a:lnTo>
                    <a:pt x="1662" y="1157"/>
                  </a:lnTo>
                  <a:lnTo>
                    <a:pt x="1966" y="709"/>
                  </a:lnTo>
                  <a:lnTo>
                    <a:pt x="680" y="61"/>
                  </a:lnTo>
                  <a:cubicBezTo>
                    <a:pt x="600" y="21"/>
                    <a:pt x="513" y="1"/>
                    <a:pt x="426"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3094;p80">
              <a:extLst>
                <a:ext uri="{FF2B5EF4-FFF2-40B4-BE49-F238E27FC236}">
                  <a16:creationId xmlns:a16="http://schemas.microsoft.com/office/drawing/2014/main" id="{6651B666-1BEB-95C9-C386-3E28A585492F}"/>
                </a:ext>
              </a:extLst>
            </p:cNvPr>
            <p:cNvSpPr/>
            <p:nvPr/>
          </p:nvSpPr>
          <p:spPr>
            <a:xfrm>
              <a:off x="8307797" y="3880112"/>
              <a:ext cx="40490" cy="45484"/>
            </a:xfrm>
            <a:custGeom>
              <a:avLst/>
              <a:gdLst/>
              <a:ahLst/>
              <a:cxnLst/>
              <a:rect l="l" t="t" r="r" b="b"/>
              <a:pathLst>
                <a:path w="989" h="1111" extrusionOk="0">
                  <a:moveTo>
                    <a:pt x="726" y="1"/>
                  </a:moveTo>
                  <a:lnTo>
                    <a:pt x="1" y="727"/>
                  </a:lnTo>
                  <a:lnTo>
                    <a:pt x="384" y="1111"/>
                  </a:lnTo>
                  <a:lnTo>
                    <a:pt x="988" y="135"/>
                  </a:lnTo>
                  <a:lnTo>
                    <a:pt x="7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3095;p80">
              <a:extLst>
                <a:ext uri="{FF2B5EF4-FFF2-40B4-BE49-F238E27FC236}">
                  <a16:creationId xmlns:a16="http://schemas.microsoft.com/office/drawing/2014/main" id="{F475CC5B-BD9D-39E7-B104-11B7BA2EF4A0}"/>
                </a:ext>
              </a:extLst>
            </p:cNvPr>
            <p:cNvSpPr/>
            <p:nvPr/>
          </p:nvSpPr>
          <p:spPr>
            <a:xfrm>
              <a:off x="8199674" y="3908197"/>
              <a:ext cx="59568" cy="80038"/>
            </a:xfrm>
            <a:custGeom>
              <a:avLst/>
              <a:gdLst/>
              <a:ahLst/>
              <a:cxnLst/>
              <a:rect l="l" t="t" r="r" b="b"/>
              <a:pathLst>
                <a:path w="1455" h="1955" extrusionOk="0">
                  <a:moveTo>
                    <a:pt x="201" y="1"/>
                  </a:moveTo>
                  <a:cubicBezTo>
                    <a:pt x="178" y="1"/>
                    <a:pt x="154" y="14"/>
                    <a:pt x="142" y="37"/>
                  </a:cubicBezTo>
                  <a:lnTo>
                    <a:pt x="78" y="167"/>
                  </a:lnTo>
                  <a:cubicBezTo>
                    <a:pt x="0" y="325"/>
                    <a:pt x="1" y="510"/>
                    <a:pt x="80" y="668"/>
                  </a:cubicBezTo>
                  <a:lnTo>
                    <a:pt x="729" y="1955"/>
                  </a:lnTo>
                  <a:lnTo>
                    <a:pt x="1138" y="1665"/>
                  </a:lnTo>
                  <a:lnTo>
                    <a:pt x="1455" y="1229"/>
                  </a:lnTo>
                  <a:lnTo>
                    <a:pt x="247" y="21"/>
                  </a:lnTo>
                  <a:cubicBezTo>
                    <a:pt x="234" y="7"/>
                    <a:pt x="218" y="1"/>
                    <a:pt x="201"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3096;p80">
              <a:extLst>
                <a:ext uri="{FF2B5EF4-FFF2-40B4-BE49-F238E27FC236}">
                  <a16:creationId xmlns:a16="http://schemas.microsoft.com/office/drawing/2014/main" id="{3B9C9E6D-155C-AAA4-07BC-FEC5F948F37E}"/>
                </a:ext>
              </a:extLst>
            </p:cNvPr>
            <p:cNvSpPr/>
            <p:nvPr/>
          </p:nvSpPr>
          <p:spPr>
            <a:xfrm>
              <a:off x="8159922" y="4024794"/>
              <a:ext cx="32916" cy="30214"/>
            </a:xfrm>
            <a:custGeom>
              <a:avLst/>
              <a:gdLst/>
              <a:ahLst/>
              <a:cxnLst/>
              <a:rect l="l" t="t" r="r" b="b"/>
              <a:pathLst>
                <a:path w="804" h="738" extrusionOk="0">
                  <a:moveTo>
                    <a:pt x="663" y="0"/>
                  </a:moveTo>
                  <a:cubicBezTo>
                    <a:pt x="508" y="0"/>
                    <a:pt x="361" y="21"/>
                    <a:pt x="190" y="190"/>
                  </a:cubicBezTo>
                  <a:cubicBezTo>
                    <a:pt x="42" y="340"/>
                    <a:pt x="0" y="546"/>
                    <a:pt x="68" y="738"/>
                  </a:cubicBezTo>
                  <a:lnTo>
                    <a:pt x="803" y="2"/>
                  </a:lnTo>
                  <a:cubicBezTo>
                    <a:pt x="755" y="2"/>
                    <a:pt x="709" y="0"/>
                    <a:pt x="663"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3097;p80">
              <a:extLst>
                <a:ext uri="{FF2B5EF4-FFF2-40B4-BE49-F238E27FC236}">
                  <a16:creationId xmlns:a16="http://schemas.microsoft.com/office/drawing/2014/main" id="{8C3E3796-2BB8-9C97-7966-E590DE2CCFB1}"/>
                </a:ext>
              </a:extLst>
            </p:cNvPr>
            <p:cNvSpPr/>
            <p:nvPr/>
          </p:nvSpPr>
          <p:spPr>
            <a:xfrm>
              <a:off x="8162706" y="3958430"/>
              <a:ext cx="112339" cy="106485"/>
            </a:xfrm>
            <a:custGeom>
              <a:avLst/>
              <a:gdLst/>
              <a:ahLst/>
              <a:cxnLst/>
              <a:rect l="l" t="t" r="r" b="b"/>
              <a:pathLst>
                <a:path w="2744" h="2601" extrusionOk="0">
                  <a:moveTo>
                    <a:pt x="2359" y="1"/>
                  </a:moveTo>
                  <a:lnTo>
                    <a:pt x="1633" y="726"/>
                  </a:lnTo>
                  <a:lnTo>
                    <a:pt x="1767" y="988"/>
                  </a:lnTo>
                  <a:lnTo>
                    <a:pt x="1462" y="1293"/>
                  </a:lnTo>
                  <a:cubicBezTo>
                    <a:pt x="1160" y="1595"/>
                    <a:pt x="936" y="1625"/>
                    <a:pt x="736" y="1625"/>
                  </a:cubicBezTo>
                  <a:lnTo>
                    <a:pt x="1" y="2360"/>
                  </a:lnTo>
                  <a:cubicBezTo>
                    <a:pt x="32" y="2444"/>
                    <a:pt x="82" y="2528"/>
                    <a:pt x="155" y="2600"/>
                  </a:cubicBezTo>
                  <a:lnTo>
                    <a:pt x="2743" y="386"/>
                  </a:lnTo>
                  <a:lnTo>
                    <a:pt x="235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3098;p80">
              <a:extLst>
                <a:ext uri="{FF2B5EF4-FFF2-40B4-BE49-F238E27FC236}">
                  <a16:creationId xmlns:a16="http://schemas.microsoft.com/office/drawing/2014/main" id="{ABFE2946-3FED-9217-AB05-040477B12BD6}"/>
                </a:ext>
              </a:extLst>
            </p:cNvPr>
            <p:cNvSpPr/>
            <p:nvPr/>
          </p:nvSpPr>
          <p:spPr>
            <a:xfrm>
              <a:off x="8092616" y="3926087"/>
              <a:ext cx="302342" cy="301810"/>
            </a:xfrm>
            <a:custGeom>
              <a:avLst/>
              <a:gdLst/>
              <a:ahLst/>
              <a:cxnLst/>
              <a:rect l="l" t="t" r="r" b="b"/>
              <a:pathLst>
                <a:path w="7385" h="7372" extrusionOk="0">
                  <a:moveTo>
                    <a:pt x="7232" y="1"/>
                  </a:moveTo>
                  <a:lnTo>
                    <a:pt x="1" y="7232"/>
                  </a:lnTo>
                  <a:lnTo>
                    <a:pt x="100" y="7331"/>
                  </a:lnTo>
                  <a:cubicBezTo>
                    <a:pt x="127" y="7358"/>
                    <a:pt x="162" y="7372"/>
                    <a:pt x="198" y="7372"/>
                  </a:cubicBezTo>
                  <a:cubicBezTo>
                    <a:pt x="234" y="7372"/>
                    <a:pt x="270" y="7358"/>
                    <a:pt x="298" y="7331"/>
                  </a:cubicBezTo>
                  <a:lnTo>
                    <a:pt x="5257" y="2372"/>
                  </a:lnTo>
                  <a:lnTo>
                    <a:pt x="5260" y="2182"/>
                  </a:lnTo>
                  <a:lnTo>
                    <a:pt x="5454" y="2175"/>
                  </a:lnTo>
                  <a:lnTo>
                    <a:pt x="7331" y="299"/>
                  </a:lnTo>
                  <a:cubicBezTo>
                    <a:pt x="7385" y="245"/>
                    <a:pt x="7385" y="157"/>
                    <a:pt x="7331" y="101"/>
                  </a:cubicBezTo>
                  <a:lnTo>
                    <a:pt x="723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3099;p80">
              <a:extLst>
                <a:ext uri="{FF2B5EF4-FFF2-40B4-BE49-F238E27FC236}">
                  <a16:creationId xmlns:a16="http://schemas.microsoft.com/office/drawing/2014/main" id="{7B58F57B-4F00-E332-663F-5CB0DDDC1709}"/>
                </a:ext>
              </a:extLst>
            </p:cNvPr>
            <p:cNvSpPr/>
            <p:nvPr/>
          </p:nvSpPr>
          <p:spPr>
            <a:xfrm>
              <a:off x="8053764" y="3885598"/>
              <a:ext cx="334685" cy="336772"/>
            </a:xfrm>
            <a:custGeom>
              <a:avLst/>
              <a:gdLst/>
              <a:ahLst/>
              <a:cxnLst/>
              <a:rect l="l" t="t" r="r" b="b"/>
              <a:pathLst>
                <a:path w="8175" h="8226" extrusionOk="0">
                  <a:moveTo>
                    <a:pt x="7193" y="1"/>
                  </a:moveTo>
                  <a:lnTo>
                    <a:pt x="6403" y="790"/>
                  </a:lnTo>
                  <a:lnTo>
                    <a:pt x="6325" y="910"/>
                  </a:lnTo>
                  <a:lnTo>
                    <a:pt x="6206" y="988"/>
                  </a:lnTo>
                  <a:lnTo>
                    <a:pt x="5822" y="1373"/>
                  </a:lnTo>
                  <a:lnTo>
                    <a:pt x="5744" y="1493"/>
                  </a:lnTo>
                  <a:lnTo>
                    <a:pt x="5624" y="1570"/>
                  </a:lnTo>
                  <a:lnTo>
                    <a:pt x="5216" y="1977"/>
                  </a:lnTo>
                  <a:lnTo>
                    <a:pt x="5169" y="2113"/>
                  </a:lnTo>
                  <a:lnTo>
                    <a:pt x="5019" y="2174"/>
                  </a:lnTo>
                  <a:lnTo>
                    <a:pt x="4658" y="2534"/>
                  </a:lnTo>
                  <a:lnTo>
                    <a:pt x="4581" y="2654"/>
                  </a:lnTo>
                  <a:lnTo>
                    <a:pt x="4461" y="2731"/>
                  </a:lnTo>
                  <a:lnTo>
                    <a:pt x="4077" y="3116"/>
                  </a:lnTo>
                  <a:lnTo>
                    <a:pt x="3999" y="3236"/>
                  </a:lnTo>
                  <a:lnTo>
                    <a:pt x="3880" y="3314"/>
                  </a:lnTo>
                  <a:lnTo>
                    <a:pt x="3495" y="3697"/>
                  </a:lnTo>
                  <a:lnTo>
                    <a:pt x="3417" y="3817"/>
                  </a:lnTo>
                  <a:lnTo>
                    <a:pt x="3297" y="3895"/>
                  </a:lnTo>
                  <a:lnTo>
                    <a:pt x="2914" y="4279"/>
                  </a:lnTo>
                  <a:lnTo>
                    <a:pt x="2836" y="4400"/>
                  </a:lnTo>
                  <a:lnTo>
                    <a:pt x="2716" y="4477"/>
                  </a:lnTo>
                  <a:lnTo>
                    <a:pt x="2332" y="4861"/>
                  </a:lnTo>
                  <a:lnTo>
                    <a:pt x="2255" y="4981"/>
                  </a:lnTo>
                  <a:lnTo>
                    <a:pt x="2134" y="5059"/>
                  </a:lnTo>
                  <a:lnTo>
                    <a:pt x="1750" y="5442"/>
                  </a:lnTo>
                  <a:lnTo>
                    <a:pt x="1672" y="5562"/>
                  </a:lnTo>
                  <a:lnTo>
                    <a:pt x="1553" y="5640"/>
                  </a:lnTo>
                  <a:lnTo>
                    <a:pt x="1169" y="6024"/>
                  </a:lnTo>
                  <a:lnTo>
                    <a:pt x="1091" y="6144"/>
                  </a:lnTo>
                  <a:lnTo>
                    <a:pt x="971" y="6222"/>
                  </a:lnTo>
                  <a:lnTo>
                    <a:pt x="587" y="6606"/>
                  </a:lnTo>
                  <a:lnTo>
                    <a:pt x="510" y="6726"/>
                  </a:lnTo>
                  <a:lnTo>
                    <a:pt x="389" y="6803"/>
                  </a:lnTo>
                  <a:lnTo>
                    <a:pt x="54" y="7138"/>
                  </a:lnTo>
                  <a:cubicBezTo>
                    <a:pt x="0" y="7192"/>
                    <a:pt x="0" y="7281"/>
                    <a:pt x="54" y="7336"/>
                  </a:cubicBezTo>
                  <a:lnTo>
                    <a:pt x="943" y="8225"/>
                  </a:lnTo>
                  <a:lnTo>
                    <a:pt x="8175" y="994"/>
                  </a:lnTo>
                  <a:lnTo>
                    <a:pt x="719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3100;p80">
              <a:extLst>
                <a:ext uri="{FF2B5EF4-FFF2-40B4-BE49-F238E27FC236}">
                  <a16:creationId xmlns:a16="http://schemas.microsoft.com/office/drawing/2014/main" id="{F7B74313-6CA3-3506-AC35-CD266CF2CF04}"/>
                </a:ext>
              </a:extLst>
            </p:cNvPr>
            <p:cNvSpPr/>
            <p:nvPr/>
          </p:nvSpPr>
          <p:spPr>
            <a:xfrm>
              <a:off x="8069895" y="4155843"/>
              <a:ext cx="22435" cy="21821"/>
            </a:xfrm>
            <a:custGeom>
              <a:avLst/>
              <a:gdLst/>
              <a:ahLst/>
              <a:cxnLst/>
              <a:rect l="l" t="t" r="r" b="b"/>
              <a:pathLst>
                <a:path w="548" h="533" extrusionOk="0">
                  <a:moveTo>
                    <a:pt x="199" y="0"/>
                  </a:moveTo>
                  <a:lnTo>
                    <a:pt x="1" y="199"/>
                  </a:lnTo>
                  <a:lnTo>
                    <a:pt x="295" y="492"/>
                  </a:lnTo>
                  <a:cubicBezTo>
                    <a:pt x="322" y="519"/>
                    <a:pt x="358" y="532"/>
                    <a:pt x="394" y="532"/>
                  </a:cubicBezTo>
                  <a:cubicBezTo>
                    <a:pt x="430" y="532"/>
                    <a:pt x="465" y="519"/>
                    <a:pt x="492" y="492"/>
                  </a:cubicBezTo>
                  <a:cubicBezTo>
                    <a:pt x="547" y="437"/>
                    <a:pt x="547" y="349"/>
                    <a:pt x="492" y="295"/>
                  </a:cubicBezTo>
                  <a:lnTo>
                    <a:pt x="1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3101;p80">
              <a:extLst>
                <a:ext uri="{FF2B5EF4-FFF2-40B4-BE49-F238E27FC236}">
                  <a16:creationId xmlns:a16="http://schemas.microsoft.com/office/drawing/2014/main" id="{7BAAFA78-BF5F-BB32-C0AC-0EF02E001920}"/>
                </a:ext>
              </a:extLst>
            </p:cNvPr>
            <p:cNvSpPr/>
            <p:nvPr/>
          </p:nvSpPr>
          <p:spPr>
            <a:xfrm>
              <a:off x="8093681" y="4132098"/>
              <a:ext cx="22435" cy="21821"/>
            </a:xfrm>
            <a:custGeom>
              <a:avLst/>
              <a:gdLst/>
              <a:ahLst/>
              <a:cxnLst/>
              <a:rect l="l" t="t" r="r" b="b"/>
              <a:pathLst>
                <a:path w="548" h="533" extrusionOk="0">
                  <a:moveTo>
                    <a:pt x="199" y="0"/>
                  </a:moveTo>
                  <a:lnTo>
                    <a:pt x="1" y="199"/>
                  </a:lnTo>
                  <a:lnTo>
                    <a:pt x="295" y="492"/>
                  </a:lnTo>
                  <a:cubicBezTo>
                    <a:pt x="323" y="519"/>
                    <a:pt x="359" y="532"/>
                    <a:pt x="395" y="532"/>
                  </a:cubicBezTo>
                  <a:cubicBezTo>
                    <a:pt x="431" y="532"/>
                    <a:pt x="466" y="519"/>
                    <a:pt x="494" y="492"/>
                  </a:cubicBezTo>
                  <a:cubicBezTo>
                    <a:pt x="547" y="437"/>
                    <a:pt x="547" y="348"/>
                    <a:pt x="494" y="295"/>
                  </a:cubicBezTo>
                  <a:lnTo>
                    <a:pt x="1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3102;p80">
              <a:extLst>
                <a:ext uri="{FF2B5EF4-FFF2-40B4-BE49-F238E27FC236}">
                  <a16:creationId xmlns:a16="http://schemas.microsoft.com/office/drawing/2014/main" id="{C11AD3DE-74F9-E649-3B0D-B1695D1B83F9}"/>
                </a:ext>
              </a:extLst>
            </p:cNvPr>
            <p:cNvSpPr/>
            <p:nvPr/>
          </p:nvSpPr>
          <p:spPr>
            <a:xfrm>
              <a:off x="8117467" y="4108270"/>
              <a:ext cx="22394" cy="21821"/>
            </a:xfrm>
            <a:custGeom>
              <a:avLst/>
              <a:gdLst/>
              <a:ahLst/>
              <a:cxnLst/>
              <a:rect l="l" t="t" r="r" b="b"/>
              <a:pathLst>
                <a:path w="547" h="533" extrusionOk="0">
                  <a:moveTo>
                    <a:pt x="199" y="1"/>
                  </a:moveTo>
                  <a:lnTo>
                    <a:pt x="0" y="198"/>
                  </a:lnTo>
                  <a:lnTo>
                    <a:pt x="295" y="492"/>
                  </a:lnTo>
                  <a:cubicBezTo>
                    <a:pt x="323" y="519"/>
                    <a:pt x="358" y="533"/>
                    <a:pt x="394" y="533"/>
                  </a:cubicBezTo>
                  <a:cubicBezTo>
                    <a:pt x="430" y="533"/>
                    <a:pt x="466" y="519"/>
                    <a:pt x="493" y="492"/>
                  </a:cubicBezTo>
                  <a:cubicBezTo>
                    <a:pt x="547" y="437"/>
                    <a:pt x="547" y="349"/>
                    <a:pt x="493" y="294"/>
                  </a:cubicBezTo>
                  <a:lnTo>
                    <a:pt x="19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3103;p80">
              <a:extLst>
                <a:ext uri="{FF2B5EF4-FFF2-40B4-BE49-F238E27FC236}">
                  <a16:creationId xmlns:a16="http://schemas.microsoft.com/office/drawing/2014/main" id="{D5B87BCA-086D-C1C7-9DB4-091B5A500A2A}"/>
                </a:ext>
              </a:extLst>
            </p:cNvPr>
            <p:cNvSpPr/>
            <p:nvPr/>
          </p:nvSpPr>
          <p:spPr>
            <a:xfrm>
              <a:off x="8141294" y="4084525"/>
              <a:ext cx="22394" cy="21821"/>
            </a:xfrm>
            <a:custGeom>
              <a:avLst/>
              <a:gdLst/>
              <a:ahLst/>
              <a:cxnLst/>
              <a:rect l="l" t="t" r="r" b="b"/>
              <a:pathLst>
                <a:path w="547" h="533" extrusionOk="0">
                  <a:moveTo>
                    <a:pt x="198" y="1"/>
                  </a:moveTo>
                  <a:lnTo>
                    <a:pt x="1" y="198"/>
                  </a:lnTo>
                  <a:lnTo>
                    <a:pt x="294" y="492"/>
                  </a:lnTo>
                  <a:cubicBezTo>
                    <a:pt x="322" y="519"/>
                    <a:pt x="358" y="533"/>
                    <a:pt x="394" y="533"/>
                  </a:cubicBezTo>
                  <a:cubicBezTo>
                    <a:pt x="430" y="533"/>
                    <a:pt x="466" y="520"/>
                    <a:pt x="492" y="492"/>
                  </a:cubicBezTo>
                  <a:cubicBezTo>
                    <a:pt x="546" y="436"/>
                    <a:pt x="546" y="349"/>
                    <a:pt x="492" y="294"/>
                  </a:cubicBezTo>
                  <a:lnTo>
                    <a:pt x="19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3104;p80">
              <a:extLst>
                <a:ext uri="{FF2B5EF4-FFF2-40B4-BE49-F238E27FC236}">
                  <a16:creationId xmlns:a16="http://schemas.microsoft.com/office/drawing/2014/main" id="{CCE9A39D-FB4D-8EDD-6CC6-83950BED6D5C}"/>
                </a:ext>
              </a:extLst>
            </p:cNvPr>
            <p:cNvSpPr/>
            <p:nvPr/>
          </p:nvSpPr>
          <p:spPr>
            <a:xfrm>
              <a:off x="8165039" y="4060739"/>
              <a:ext cx="22394" cy="21821"/>
            </a:xfrm>
            <a:custGeom>
              <a:avLst/>
              <a:gdLst/>
              <a:ahLst/>
              <a:cxnLst/>
              <a:rect l="l" t="t" r="r" b="b"/>
              <a:pathLst>
                <a:path w="547" h="533" extrusionOk="0">
                  <a:moveTo>
                    <a:pt x="198" y="0"/>
                  </a:moveTo>
                  <a:lnTo>
                    <a:pt x="1" y="197"/>
                  </a:lnTo>
                  <a:lnTo>
                    <a:pt x="294" y="492"/>
                  </a:lnTo>
                  <a:cubicBezTo>
                    <a:pt x="322" y="519"/>
                    <a:pt x="359" y="533"/>
                    <a:pt x="395" y="533"/>
                  </a:cubicBezTo>
                  <a:cubicBezTo>
                    <a:pt x="430" y="533"/>
                    <a:pt x="466" y="519"/>
                    <a:pt x="493" y="492"/>
                  </a:cubicBezTo>
                  <a:cubicBezTo>
                    <a:pt x="546" y="436"/>
                    <a:pt x="546" y="348"/>
                    <a:pt x="493" y="294"/>
                  </a:cubicBezTo>
                  <a:lnTo>
                    <a:pt x="19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3105;p80">
              <a:extLst>
                <a:ext uri="{FF2B5EF4-FFF2-40B4-BE49-F238E27FC236}">
                  <a16:creationId xmlns:a16="http://schemas.microsoft.com/office/drawing/2014/main" id="{8D66A79C-77FD-94BF-B428-8687EEEA3791}"/>
                </a:ext>
              </a:extLst>
            </p:cNvPr>
            <p:cNvSpPr/>
            <p:nvPr/>
          </p:nvSpPr>
          <p:spPr>
            <a:xfrm>
              <a:off x="8188866" y="4036871"/>
              <a:ext cx="22353" cy="21903"/>
            </a:xfrm>
            <a:custGeom>
              <a:avLst/>
              <a:gdLst/>
              <a:ahLst/>
              <a:cxnLst/>
              <a:rect l="l" t="t" r="r" b="b"/>
              <a:pathLst>
                <a:path w="546" h="535" extrusionOk="0">
                  <a:moveTo>
                    <a:pt x="198" y="1"/>
                  </a:moveTo>
                  <a:lnTo>
                    <a:pt x="0" y="199"/>
                  </a:lnTo>
                  <a:lnTo>
                    <a:pt x="295" y="494"/>
                  </a:lnTo>
                  <a:cubicBezTo>
                    <a:pt x="322" y="521"/>
                    <a:pt x="358" y="534"/>
                    <a:pt x="394" y="534"/>
                  </a:cubicBezTo>
                  <a:cubicBezTo>
                    <a:pt x="430" y="534"/>
                    <a:pt x="465" y="521"/>
                    <a:pt x="492" y="494"/>
                  </a:cubicBezTo>
                  <a:cubicBezTo>
                    <a:pt x="546" y="438"/>
                    <a:pt x="546" y="349"/>
                    <a:pt x="492" y="295"/>
                  </a:cubicBezTo>
                  <a:lnTo>
                    <a:pt x="19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3106;p80">
              <a:extLst>
                <a:ext uri="{FF2B5EF4-FFF2-40B4-BE49-F238E27FC236}">
                  <a16:creationId xmlns:a16="http://schemas.microsoft.com/office/drawing/2014/main" id="{2E482084-647B-3385-4E96-74351E12F25C}"/>
                </a:ext>
              </a:extLst>
            </p:cNvPr>
            <p:cNvSpPr/>
            <p:nvPr/>
          </p:nvSpPr>
          <p:spPr>
            <a:xfrm>
              <a:off x="8212611" y="4013126"/>
              <a:ext cx="22394" cy="21862"/>
            </a:xfrm>
            <a:custGeom>
              <a:avLst/>
              <a:gdLst/>
              <a:ahLst/>
              <a:cxnLst/>
              <a:rect l="l" t="t" r="r" b="b"/>
              <a:pathLst>
                <a:path w="547" h="534" extrusionOk="0">
                  <a:moveTo>
                    <a:pt x="198" y="1"/>
                  </a:moveTo>
                  <a:lnTo>
                    <a:pt x="1" y="199"/>
                  </a:lnTo>
                  <a:lnTo>
                    <a:pt x="295" y="493"/>
                  </a:lnTo>
                  <a:cubicBezTo>
                    <a:pt x="322" y="520"/>
                    <a:pt x="359" y="534"/>
                    <a:pt x="394" y="534"/>
                  </a:cubicBezTo>
                  <a:cubicBezTo>
                    <a:pt x="430" y="534"/>
                    <a:pt x="465" y="521"/>
                    <a:pt x="492" y="493"/>
                  </a:cubicBezTo>
                  <a:cubicBezTo>
                    <a:pt x="546" y="437"/>
                    <a:pt x="546" y="349"/>
                    <a:pt x="492" y="295"/>
                  </a:cubicBezTo>
                  <a:lnTo>
                    <a:pt x="19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3107;p80">
              <a:extLst>
                <a:ext uri="{FF2B5EF4-FFF2-40B4-BE49-F238E27FC236}">
                  <a16:creationId xmlns:a16="http://schemas.microsoft.com/office/drawing/2014/main" id="{DBB67662-454C-19AE-1333-BFA7286B609D}"/>
                </a:ext>
              </a:extLst>
            </p:cNvPr>
            <p:cNvSpPr/>
            <p:nvPr/>
          </p:nvSpPr>
          <p:spPr>
            <a:xfrm>
              <a:off x="8236398" y="3989340"/>
              <a:ext cx="21862" cy="21821"/>
            </a:xfrm>
            <a:custGeom>
              <a:avLst/>
              <a:gdLst/>
              <a:ahLst/>
              <a:cxnLst/>
              <a:rect l="l" t="t" r="r" b="b"/>
              <a:pathLst>
                <a:path w="534" h="533" extrusionOk="0">
                  <a:moveTo>
                    <a:pt x="199" y="0"/>
                  </a:moveTo>
                  <a:lnTo>
                    <a:pt x="1" y="199"/>
                  </a:lnTo>
                  <a:lnTo>
                    <a:pt x="295" y="492"/>
                  </a:lnTo>
                  <a:cubicBezTo>
                    <a:pt x="323" y="519"/>
                    <a:pt x="359" y="533"/>
                    <a:pt x="394" y="533"/>
                  </a:cubicBezTo>
                  <a:cubicBezTo>
                    <a:pt x="430" y="533"/>
                    <a:pt x="466" y="519"/>
                    <a:pt x="493" y="492"/>
                  </a:cubicBezTo>
                  <a:cubicBezTo>
                    <a:pt x="521" y="464"/>
                    <a:pt x="534" y="429"/>
                    <a:pt x="534" y="393"/>
                  </a:cubicBezTo>
                  <a:cubicBezTo>
                    <a:pt x="534" y="358"/>
                    <a:pt x="521" y="322"/>
                    <a:pt x="493" y="295"/>
                  </a:cubicBezTo>
                  <a:lnTo>
                    <a:pt x="19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3108;p80">
              <a:extLst>
                <a:ext uri="{FF2B5EF4-FFF2-40B4-BE49-F238E27FC236}">
                  <a16:creationId xmlns:a16="http://schemas.microsoft.com/office/drawing/2014/main" id="{495D7931-E1AF-E7D2-1A87-357FAEFC3657}"/>
                </a:ext>
              </a:extLst>
            </p:cNvPr>
            <p:cNvSpPr/>
            <p:nvPr/>
          </p:nvSpPr>
          <p:spPr>
            <a:xfrm>
              <a:off x="8259283" y="3966536"/>
              <a:ext cx="50766" cy="50233"/>
            </a:xfrm>
            <a:custGeom>
              <a:avLst/>
              <a:gdLst/>
              <a:ahLst/>
              <a:cxnLst/>
              <a:rect l="l" t="t" r="r" b="b"/>
              <a:pathLst>
                <a:path w="1240" h="1227" extrusionOk="0">
                  <a:moveTo>
                    <a:pt x="197" y="0"/>
                  </a:moveTo>
                  <a:lnTo>
                    <a:pt x="0" y="198"/>
                  </a:lnTo>
                  <a:lnTo>
                    <a:pt x="988" y="1186"/>
                  </a:lnTo>
                  <a:cubicBezTo>
                    <a:pt x="1016" y="1213"/>
                    <a:pt x="1051" y="1226"/>
                    <a:pt x="1087" y="1226"/>
                  </a:cubicBezTo>
                  <a:cubicBezTo>
                    <a:pt x="1123" y="1226"/>
                    <a:pt x="1158" y="1213"/>
                    <a:pt x="1186" y="1186"/>
                  </a:cubicBezTo>
                  <a:cubicBezTo>
                    <a:pt x="1240" y="1131"/>
                    <a:pt x="1240" y="1042"/>
                    <a:pt x="1186" y="989"/>
                  </a:cubicBezTo>
                  <a:lnTo>
                    <a:pt x="1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3109;p80">
              <a:extLst>
                <a:ext uri="{FF2B5EF4-FFF2-40B4-BE49-F238E27FC236}">
                  <a16:creationId xmlns:a16="http://schemas.microsoft.com/office/drawing/2014/main" id="{B3560F00-70D0-3323-FF72-DD4B4C8C75B8}"/>
                </a:ext>
              </a:extLst>
            </p:cNvPr>
            <p:cNvSpPr/>
            <p:nvPr/>
          </p:nvSpPr>
          <p:spPr>
            <a:xfrm>
              <a:off x="8283970" y="3941768"/>
              <a:ext cx="22435" cy="21821"/>
            </a:xfrm>
            <a:custGeom>
              <a:avLst/>
              <a:gdLst/>
              <a:ahLst/>
              <a:cxnLst/>
              <a:rect l="l" t="t" r="r" b="b"/>
              <a:pathLst>
                <a:path w="548" h="533" extrusionOk="0">
                  <a:moveTo>
                    <a:pt x="199" y="1"/>
                  </a:moveTo>
                  <a:lnTo>
                    <a:pt x="1" y="198"/>
                  </a:lnTo>
                  <a:lnTo>
                    <a:pt x="295" y="492"/>
                  </a:lnTo>
                  <a:cubicBezTo>
                    <a:pt x="323" y="519"/>
                    <a:pt x="359" y="533"/>
                    <a:pt x="394" y="533"/>
                  </a:cubicBezTo>
                  <a:cubicBezTo>
                    <a:pt x="430" y="533"/>
                    <a:pt x="466" y="519"/>
                    <a:pt x="493" y="492"/>
                  </a:cubicBezTo>
                  <a:cubicBezTo>
                    <a:pt x="547" y="436"/>
                    <a:pt x="547" y="349"/>
                    <a:pt x="493" y="294"/>
                  </a:cubicBezTo>
                  <a:lnTo>
                    <a:pt x="19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3110;p80">
              <a:extLst>
                <a:ext uri="{FF2B5EF4-FFF2-40B4-BE49-F238E27FC236}">
                  <a16:creationId xmlns:a16="http://schemas.microsoft.com/office/drawing/2014/main" id="{FE28A3D3-5C3D-EBEF-86EC-5F117A8CA704}"/>
                </a:ext>
              </a:extLst>
            </p:cNvPr>
            <p:cNvSpPr/>
            <p:nvPr/>
          </p:nvSpPr>
          <p:spPr>
            <a:xfrm>
              <a:off x="8307797" y="3918022"/>
              <a:ext cx="22394" cy="21862"/>
            </a:xfrm>
            <a:custGeom>
              <a:avLst/>
              <a:gdLst/>
              <a:ahLst/>
              <a:cxnLst/>
              <a:rect l="l" t="t" r="r" b="b"/>
              <a:pathLst>
                <a:path w="547" h="534" extrusionOk="0">
                  <a:moveTo>
                    <a:pt x="198" y="0"/>
                  </a:moveTo>
                  <a:lnTo>
                    <a:pt x="1" y="198"/>
                  </a:lnTo>
                  <a:lnTo>
                    <a:pt x="294" y="492"/>
                  </a:lnTo>
                  <a:cubicBezTo>
                    <a:pt x="322" y="519"/>
                    <a:pt x="359" y="533"/>
                    <a:pt x="395" y="533"/>
                  </a:cubicBezTo>
                  <a:cubicBezTo>
                    <a:pt x="431" y="533"/>
                    <a:pt x="466" y="520"/>
                    <a:pt x="493" y="492"/>
                  </a:cubicBezTo>
                  <a:cubicBezTo>
                    <a:pt x="546" y="436"/>
                    <a:pt x="546" y="348"/>
                    <a:pt x="493" y="294"/>
                  </a:cubicBezTo>
                  <a:lnTo>
                    <a:pt x="19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3111;p80">
              <a:extLst>
                <a:ext uri="{FF2B5EF4-FFF2-40B4-BE49-F238E27FC236}">
                  <a16:creationId xmlns:a16="http://schemas.microsoft.com/office/drawing/2014/main" id="{90405C3A-580C-1C07-DB40-5CDA7EBBB910}"/>
                </a:ext>
              </a:extLst>
            </p:cNvPr>
            <p:cNvSpPr/>
            <p:nvPr/>
          </p:nvSpPr>
          <p:spPr>
            <a:xfrm>
              <a:off x="8299650" y="4006985"/>
              <a:ext cx="16253" cy="16253"/>
            </a:xfrm>
            <a:custGeom>
              <a:avLst/>
              <a:gdLst/>
              <a:ahLst/>
              <a:cxnLst/>
              <a:rect l="l" t="t" r="r" b="b"/>
              <a:pathLst>
                <a:path w="397" h="397" extrusionOk="0">
                  <a:moveTo>
                    <a:pt x="198" y="1"/>
                  </a:moveTo>
                  <a:lnTo>
                    <a:pt x="1" y="198"/>
                  </a:lnTo>
                  <a:lnTo>
                    <a:pt x="198" y="396"/>
                  </a:lnTo>
                  <a:lnTo>
                    <a:pt x="396" y="198"/>
                  </a:lnTo>
                  <a:lnTo>
                    <a:pt x="1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3230;p80">
            <a:extLst>
              <a:ext uri="{FF2B5EF4-FFF2-40B4-BE49-F238E27FC236}">
                <a16:creationId xmlns:a16="http://schemas.microsoft.com/office/drawing/2014/main" id="{A9EF4436-FD1B-22AE-B20B-BCD55D660E1D}"/>
              </a:ext>
            </a:extLst>
          </p:cNvPr>
          <p:cNvGrpSpPr/>
          <p:nvPr/>
        </p:nvGrpSpPr>
        <p:grpSpPr>
          <a:xfrm>
            <a:off x="7572573" y="4651023"/>
            <a:ext cx="1006982" cy="756770"/>
            <a:chOff x="6418539" y="3862508"/>
            <a:chExt cx="378941" cy="354008"/>
          </a:xfrm>
        </p:grpSpPr>
        <p:sp>
          <p:nvSpPr>
            <p:cNvPr id="264" name="Google Shape;3231;p80">
              <a:extLst>
                <a:ext uri="{FF2B5EF4-FFF2-40B4-BE49-F238E27FC236}">
                  <a16:creationId xmlns:a16="http://schemas.microsoft.com/office/drawing/2014/main" id="{B8A71F73-6875-A1A4-B428-F242664391DF}"/>
                </a:ext>
              </a:extLst>
            </p:cNvPr>
            <p:cNvSpPr/>
            <p:nvPr/>
          </p:nvSpPr>
          <p:spPr>
            <a:xfrm>
              <a:off x="6431025" y="3873971"/>
              <a:ext cx="68575" cy="68575"/>
            </a:xfrm>
            <a:custGeom>
              <a:avLst/>
              <a:gdLst/>
              <a:ahLst/>
              <a:cxnLst/>
              <a:rect l="l" t="t" r="r" b="b"/>
              <a:pathLst>
                <a:path w="1675" h="1675" extrusionOk="0">
                  <a:moveTo>
                    <a:pt x="1295" y="0"/>
                  </a:moveTo>
                  <a:lnTo>
                    <a:pt x="0" y="1295"/>
                  </a:lnTo>
                  <a:lnTo>
                    <a:pt x="380" y="1674"/>
                  </a:lnTo>
                  <a:lnTo>
                    <a:pt x="1210" y="1213"/>
                  </a:lnTo>
                  <a:lnTo>
                    <a:pt x="1675" y="380"/>
                  </a:lnTo>
                  <a:lnTo>
                    <a:pt x="129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3232;p80">
              <a:extLst>
                <a:ext uri="{FF2B5EF4-FFF2-40B4-BE49-F238E27FC236}">
                  <a16:creationId xmlns:a16="http://schemas.microsoft.com/office/drawing/2014/main" id="{F75943A3-0FCB-5855-664D-B65E39722818}"/>
                </a:ext>
              </a:extLst>
            </p:cNvPr>
            <p:cNvSpPr/>
            <p:nvPr/>
          </p:nvSpPr>
          <p:spPr>
            <a:xfrm>
              <a:off x="6446583" y="3889487"/>
              <a:ext cx="68534" cy="68575"/>
            </a:xfrm>
            <a:custGeom>
              <a:avLst/>
              <a:gdLst/>
              <a:ahLst/>
              <a:cxnLst/>
              <a:rect l="l" t="t" r="r" b="b"/>
              <a:pathLst>
                <a:path w="1674" h="1675" extrusionOk="0">
                  <a:moveTo>
                    <a:pt x="1294" y="1"/>
                  </a:moveTo>
                  <a:lnTo>
                    <a:pt x="0" y="1294"/>
                  </a:lnTo>
                  <a:lnTo>
                    <a:pt x="379" y="1674"/>
                  </a:lnTo>
                  <a:lnTo>
                    <a:pt x="1673" y="381"/>
                  </a:lnTo>
                  <a:lnTo>
                    <a:pt x="12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3233;p80">
              <a:extLst>
                <a:ext uri="{FF2B5EF4-FFF2-40B4-BE49-F238E27FC236}">
                  <a16:creationId xmlns:a16="http://schemas.microsoft.com/office/drawing/2014/main" id="{2A0C076F-A115-558D-7380-3E46CA7FE606}"/>
                </a:ext>
              </a:extLst>
            </p:cNvPr>
            <p:cNvSpPr/>
            <p:nvPr/>
          </p:nvSpPr>
          <p:spPr>
            <a:xfrm>
              <a:off x="6708353" y="3881995"/>
              <a:ext cx="68083" cy="68124"/>
            </a:xfrm>
            <a:custGeom>
              <a:avLst/>
              <a:gdLst/>
              <a:ahLst/>
              <a:cxnLst/>
              <a:rect l="l" t="t" r="r" b="b"/>
              <a:pathLst>
                <a:path w="1663" h="1664" extrusionOk="0">
                  <a:moveTo>
                    <a:pt x="381" y="0"/>
                  </a:moveTo>
                  <a:lnTo>
                    <a:pt x="1" y="380"/>
                  </a:lnTo>
                  <a:lnTo>
                    <a:pt x="913" y="1663"/>
                  </a:lnTo>
                  <a:lnTo>
                    <a:pt x="1416" y="1419"/>
                  </a:lnTo>
                  <a:lnTo>
                    <a:pt x="1663" y="913"/>
                  </a:lnTo>
                  <a:lnTo>
                    <a:pt x="38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3234;p80">
              <a:extLst>
                <a:ext uri="{FF2B5EF4-FFF2-40B4-BE49-F238E27FC236}">
                  <a16:creationId xmlns:a16="http://schemas.microsoft.com/office/drawing/2014/main" id="{21BA1496-4201-F1B3-A000-92A9221E022E}"/>
                </a:ext>
              </a:extLst>
            </p:cNvPr>
            <p:cNvSpPr/>
            <p:nvPr/>
          </p:nvSpPr>
          <p:spPr>
            <a:xfrm>
              <a:off x="6745731" y="3919332"/>
              <a:ext cx="31196" cy="31196"/>
            </a:xfrm>
            <a:custGeom>
              <a:avLst/>
              <a:gdLst/>
              <a:ahLst/>
              <a:cxnLst/>
              <a:rect l="l" t="t" r="r" b="b"/>
              <a:pathLst>
                <a:path w="762" h="762" extrusionOk="0">
                  <a:moveTo>
                    <a:pt x="750" y="1"/>
                  </a:moveTo>
                  <a:lnTo>
                    <a:pt x="0" y="750"/>
                  </a:lnTo>
                  <a:lnTo>
                    <a:pt x="381" y="762"/>
                  </a:lnTo>
                  <a:lnTo>
                    <a:pt x="761" y="382"/>
                  </a:lnTo>
                  <a:lnTo>
                    <a:pt x="750" y="1"/>
                  </a:lnTo>
                  <a:close/>
                </a:path>
              </a:pathLst>
            </a:custGeom>
            <a:solidFill>
              <a:srgbClr val="5F6C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3235;p80">
              <a:extLst>
                <a:ext uri="{FF2B5EF4-FFF2-40B4-BE49-F238E27FC236}">
                  <a16:creationId xmlns:a16="http://schemas.microsoft.com/office/drawing/2014/main" id="{64D41E53-03D0-DA10-2D7B-D9ABDEF58FBE}"/>
                </a:ext>
              </a:extLst>
            </p:cNvPr>
            <p:cNvSpPr/>
            <p:nvPr/>
          </p:nvSpPr>
          <p:spPr>
            <a:xfrm>
              <a:off x="6450349" y="3894400"/>
              <a:ext cx="110047" cy="109023"/>
            </a:xfrm>
            <a:custGeom>
              <a:avLst/>
              <a:gdLst/>
              <a:ahLst/>
              <a:cxnLst/>
              <a:rect l="l" t="t" r="r" b="b"/>
              <a:pathLst>
                <a:path w="2688" h="2663" extrusionOk="0">
                  <a:moveTo>
                    <a:pt x="1602" y="1"/>
                  </a:moveTo>
                  <a:cubicBezTo>
                    <a:pt x="1530" y="1"/>
                    <a:pt x="1459" y="28"/>
                    <a:pt x="1404" y="82"/>
                  </a:cubicBezTo>
                  <a:lnTo>
                    <a:pt x="110" y="1378"/>
                  </a:lnTo>
                  <a:cubicBezTo>
                    <a:pt x="2" y="1485"/>
                    <a:pt x="1" y="1658"/>
                    <a:pt x="105" y="1766"/>
                  </a:cubicBezTo>
                  <a:lnTo>
                    <a:pt x="1001" y="2662"/>
                  </a:lnTo>
                  <a:lnTo>
                    <a:pt x="1942" y="1929"/>
                  </a:lnTo>
                  <a:lnTo>
                    <a:pt x="2687" y="975"/>
                  </a:lnTo>
                  <a:lnTo>
                    <a:pt x="1793" y="78"/>
                  </a:lnTo>
                  <a:cubicBezTo>
                    <a:pt x="1740" y="26"/>
                    <a:pt x="1671" y="1"/>
                    <a:pt x="1602"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3236;p80">
              <a:extLst>
                <a:ext uri="{FF2B5EF4-FFF2-40B4-BE49-F238E27FC236}">
                  <a16:creationId xmlns:a16="http://schemas.microsoft.com/office/drawing/2014/main" id="{D790CE13-F384-A835-6574-B0FC162C2814}"/>
                </a:ext>
              </a:extLst>
            </p:cNvPr>
            <p:cNvSpPr/>
            <p:nvPr/>
          </p:nvSpPr>
          <p:spPr>
            <a:xfrm>
              <a:off x="6491371" y="3934235"/>
              <a:ext cx="84705" cy="84705"/>
            </a:xfrm>
            <a:custGeom>
              <a:avLst/>
              <a:gdLst/>
              <a:ahLst/>
              <a:cxnLst/>
              <a:rect l="l" t="t" r="r" b="b"/>
              <a:pathLst>
                <a:path w="2069" h="2069" extrusionOk="0">
                  <a:moveTo>
                    <a:pt x="1687" y="1"/>
                  </a:moveTo>
                  <a:lnTo>
                    <a:pt x="0" y="1688"/>
                  </a:lnTo>
                  <a:lnTo>
                    <a:pt x="381" y="2069"/>
                  </a:lnTo>
                  <a:lnTo>
                    <a:pt x="2068" y="382"/>
                  </a:lnTo>
                  <a:lnTo>
                    <a:pt x="168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3237;p80">
              <a:extLst>
                <a:ext uri="{FF2B5EF4-FFF2-40B4-BE49-F238E27FC236}">
                  <a16:creationId xmlns:a16="http://schemas.microsoft.com/office/drawing/2014/main" id="{E900309C-5C85-F235-2A4D-B798398201F3}"/>
                </a:ext>
              </a:extLst>
            </p:cNvPr>
            <p:cNvSpPr/>
            <p:nvPr/>
          </p:nvSpPr>
          <p:spPr>
            <a:xfrm>
              <a:off x="6418539" y="3862549"/>
              <a:ext cx="73324" cy="72300"/>
            </a:xfrm>
            <a:custGeom>
              <a:avLst/>
              <a:gdLst/>
              <a:ahLst/>
              <a:cxnLst/>
              <a:rect l="l" t="t" r="r" b="b"/>
              <a:pathLst>
                <a:path w="1791" h="1766" extrusionOk="0">
                  <a:moveTo>
                    <a:pt x="1598" y="0"/>
                  </a:moveTo>
                  <a:cubicBezTo>
                    <a:pt x="1528" y="0"/>
                    <a:pt x="1457" y="27"/>
                    <a:pt x="1404" y="81"/>
                  </a:cubicBezTo>
                  <a:lnTo>
                    <a:pt x="108" y="1376"/>
                  </a:lnTo>
                  <a:cubicBezTo>
                    <a:pt x="1" y="1483"/>
                    <a:pt x="0" y="1656"/>
                    <a:pt x="105" y="1766"/>
                  </a:cubicBezTo>
                  <a:lnTo>
                    <a:pt x="1046" y="1020"/>
                  </a:lnTo>
                  <a:lnTo>
                    <a:pt x="1791" y="79"/>
                  </a:lnTo>
                  <a:cubicBezTo>
                    <a:pt x="1737" y="26"/>
                    <a:pt x="1668" y="0"/>
                    <a:pt x="1598"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3238;p80">
              <a:extLst>
                <a:ext uri="{FF2B5EF4-FFF2-40B4-BE49-F238E27FC236}">
                  <a16:creationId xmlns:a16="http://schemas.microsoft.com/office/drawing/2014/main" id="{08EF128D-C881-B389-8AF3-A4303A3A73D0}"/>
                </a:ext>
              </a:extLst>
            </p:cNvPr>
            <p:cNvSpPr/>
            <p:nvPr/>
          </p:nvSpPr>
          <p:spPr>
            <a:xfrm>
              <a:off x="6422837" y="3865701"/>
              <a:ext cx="75289" cy="74756"/>
            </a:xfrm>
            <a:custGeom>
              <a:avLst/>
              <a:gdLst/>
              <a:ahLst/>
              <a:cxnLst/>
              <a:rect l="l" t="t" r="r" b="b"/>
              <a:pathLst>
                <a:path w="1839" h="1826" extrusionOk="0">
                  <a:moveTo>
                    <a:pt x="1688" y="1"/>
                  </a:moveTo>
                  <a:lnTo>
                    <a:pt x="1" y="1687"/>
                  </a:lnTo>
                  <a:lnTo>
                    <a:pt x="98" y="1785"/>
                  </a:lnTo>
                  <a:cubicBezTo>
                    <a:pt x="125" y="1812"/>
                    <a:pt x="161" y="1825"/>
                    <a:pt x="197" y="1825"/>
                  </a:cubicBezTo>
                  <a:cubicBezTo>
                    <a:pt x="232" y="1825"/>
                    <a:pt x="268" y="1812"/>
                    <a:pt x="295" y="1785"/>
                  </a:cubicBezTo>
                  <a:lnTo>
                    <a:pt x="1785" y="294"/>
                  </a:lnTo>
                  <a:cubicBezTo>
                    <a:pt x="1839" y="240"/>
                    <a:pt x="1839" y="151"/>
                    <a:pt x="1785" y="98"/>
                  </a:cubicBezTo>
                  <a:lnTo>
                    <a:pt x="1688"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3239;p80">
              <a:extLst>
                <a:ext uri="{FF2B5EF4-FFF2-40B4-BE49-F238E27FC236}">
                  <a16:creationId xmlns:a16="http://schemas.microsoft.com/office/drawing/2014/main" id="{3E868329-43A1-B1D9-26B3-363444E35078}"/>
                </a:ext>
              </a:extLst>
            </p:cNvPr>
            <p:cNvSpPr/>
            <p:nvPr/>
          </p:nvSpPr>
          <p:spPr>
            <a:xfrm>
              <a:off x="6639860" y="3894400"/>
              <a:ext cx="121510" cy="116515"/>
            </a:xfrm>
            <a:custGeom>
              <a:avLst/>
              <a:gdLst/>
              <a:ahLst/>
              <a:cxnLst/>
              <a:rect l="l" t="t" r="r" b="b"/>
              <a:pathLst>
                <a:path w="2968" h="2846" extrusionOk="0">
                  <a:moveTo>
                    <a:pt x="1470" y="0"/>
                  </a:moveTo>
                  <a:cubicBezTo>
                    <a:pt x="1401" y="0"/>
                    <a:pt x="1332" y="26"/>
                    <a:pt x="1278" y="77"/>
                  </a:cubicBezTo>
                  <a:lnTo>
                    <a:pt x="0" y="1355"/>
                  </a:lnTo>
                  <a:lnTo>
                    <a:pt x="1490" y="2846"/>
                  </a:lnTo>
                  <a:lnTo>
                    <a:pt x="2862" y="1661"/>
                  </a:lnTo>
                  <a:cubicBezTo>
                    <a:pt x="2967" y="1552"/>
                    <a:pt x="2872" y="1286"/>
                    <a:pt x="2766" y="1180"/>
                  </a:cubicBezTo>
                  <a:lnTo>
                    <a:pt x="1668" y="81"/>
                  </a:lnTo>
                  <a:cubicBezTo>
                    <a:pt x="1613" y="27"/>
                    <a:pt x="1542" y="0"/>
                    <a:pt x="1470"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3240;p80">
              <a:extLst>
                <a:ext uri="{FF2B5EF4-FFF2-40B4-BE49-F238E27FC236}">
                  <a16:creationId xmlns:a16="http://schemas.microsoft.com/office/drawing/2014/main" id="{32E0862C-DA7A-DA4E-9AEE-303B5F1A698C}"/>
                </a:ext>
              </a:extLst>
            </p:cNvPr>
            <p:cNvSpPr/>
            <p:nvPr/>
          </p:nvSpPr>
          <p:spPr>
            <a:xfrm>
              <a:off x="6700902" y="3942668"/>
              <a:ext cx="64726" cy="76312"/>
            </a:xfrm>
            <a:custGeom>
              <a:avLst/>
              <a:gdLst/>
              <a:ahLst/>
              <a:cxnLst/>
              <a:rect l="l" t="t" r="r" b="b"/>
              <a:pathLst>
                <a:path w="1581" h="1864" extrusionOk="0">
                  <a:moveTo>
                    <a:pt x="1275" y="1"/>
                  </a:moveTo>
                  <a:cubicBezTo>
                    <a:pt x="1381" y="107"/>
                    <a:pt x="1382" y="280"/>
                    <a:pt x="1279" y="390"/>
                  </a:cubicBezTo>
                  <a:lnTo>
                    <a:pt x="0" y="1668"/>
                  </a:lnTo>
                  <a:lnTo>
                    <a:pt x="198" y="1864"/>
                  </a:lnTo>
                  <a:lnTo>
                    <a:pt x="1475" y="586"/>
                  </a:lnTo>
                  <a:cubicBezTo>
                    <a:pt x="1581" y="477"/>
                    <a:pt x="1579" y="305"/>
                    <a:pt x="1471" y="197"/>
                  </a:cubicBezTo>
                  <a:lnTo>
                    <a:pt x="1275"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3241;p80">
              <a:extLst>
                <a:ext uri="{FF2B5EF4-FFF2-40B4-BE49-F238E27FC236}">
                  <a16:creationId xmlns:a16="http://schemas.microsoft.com/office/drawing/2014/main" id="{D5C972E3-6A02-84D0-4073-2C16C404EE17}"/>
                </a:ext>
              </a:extLst>
            </p:cNvPr>
            <p:cNvSpPr/>
            <p:nvPr/>
          </p:nvSpPr>
          <p:spPr>
            <a:xfrm>
              <a:off x="6717851" y="3862508"/>
              <a:ext cx="76885" cy="72259"/>
            </a:xfrm>
            <a:custGeom>
              <a:avLst/>
              <a:gdLst/>
              <a:ahLst/>
              <a:cxnLst/>
              <a:rect l="l" t="t" r="r" b="b"/>
              <a:pathLst>
                <a:path w="1878" h="1765" extrusionOk="0">
                  <a:moveTo>
                    <a:pt x="346" y="1"/>
                  </a:moveTo>
                  <a:cubicBezTo>
                    <a:pt x="276" y="1"/>
                    <a:pt x="207" y="27"/>
                    <a:pt x="153" y="79"/>
                  </a:cubicBezTo>
                  <a:lnTo>
                    <a:pt x="55" y="176"/>
                  </a:lnTo>
                  <a:cubicBezTo>
                    <a:pt x="1" y="229"/>
                    <a:pt x="1" y="318"/>
                    <a:pt x="55" y="372"/>
                  </a:cubicBezTo>
                  <a:lnTo>
                    <a:pt x="1447" y="1765"/>
                  </a:lnTo>
                  <a:lnTo>
                    <a:pt x="1773" y="1698"/>
                  </a:lnTo>
                  <a:cubicBezTo>
                    <a:pt x="1878" y="1589"/>
                    <a:pt x="1747" y="1288"/>
                    <a:pt x="1641" y="1181"/>
                  </a:cubicBezTo>
                  <a:lnTo>
                    <a:pt x="541" y="82"/>
                  </a:lnTo>
                  <a:cubicBezTo>
                    <a:pt x="487" y="28"/>
                    <a:pt x="417" y="1"/>
                    <a:pt x="346"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3242;p80">
              <a:extLst>
                <a:ext uri="{FF2B5EF4-FFF2-40B4-BE49-F238E27FC236}">
                  <a16:creationId xmlns:a16="http://schemas.microsoft.com/office/drawing/2014/main" id="{EA7AC4B5-5DF1-D7DB-0B9F-4549142C9E21}"/>
                </a:ext>
              </a:extLst>
            </p:cNvPr>
            <p:cNvSpPr/>
            <p:nvPr/>
          </p:nvSpPr>
          <p:spPr>
            <a:xfrm>
              <a:off x="6777091" y="3910858"/>
              <a:ext cx="20388" cy="29641"/>
            </a:xfrm>
            <a:custGeom>
              <a:avLst/>
              <a:gdLst/>
              <a:ahLst/>
              <a:cxnLst/>
              <a:rect l="l" t="t" r="r" b="b"/>
              <a:pathLst>
                <a:path w="498" h="724" extrusionOk="0">
                  <a:moveTo>
                    <a:pt x="194" y="0"/>
                  </a:moveTo>
                  <a:cubicBezTo>
                    <a:pt x="300" y="107"/>
                    <a:pt x="301" y="280"/>
                    <a:pt x="197" y="388"/>
                  </a:cubicBezTo>
                  <a:lnTo>
                    <a:pt x="0" y="586"/>
                  </a:lnTo>
                  <a:lnTo>
                    <a:pt x="99" y="683"/>
                  </a:lnTo>
                  <a:cubicBezTo>
                    <a:pt x="125" y="710"/>
                    <a:pt x="161" y="723"/>
                    <a:pt x="197" y="723"/>
                  </a:cubicBezTo>
                  <a:cubicBezTo>
                    <a:pt x="232" y="723"/>
                    <a:pt x="268" y="710"/>
                    <a:pt x="295" y="683"/>
                  </a:cubicBezTo>
                  <a:lnTo>
                    <a:pt x="392" y="586"/>
                  </a:lnTo>
                  <a:cubicBezTo>
                    <a:pt x="497" y="476"/>
                    <a:pt x="496" y="303"/>
                    <a:pt x="390" y="196"/>
                  </a:cubicBezTo>
                  <a:lnTo>
                    <a:pt x="1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3243;p80">
              <a:extLst>
                <a:ext uri="{FF2B5EF4-FFF2-40B4-BE49-F238E27FC236}">
                  <a16:creationId xmlns:a16="http://schemas.microsoft.com/office/drawing/2014/main" id="{688A2D6D-8969-3B76-3328-407197AFAE89}"/>
                </a:ext>
              </a:extLst>
            </p:cNvPr>
            <p:cNvSpPr/>
            <p:nvPr/>
          </p:nvSpPr>
          <p:spPr>
            <a:xfrm>
              <a:off x="6499313" y="3942259"/>
              <a:ext cx="211209" cy="268444"/>
            </a:xfrm>
            <a:custGeom>
              <a:avLst/>
              <a:gdLst/>
              <a:ahLst/>
              <a:cxnLst/>
              <a:rect l="l" t="t" r="r" b="b"/>
              <a:pathLst>
                <a:path w="5159" h="6557" extrusionOk="0">
                  <a:moveTo>
                    <a:pt x="1688" y="0"/>
                  </a:moveTo>
                  <a:lnTo>
                    <a:pt x="0" y="1688"/>
                  </a:lnTo>
                  <a:lnTo>
                    <a:pt x="0" y="4089"/>
                  </a:lnTo>
                  <a:cubicBezTo>
                    <a:pt x="0" y="4264"/>
                    <a:pt x="82" y="4427"/>
                    <a:pt x="222" y="4533"/>
                  </a:cubicBezTo>
                  <a:lnTo>
                    <a:pt x="627" y="4839"/>
                  </a:lnTo>
                  <a:cubicBezTo>
                    <a:pt x="697" y="4891"/>
                    <a:pt x="738" y="4974"/>
                    <a:pt x="738" y="5060"/>
                  </a:cubicBezTo>
                  <a:lnTo>
                    <a:pt x="738" y="6148"/>
                  </a:lnTo>
                  <a:cubicBezTo>
                    <a:pt x="738" y="6230"/>
                    <a:pt x="755" y="6306"/>
                    <a:pt x="786" y="6377"/>
                  </a:cubicBezTo>
                  <a:cubicBezTo>
                    <a:pt x="891" y="6480"/>
                    <a:pt x="1062" y="6556"/>
                    <a:pt x="1142" y="6556"/>
                  </a:cubicBezTo>
                  <a:lnTo>
                    <a:pt x="4144" y="6556"/>
                  </a:lnTo>
                  <a:lnTo>
                    <a:pt x="4144" y="6554"/>
                  </a:lnTo>
                  <a:cubicBezTo>
                    <a:pt x="4297" y="6554"/>
                    <a:pt x="4422" y="6431"/>
                    <a:pt x="4422" y="6277"/>
                  </a:cubicBezTo>
                  <a:lnTo>
                    <a:pt x="4422" y="5153"/>
                  </a:lnTo>
                  <a:cubicBezTo>
                    <a:pt x="4422" y="5006"/>
                    <a:pt x="4491" y="4868"/>
                    <a:pt x="4607" y="4781"/>
                  </a:cubicBezTo>
                  <a:lnTo>
                    <a:pt x="5016" y="4473"/>
                  </a:lnTo>
                  <a:cubicBezTo>
                    <a:pt x="5106" y="4405"/>
                    <a:pt x="5159" y="4300"/>
                    <a:pt x="5159" y="4188"/>
                  </a:cubicBezTo>
                  <a:lnTo>
                    <a:pt x="5159" y="1817"/>
                  </a:lnTo>
                  <a:cubicBezTo>
                    <a:pt x="5159" y="1652"/>
                    <a:pt x="5109" y="1492"/>
                    <a:pt x="5109" y="1492"/>
                  </a:cubicBezTo>
                  <a:lnTo>
                    <a:pt x="3618" y="0"/>
                  </a:lnTo>
                  <a:cubicBezTo>
                    <a:pt x="3352" y="267"/>
                    <a:pt x="3003" y="400"/>
                    <a:pt x="2653" y="400"/>
                  </a:cubicBezTo>
                  <a:cubicBezTo>
                    <a:pt x="2304" y="400"/>
                    <a:pt x="1955" y="267"/>
                    <a:pt x="168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3244;p80">
              <a:extLst>
                <a:ext uri="{FF2B5EF4-FFF2-40B4-BE49-F238E27FC236}">
                  <a16:creationId xmlns:a16="http://schemas.microsoft.com/office/drawing/2014/main" id="{CA665B15-54C3-033F-1088-F4235425A1C1}"/>
                </a:ext>
              </a:extLst>
            </p:cNvPr>
            <p:cNvSpPr/>
            <p:nvPr/>
          </p:nvSpPr>
          <p:spPr>
            <a:xfrm>
              <a:off x="6531697" y="4003423"/>
              <a:ext cx="184762" cy="213093"/>
            </a:xfrm>
            <a:custGeom>
              <a:avLst/>
              <a:gdLst/>
              <a:ahLst/>
              <a:cxnLst/>
              <a:rect l="l" t="t" r="r" b="b"/>
              <a:pathLst>
                <a:path w="4513" h="5205" extrusionOk="0">
                  <a:moveTo>
                    <a:pt x="4321" y="0"/>
                  </a:moveTo>
                  <a:cubicBezTo>
                    <a:pt x="4270" y="51"/>
                    <a:pt x="4242" y="119"/>
                    <a:pt x="4242" y="192"/>
                  </a:cubicBezTo>
                  <a:lnTo>
                    <a:pt x="4242" y="2568"/>
                  </a:lnTo>
                  <a:cubicBezTo>
                    <a:pt x="4242" y="2680"/>
                    <a:pt x="4189" y="2786"/>
                    <a:pt x="4100" y="2853"/>
                  </a:cubicBezTo>
                  <a:lnTo>
                    <a:pt x="3690" y="3162"/>
                  </a:lnTo>
                  <a:cubicBezTo>
                    <a:pt x="3574" y="3250"/>
                    <a:pt x="3504" y="3387"/>
                    <a:pt x="3504" y="3534"/>
                  </a:cubicBezTo>
                  <a:lnTo>
                    <a:pt x="3504" y="4657"/>
                  </a:lnTo>
                  <a:cubicBezTo>
                    <a:pt x="3504" y="4810"/>
                    <a:pt x="3381" y="4936"/>
                    <a:pt x="3226" y="4936"/>
                  </a:cubicBezTo>
                  <a:lnTo>
                    <a:pt x="229" y="4936"/>
                  </a:lnTo>
                  <a:cubicBezTo>
                    <a:pt x="229" y="4936"/>
                    <a:pt x="70" y="4909"/>
                    <a:pt x="1" y="4878"/>
                  </a:cubicBezTo>
                  <a:lnTo>
                    <a:pt x="1" y="4878"/>
                  </a:lnTo>
                  <a:cubicBezTo>
                    <a:pt x="87" y="5070"/>
                    <a:pt x="281" y="5205"/>
                    <a:pt x="507" y="5205"/>
                  </a:cubicBezTo>
                  <a:lnTo>
                    <a:pt x="3220" y="5205"/>
                  </a:lnTo>
                  <a:cubicBezTo>
                    <a:pt x="3527" y="5204"/>
                    <a:pt x="3775" y="4956"/>
                    <a:pt x="3775" y="4648"/>
                  </a:cubicBezTo>
                  <a:lnTo>
                    <a:pt x="3775" y="3560"/>
                  </a:lnTo>
                  <a:cubicBezTo>
                    <a:pt x="3775" y="3473"/>
                    <a:pt x="3817" y="3390"/>
                    <a:pt x="3887" y="3338"/>
                  </a:cubicBezTo>
                  <a:lnTo>
                    <a:pt x="4295" y="3032"/>
                  </a:lnTo>
                  <a:cubicBezTo>
                    <a:pt x="4434" y="2927"/>
                    <a:pt x="4512" y="2588"/>
                    <a:pt x="4512" y="2588"/>
                  </a:cubicBezTo>
                  <a:lnTo>
                    <a:pt x="4512" y="190"/>
                  </a:lnTo>
                  <a:lnTo>
                    <a:pt x="4321" y="0"/>
                  </a:lnTo>
                  <a:close/>
                </a:path>
              </a:pathLst>
            </a:custGeom>
            <a:solidFill>
              <a:srgbClr val="5F6C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3245;p80">
              <a:extLst>
                <a:ext uri="{FF2B5EF4-FFF2-40B4-BE49-F238E27FC236}">
                  <a16:creationId xmlns:a16="http://schemas.microsoft.com/office/drawing/2014/main" id="{E0FC491C-3EDD-3EEF-EC8F-61E49AD02E07}"/>
                </a:ext>
              </a:extLst>
            </p:cNvPr>
            <p:cNvSpPr/>
            <p:nvPr/>
          </p:nvSpPr>
          <p:spPr>
            <a:xfrm>
              <a:off x="6553027" y="3994990"/>
              <a:ext cx="126627" cy="126586"/>
            </a:xfrm>
            <a:custGeom>
              <a:avLst/>
              <a:gdLst/>
              <a:ahLst/>
              <a:cxnLst/>
              <a:rect l="l" t="t" r="r" b="b"/>
              <a:pathLst>
                <a:path w="3093" h="3092" extrusionOk="0">
                  <a:moveTo>
                    <a:pt x="1546" y="0"/>
                  </a:moveTo>
                  <a:cubicBezTo>
                    <a:pt x="692" y="0"/>
                    <a:pt x="1" y="693"/>
                    <a:pt x="1" y="1546"/>
                  </a:cubicBezTo>
                  <a:cubicBezTo>
                    <a:pt x="1" y="2400"/>
                    <a:pt x="692" y="3092"/>
                    <a:pt x="1546" y="3092"/>
                  </a:cubicBezTo>
                  <a:cubicBezTo>
                    <a:pt x="2400" y="3092"/>
                    <a:pt x="3092" y="2400"/>
                    <a:pt x="3092" y="1546"/>
                  </a:cubicBezTo>
                  <a:cubicBezTo>
                    <a:pt x="3092" y="693"/>
                    <a:pt x="2400" y="0"/>
                    <a:pt x="1546" y="0"/>
                  </a:cubicBezTo>
                  <a:close/>
                </a:path>
              </a:pathLst>
            </a:custGeom>
            <a:solidFill>
              <a:srgbClr val="5F6C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3246;p80">
              <a:extLst>
                <a:ext uri="{FF2B5EF4-FFF2-40B4-BE49-F238E27FC236}">
                  <a16:creationId xmlns:a16="http://schemas.microsoft.com/office/drawing/2014/main" id="{32EA90DD-A149-2BFE-7477-53B1E06861A6}"/>
                </a:ext>
              </a:extLst>
            </p:cNvPr>
            <p:cNvSpPr/>
            <p:nvPr/>
          </p:nvSpPr>
          <p:spPr>
            <a:xfrm>
              <a:off x="6591510" y="4144298"/>
              <a:ext cx="49947" cy="49947"/>
            </a:xfrm>
            <a:custGeom>
              <a:avLst/>
              <a:gdLst/>
              <a:ahLst/>
              <a:cxnLst/>
              <a:rect l="l" t="t" r="r" b="b"/>
              <a:pathLst>
                <a:path w="1220" h="1220" extrusionOk="0">
                  <a:moveTo>
                    <a:pt x="610" y="1"/>
                  </a:moveTo>
                  <a:cubicBezTo>
                    <a:pt x="273" y="1"/>
                    <a:pt x="1" y="273"/>
                    <a:pt x="1" y="610"/>
                  </a:cubicBezTo>
                  <a:cubicBezTo>
                    <a:pt x="1" y="946"/>
                    <a:pt x="273" y="1219"/>
                    <a:pt x="610" y="1219"/>
                  </a:cubicBezTo>
                  <a:cubicBezTo>
                    <a:pt x="946" y="1219"/>
                    <a:pt x="1219" y="946"/>
                    <a:pt x="1219" y="610"/>
                  </a:cubicBezTo>
                  <a:cubicBezTo>
                    <a:pt x="1219" y="273"/>
                    <a:pt x="946" y="1"/>
                    <a:pt x="610" y="1"/>
                  </a:cubicBezTo>
                  <a:close/>
                </a:path>
              </a:pathLst>
            </a:custGeom>
            <a:solidFill>
              <a:srgbClr val="5F6C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3247;p80">
              <a:extLst>
                <a:ext uri="{FF2B5EF4-FFF2-40B4-BE49-F238E27FC236}">
                  <a16:creationId xmlns:a16="http://schemas.microsoft.com/office/drawing/2014/main" id="{CD581AF2-C35E-B651-ACEE-80A4E70C0A6B}"/>
                </a:ext>
              </a:extLst>
            </p:cNvPr>
            <p:cNvSpPr/>
            <p:nvPr/>
          </p:nvSpPr>
          <p:spPr>
            <a:xfrm>
              <a:off x="6556179" y="4072530"/>
              <a:ext cx="48719" cy="109105"/>
            </a:xfrm>
            <a:custGeom>
              <a:avLst/>
              <a:gdLst/>
              <a:ahLst/>
              <a:cxnLst/>
              <a:rect l="l" t="t" r="r" b="b"/>
              <a:pathLst>
                <a:path w="1190" h="2665" extrusionOk="0">
                  <a:moveTo>
                    <a:pt x="159" y="0"/>
                  </a:moveTo>
                  <a:cubicBezTo>
                    <a:pt x="143" y="0"/>
                    <a:pt x="126" y="3"/>
                    <a:pt x="111" y="9"/>
                  </a:cubicBezTo>
                  <a:cubicBezTo>
                    <a:pt x="38" y="35"/>
                    <a:pt x="1" y="114"/>
                    <a:pt x="27" y="187"/>
                  </a:cubicBezTo>
                  <a:lnTo>
                    <a:pt x="902" y="2574"/>
                  </a:lnTo>
                  <a:cubicBezTo>
                    <a:pt x="922" y="2629"/>
                    <a:pt x="976" y="2664"/>
                    <a:pt x="1033" y="2664"/>
                  </a:cubicBezTo>
                  <a:cubicBezTo>
                    <a:pt x="1049" y="2664"/>
                    <a:pt x="1064" y="2662"/>
                    <a:pt x="1080" y="2657"/>
                  </a:cubicBezTo>
                  <a:cubicBezTo>
                    <a:pt x="1153" y="2631"/>
                    <a:pt x="1190" y="2551"/>
                    <a:pt x="1164" y="2479"/>
                  </a:cubicBezTo>
                  <a:lnTo>
                    <a:pt x="289" y="92"/>
                  </a:lnTo>
                  <a:cubicBezTo>
                    <a:pt x="268" y="35"/>
                    <a:pt x="215" y="0"/>
                    <a:pt x="159" y="0"/>
                  </a:cubicBezTo>
                  <a:close/>
                </a:path>
              </a:pathLst>
            </a:custGeom>
            <a:solidFill>
              <a:srgbClr val="5F6C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3248;p80">
              <a:extLst>
                <a:ext uri="{FF2B5EF4-FFF2-40B4-BE49-F238E27FC236}">
                  <a16:creationId xmlns:a16="http://schemas.microsoft.com/office/drawing/2014/main" id="{FBC51680-1280-E74B-A990-DC0652975E4A}"/>
                </a:ext>
              </a:extLst>
            </p:cNvPr>
            <p:cNvSpPr/>
            <p:nvPr/>
          </p:nvSpPr>
          <p:spPr>
            <a:xfrm>
              <a:off x="6628111" y="4072530"/>
              <a:ext cx="48719" cy="109105"/>
            </a:xfrm>
            <a:custGeom>
              <a:avLst/>
              <a:gdLst/>
              <a:ahLst/>
              <a:cxnLst/>
              <a:rect l="l" t="t" r="r" b="b"/>
              <a:pathLst>
                <a:path w="1190" h="2665" extrusionOk="0">
                  <a:moveTo>
                    <a:pt x="1032" y="0"/>
                  </a:moveTo>
                  <a:cubicBezTo>
                    <a:pt x="975" y="0"/>
                    <a:pt x="922" y="35"/>
                    <a:pt x="902" y="92"/>
                  </a:cubicBezTo>
                  <a:lnTo>
                    <a:pt x="27" y="2479"/>
                  </a:lnTo>
                  <a:cubicBezTo>
                    <a:pt x="1" y="2551"/>
                    <a:pt x="37" y="2631"/>
                    <a:pt x="110" y="2657"/>
                  </a:cubicBezTo>
                  <a:cubicBezTo>
                    <a:pt x="126" y="2662"/>
                    <a:pt x="142" y="2664"/>
                    <a:pt x="158" y="2664"/>
                  </a:cubicBezTo>
                  <a:cubicBezTo>
                    <a:pt x="215" y="2664"/>
                    <a:pt x="269" y="2629"/>
                    <a:pt x="289" y="2574"/>
                  </a:cubicBezTo>
                  <a:lnTo>
                    <a:pt x="1163" y="187"/>
                  </a:lnTo>
                  <a:cubicBezTo>
                    <a:pt x="1190" y="114"/>
                    <a:pt x="1153" y="35"/>
                    <a:pt x="1080" y="9"/>
                  </a:cubicBezTo>
                  <a:cubicBezTo>
                    <a:pt x="1064" y="3"/>
                    <a:pt x="1048" y="0"/>
                    <a:pt x="10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3249;p80">
              <a:extLst>
                <a:ext uri="{FF2B5EF4-FFF2-40B4-BE49-F238E27FC236}">
                  <a16:creationId xmlns:a16="http://schemas.microsoft.com/office/drawing/2014/main" id="{881AF960-6E3E-70AA-656D-98F8B95630D5}"/>
                </a:ext>
              </a:extLst>
            </p:cNvPr>
            <p:cNvSpPr/>
            <p:nvPr/>
          </p:nvSpPr>
          <p:spPr>
            <a:xfrm>
              <a:off x="6547868" y="4064137"/>
              <a:ext cx="48678" cy="109146"/>
            </a:xfrm>
            <a:custGeom>
              <a:avLst/>
              <a:gdLst/>
              <a:ahLst/>
              <a:cxnLst/>
              <a:rect l="l" t="t" r="r" b="b"/>
              <a:pathLst>
                <a:path w="1189" h="2666" extrusionOk="0">
                  <a:moveTo>
                    <a:pt x="157" y="0"/>
                  </a:moveTo>
                  <a:cubicBezTo>
                    <a:pt x="141" y="0"/>
                    <a:pt x="125" y="3"/>
                    <a:pt x="109" y="9"/>
                  </a:cubicBezTo>
                  <a:cubicBezTo>
                    <a:pt x="37" y="35"/>
                    <a:pt x="0" y="114"/>
                    <a:pt x="27" y="187"/>
                  </a:cubicBezTo>
                  <a:lnTo>
                    <a:pt x="900" y="2574"/>
                  </a:lnTo>
                  <a:cubicBezTo>
                    <a:pt x="921" y="2631"/>
                    <a:pt x="974" y="2666"/>
                    <a:pt x="1031" y="2666"/>
                  </a:cubicBezTo>
                  <a:cubicBezTo>
                    <a:pt x="1047" y="2666"/>
                    <a:pt x="1063" y="2662"/>
                    <a:pt x="1078" y="2657"/>
                  </a:cubicBezTo>
                  <a:cubicBezTo>
                    <a:pt x="1151" y="2631"/>
                    <a:pt x="1188" y="2552"/>
                    <a:pt x="1162" y="2479"/>
                  </a:cubicBezTo>
                  <a:lnTo>
                    <a:pt x="287" y="92"/>
                  </a:lnTo>
                  <a:cubicBezTo>
                    <a:pt x="267" y="35"/>
                    <a:pt x="214" y="0"/>
                    <a:pt x="15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3250;p80">
              <a:extLst>
                <a:ext uri="{FF2B5EF4-FFF2-40B4-BE49-F238E27FC236}">
                  <a16:creationId xmlns:a16="http://schemas.microsoft.com/office/drawing/2014/main" id="{25132F82-938C-5EFE-04B9-F72BFDFD9BD6}"/>
                </a:ext>
              </a:extLst>
            </p:cNvPr>
            <p:cNvSpPr/>
            <p:nvPr/>
          </p:nvSpPr>
          <p:spPr>
            <a:xfrm>
              <a:off x="6619800" y="4064137"/>
              <a:ext cx="48678" cy="109146"/>
            </a:xfrm>
            <a:custGeom>
              <a:avLst/>
              <a:gdLst/>
              <a:ahLst/>
              <a:cxnLst/>
              <a:rect l="l" t="t" r="r" b="b"/>
              <a:pathLst>
                <a:path w="1189" h="2666" extrusionOk="0">
                  <a:moveTo>
                    <a:pt x="1032" y="0"/>
                  </a:moveTo>
                  <a:cubicBezTo>
                    <a:pt x="975" y="0"/>
                    <a:pt x="923" y="35"/>
                    <a:pt x="902" y="92"/>
                  </a:cubicBezTo>
                  <a:lnTo>
                    <a:pt x="27" y="2479"/>
                  </a:lnTo>
                  <a:cubicBezTo>
                    <a:pt x="1" y="2552"/>
                    <a:pt x="38" y="2631"/>
                    <a:pt x="111" y="2657"/>
                  </a:cubicBezTo>
                  <a:cubicBezTo>
                    <a:pt x="126" y="2662"/>
                    <a:pt x="142" y="2666"/>
                    <a:pt x="158" y="2666"/>
                  </a:cubicBezTo>
                  <a:cubicBezTo>
                    <a:pt x="214" y="2666"/>
                    <a:pt x="267" y="2631"/>
                    <a:pt x="288" y="2574"/>
                  </a:cubicBezTo>
                  <a:lnTo>
                    <a:pt x="1163" y="187"/>
                  </a:lnTo>
                  <a:cubicBezTo>
                    <a:pt x="1189" y="114"/>
                    <a:pt x="1152" y="35"/>
                    <a:pt x="1079" y="9"/>
                  </a:cubicBezTo>
                  <a:cubicBezTo>
                    <a:pt x="1064" y="3"/>
                    <a:pt x="1047" y="0"/>
                    <a:pt x="10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3251;p80">
              <a:extLst>
                <a:ext uri="{FF2B5EF4-FFF2-40B4-BE49-F238E27FC236}">
                  <a16:creationId xmlns:a16="http://schemas.microsoft.com/office/drawing/2014/main" id="{2B29F363-7C94-47CA-A895-3BDF6E8C1711}"/>
                </a:ext>
              </a:extLst>
            </p:cNvPr>
            <p:cNvSpPr/>
            <p:nvPr/>
          </p:nvSpPr>
          <p:spPr>
            <a:xfrm>
              <a:off x="6544716" y="3986638"/>
              <a:ext cx="122820" cy="122820"/>
            </a:xfrm>
            <a:custGeom>
              <a:avLst/>
              <a:gdLst/>
              <a:ahLst/>
              <a:cxnLst/>
              <a:rect l="l" t="t" r="r" b="b"/>
              <a:pathLst>
                <a:path w="3000" h="3000" extrusionOk="0">
                  <a:moveTo>
                    <a:pt x="1546" y="1"/>
                  </a:moveTo>
                  <a:cubicBezTo>
                    <a:pt x="692" y="1"/>
                    <a:pt x="0" y="693"/>
                    <a:pt x="0" y="1546"/>
                  </a:cubicBezTo>
                  <a:cubicBezTo>
                    <a:pt x="0" y="1921"/>
                    <a:pt x="133" y="2265"/>
                    <a:pt x="357" y="2533"/>
                  </a:cubicBezTo>
                  <a:cubicBezTo>
                    <a:pt x="659" y="2835"/>
                    <a:pt x="1080" y="2999"/>
                    <a:pt x="1454" y="2999"/>
                  </a:cubicBezTo>
                  <a:cubicBezTo>
                    <a:pt x="2307" y="2999"/>
                    <a:pt x="3000" y="2308"/>
                    <a:pt x="3000" y="1454"/>
                  </a:cubicBezTo>
                  <a:cubicBezTo>
                    <a:pt x="3000" y="1079"/>
                    <a:pt x="2859" y="683"/>
                    <a:pt x="2532" y="356"/>
                  </a:cubicBezTo>
                  <a:cubicBezTo>
                    <a:pt x="2264" y="135"/>
                    <a:pt x="1920" y="1"/>
                    <a:pt x="1546"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3252;p80">
              <a:extLst>
                <a:ext uri="{FF2B5EF4-FFF2-40B4-BE49-F238E27FC236}">
                  <a16:creationId xmlns:a16="http://schemas.microsoft.com/office/drawing/2014/main" id="{E7CA8BD8-D447-4994-E12D-443CF2FC7B16}"/>
                </a:ext>
              </a:extLst>
            </p:cNvPr>
            <p:cNvSpPr/>
            <p:nvPr/>
          </p:nvSpPr>
          <p:spPr>
            <a:xfrm>
              <a:off x="6559291" y="4001212"/>
              <a:ext cx="112012" cy="112053"/>
            </a:xfrm>
            <a:custGeom>
              <a:avLst/>
              <a:gdLst/>
              <a:ahLst/>
              <a:cxnLst/>
              <a:rect l="l" t="t" r="r" b="b"/>
              <a:pathLst>
                <a:path w="2736" h="2737" extrusionOk="0">
                  <a:moveTo>
                    <a:pt x="2176" y="0"/>
                  </a:moveTo>
                  <a:lnTo>
                    <a:pt x="2176" y="0"/>
                  </a:lnTo>
                  <a:cubicBezTo>
                    <a:pt x="2398" y="268"/>
                    <a:pt x="2533" y="612"/>
                    <a:pt x="2533" y="987"/>
                  </a:cubicBezTo>
                  <a:cubicBezTo>
                    <a:pt x="2533" y="1840"/>
                    <a:pt x="1840" y="2532"/>
                    <a:pt x="987" y="2532"/>
                  </a:cubicBezTo>
                  <a:cubicBezTo>
                    <a:pt x="613" y="2532"/>
                    <a:pt x="268" y="2400"/>
                    <a:pt x="1" y="2177"/>
                  </a:cubicBezTo>
                  <a:lnTo>
                    <a:pt x="1" y="2177"/>
                  </a:lnTo>
                  <a:cubicBezTo>
                    <a:pt x="284" y="2518"/>
                    <a:pt x="711" y="2736"/>
                    <a:pt x="1190" y="2736"/>
                  </a:cubicBezTo>
                  <a:cubicBezTo>
                    <a:pt x="2043" y="2736"/>
                    <a:pt x="2736" y="2043"/>
                    <a:pt x="2736" y="1189"/>
                  </a:cubicBezTo>
                  <a:cubicBezTo>
                    <a:pt x="2736" y="712"/>
                    <a:pt x="2518" y="284"/>
                    <a:pt x="217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3253;p80">
              <a:extLst>
                <a:ext uri="{FF2B5EF4-FFF2-40B4-BE49-F238E27FC236}">
                  <a16:creationId xmlns:a16="http://schemas.microsoft.com/office/drawing/2014/main" id="{110CE372-FB72-EB17-3D8C-DD07F30B18B5}"/>
                </a:ext>
              </a:extLst>
            </p:cNvPr>
            <p:cNvSpPr/>
            <p:nvPr/>
          </p:nvSpPr>
          <p:spPr>
            <a:xfrm>
              <a:off x="6583199" y="4135987"/>
              <a:ext cx="46180" cy="46139"/>
            </a:xfrm>
            <a:custGeom>
              <a:avLst/>
              <a:gdLst/>
              <a:ahLst/>
              <a:cxnLst/>
              <a:rect l="l" t="t" r="r" b="b"/>
              <a:pathLst>
                <a:path w="1128" h="1127" extrusionOk="0">
                  <a:moveTo>
                    <a:pt x="610" y="0"/>
                  </a:moveTo>
                  <a:cubicBezTo>
                    <a:pt x="274" y="0"/>
                    <a:pt x="0" y="273"/>
                    <a:pt x="0" y="610"/>
                  </a:cubicBezTo>
                  <a:cubicBezTo>
                    <a:pt x="0" y="726"/>
                    <a:pt x="33" y="834"/>
                    <a:pt x="89" y="926"/>
                  </a:cubicBezTo>
                  <a:cubicBezTo>
                    <a:pt x="246" y="1083"/>
                    <a:pt x="400" y="1127"/>
                    <a:pt x="516" y="1127"/>
                  </a:cubicBezTo>
                  <a:cubicBezTo>
                    <a:pt x="854" y="1125"/>
                    <a:pt x="1127" y="854"/>
                    <a:pt x="1127" y="516"/>
                  </a:cubicBezTo>
                  <a:cubicBezTo>
                    <a:pt x="1127" y="400"/>
                    <a:pt x="1126" y="286"/>
                    <a:pt x="927" y="89"/>
                  </a:cubicBezTo>
                  <a:cubicBezTo>
                    <a:pt x="834" y="32"/>
                    <a:pt x="726" y="0"/>
                    <a:pt x="610"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3254;p80">
              <a:extLst>
                <a:ext uri="{FF2B5EF4-FFF2-40B4-BE49-F238E27FC236}">
                  <a16:creationId xmlns:a16="http://schemas.microsoft.com/office/drawing/2014/main" id="{8FBC433D-5E0D-9DC5-45FD-F5B6626C3A80}"/>
                </a:ext>
              </a:extLst>
            </p:cNvPr>
            <p:cNvSpPr/>
            <p:nvPr/>
          </p:nvSpPr>
          <p:spPr>
            <a:xfrm>
              <a:off x="6586802" y="4139590"/>
              <a:ext cx="46303" cy="46303"/>
            </a:xfrm>
            <a:custGeom>
              <a:avLst/>
              <a:gdLst/>
              <a:ahLst/>
              <a:cxnLst/>
              <a:rect l="l" t="t" r="r" b="b"/>
              <a:pathLst>
                <a:path w="1131" h="1131" extrusionOk="0">
                  <a:moveTo>
                    <a:pt x="839" y="1"/>
                  </a:moveTo>
                  <a:lnTo>
                    <a:pt x="839" y="1"/>
                  </a:lnTo>
                  <a:cubicBezTo>
                    <a:pt x="896" y="93"/>
                    <a:pt x="927" y="201"/>
                    <a:pt x="927" y="317"/>
                  </a:cubicBezTo>
                  <a:cubicBezTo>
                    <a:pt x="927" y="653"/>
                    <a:pt x="654" y="926"/>
                    <a:pt x="317" y="926"/>
                  </a:cubicBezTo>
                  <a:cubicBezTo>
                    <a:pt x="201" y="926"/>
                    <a:pt x="94" y="893"/>
                    <a:pt x="1" y="837"/>
                  </a:cubicBezTo>
                  <a:lnTo>
                    <a:pt x="1" y="837"/>
                  </a:lnTo>
                  <a:cubicBezTo>
                    <a:pt x="107" y="1014"/>
                    <a:pt x="302" y="1131"/>
                    <a:pt x="522" y="1131"/>
                  </a:cubicBezTo>
                  <a:cubicBezTo>
                    <a:pt x="859" y="1131"/>
                    <a:pt x="1131" y="857"/>
                    <a:pt x="1131" y="521"/>
                  </a:cubicBezTo>
                  <a:cubicBezTo>
                    <a:pt x="1131" y="300"/>
                    <a:pt x="1014" y="107"/>
                    <a:pt x="8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3255;p80">
              <a:extLst>
                <a:ext uri="{FF2B5EF4-FFF2-40B4-BE49-F238E27FC236}">
                  <a16:creationId xmlns:a16="http://schemas.microsoft.com/office/drawing/2014/main" id="{4D3CDEAB-F625-E90F-CA6C-671419852B30}"/>
                </a:ext>
              </a:extLst>
            </p:cNvPr>
            <p:cNvSpPr/>
            <p:nvPr/>
          </p:nvSpPr>
          <p:spPr>
            <a:xfrm>
              <a:off x="6587007" y="4028724"/>
              <a:ext cx="46098" cy="46180"/>
            </a:xfrm>
            <a:custGeom>
              <a:avLst/>
              <a:gdLst/>
              <a:ahLst/>
              <a:cxnLst/>
              <a:rect l="l" t="t" r="r" b="b"/>
              <a:pathLst>
                <a:path w="1126" h="1128" extrusionOk="0">
                  <a:moveTo>
                    <a:pt x="611" y="0"/>
                  </a:moveTo>
                  <a:cubicBezTo>
                    <a:pt x="273" y="2"/>
                    <a:pt x="0" y="275"/>
                    <a:pt x="0" y="611"/>
                  </a:cubicBezTo>
                  <a:cubicBezTo>
                    <a:pt x="0" y="727"/>
                    <a:pt x="1" y="841"/>
                    <a:pt x="201" y="1039"/>
                  </a:cubicBezTo>
                  <a:cubicBezTo>
                    <a:pt x="292" y="1096"/>
                    <a:pt x="401" y="1127"/>
                    <a:pt x="517" y="1127"/>
                  </a:cubicBezTo>
                  <a:cubicBezTo>
                    <a:pt x="854" y="1127"/>
                    <a:pt x="1126" y="854"/>
                    <a:pt x="1126" y="517"/>
                  </a:cubicBezTo>
                  <a:cubicBezTo>
                    <a:pt x="1126" y="402"/>
                    <a:pt x="1093" y="294"/>
                    <a:pt x="1038" y="201"/>
                  </a:cubicBezTo>
                  <a:cubicBezTo>
                    <a:pt x="881" y="45"/>
                    <a:pt x="727" y="0"/>
                    <a:pt x="6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3256;p80">
              <a:extLst>
                <a:ext uri="{FF2B5EF4-FFF2-40B4-BE49-F238E27FC236}">
                  <a16:creationId xmlns:a16="http://schemas.microsoft.com/office/drawing/2014/main" id="{4C0E30D3-13A9-CE48-8A89-67C9A50EA226}"/>
                </a:ext>
              </a:extLst>
            </p:cNvPr>
            <p:cNvSpPr/>
            <p:nvPr/>
          </p:nvSpPr>
          <p:spPr>
            <a:xfrm>
              <a:off x="6583199" y="4024958"/>
              <a:ext cx="46344" cy="46303"/>
            </a:xfrm>
            <a:custGeom>
              <a:avLst/>
              <a:gdLst/>
              <a:ahLst/>
              <a:cxnLst/>
              <a:rect l="l" t="t" r="r" b="b"/>
              <a:pathLst>
                <a:path w="1132" h="1131" extrusionOk="0">
                  <a:moveTo>
                    <a:pt x="610" y="1"/>
                  </a:moveTo>
                  <a:cubicBezTo>
                    <a:pt x="274" y="1"/>
                    <a:pt x="0" y="274"/>
                    <a:pt x="0" y="610"/>
                  </a:cubicBezTo>
                  <a:cubicBezTo>
                    <a:pt x="0" y="832"/>
                    <a:pt x="118" y="1024"/>
                    <a:pt x="294" y="1131"/>
                  </a:cubicBezTo>
                  <a:cubicBezTo>
                    <a:pt x="237" y="1039"/>
                    <a:pt x="205" y="930"/>
                    <a:pt x="205" y="814"/>
                  </a:cubicBezTo>
                  <a:cubicBezTo>
                    <a:pt x="205" y="479"/>
                    <a:pt x="478" y="205"/>
                    <a:pt x="815" y="205"/>
                  </a:cubicBezTo>
                  <a:cubicBezTo>
                    <a:pt x="931" y="205"/>
                    <a:pt x="1038" y="238"/>
                    <a:pt x="1131" y="294"/>
                  </a:cubicBezTo>
                  <a:cubicBezTo>
                    <a:pt x="1024" y="118"/>
                    <a:pt x="832" y="1"/>
                    <a:pt x="61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2" name="Google Shape;3339;p80">
            <a:extLst>
              <a:ext uri="{FF2B5EF4-FFF2-40B4-BE49-F238E27FC236}">
                <a16:creationId xmlns:a16="http://schemas.microsoft.com/office/drawing/2014/main" id="{D8CE4F75-5BF4-0DDF-DF61-6335DE52B082}"/>
              </a:ext>
            </a:extLst>
          </p:cNvPr>
          <p:cNvGrpSpPr/>
          <p:nvPr/>
        </p:nvGrpSpPr>
        <p:grpSpPr>
          <a:xfrm>
            <a:off x="7914140" y="3429000"/>
            <a:ext cx="1331459" cy="954723"/>
            <a:chOff x="4795841" y="2094923"/>
            <a:chExt cx="376689" cy="285475"/>
          </a:xfrm>
        </p:grpSpPr>
        <p:sp>
          <p:nvSpPr>
            <p:cNvPr id="373" name="Google Shape;3340;p80">
              <a:extLst>
                <a:ext uri="{FF2B5EF4-FFF2-40B4-BE49-F238E27FC236}">
                  <a16:creationId xmlns:a16="http://schemas.microsoft.com/office/drawing/2014/main" id="{7126E119-FE64-B67E-9E1F-7D1781F36924}"/>
                </a:ext>
              </a:extLst>
            </p:cNvPr>
            <p:cNvSpPr/>
            <p:nvPr/>
          </p:nvSpPr>
          <p:spPr>
            <a:xfrm>
              <a:off x="4796619" y="2094923"/>
              <a:ext cx="370794" cy="279743"/>
            </a:xfrm>
            <a:custGeom>
              <a:avLst/>
              <a:gdLst/>
              <a:ahLst/>
              <a:cxnLst/>
              <a:rect l="l" t="t" r="r" b="b"/>
              <a:pathLst>
                <a:path w="9057" h="6833" extrusionOk="0">
                  <a:moveTo>
                    <a:pt x="139" y="1"/>
                  </a:moveTo>
                  <a:cubicBezTo>
                    <a:pt x="63" y="1"/>
                    <a:pt x="1" y="62"/>
                    <a:pt x="1" y="139"/>
                  </a:cubicBezTo>
                  <a:lnTo>
                    <a:pt x="1" y="6703"/>
                  </a:lnTo>
                  <a:lnTo>
                    <a:pt x="9056" y="6832"/>
                  </a:lnTo>
                  <a:lnTo>
                    <a:pt x="892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341;p80">
              <a:extLst>
                <a:ext uri="{FF2B5EF4-FFF2-40B4-BE49-F238E27FC236}">
                  <a16:creationId xmlns:a16="http://schemas.microsoft.com/office/drawing/2014/main" id="{34B9347A-029D-D4C0-50E5-977A42F59961}"/>
                </a:ext>
              </a:extLst>
            </p:cNvPr>
            <p:cNvSpPr/>
            <p:nvPr/>
          </p:nvSpPr>
          <p:spPr>
            <a:xfrm>
              <a:off x="4795841" y="2094923"/>
              <a:ext cx="376689" cy="285475"/>
            </a:xfrm>
            <a:custGeom>
              <a:avLst/>
              <a:gdLst/>
              <a:ahLst/>
              <a:cxnLst/>
              <a:rect l="l" t="t" r="r" b="b"/>
              <a:pathLst>
                <a:path w="9201" h="6973" extrusionOk="0">
                  <a:moveTo>
                    <a:pt x="8932" y="1"/>
                  </a:moveTo>
                  <a:lnTo>
                    <a:pt x="8932" y="6704"/>
                  </a:lnTo>
                  <a:lnTo>
                    <a:pt x="1" y="6704"/>
                  </a:lnTo>
                  <a:lnTo>
                    <a:pt x="1" y="6835"/>
                  </a:lnTo>
                  <a:cubicBezTo>
                    <a:pt x="1" y="6912"/>
                    <a:pt x="63" y="6973"/>
                    <a:pt x="140" y="6973"/>
                  </a:cubicBezTo>
                  <a:lnTo>
                    <a:pt x="9063" y="6973"/>
                  </a:lnTo>
                  <a:cubicBezTo>
                    <a:pt x="9140" y="6973"/>
                    <a:pt x="9201" y="6912"/>
                    <a:pt x="9201" y="6835"/>
                  </a:cubicBezTo>
                  <a:lnTo>
                    <a:pt x="9201" y="139"/>
                  </a:lnTo>
                  <a:cubicBezTo>
                    <a:pt x="9201" y="62"/>
                    <a:pt x="9140" y="1"/>
                    <a:pt x="906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342;p80">
              <a:extLst>
                <a:ext uri="{FF2B5EF4-FFF2-40B4-BE49-F238E27FC236}">
                  <a16:creationId xmlns:a16="http://schemas.microsoft.com/office/drawing/2014/main" id="{4601413A-C4FA-85CD-E9EE-ADB94F8797F7}"/>
                </a:ext>
              </a:extLst>
            </p:cNvPr>
            <p:cNvSpPr/>
            <p:nvPr/>
          </p:nvSpPr>
          <p:spPr>
            <a:xfrm>
              <a:off x="4810907" y="2111831"/>
              <a:ext cx="346230" cy="251658"/>
            </a:xfrm>
            <a:custGeom>
              <a:avLst/>
              <a:gdLst/>
              <a:ahLst/>
              <a:cxnLst/>
              <a:rect l="l" t="t" r="r" b="b"/>
              <a:pathLst>
                <a:path w="8457" h="6147" extrusionOk="0">
                  <a:moveTo>
                    <a:pt x="200" y="0"/>
                  </a:moveTo>
                  <a:cubicBezTo>
                    <a:pt x="125" y="0"/>
                    <a:pt x="64" y="61"/>
                    <a:pt x="64" y="136"/>
                  </a:cubicBezTo>
                  <a:lnTo>
                    <a:pt x="64" y="667"/>
                  </a:lnTo>
                  <a:cubicBezTo>
                    <a:pt x="64" y="743"/>
                    <a:pt x="121" y="808"/>
                    <a:pt x="196" y="809"/>
                  </a:cubicBezTo>
                  <a:cubicBezTo>
                    <a:pt x="197" y="809"/>
                    <a:pt x="199" y="809"/>
                    <a:pt x="200" y="809"/>
                  </a:cubicBezTo>
                  <a:cubicBezTo>
                    <a:pt x="275" y="809"/>
                    <a:pt x="334" y="748"/>
                    <a:pt x="334" y="674"/>
                  </a:cubicBezTo>
                  <a:lnTo>
                    <a:pt x="334" y="269"/>
                  </a:lnTo>
                  <a:lnTo>
                    <a:pt x="739" y="269"/>
                  </a:lnTo>
                  <a:cubicBezTo>
                    <a:pt x="814" y="269"/>
                    <a:pt x="875" y="207"/>
                    <a:pt x="874" y="131"/>
                  </a:cubicBezTo>
                  <a:cubicBezTo>
                    <a:pt x="871" y="57"/>
                    <a:pt x="807" y="0"/>
                    <a:pt x="733" y="0"/>
                  </a:cubicBezTo>
                  <a:close/>
                  <a:moveTo>
                    <a:pt x="7746" y="0"/>
                  </a:moveTo>
                  <a:cubicBezTo>
                    <a:pt x="7671" y="0"/>
                    <a:pt x="7611" y="63"/>
                    <a:pt x="7612" y="139"/>
                  </a:cubicBezTo>
                  <a:cubicBezTo>
                    <a:pt x="7614" y="212"/>
                    <a:pt x="7680" y="269"/>
                    <a:pt x="7753" y="269"/>
                  </a:cubicBezTo>
                  <a:lnTo>
                    <a:pt x="8151" y="269"/>
                  </a:lnTo>
                  <a:lnTo>
                    <a:pt x="8151" y="667"/>
                  </a:lnTo>
                  <a:cubicBezTo>
                    <a:pt x="8151" y="743"/>
                    <a:pt x="8208" y="808"/>
                    <a:pt x="8282" y="809"/>
                  </a:cubicBezTo>
                  <a:cubicBezTo>
                    <a:pt x="8284" y="809"/>
                    <a:pt x="8286" y="809"/>
                    <a:pt x="8288" y="809"/>
                  </a:cubicBezTo>
                  <a:cubicBezTo>
                    <a:pt x="8361" y="809"/>
                    <a:pt x="8420" y="748"/>
                    <a:pt x="8420" y="675"/>
                  </a:cubicBezTo>
                  <a:lnTo>
                    <a:pt x="8420" y="136"/>
                  </a:lnTo>
                  <a:cubicBezTo>
                    <a:pt x="8420" y="61"/>
                    <a:pt x="8360" y="0"/>
                    <a:pt x="8284" y="0"/>
                  </a:cubicBezTo>
                  <a:close/>
                  <a:moveTo>
                    <a:pt x="1322" y="2612"/>
                  </a:moveTo>
                  <a:lnTo>
                    <a:pt x="1322" y="3271"/>
                  </a:lnTo>
                  <a:lnTo>
                    <a:pt x="1053" y="3271"/>
                  </a:lnTo>
                  <a:lnTo>
                    <a:pt x="1053" y="2785"/>
                  </a:lnTo>
                  <a:cubicBezTo>
                    <a:pt x="1145" y="2735"/>
                    <a:pt x="1234" y="2677"/>
                    <a:pt x="1322" y="2612"/>
                  </a:cubicBezTo>
                  <a:close/>
                  <a:moveTo>
                    <a:pt x="1878" y="2037"/>
                  </a:moveTo>
                  <a:lnTo>
                    <a:pt x="1878" y="3271"/>
                  </a:lnTo>
                  <a:lnTo>
                    <a:pt x="1608" y="3271"/>
                  </a:lnTo>
                  <a:lnTo>
                    <a:pt x="1608" y="2370"/>
                  </a:lnTo>
                  <a:cubicBezTo>
                    <a:pt x="1635" y="2342"/>
                    <a:pt x="1663" y="2311"/>
                    <a:pt x="1689" y="2280"/>
                  </a:cubicBezTo>
                  <a:cubicBezTo>
                    <a:pt x="1762" y="2197"/>
                    <a:pt x="1824" y="2114"/>
                    <a:pt x="1878" y="2037"/>
                  </a:cubicBezTo>
                  <a:close/>
                  <a:moveTo>
                    <a:pt x="2167" y="1970"/>
                  </a:moveTo>
                  <a:cubicBezTo>
                    <a:pt x="2240" y="2064"/>
                    <a:pt x="2329" y="2168"/>
                    <a:pt x="2436" y="2270"/>
                  </a:cubicBezTo>
                  <a:lnTo>
                    <a:pt x="2436" y="3271"/>
                  </a:lnTo>
                  <a:lnTo>
                    <a:pt x="2167" y="3271"/>
                  </a:lnTo>
                  <a:lnTo>
                    <a:pt x="2167" y="1970"/>
                  </a:lnTo>
                  <a:close/>
                  <a:moveTo>
                    <a:pt x="2723" y="2501"/>
                  </a:moveTo>
                  <a:cubicBezTo>
                    <a:pt x="2813" y="2566"/>
                    <a:pt x="2902" y="2625"/>
                    <a:pt x="2992" y="2676"/>
                  </a:cubicBezTo>
                  <a:lnTo>
                    <a:pt x="2992" y="3271"/>
                  </a:lnTo>
                  <a:lnTo>
                    <a:pt x="2723" y="3271"/>
                  </a:lnTo>
                  <a:lnTo>
                    <a:pt x="2723" y="2501"/>
                  </a:lnTo>
                  <a:close/>
                  <a:moveTo>
                    <a:pt x="3281" y="2807"/>
                  </a:moveTo>
                  <a:cubicBezTo>
                    <a:pt x="3372" y="2845"/>
                    <a:pt x="3461" y="2875"/>
                    <a:pt x="3550" y="2901"/>
                  </a:cubicBezTo>
                  <a:lnTo>
                    <a:pt x="3550" y="3271"/>
                  </a:lnTo>
                  <a:lnTo>
                    <a:pt x="3281" y="3271"/>
                  </a:lnTo>
                  <a:lnTo>
                    <a:pt x="3281" y="2807"/>
                  </a:lnTo>
                  <a:close/>
                  <a:moveTo>
                    <a:pt x="3838" y="2961"/>
                  </a:moveTo>
                  <a:cubicBezTo>
                    <a:pt x="3931" y="2977"/>
                    <a:pt x="4023" y="2986"/>
                    <a:pt x="4106" y="2990"/>
                  </a:cubicBezTo>
                  <a:lnTo>
                    <a:pt x="4106" y="3271"/>
                  </a:lnTo>
                  <a:lnTo>
                    <a:pt x="3838" y="3271"/>
                  </a:lnTo>
                  <a:lnTo>
                    <a:pt x="3838" y="2961"/>
                  </a:lnTo>
                  <a:close/>
                  <a:moveTo>
                    <a:pt x="4664" y="2961"/>
                  </a:moveTo>
                  <a:lnTo>
                    <a:pt x="4664" y="3271"/>
                  </a:lnTo>
                  <a:lnTo>
                    <a:pt x="4395" y="3271"/>
                  </a:lnTo>
                  <a:lnTo>
                    <a:pt x="4395" y="2990"/>
                  </a:lnTo>
                  <a:cubicBezTo>
                    <a:pt x="4488" y="2985"/>
                    <a:pt x="4578" y="2976"/>
                    <a:pt x="4664" y="2961"/>
                  </a:cubicBezTo>
                  <a:close/>
                  <a:moveTo>
                    <a:pt x="5221" y="2807"/>
                  </a:moveTo>
                  <a:lnTo>
                    <a:pt x="5221" y="3271"/>
                  </a:lnTo>
                  <a:lnTo>
                    <a:pt x="4952" y="3271"/>
                  </a:lnTo>
                  <a:lnTo>
                    <a:pt x="4952" y="2901"/>
                  </a:lnTo>
                  <a:cubicBezTo>
                    <a:pt x="5046" y="2874"/>
                    <a:pt x="5135" y="2843"/>
                    <a:pt x="5221" y="2807"/>
                  </a:cubicBezTo>
                  <a:close/>
                  <a:moveTo>
                    <a:pt x="5760" y="2500"/>
                  </a:moveTo>
                  <a:lnTo>
                    <a:pt x="5760" y="3271"/>
                  </a:lnTo>
                  <a:lnTo>
                    <a:pt x="5491" y="3271"/>
                  </a:lnTo>
                  <a:lnTo>
                    <a:pt x="5491" y="2675"/>
                  </a:lnTo>
                  <a:cubicBezTo>
                    <a:pt x="5588" y="2619"/>
                    <a:pt x="5678" y="2560"/>
                    <a:pt x="5760" y="2500"/>
                  </a:cubicBezTo>
                  <a:close/>
                  <a:moveTo>
                    <a:pt x="6318" y="1972"/>
                  </a:moveTo>
                  <a:lnTo>
                    <a:pt x="6318" y="3271"/>
                  </a:lnTo>
                  <a:lnTo>
                    <a:pt x="6048" y="3271"/>
                  </a:lnTo>
                  <a:lnTo>
                    <a:pt x="6048" y="2271"/>
                  </a:lnTo>
                  <a:cubicBezTo>
                    <a:pt x="6155" y="2168"/>
                    <a:pt x="6243" y="2065"/>
                    <a:pt x="6318" y="1972"/>
                  </a:cubicBezTo>
                  <a:close/>
                  <a:moveTo>
                    <a:pt x="6604" y="2037"/>
                  </a:moveTo>
                  <a:cubicBezTo>
                    <a:pt x="6658" y="2116"/>
                    <a:pt x="6722" y="2197"/>
                    <a:pt x="6793" y="2280"/>
                  </a:cubicBezTo>
                  <a:cubicBezTo>
                    <a:pt x="6820" y="2311"/>
                    <a:pt x="6847" y="2342"/>
                    <a:pt x="6875" y="2370"/>
                  </a:cubicBezTo>
                  <a:lnTo>
                    <a:pt x="6875" y="3271"/>
                  </a:lnTo>
                  <a:lnTo>
                    <a:pt x="6604" y="3271"/>
                  </a:lnTo>
                  <a:lnTo>
                    <a:pt x="6604" y="2037"/>
                  </a:lnTo>
                  <a:close/>
                  <a:moveTo>
                    <a:pt x="7163" y="2613"/>
                  </a:moveTo>
                  <a:cubicBezTo>
                    <a:pt x="7249" y="2678"/>
                    <a:pt x="7339" y="2737"/>
                    <a:pt x="7432" y="2786"/>
                  </a:cubicBezTo>
                  <a:lnTo>
                    <a:pt x="7432" y="3271"/>
                  </a:lnTo>
                  <a:lnTo>
                    <a:pt x="7163" y="3271"/>
                  </a:lnTo>
                  <a:lnTo>
                    <a:pt x="7163" y="2613"/>
                  </a:lnTo>
                  <a:close/>
                  <a:moveTo>
                    <a:pt x="1878" y="3558"/>
                  </a:moveTo>
                  <a:lnTo>
                    <a:pt x="1878" y="4364"/>
                  </a:lnTo>
                  <a:lnTo>
                    <a:pt x="657" y="3558"/>
                  </a:lnTo>
                  <a:close/>
                  <a:moveTo>
                    <a:pt x="7827" y="3558"/>
                  </a:moveTo>
                  <a:lnTo>
                    <a:pt x="6606" y="4364"/>
                  </a:lnTo>
                  <a:lnTo>
                    <a:pt x="6606" y="3558"/>
                  </a:lnTo>
                  <a:close/>
                  <a:moveTo>
                    <a:pt x="6335" y="3558"/>
                  </a:moveTo>
                  <a:lnTo>
                    <a:pt x="6335" y="4475"/>
                  </a:lnTo>
                  <a:lnTo>
                    <a:pt x="2167" y="4475"/>
                  </a:lnTo>
                  <a:lnTo>
                    <a:pt x="2167" y="3558"/>
                  </a:lnTo>
                  <a:close/>
                  <a:moveTo>
                    <a:pt x="2026" y="1106"/>
                  </a:moveTo>
                  <a:cubicBezTo>
                    <a:pt x="2011" y="1106"/>
                    <a:pt x="1995" y="1108"/>
                    <a:pt x="1979" y="1113"/>
                  </a:cubicBezTo>
                  <a:cubicBezTo>
                    <a:pt x="1920" y="1131"/>
                    <a:pt x="1882" y="1188"/>
                    <a:pt x="1882" y="1251"/>
                  </a:cubicBezTo>
                  <a:lnTo>
                    <a:pt x="1882" y="1459"/>
                  </a:lnTo>
                  <a:cubicBezTo>
                    <a:pt x="1845" y="1541"/>
                    <a:pt x="1712" y="1812"/>
                    <a:pt x="1475" y="2080"/>
                  </a:cubicBezTo>
                  <a:cubicBezTo>
                    <a:pt x="1108" y="2496"/>
                    <a:pt x="676" y="2705"/>
                    <a:pt x="193" y="2705"/>
                  </a:cubicBezTo>
                  <a:cubicBezTo>
                    <a:pt x="105" y="2705"/>
                    <a:pt x="37" y="2786"/>
                    <a:pt x="57" y="2878"/>
                  </a:cubicBezTo>
                  <a:cubicBezTo>
                    <a:pt x="69" y="2943"/>
                    <a:pt x="131" y="2987"/>
                    <a:pt x="196" y="2987"/>
                  </a:cubicBezTo>
                  <a:cubicBezTo>
                    <a:pt x="393" y="2987"/>
                    <a:pt x="584" y="2956"/>
                    <a:pt x="768" y="2896"/>
                  </a:cubicBezTo>
                  <a:lnTo>
                    <a:pt x="768" y="3270"/>
                  </a:lnTo>
                  <a:lnTo>
                    <a:pt x="194" y="3270"/>
                  </a:lnTo>
                  <a:cubicBezTo>
                    <a:pt x="191" y="3270"/>
                    <a:pt x="189" y="3270"/>
                    <a:pt x="186" y="3270"/>
                  </a:cubicBezTo>
                  <a:cubicBezTo>
                    <a:pt x="57" y="3270"/>
                    <a:pt x="1" y="3457"/>
                    <a:pt x="114" y="3529"/>
                  </a:cubicBezTo>
                  <a:cubicBezTo>
                    <a:pt x="114" y="3530"/>
                    <a:pt x="115" y="3530"/>
                    <a:pt x="115" y="3530"/>
                  </a:cubicBezTo>
                  <a:lnTo>
                    <a:pt x="1556" y="4492"/>
                  </a:lnTo>
                  <a:lnTo>
                    <a:pt x="201" y="4492"/>
                  </a:lnTo>
                  <a:cubicBezTo>
                    <a:pt x="119" y="4492"/>
                    <a:pt x="53" y="4563"/>
                    <a:pt x="63" y="4644"/>
                  </a:cubicBezTo>
                  <a:cubicBezTo>
                    <a:pt x="70" y="4712"/>
                    <a:pt x="133" y="4763"/>
                    <a:pt x="202" y="4763"/>
                  </a:cubicBezTo>
                  <a:lnTo>
                    <a:pt x="202" y="4759"/>
                  </a:lnTo>
                  <a:lnTo>
                    <a:pt x="8292" y="4759"/>
                  </a:lnTo>
                  <a:cubicBezTo>
                    <a:pt x="8375" y="4759"/>
                    <a:pt x="8440" y="4689"/>
                    <a:pt x="8430" y="4607"/>
                  </a:cubicBezTo>
                  <a:cubicBezTo>
                    <a:pt x="8422" y="4538"/>
                    <a:pt x="8360" y="4489"/>
                    <a:pt x="8290" y="4489"/>
                  </a:cubicBezTo>
                  <a:lnTo>
                    <a:pt x="6933" y="4489"/>
                  </a:lnTo>
                  <a:lnTo>
                    <a:pt x="8375" y="3525"/>
                  </a:lnTo>
                  <a:cubicBezTo>
                    <a:pt x="8434" y="3486"/>
                    <a:pt x="8456" y="3404"/>
                    <a:pt x="8418" y="3337"/>
                  </a:cubicBezTo>
                  <a:cubicBezTo>
                    <a:pt x="8393" y="3292"/>
                    <a:pt x="8344" y="3267"/>
                    <a:pt x="8293" y="3267"/>
                  </a:cubicBezTo>
                  <a:lnTo>
                    <a:pt x="7722" y="3267"/>
                  </a:lnTo>
                  <a:lnTo>
                    <a:pt x="7722" y="2892"/>
                  </a:lnTo>
                  <a:cubicBezTo>
                    <a:pt x="7908" y="2954"/>
                    <a:pt x="8101" y="2985"/>
                    <a:pt x="8298" y="2985"/>
                  </a:cubicBezTo>
                  <a:cubicBezTo>
                    <a:pt x="8387" y="2985"/>
                    <a:pt x="8455" y="2902"/>
                    <a:pt x="8434" y="2809"/>
                  </a:cubicBezTo>
                  <a:cubicBezTo>
                    <a:pt x="8419" y="2746"/>
                    <a:pt x="8360" y="2702"/>
                    <a:pt x="8296" y="2702"/>
                  </a:cubicBezTo>
                  <a:cubicBezTo>
                    <a:pt x="7814" y="2701"/>
                    <a:pt x="7384" y="2490"/>
                    <a:pt x="7017" y="2078"/>
                  </a:cubicBezTo>
                  <a:cubicBezTo>
                    <a:pt x="6782" y="1810"/>
                    <a:pt x="6647" y="1538"/>
                    <a:pt x="6610" y="1456"/>
                  </a:cubicBezTo>
                  <a:lnTo>
                    <a:pt x="6610" y="1244"/>
                  </a:lnTo>
                  <a:cubicBezTo>
                    <a:pt x="6610" y="1169"/>
                    <a:pt x="6549" y="1109"/>
                    <a:pt x="6474" y="1109"/>
                  </a:cubicBezTo>
                  <a:cubicBezTo>
                    <a:pt x="6473" y="1109"/>
                    <a:pt x="6472" y="1109"/>
                    <a:pt x="6472" y="1109"/>
                  </a:cubicBezTo>
                  <a:cubicBezTo>
                    <a:pt x="6397" y="1112"/>
                    <a:pt x="6340" y="1177"/>
                    <a:pt x="6340" y="1251"/>
                  </a:cubicBezTo>
                  <a:lnTo>
                    <a:pt x="6340" y="1488"/>
                  </a:lnTo>
                  <a:cubicBezTo>
                    <a:pt x="6292" y="1572"/>
                    <a:pt x="6130" y="1836"/>
                    <a:pt x="5845" y="2096"/>
                  </a:cubicBezTo>
                  <a:cubicBezTo>
                    <a:pt x="5391" y="2510"/>
                    <a:pt x="4856" y="2719"/>
                    <a:pt x="4255" y="2719"/>
                  </a:cubicBezTo>
                  <a:cubicBezTo>
                    <a:pt x="3651" y="2719"/>
                    <a:pt x="3117" y="2510"/>
                    <a:pt x="2664" y="2096"/>
                  </a:cubicBezTo>
                  <a:cubicBezTo>
                    <a:pt x="2379" y="1836"/>
                    <a:pt x="2216" y="1572"/>
                    <a:pt x="2169" y="1488"/>
                  </a:cubicBezTo>
                  <a:lnTo>
                    <a:pt x="2169" y="1250"/>
                  </a:lnTo>
                  <a:cubicBezTo>
                    <a:pt x="2169" y="1171"/>
                    <a:pt x="2105" y="1106"/>
                    <a:pt x="2026" y="1106"/>
                  </a:cubicBezTo>
                  <a:close/>
                  <a:moveTo>
                    <a:pt x="198" y="5336"/>
                  </a:moveTo>
                  <a:cubicBezTo>
                    <a:pt x="197" y="5336"/>
                    <a:pt x="197" y="5336"/>
                    <a:pt x="196" y="5336"/>
                  </a:cubicBezTo>
                  <a:cubicBezTo>
                    <a:pt x="121" y="5339"/>
                    <a:pt x="64" y="5403"/>
                    <a:pt x="64" y="5477"/>
                  </a:cubicBezTo>
                  <a:lnTo>
                    <a:pt x="64" y="6010"/>
                  </a:lnTo>
                  <a:cubicBezTo>
                    <a:pt x="64" y="6085"/>
                    <a:pt x="125" y="6146"/>
                    <a:pt x="200" y="6146"/>
                  </a:cubicBezTo>
                  <a:lnTo>
                    <a:pt x="738" y="6146"/>
                  </a:lnTo>
                  <a:cubicBezTo>
                    <a:pt x="813" y="6146"/>
                    <a:pt x="874" y="6084"/>
                    <a:pt x="874" y="6006"/>
                  </a:cubicBezTo>
                  <a:cubicBezTo>
                    <a:pt x="871" y="5932"/>
                    <a:pt x="807" y="5876"/>
                    <a:pt x="733" y="5876"/>
                  </a:cubicBezTo>
                  <a:lnTo>
                    <a:pt x="335" y="5876"/>
                  </a:lnTo>
                  <a:lnTo>
                    <a:pt x="335" y="5471"/>
                  </a:lnTo>
                  <a:cubicBezTo>
                    <a:pt x="335" y="5397"/>
                    <a:pt x="274" y="5336"/>
                    <a:pt x="198" y="5336"/>
                  </a:cubicBezTo>
                  <a:close/>
                  <a:moveTo>
                    <a:pt x="8286" y="5338"/>
                  </a:moveTo>
                  <a:cubicBezTo>
                    <a:pt x="8285" y="5338"/>
                    <a:pt x="8283" y="5338"/>
                    <a:pt x="8282" y="5338"/>
                  </a:cubicBezTo>
                  <a:cubicBezTo>
                    <a:pt x="8207" y="5340"/>
                    <a:pt x="8150" y="5404"/>
                    <a:pt x="8150" y="5478"/>
                  </a:cubicBezTo>
                  <a:lnTo>
                    <a:pt x="8150" y="5877"/>
                  </a:lnTo>
                  <a:lnTo>
                    <a:pt x="7745" y="5877"/>
                  </a:lnTo>
                  <a:cubicBezTo>
                    <a:pt x="7670" y="5877"/>
                    <a:pt x="7610" y="5939"/>
                    <a:pt x="7611" y="6015"/>
                  </a:cubicBezTo>
                  <a:cubicBezTo>
                    <a:pt x="7613" y="6089"/>
                    <a:pt x="7679" y="6146"/>
                    <a:pt x="7752" y="6146"/>
                  </a:cubicBezTo>
                  <a:lnTo>
                    <a:pt x="8285" y="6146"/>
                  </a:lnTo>
                  <a:cubicBezTo>
                    <a:pt x="8360" y="6146"/>
                    <a:pt x="8420" y="6085"/>
                    <a:pt x="8420" y="6010"/>
                  </a:cubicBezTo>
                  <a:lnTo>
                    <a:pt x="8420" y="5472"/>
                  </a:lnTo>
                  <a:cubicBezTo>
                    <a:pt x="8420" y="5398"/>
                    <a:pt x="8361" y="5338"/>
                    <a:pt x="8286" y="533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6" name="Google Shape;3343;p80">
            <a:extLst>
              <a:ext uri="{FF2B5EF4-FFF2-40B4-BE49-F238E27FC236}">
                <a16:creationId xmlns:a16="http://schemas.microsoft.com/office/drawing/2014/main" id="{4EFFA754-1C45-7AE2-4B1B-FBBB42C84613}"/>
              </a:ext>
            </a:extLst>
          </p:cNvPr>
          <p:cNvGrpSpPr/>
          <p:nvPr/>
        </p:nvGrpSpPr>
        <p:grpSpPr>
          <a:xfrm>
            <a:off x="6237102" y="4583289"/>
            <a:ext cx="1078097" cy="796510"/>
            <a:chOff x="5602359" y="3851085"/>
            <a:chExt cx="376894" cy="376730"/>
          </a:xfrm>
        </p:grpSpPr>
        <p:sp>
          <p:nvSpPr>
            <p:cNvPr id="377" name="Google Shape;3344;p80">
              <a:extLst>
                <a:ext uri="{FF2B5EF4-FFF2-40B4-BE49-F238E27FC236}">
                  <a16:creationId xmlns:a16="http://schemas.microsoft.com/office/drawing/2014/main" id="{5465E584-3840-BD40-53E8-0E98D29E9112}"/>
                </a:ext>
              </a:extLst>
            </p:cNvPr>
            <p:cNvSpPr/>
            <p:nvPr/>
          </p:nvSpPr>
          <p:spPr>
            <a:xfrm>
              <a:off x="5602359" y="3851085"/>
              <a:ext cx="347622" cy="347744"/>
            </a:xfrm>
            <a:custGeom>
              <a:avLst/>
              <a:gdLst/>
              <a:ahLst/>
              <a:cxnLst/>
              <a:rect l="l" t="t" r="r" b="b"/>
              <a:pathLst>
                <a:path w="8491" h="8494" extrusionOk="0">
                  <a:moveTo>
                    <a:pt x="4605" y="3861"/>
                  </a:moveTo>
                  <a:cubicBezTo>
                    <a:pt x="5015" y="3861"/>
                    <a:pt x="5346" y="4192"/>
                    <a:pt x="5346" y="4602"/>
                  </a:cubicBezTo>
                  <a:cubicBezTo>
                    <a:pt x="5346" y="5013"/>
                    <a:pt x="5013" y="5344"/>
                    <a:pt x="4605" y="5344"/>
                  </a:cubicBezTo>
                  <a:cubicBezTo>
                    <a:pt x="4196" y="5344"/>
                    <a:pt x="3863" y="5013"/>
                    <a:pt x="3863" y="4602"/>
                  </a:cubicBezTo>
                  <a:cubicBezTo>
                    <a:pt x="3863" y="4192"/>
                    <a:pt x="4195" y="3861"/>
                    <a:pt x="4605" y="3861"/>
                  </a:cubicBezTo>
                  <a:close/>
                  <a:moveTo>
                    <a:pt x="4603" y="1"/>
                  </a:moveTo>
                  <a:cubicBezTo>
                    <a:pt x="4484" y="1"/>
                    <a:pt x="4366" y="6"/>
                    <a:pt x="4249" y="15"/>
                  </a:cubicBezTo>
                  <a:cubicBezTo>
                    <a:pt x="4191" y="18"/>
                    <a:pt x="4141" y="59"/>
                    <a:pt x="4125" y="116"/>
                  </a:cubicBezTo>
                  <a:cubicBezTo>
                    <a:pt x="4084" y="264"/>
                    <a:pt x="4044" y="426"/>
                    <a:pt x="4006" y="601"/>
                  </a:cubicBezTo>
                  <a:cubicBezTo>
                    <a:pt x="3698" y="648"/>
                    <a:pt x="3399" y="728"/>
                    <a:pt x="3119" y="839"/>
                  </a:cubicBezTo>
                  <a:cubicBezTo>
                    <a:pt x="2998" y="707"/>
                    <a:pt x="2882" y="585"/>
                    <a:pt x="2772" y="477"/>
                  </a:cubicBezTo>
                  <a:cubicBezTo>
                    <a:pt x="2746" y="452"/>
                    <a:pt x="2712" y="438"/>
                    <a:pt x="2677" y="438"/>
                  </a:cubicBezTo>
                  <a:cubicBezTo>
                    <a:pt x="2657" y="438"/>
                    <a:pt x="2636" y="443"/>
                    <a:pt x="2616" y="453"/>
                  </a:cubicBezTo>
                  <a:cubicBezTo>
                    <a:pt x="2401" y="555"/>
                    <a:pt x="2196" y="674"/>
                    <a:pt x="2001" y="807"/>
                  </a:cubicBezTo>
                  <a:cubicBezTo>
                    <a:pt x="1953" y="840"/>
                    <a:pt x="1931" y="899"/>
                    <a:pt x="1944" y="956"/>
                  </a:cubicBezTo>
                  <a:cubicBezTo>
                    <a:pt x="1983" y="1105"/>
                    <a:pt x="2031" y="1266"/>
                    <a:pt x="2085" y="1436"/>
                  </a:cubicBezTo>
                  <a:cubicBezTo>
                    <a:pt x="1844" y="1627"/>
                    <a:pt x="1627" y="1844"/>
                    <a:pt x="1436" y="2085"/>
                  </a:cubicBezTo>
                  <a:cubicBezTo>
                    <a:pt x="1266" y="2031"/>
                    <a:pt x="1104" y="1983"/>
                    <a:pt x="956" y="1945"/>
                  </a:cubicBezTo>
                  <a:cubicBezTo>
                    <a:pt x="944" y="1942"/>
                    <a:pt x="932" y="1941"/>
                    <a:pt x="920" y="1941"/>
                  </a:cubicBezTo>
                  <a:cubicBezTo>
                    <a:pt x="875" y="1941"/>
                    <a:pt x="833" y="1963"/>
                    <a:pt x="807" y="2001"/>
                  </a:cubicBezTo>
                  <a:cubicBezTo>
                    <a:pt x="673" y="2195"/>
                    <a:pt x="555" y="2401"/>
                    <a:pt x="451" y="2616"/>
                  </a:cubicBezTo>
                  <a:cubicBezTo>
                    <a:pt x="427" y="2669"/>
                    <a:pt x="436" y="2733"/>
                    <a:pt x="477" y="2773"/>
                  </a:cubicBezTo>
                  <a:cubicBezTo>
                    <a:pt x="583" y="2882"/>
                    <a:pt x="705" y="2998"/>
                    <a:pt x="839" y="3119"/>
                  </a:cubicBezTo>
                  <a:cubicBezTo>
                    <a:pt x="728" y="3400"/>
                    <a:pt x="647" y="3698"/>
                    <a:pt x="601" y="4006"/>
                  </a:cubicBezTo>
                  <a:cubicBezTo>
                    <a:pt x="427" y="4044"/>
                    <a:pt x="264" y="4084"/>
                    <a:pt x="116" y="4125"/>
                  </a:cubicBezTo>
                  <a:cubicBezTo>
                    <a:pt x="59" y="4141"/>
                    <a:pt x="19" y="4190"/>
                    <a:pt x="13" y="4249"/>
                  </a:cubicBezTo>
                  <a:cubicBezTo>
                    <a:pt x="5" y="4366"/>
                    <a:pt x="1" y="4484"/>
                    <a:pt x="1" y="4603"/>
                  </a:cubicBezTo>
                  <a:cubicBezTo>
                    <a:pt x="1" y="4723"/>
                    <a:pt x="6" y="4841"/>
                    <a:pt x="13" y="4959"/>
                  </a:cubicBezTo>
                  <a:cubicBezTo>
                    <a:pt x="18" y="5017"/>
                    <a:pt x="59" y="5066"/>
                    <a:pt x="116" y="5082"/>
                  </a:cubicBezTo>
                  <a:cubicBezTo>
                    <a:pt x="264" y="5123"/>
                    <a:pt x="425" y="5162"/>
                    <a:pt x="601" y="5201"/>
                  </a:cubicBezTo>
                  <a:cubicBezTo>
                    <a:pt x="647" y="5509"/>
                    <a:pt x="728" y="5808"/>
                    <a:pt x="839" y="6089"/>
                  </a:cubicBezTo>
                  <a:cubicBezTo>
                    <a:pt x="707" y="6209"/>
                    <a:pt x="585" y="6325"/>
                    <a:pt x="477" y="6434"/>
                  </a:cubicBezTo>
                  <a:cubicBezTo>
                    <a:pt x="436" y="6476"/>
                    <a:pt x="425" y="6538"/>
                    <a:pt x="451" y="6591"/>
                  </a:cubicBezTo>
                  <a:cubicBezTo>
                    <a:pt x="555" y="6806"/>
                    <a:pt x="673" y="7011"/>
                    <a:pt x="807" y="7206"/>
                  </a:cubicBezTo>
                  <a:cubicBezTo>
                    <a:pt x="833" y="7244"/>
                    <a:pt x="876" y="7266"/>
                    <a:pt x="921" y="7266"/>
                  </a:cubicBezTo>
                  <a:cubicBezTo>
                    <a:pt x="933" y="7266"/>
                    <a:pt x="944" y="7265"/>
                    <a:pt x="956" y="7262"/>
                  </a:cubicBezTo>
                  <a:cubicBezTo>
                    <a:pt x="1104" y="7224"/>
                    <a:pt x="1266" y="7176"/>
                    <a:pt x="1436" y="7123"/>
                  </a:cubicBezTo>
                  <a:cubicBezTo>
                    <a:pt x="1436" y="7123"/>
                    <a:pt x="2703" y="8493"/>
                    <a:pt x="4628" y="8493"/>
                  </a:cubicBezTo>
                  <a:cubicBezTo>
                    <a:pt x="6754" y="8493"/>
                    <a:pt x="8489" y="6759"/>
                    <a:pt x="8489" y="4633"/>
                  </a:cubicBezTo>
                  <a:cubicBezTo>
                    <a:pt x="8491" y="2705"/>
                    <a:pt x="7123" y="1436"/>
                    <a:pt x="7123" y="1436"/>
                  </a:cubicBezTo>
                  <a:cubicBezTo>
                    <a:pt x="7176" y="1266"/>
                    <a:pt x="7224" y="1105"/>
                    <a:pt x="7262" y="956"/>
                  </a:cubicBezTo>
                  <a:cubicBezTo>
                    <a:pt x="7277" y="899"/>
                    <a:pt x="7254" y="840"/>
                    <a:pt x="7206" y="807"/>
                  </a:cubicBezTo>
                  <a:cubicBezTo>
                    <a:pt x="7012" y="674"/>
                    <a:pt x="6806" y="555"/>
                    <a:pt x="6591" y="453"/>
                  </a:cubicBezTo>
                  <a:cubicBezTo>
                    <a:pt x="6571" y="443"/>
                    <a:pt x="6550" y="438"/>
                    <a:pt x="6529" y="438"/>
                  </a:cubicBezTo>
                  <a:cubicBezTo>
                    <a:pt x="6494" y="438"/>
                    <a:pt x="6459" y="452"/>
                    <a:pt x="6434" y="477"/>
                  </a:cubicBezTo>
                  <a:cubicBezTo>
                    <a:pt x="6325" y="584"/>
                    <a:pt x="6209" y="706"/>
                    <a:pt x="6089" y="839"/>
                  </a:cubicBezTo>
                  <a:cubicBezTo>
                    <a:pt x="5806" y="728"/>
                    <a:pt x="5509" y="648"/>
                    <a:pt x="5201" y="601"/>
                  </a:cubicBezTo>
                  <a:cubicBezTo>
                    <a:pt x="5162" y="427"/>
                    <a:pt x="5123" y="264"/>
                    <a:pt x="5082" y="116"/>
                  </a:cubicBezTo>
                  <a:cubicBezTo>
                    <a:pt x="5066" y="59"/>
                    <a:pt x="5018" y="20"/>
                    <a:pt x="4959" y="15"/>
                  </a:cubicBezTo>
                  <a:cubicBezTo>
                    <a:pt x="4840" y="5"/>
                    <a:pt x="4723" y="1"/>
                    <a:pt x="4603"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345;p80">
              <a:extLst>
                <a:ext uri="{FF2B5EF4-FFF2-40B4-BE49-F238E27FC236}">
                  <a16:creationId xmlns:a16="http://schemas.microsoft.com/office/drawing/2014/main" id="{87C21B02-26DF-64F7-42A3-56EB25B32B33}"/>
                </a:ext>
              </a:extLst>
            </p:cNvPr>
            <p:cNvSpPr/>
            <p:nvPr/>
          </p:nvSpPr>
          <p:spPr>
            <a:xfrm>
              <a:off x="5661149" y="3909793"/>
              <a:ext cx="318104" cy="318022"/>
            </a:xfrm>
            <a:custGeom>
              <a:avLst/>
              <a:gdLst/>
              <a:ahLst/>
              <a:cxnLst/>
              <a:rect l="l" t="t" r="r" b="b"/>
              <a:pathLst>
                <a:path w="7770" h="7768" extrusionOk="0">
                  <a:moveTo>
                    <a:pt x="5685" y="1"/>
                  </a:moveTo>
                  <a:cubicBezTo>
                    <a:pt x="5677" y="27"/>
                    <a:pt x="5665" y="63"/>
                    <a:pt x="5655" y="97"/>
                  </a:cubicBezTo>
                  <a:cubicBezTo>
                    <a:pt x="5639" y="148"/>
                    <a:pt x="5654" y="203"/>
                    <a:pt x="5693" y="240"/>
                  </a:cubicBezTo>
                  <a:cubicBezTo>
                    <a:pt x="6473" y="947"/>
                    <a:pt x="6962" y="1967"/>
                    <a:pt x="6962" y="3102"/>
                  </a:cubicBezTo>
                  <a:cubicBezTo>
                    <a:pt x="6962" y="5228"/>
                    <a:pt x="5228" y="6961"/>
                    <a:pt x="3102" y="6961"/>
                  </a:cubicBezTo>
                  <a:cubicBezTo>
                    <a:pt x="1967" y="6961"/>
                    <a:pt x="946" y="6473"/>
                    <a:pt x="241" y="5693"/>
                  </a:cubicBezTo>
                  <a:cubicBezTo>
                    <a:pt x="215" y="5663"/>
                    <a:pt x="176" y="5647"/>
                    <a:pt x="137" y="5647"/>
                  </a:cubicBezTo>
                  <a:cubicBezTo>
                    <a:pt x="124" y="5647"/>
                    <a:pt x="110" y="5649"/>
                    <a:pt x="97" y="5653"/>
                  </a:cubicBezTo>
                  <a:cubicBezTo>
                    <a:pt x="64" y="5663"/>
                    <a:pt x="27" y="5674"/>
                    <a:pt x="1" y="5683"/>
                  </a:cubicBezTo>
                  <a:cubicBezTo>
                    <a:pt x="192" y="5924"/>
                    <a:pt x="410" y="6141"/>
                    <a:pt x="650" y="6332"/>
                  </a:cubicBezTo>
                  <a:cubicBezTo>
                    <a:pt x="596" y="6502"/>
                    <a:pt x="548" y="6664"/>
                    <a:pt x="510" y="6812"/>
                  </a:cubicBezTo>
                  <a:cubicBezTo>
                    <a:pt x="496" y="6869"/>
                    <a:pt x="518" y="6928"/>
                    <a:pt x="566" y="6961"/>
                  </a:cubicBezTo>
                  <a:cubicBezTo>
                    <a:pt x="760" y="7095"/>
                    <a:pt x="966" y="7213"/>
                    <a:pt x="1181" y="7317"/>
                  </a:cubicBezTo>
                  <a:cubicBezTo>
                    <a:pt x="1201" y="7326"/>
                    <a:pt x="1222" y="7330"/>
                    <a:pt x="1243" y="7330"/>
                  </a:cubicBezTo>
                  <a:cubicBezTo>
                    <a:pt x="1278" y="7330"/>
                    <a:pt x="1313" y="7317"/>
                    <a:pt x="1339" y="7291"/>
                  </a:cubicBezTo>
                  <a:cubicBezTo>
                    <a:pt x="1447" y="7185"/>
                    <a:pt x="1563" y="7063"/>
                    <a:pt x="1684" y="6929"/>
                  </a:cubicBezTo>
                  <a:cubicBezTo>
                    <a:pt x="1966" y="7040"/>
                    <a:pt x="2263" y="7121"/>
                    <a:pt x="2571" y="7167"/>
                  </a:cubicBezTo>
                  <a:cubicBezTo>
                    <a:pt x="2610" y="7341"/>
                    <a:pt x="2649" y="7504"/>
                    <a:pt x="2690" y="7652"/>
                  </a:cubicBezTo>
                  <a:cubicBezTo>
                    <a:pt x="2706" y="7709"/>
                    <a:pt x="2755" y="7748"/>
                    <a:pt x="2814" y="7755"/>
                  </a:cubicBezTo>
                  <a:cubicBezTo>
                    <a:pt x="2932" y="7763"/>
                    <a:pt x="3049" y="7767"/>
                    <a:pt x="3169" y="7767"/>
                  </a:cubicBezTo>
                  <a:cubicBezTo>
                    <a:pt x="3288" y="7767"/>
                    <a:pt x="3407" y="7762"/>
                    <a:pt x="3524" y="7755"/>
                  </a:cubicBezTo>
                  <a:cubicBezTo>
                    <a:pt x="3582" y="7750"/>
                    <a:pt x="3631" y="7709"/>
                    <a:pt x="3647" y="7652"/>
                  </a:cubicBezTo>
                  <a:cubicBezTo>
                    <a:pt x="3688" y="7504"/>
                    <a:pt x="3728" y="7343"/>
                    <a:pt x="3766" y="7167"/>
                  </a:cubicBezTo>
                  <a:cubicBezTo>
                    <a:pt x="4074" y="7121"/>
                    <a:pt x="4373" y="7040"/>
                    <a:pt x="4654" y="6929"/>
                  </a:cubicBezTo>
                  <a:cubicBezTo>
                    <a:pt x="4774" y="7061"/>
                    <a:pt x="4890" y="7183"/>
                    <a:pt x="5000" y="7291"/>
                  </a:cubicBezTo>
                  <a:cubicBezTo>
                    <a:pt x="5026" y="7317"/>
                    <a:pt x="5061" y="7331"/>
                    <a:pt x="5095" y="7331"/>
                  </a:cubicBezTo>
                  <a:cubicBezTo>
                    <a:pt x="5116" y="7331"/>
                    <a:pt x="5136" y="7326"/>
                    <a:pt x="5156" y="7317"/>
                  </a:cubicBezTo>
                  <a:cubicBezTo>
                    <a:pt x="5371" y="7213"/>
                    <a:pt x="5576" y="7095"/>
                    <a:pt x="5771" y="6961"/>
                  </a:cubicBezTo>
                  <a:cubicBezTo>
                    <a:pt x="5818" y="6928"/>
                    <a:pt x="5842" y="6869"/>
                    <a:pt x="5828" y="6812"/>
                  </a:cubicBezTo>
                  <a:cubicBezTo>
                    <a:pt x="5789" y="6664"/>
                    <a:pt x="5741" y="6502"/>
                    <a:pt x="5688" y="6332"/>
                  </a:cubicBezTo>
                  <a:cubicBezTo>
                    <a:pt x="5928" y="6141"/>
                    <a:pt x="6145" y="5924"/>
                    <a:pt x="6336" y="5683"/>
                  </a:cubicBezTo>
                  <a:cubicBezTo>
                    <a:pt x="6506" y="5737"/>
                    <a:pt x="6668" y="5785"/>
                    <a:pt x="6817" y="5824"/>
                  </a:cubicBezTo>
                  <a:cubicBezTo>
                    <a:pt x="6828" y="5826"/>
                    <a:pt x="6839" y="5828"/>
                    <a:pt x="6850" y="5828"/>
                  </a:cubicBezTo>
                  <a:cubicBezTo>
                    <a:pt x="6896" y="5828"/>
                    <a:pt x="6939" y="5806"/>
                    <a:pt x="6965" y="5767"/>
                  </a:cubicBezTo>
                  <a:cubicBezTo>
                    <a:pt x="7099" y="5573"/>
                    <a:pt x="7217" y="5367"/>
                    <a:pt x="7320" y="5152"/>
                  </a:cubicBezTo>
                  <a:cubicBezTo>
                    <a:pt x="7345" y="5099"/>
                    <a:pt x="7337" y="5036"/>
                    <a:pt x="7296" y="4995"/>
                  </a:cubicBezTo>
                  <a:cubicBezTo>
                    <a:pt x="7188" y="4886"/>
                    <a:pt x="7068" y="4770"/>
                    <a:pt x="6934" y="4649"/>
                  </a:cubicBezTo>
                  <a:cubicBezTo>
                    <a:pt x="7044" y="4368"/>
                    <a:pt x="7126" y="4070"/>
                    <a:pt x="7171" y="3762"/>
                  </a:cubicBezTo>
                  <a:cubicBezTo>
                    <a:pt x="7344" y="3727"/>
                    <a:pt x="7507" y="3688"/>
                    <a:pt x="7654" y="3647"/>
                  </a:cubicBezTo>
                  <a:cubicBezTo>
                    <a:pt x="7710" y="3631"/>
                    <a:pt x="7750" y="3583"/>
                    <a:pt x="7756" y="3524"/>
                  </a:cubicBezTo>
                  <a:cubicBezTo>
                    <a:pt x="7765" y="3405"/>
                    <a:pt x="7769" y="3288"/>
                    <a:pt x="7769" y="3168"/>
                  </a:cubicBezTo>
                  <a:cubicBezTo>
                    <a:pt x="7769" y="3049"/>
                    <a:pt x="7764" y="2931"/>
                    <a:pt x="7756" y="2814"/>
                  </a:cubicBezTo>
                  <a:cubicBezTo>
                    <a:pt x="7751" y="2756"/>
                    <a:pt x="7711" y="2706"/>
                    <a:pt x="7654" y="2690"/>
                  </a:cubicBezTo>
                  <a:cubicBezTo>
                    <a:pt x="7507" y="2649"/>
                    <a:pt x="7344" y="2609"/>
                    <a:pt x="7169" y="2571"/>
                  </a:cubicBezTo>
                  <a:cubicBezTo>
                    <a:pt x="7122" y="2263"/>
                    <a:pt x="7042" y="1964"/>
                    <a:pt x="6932" y="1684"/>
                  </a:cubicBezTo>
                  <a:cubicBezTo>
                    <a:pt x="7063" y="1563"/>
                    <a:pt x="7185" y="1447"/>
                    <a:pt x="7292" y="1338"/>
                  </a:cubicBezTo>
                  <a:cubicBezTo>
                    <a:pt x="7333" y="1295"/>
                    <a:pt x="7344" y="1234"/>
                    <a:pt x="7318" y="1181"/>
                  </a:cubicBezTo>
                  <a:cubicBezTo>
                    <a:pt x="7215" y="966"/>
                    <a:pt x="7096" y="761"/>
                    <a:pt x="6963" y="566"/>
                  </a:cubicBezTo>
                  <a:cubicBezTo>
                    <a:pt x="6937" y="528"/>
                    <a:pt x="6892" y="505"/>
                    <a:pt x="6847" y="505"/>
                  </a:cubicBezTo>
                  <a:cubicBezTo>
                    <a:pt x="6836" y="505"/>
                    <a:pt x="6825" y="507"/>
                    <a:pt x="6814" y="509"/>
                  </a:cubicBezTo>
                  <a:cubicBezTo>
                    <a:pt x="6665" y="548"/>
                    <a:pt x="6504" y="596"/>
                    <a:pt x="6334" y="650"/>
                  </a:cubicBezTo>
                  <a:cubicBezTo>
                    <a:pt x="6142" y="409"/>
                    <a:pt x="5925" y="192"/>
                    <a:pt x="5685"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346;p80">
              <a:extLst>
                <a:ext uri="{FF2B5EF4-FFF2-40B4-BE49-F238E27FC236}">
                  <a16:creationId xmlns:a16="http://schemas.microsoft.com/office/drawing/2014/main" id="{3B130148-F3E2-5266-4FCB-349EDA206F8F}"/>
                </a:ext>
              </a:extLst>
            </p:cNvPr>
            <p:cNvSpPr/>
            <p:nvPr/>
          </p:nvSpPr>
          <p:spPr>
            <a:xfrm>
              <a:off x="5647925" y="3896693"/>
              <a:ext cx="248055" cy="248015"/>
            </a:xfrm>
            <a:custGeom>
              <a:avLst/>
              <a:gdLst/>
              <a:ahLst/>
              <a:cxnLst/>
              <a:rect l="l" t="t" r="r" b="b"/>
              <a:pathLst>
                <a:path w="6059" h="6058" extrusionOk="0">
                  <a:moveTo>
                    <a:pt x="3490" y="0"/>
                  </a:moveTo>
                  <a:cubicBezTo>
                    <a:pt x="1563" y="0"/>
                    <a:pt x="1" y="1563"/>
                    <a:pt x="1" y="3490"/>
                  </a:cubicBezTo>
                  <a:cubicBezTo>
                    <a:pt x="1" y="4505"/>
                    <a:pt x="435" y="5419"/>
                    <a:pt x="1127" y="6057"/>
                  </a:cubicBezTo>
                  <a:cubicBezTo>
                    <a:pt x="555" y="5437"/>
                    <a:pt x="203" y="4605"/>
                    <a:pt x="203" y="3694"/>
                  </a:cubicBezTo>
                  <a:cubicBezTo>
                    <a:pt x="206" y="1765"/>
                    <a:pt x="1768" y="203"/>
                    <a:pt x="3695" y="203"/>
                  </a:cubicBezTo>
                  <a:cubicBezTo>
                    <a:pt x="4606" y="203"/>
                    <a:pt x="5437" y="553"/>
                    <a:pt x="6058" y="1126"/>
                  </a:cubicBezTo>
                  <a:cubicBezTo>
                    <a:pt x="5420" y="434"/>
                    <a:pt x="4506" y="0"/>
                    <a:pt x="34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347;p80">
              <a:extLst>
                <a:ext uri="{FF2B5EF4-FFF2-40B4-BE49-F238E27FC236}">
                  <a16:creationId xmlns:a16="http://schemas.microsoft.com/office/drawing/2014/main" id="{FC1F5FAE-1C54-2722-F6DC-A3C63EDB6870}"/>
                </a:ext>
              </a:extLst>
            </p:cNvPr>
            <p:cNvSpPr/>
            <p:nvPr/>
          </p:nvSpPr>
          <p:spPr>
            <a:xfrm>
              <a:off x="5656277" y="3904922"/>
              <a:ext cx="277491" cy="277491"/>
            </a:xfrm>
            <a:custGeom>
              <a:avLst/>
              <a:gdLst/>
              <a:ahLst/>
              <a:cxnLst/>
              <a:rect l="l" t="t" r="r" b="b"/>
              <a:pathLst>
                <a:path w="6778" h="6778" extrusionOk="0">
                  <a:moveTo>
                    <a:pt x="3288" y="1991"/>
                  </a:moveTo>
                  <a:cubicBezTo>
                    <a:pt x="3698" y="1991"/>
                    <a:pt x="4063" y="2181"/>
                    <a:pt x="4300" y="2478"/>
                  </a:cubicBezTo>
                  <a:cubicBezTo>
                    <a:pt x="4531" y="2709"/>
                    <a:pt x="4695" y="2989"/>
                    <a:pt x="4695" y="3397"/>
                  </a:cubicBezTo>
                  <a:cubicBezTo>
                    <a:pt x="4695" y="4113"/>
                    <a:pt x="4114" y="4694"/>
                    <a:pt x="3398" y="4694"/>
                  </a:cubicBezTo>
                  <a:cubicBezTo>
                    <a:pt x="2989" y="4694"/>
                    <a:pt x="2658" y="4478"/>
                    <a:pt x="2479" y="4299"/>
                  </a:cubicBezTo>
                  <a:cubicBezTo>
                    <a:pt x="2182" y="4063"/>
                    <a:pt x="1991" y="3698"/>
                    <a:pt x="1991" y="3287"/>
                  </a:cubicBezTo>
                  <a:cubicBezTo>
                    <a:pt x="1991" y="2572"/>
                    <a:pt x="2572" y="1991"/>
                    <a:pt x="3288" y="1991"/>
                  </a:cubicBezTo>
                  <a:close/>
                  <a:moveTo>
                    <a:pt x="3491" y="1"/>
                  </a:moveTo>
                  <a:cubicBezTo>
                    <a:pt x="1564" y="1"/>
                    <a:pt x="1" y="1563"/>
                    <a:pt x="1" y="3491"/>
                  </a:cubicBezTo>
                  <a:cubicBezTo>
                    <a:pt x="1" y="4402"/>
                    <a:pt x="351" y="5233"/>
                    <a:pt x="924" y="5854"/>
                  </a:cubicBezTo>
                  <a:cubicBezTo>
                    <a:pt x="1545" y="6426"/>
                    <a:pt x="2377" y="6777"/>
                    <a:pt x="3288" y="6777"/>
                  </a:cubicBezTo>
                  <a:cubicBezTo>
                    <a:pt x="3289" y="6777"/>
                    <a:pt x="3289" y="6777"/>
                    <a:pt x="3290" y="6777"/>
                  </a:cubicBezTo>
                  <a:cubicBezTo>
                    <a:pt x="5216" y="6777"/>
                    <a:pt x="6777" y="5215"/>
                    <a:pt x="6777" y="3287"/>
                  </a:cubicBezTo>
                  <a:cubicBezTo>
                    <a:pt x="6777" y="2376"/>
                    <a:pt x="6428" y="1545"/>
                    <a:pt x="5854" y="924"/>
                  </a:cubicBezTo>
                  <a:cubicBezTo>
                    <a:pt x="5233" y="352"/>
                    <a:pt x="4402" y="1"/>
                    <a:pt x="3491"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348;p80">
              <a:extLst>
                <a:ext uri="{FF2B5EF4-FFF2-40B4-BE49-F238E27FC236}">
                  <a16:creationId xmlns:a16="http://schemas.microsoft.com/office/drawing/2014/main" id="{D91C841C-226D-50DF-9C08-1A0F8737FA63}"/>
                </a:ext>
              </a:extLst>
            </p:cNvPr>
            <p:cNvSpPr/>
            <p:nvPr/>
          </p:nvSpPr>
          <p:spPr>
            <a:xfrm>
              <a:off x="5757726" y="4006330"/>
              <a:ext cx="94571" cy="94612"/>
            </a:xfrm>
            <a:custGeom>
              <a:avLst/>
              <a:gdLst/>
              <a:ahLst/>
              <a:cxnLst/>
              <a:rect l="l" t="t" r="r" b="b"/>
              <a:pathLst>
                <a:path w="2310" h="2311" extrusionOk="0">
                  <a:moveTo>
                    <a:pt x="1822" y="1"/>
                  </a:moveTo>
                  <a:cubicBezTo>
                    <a:pt x="1999" y="222"/>
                    <a:pt x="2106" y="503"/>
                    <a:pt x="2106" y="809"/>
                  </a:cubicBezTo>
                  <a:cubicBezTo>
                    <a:pt x="2106" y="1525"/>
                    <a:pt x="1525" y="2106"/>
                    <a:pt x="810" y="2106"/>
                  </a:cubicBezTo>
                  <a:cubicBezTo>
                    <a:pt x="503" y="2106"/>
                    <a:pt x="222" y="1999"/>
                    <a:pt x="1" y="1822"/>
                  </a:cubicBezTo>
                  <a:lnTo>
                    <a:pt x="1" y="1822"/>
                  </a:lnTo>
                  <a:cubicBezTo>
                    <a:pt x="238" y="2121"/>
                    <a:pt x="603" y="2310"/>
                    <a:pt x="1013" y="2310"/>
                  </a:cubicBezTo>
                  <a:cubicBezTo>
                    <a:pt x="1729" y="2310"/>
                    <a:pt x="2309" y="1730"/>
                    <a:pt x="2309" y="1014"/>
                  </a:cubicBezTo>
                  <a:cubicBezTo>
                    <a:pt x="2309" y="603"/>
                    <a:pt x="2119" y="238"/>
                    <a:pt x="18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4" name="Google Shape;3361;p80">
            <a:extLst>
              <a:ext uri="{FF2B5EF4-FFF2-40B4-BE49-F238E27FC236}">
                <a16:creationId xmlns:a16="http://schemas.microsoft.com/office/drawing/2014/main" id="{E30A9450-CC47-8C83-94DD-A4494123BAD2}"/>
              </a:ext>
            </a:extLst>
          </p:cNvPr>
          <p:cNvGrpSpPr/>
          <p:nvPr/>
        </p:nvGrpSpPr>
        <p:grpSpPr>
          <a:xfrm>
            <a:off x="7444149" y="5594735"/>
            <a:ext cx="785430" cy="676723"/>
            <a:chOff x="3975895" y="3881422"/>
            <a:chExt cx="380742" cy="337223"/>
          </a:xfrm>
        </p:grpSpPr>
        <p:sp>
          <p:nvSpPr>
            <p:cNvPr id="395" name="Google Shape;3362;p80">
              <a:extLst>
                <a:ext uri="{FF2B5EF4-FFF2-40B4-BE49-F238E27FC236}">
                  <a16:creationId xmlns:a16="http://schemas.microsoft.com/office/drawing/2014/main" id="{C2AC6C61-C0EF-4FCD-9E3D-0A62E16B5D1E}"/>
                </a:ext>
              </a:extLst>
            </p:cNvPr>
            <p:cNvSpPr/>
            <p:nvPr/>
          </p:nvSpPr>
          <p:spPr>
            <a:xfrm>
              <a:off x="3975895" y="4166610"/>
              <a:ext cx="61492" cy="44625"/>
            </a:xfrm>
            <a:custGeom>
              <a:avLst/>
              <a:gdLst/>
              <a:ahLst/>
              <a:cxnLst/>
              <a:rect l="l" t="t" r="r" b="b"/>
              <a:pathLst>
                <a:path w="1502" h="1090" extrusionOk="0">
                  <a:moveTo>
                    <a:pt x="299" y="1"/>
                  </a:moveTo>
                  <a:cubicBezTo>
                    <a:pt x="248" y="1"/>
                    <a:pt x="196" y="21"/>
                    <a:pt x="156" y="60"/>
                  </a:cubicBezTo>
                  <a:cubicBezTo>
                    <a:pt x="58" y="159"/>
                    <a:pt x="0" y="386"/>
                    <a:pt x="217" y="662"/>
                  </a:cubicBezTo>
                  <a:cubicBezTo>
                    <a:pt x="330" y="777"/>
                    <a:pt x="428" y="859"/>
                    <a:pt x="477" y="890"/>
                  </a:cubicBezTo>
                  <a:cubicBezTo>
                    <a:pt x="703" y="1035"/>
                    <a:pt x="898" y="1090"/>
                    <a:pt x="1052" y="1090"/>
                  </a:cubicBezTo>
                  <a:cubicBezTo>
                    <a:pt x="1367" y="1090"/>
                    <a:pt x="1502" y="858"/>
                    <a:pt x="1345" y="702"/>
                  </a:cubicBezTo>
                  <a:cubicBezTo>
                    <a:pt x="1023" y="545"/>
                    <a:pt x="717" y="335"/>
                    <a:pt x="442" y="60"/>
                  </a:cubicBezTo>
                  <a:cubicBezTo>
                    <a:pt x="403" y="21"/>
                    <a:pt x="351" y="1"/>
                    <a:pt x="29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363;p80">
              <a:extLst>
                <a:ext uri="{FF2B5EF4-FFF2-40B4-BE49-F238E27FC236}">
                  <a16:creationId xmlns:a16="http://schemas.microsoft.com/office/drawing/2014/main" id="{C99E522B-754A-503B-1676-CDE0D38C5BA9}"/>
                </a:ext>
              </a:extLst>
            </p:cNvPr>
            <p:cNvSpPr/>
            <p:nvPr/>
          </p:nvSpPr>
          <p:spPr>
            <a:xfrm>
              <a:off x="3984779" y="4193753"/>
              <a:ext cx="54696" cy="21575"/>
            </a:xfrm>
            <a:custGeom>
              <a:avLst/>
              <a:gdLst/>
              <a:ahLst/>
              <a:cxnLst/>
              <a:rect l="l" t="t" r="r" b="b"/>
              <a:pathLst>
                <a:path w="1336" h="527" extrusionOk="0">
                  <a:moveTo>
                    <a:pt x="1" y="1"/>
                  </a:moveTo>
                  <a:lnTo>
                    <a:pt x="1" y="1"/>
                  </a:lnTo>
                  <a:cubicBezTo>
                    <a:pt x="74" y="94"/>
                    <a:pt x="180" y="194"/>
                    <a:pt x="328" y="296"/>
                  </a:cubicBezTo>
                  <a:cubicBezTo>
                    <a:pt x="560" y="457"/>
                    <a:pt x="768" y="526"/>
                    <a:pt x="934" y="526"/>
                  </a:cubicBezTo>
                  <a:cubicBezTo>
                    <a:pt x="1182" y="526"/>
                    <a:pt x="1335" y="371"/>
                    <a:pt x="1335" y="133"/>
                  </a:cubicBezTo>
                  <a:cubicBezTo>
                    <a:pt x="1266" y="103"/>
                    <a:pt x="1197" y="73"/>
                    <a:pt x="1128" y="40"/>
                  </a:cubicBezTo>
                  <a:cubicBezTo>
                    <a:pt x="1090" y="217"/>
                    <a:pt x="948" y="328"/>
                    <a:pt x="738" y="328"/>
                  </a:cubicBezTo>
                  <a:cubicBezTo>
                    <a:pt x="572" y="328"/>
                    <a:pt x="364" y="259"/>
                    <a:pt x="131" y="99"/>
                  </a:cubicBezTo>
                  <a:cubicBezTo>
                    <a:pt x="84" y="66"/>
                    <a:pt x="41" y="34"/>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364;p80">
              <a:extLst>
                <a:ext uri="{FF2B5EF4-FFF2-40B4-BE49-F238E27FC236}">
                  <a16:creationId xmlns:a16="http://schemas.microsoft.com/office/drawing/2014/main" id="{A1E2E06E-9FB9-154A-EF47-10CFC4CFA498}"/>
                </a:ext>
              </a:extLst>
            </p:cNvPr>
            <p:cNvSpPr/>
            <p:nvPr/>
          </p:nvSpPr>
          <p:spPr>
            <a:xfrm>
              <a:off x="3984779" y="4072243"/>
              <a:ext cx="224433" cy="146401"/>
            </a:xfrm>
            <a:custGeom>
              <a:avLst/>
              <a:gdLst/>
              <a:ahLst/>
              <a:cxnLst/>
              <a:rect l="l" t="t" r="r" b="b"/>
              <a:pathLst>
                <a:path w="5482" h="3576" extrusionOk="0">
                  <a:moveTo>
                    <a:pt x="5331" y="0"/>
                  </a:moveTo>
                  <a:cubicBezTo>
                    <a:pt x="5293" y="0"/>
                    <a:pt x="5255" y="15"/>
                    <a:pt x="5226" y="43"/>
                  </a:cubicBezTo>
                  <a:lnTo>
                    <a:pt x="4122" y="1147"/>
                  </a:lnTo>
                  <a:cubicBezTo>
                    <a:pt x="3647" y="1621"/>
                    <a:pt x="3502" y="2262"/>
                    <a:pt x="3385" y="2776"/>
                  </a:cubicBezTo>
                  <a:cubicBezTo>
                    <a:pt x="3365" y="2861"/>
                    <a:pt x="3346" y="2943"/>
                    <a:pt x="3327" y="3019"/>
                  </a:cubicBezTo>
                  <a:cubicBezTo>
                    <a:pt x="3285" y="3185"/>
                    <a:pt x="3137" y="3299"/>
                    <a:pt x="2969" y="3299"/>
                  </a:cubicBezTo>
                  <a:cubicBezTo>
                    <a:pt x="2962" y="3299"/>
                    <a:pt x="2955" y="3298"/>
                    <a:pt x="2948" y="3298"/>
                  </a:cubicBezTo>
                  <a:cubicBezTo>
                    <a:pt x="1877" y="3236"/>
                    <a:pt x="1054" y="2934"/>
                    <a:pt x="436" y="2375"/>
                  </a:cubicBezTo>
                  <a:cubicBezTo>
                    <a:pt x="355" y="2301"/>
                    <a:pt x="274" y="2271"/>
                    <a:pt x="195" y="2271"/>
                  </a:cubicBezTo>
                  <a:cubicBezTo>
                    <a:pt x="128" y="2271"/>
                    <a:pt x="63" y="2292"/>
                    <a:pt x="1" y="2325"/>
                  </a:cubicBezTo>
                  <a:cubicBezTo>
                    <a:pt x="1" y="2325"/>
                    <a:pt x="121" y="2458"/>
                    <a:pt x="127" y="2464"/>
                  </a:cubicBezTo>
                  <a:cubicBezTo>
                    <a:pt x="806" y="3143"/>
                    <a:pt x="1724" y="3505"/>
                    <a:pt x="2933" y="3573"/>
                  </a:cubicBezTo>
                  <a:cubicBezTo>
                    <a:pt x="2944" y="3575"/>
                    <a:pt x="2958" y="3575"/>
                    <a:pt x="2970" y="3575"/>
                  </a:cubicBezTo>
                  <a:cubicBezTo>
                    <a:pt x="3264" y="3575"/>
                    <a:pt x="3523" y="3375"/>
                    <a:pt x="3596" y="3087"/>
                  </a:cubicBezTo>
                  <a:cubicBezTo>
                    <a:pt x="3615" y="3008"/>
                    <a:pt x="3634" y="2925"/>
                    <a:pt x="3655" y="2838"/>
                  </a:cubicBezTo>
                  <a:cubicBezTo>
                    <a:pt x="3765" y="2358"/>
                    <a:pt x="3900" y="1761"/>
                    <a:pt x="4319" y="1344"/>
                  </a:cubicBezTo>
                  <a:lnTo>
                    <a:pt x="5427" y="236"/>
                  </a:lnTo>
                  <a:cubicBezTo>
                    <a:pt x="5482" y="180"/>
                    <a:pt x="5481" y="91"/>
                    <a:pt x="5424" y="37"/>
                  </a:cubicBezTo>
                  <a:cubicBezTo>
                    <a:pt x="5398" y="12"/>
                    <a:pt x="5365" y="0"/>
                    <a:pt x="5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365;p80">
              <a:extLst>
                <a:ext uri="{FF2B5EF4-FFF2-40B4-BE49-F238E27FC236}">
                  <a16:creationId xmlns:a16="http://schemas.microsoft.com/office/drawing/2014/main" id="{B6F12F5D-81A3-08FD-189D-46A024373A13}"/>
                </a:ext>
              </a:extLst>
            </p:cNvPr>
            <p:cNvSpPr/>
            <p:nvPr/>
          </p:nvSpPr>
          <p:spPr>
            <a:xfrm>
              <a:off x="4110178" y="4013413"/>
              <a:ext cx="112012" cy="107754"/>
            </a:xfrm>
            <a:custGeom>
              <a:avLst/>
              <a:gdLst/>
              <a:ahLst/>
              <a:cxnLst/>
              <a:rect l="l" t="t" r="r" b="b"/>
              <a:pathLst>
                <a:path w="2736" h="2632" extrusionOk="0">
                  <a:moveTo>
                    <a:pt x="2163" y="1"/>
                  </a:moveTo>
                  <a:cubicBezTo>
                    <a:pt x="1586" y="1"/>
                    <a:pt x="1305" y="201"/>
                    <a:pt x="1119" y="382"/>
                  </a:cubicBezTo>
                  <a:cubicBezTo>
                    <a:pt x="853" y="637"/>
                    <a:pt x="405" y="1357"/>
                    <a:pt x="96" y="1944"/>
                  </a:cubicBezTo>
                  <a:cubicBezTo>
                    <a:pt x="0" y="2126"/>
                    <a:pt x="19" y="2315"/>
                    <a:pt x="106" y="2461"/>
                  </a:cubicBezTo>
                  <a:cubicBezTo>
                    <a:pt x="215" y="2572"/>
                    <a:pt x="374" y="2631"/>
                    <a:pt x="522" y="2631"/>
                  </a:cubicBezTo>
                  <a:cubicBezTo>
                    <a:pt x="599" y="2631"/>
                    <a:pt x="672" y="2615"/>
                    <a:pt x="735" y="2583"/>
                  </a:cubicBezTo>
                  <a:cubicBezTo>
                    <a:pt x="1299" y="2286"/>
                    <a:pt x="2007" y="1844"/>
                    <a:pt x="2276" y="1587"/>
                  </a:cubicBezTo>
                  <a:cubicBezTo>
                    <a:pt x="2470" y="1401"/>
                    <a:pt x="2735" y="969"/>
                    <a:pt x="2571" y="408"/>
                  </a:cubicBezTo>
                  <a:lnTo>
                    <a:pt x="21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366;p80">
              <a:extLst>
                <a:ext uri="{FF2B5EF4-FFF2-40B4-BE49-F238E27FC236}">
                  <a16:creationId xmlns:a16="http://schemas.microsoft.com/office/drawing/2014/main" id="{E987924F-8B44-B7A4-0CB8-80B33DB8E414}"/>
                </a:ext>
              </a:extLst>
            </p:cNvPr>
            <p:cNvSpPr/>
            <p:nvPr/>
          </p:nvSpPr>
          <p:spPr>
            <a:xfrm>
              <a:off x="4114395" y="4030116"/>
              <a:ext cx="108982" cy="95186"/>
            </a:xfrm>
            <a:custGeom>
              <a:avLst/>
              <a:gdLst/>
              <a:ahLst/>
              <a:cxnLst/>
              <a:rect l="l" t="t" r="r" b="b"/>
              <a:pathLst>
                <a:path w="2662" h="2325" extrusionOk="0">
                  <a:moveTo>
                    <a:pt x="2467" y="0"/>
                  </a:moveTo>
                  <a:cubicBezTo>
                    <a:pt x="2467" y="602"/>
                    <a:pt x="2256" y="883"/>
                    <a:pt x="2061" y="1068"/>
                  </a:cubicBezTo>
                  <a:cubicBezTo>
                    <a:pt x="1792" y="1325"/>
                    <a:pt x="1082" y="1767"/>
                    <a:pt x="520" y="2064"/>
                  </a:cubicBezTo>
                  <a:cubicBezTo>
                    <a:pt x="436" y="2108"/>
                    <a:pt x="351" y="2128"/>
                    <a:pt x="269" y="2128"/>
                  </a:cubicBezTo>
                  <a:cubicBezTo>
                    <a:pt x="172" y="2128"/>
                    <a:pt x="81" y="2101"/>
                    <a:pt x="1" y="2054"/>
                  </a:cubicBezTo>
                  <a:lnTo>
                    <a:pt x="1" y="2054"/>
                  </a:lnTo>
                  <a:cubicBezTo>
                    <a:pt x="96" y="2214"/>
                    <a:pt x="270" y="2324"/>
                    <a:pt x="464" y="2324"/>
                  </a:cubicBezTo>
                  <a:cubicBezTo>
                    <a:pt x="546" y="2324"/>
                    <a:pt x="631" y="2304"/>
                    <a:pt x="715" y="2260"/>
                  </a:cubicBezTo>
                  <a:cubicBezTo>
                    <a:pt x="1280" y="1964"/>
                    <a:pt x="1988" y="1522"/>
                    <a:pt x="2257" y="1265"/>
                  </a:cubicBezTo>
                  <a:cubicBezTo>
                    <a:pt x="2451" y="1078"/>
                    <a:pt x="2662" y="798"/>
                    <a:pt x="2662" y="196"/>
                  </a:cubicBezTo>
                  <a:lnTo>
                    <a:pt x="2467"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3367;p80">
              <a:extLst>
                <a:ext uri="{FF2B5EF4-FFF2-40B4-BE49-F238E27FC236}">
                  <a16:creationId xmlns:a16="http://schemas.microsoft.com/office/drawing/2014/main" id="{0F31A22D-17BE-7449-EDFB-5EFBD3B0D968}"/>
                </a:ext>
              </a:extLst>
            </p:cNvPr>
            <p:cNvSpPr/>
            <p:nvPr/>
          </p:nvSpPr>
          <p:spPr>
            <a:xfrm>
              <a:off x="4273078" y="3881422"/>
              <a:ext cx="80038" cy="78850"/>
            </a:xfrm>
            <a:custGeom>
              <a:avLst/>
              <a:gdLst/>
              <a:ahLst/>
              <a:cxnLst/>
              <a:rect l="l" t="t" r="r" b="b"/>
              <a:pathLst>
                <a:path w="1955" h="1926" extrusionOk="0">
                  <a:moveTo>
                    <a:pt x="357" y="0"/>
                  </a:moveTo>
                  <a:cubicBezTo>
                    <a:pt x="279" y="0"/>
                    <a:pt x="202" y="30"/>
                    <a:pt x="143" y="88"/>
                  </a:cubicBezTo>
                  <a:cubicBezTo>
                    <a:pt x="124" y="106"/>
                    <a:pt x="107" y="127"/>
                    <a:pt x="95" y="150"/>
                  </a:cubicBezTo>
                  <a:cubicBezTo>
                    <a:pt x="64" y="203"/>
                    <a:pt x="33" y="255"/>
                    <a:pt x="0" y="303"/>
                  </a:cubicBezTo>
                  <a:lnTo>
                    <a:pt x="1399" y="1925"/>
                  </a:lnTo>
                  <a:cubicBezTo>
                    <a:pt x="1399" y="1925"/>
                    <a:pt x="1722" y="1861"/>
                    <a:pt x="1775" y="1830"/>
                  </a:cubicBezTo>
                  <a:cubicBezTo>
                    <a:pt x="1798" y="1817"/>
                    <a:pt x="1819" y="1802"/>
                    <a:pt x="1837" y="1783"/>
                  </a:cubicBezTo>
                  <a:cubicBezTo>
                    <a:pt x="1954" y="1665"/>
                    <a:pt x="1922" y="1442"/>
                    <a:pt x="1726" y="1245"/>
                  </a:cubicBezTo>
                  <a:lnTo>
                    <a:pt x="570" y="88"/>
                  </a:lnTo>
                  <a:cubicBezTo>
                    <a:pt x="511" y="30"/>
                    <a:pt x="434" y="0"/>
                    <a:pt x="35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3368;p80">
              <a:extLst>
                <a:ext uri="{FF2B5EF4-FFF2-40B4-BE49-F238E27FC236}">
                  <a16:creationId xmlns:a16="http://schemas.microsoft.com/office/drawing/2014/main" id="{E053CDF5-1CF1-368C-0C96-353B515D9AD2}"/>
                </a:ext>
              </a:extLst>
            </p:cNvPr>
            <p:cNvSpPr/>
            <p:nvPr/>
          </p:nvSpPr>
          <p:spPr>
            <a:xfrm>
              <a:off x="4330394" y="3932351"/>
              <a:ext cx="26243" cy="31442"/>
            </a:xfrm>
            <a:custGeom>
              <a:avLst/>
              <a:gdLst/>
              <a:ahLst/>
              <a:cxnLst/>
              <a:rect l="l" t="t" r="r" b="b"/>
              <a:pathLst>
                <a:path w="641" h="768" extrusionOk="0">
                  <a:moveTo>
                    <a:pt x="326" y="1"/>
                  </a:moveTo>
                  <a:cubicBezTo>
                    <a:pt x="443" y="119"/>
                    <a:pt x="443" y="310"/>
                    <a:pt x="326" y="428"/>
                  </a:cubicBezTo>
                  <a:cubicBezTo>
                    <a:pt x="308" y="447"/>
                    <a:pt x="287" y="464"/>
                    <a:pt x="264" y="475"/>
                  </a:cubicBezTo>
                  <a:cubicBezTo>
                    <a:pt x="211" y="506"/>
                    <a:pt x="161" y="538"/>
                    <a:pt x="111" y="570"/>
                  </a:cubicBezTo>
                  <a:lnTo>
                    <a:pt x="0" y="681"/>
                  </a:lnTo>
                  <a:lnTo>
                    <a:pt x="308" y="768"/>
                  </a:lnTo>
                  <a:cubicBezTo>
                    <a:pt x="357" y="734"/>
                    <a:pt x="409" y="702"/>
                    <a:pt x="461" y="673"/>
                  </a:cubicBezTo>
                  <a:cubicBezTo>
                    <a:pt x="483" y="660"/>
                    <a:pt x="505" y="643"/>
                    <a:pt x="522" y="624"/>
                  </a:cubicBezTo>
                  <a:cubicBezTo>
                    <a:pt x="641" y="507"/>
                    <a:pt x="641" y="316"/>
                    <a:pt x="522" y="198"/>
                  </a:cubicBezTo>
                  <a:lnTo>
                    <a:pt x="32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3369;p80">
              <a:extLst>
                <a:ext uri="{FF2B5EF4-FFF2-40B4-BE49-F238E27FC236}">
                  <a16:creationId xmlns:a16="http://schemas.microsoft.com/office/drawing/2014/main" id="{129411AE-C0B3-D227-B831-4AA1696F6FD8}"/>
                </a:ext>
              </a:extLst>
            </p:cNvPr>
            <p:cNvSpPr/>
            <p:nvPr/>
          </p:nvSpPr>
          <p:spPr>
            <a:xfrm>
              <a:off x="4229313" y="3893827"/>
              <a:ext cx="105625" cy="110170"/>
            </a:xfrm>
            <a:custGeom>
              <a:avLst/>
              <a:gdLst/>
              <a:ahLst/>
              <a:cxnLst/>
              <a:rect l="l" t="t" r="r" b="b"/>
              <a:pathLst>
                <a:path w="2580" h="2691" extrusionOk="0">
                  <a:moveTo>
                    <a:pt x="1069" y="0"/>
                  </a:moveTo>
                  <a:cubicBezTo>
                    <a:pt x="607" y="704"/>
                    <a:pt x="0" y="1058"/>
                    <a:pt x="0" y="1814"/>
                  </a:cubicBezTo>
                  <a:cubicBezTo>
                    <a:pt x="0" y="2028"/>
                    <a:pt x="72" y="2228"/>
                    <a:pt x="190" y="2389"/>
                  </a:cubicBezTo>
                  <a:cubicBezTo>
                    <a:pt x="375" y="2574"/>
                    <a:pt x="661" y="2691"/>
                    <a:pt x="876" y="2691"/>
                  </a:cubicBezTo>
                  <a:cubicBezTo>
                    <a:pt x="1634" y="2691"/>
                    <a:pt x="2105" y="1908"/>
                    <a:pt x="2580" y="1511"/>
                  </a:cubicBezTo>
                  <a:lnTo>
                    <a:pt x="106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3370;p80">
              <a:extLst>
                <a:ext uri="{FF2B5EF4-FFF2-40B4-BE49-F238E27FC236}">
                  <a16:creationId xmlns:a16="http://schemas.microsoft.com/office/drawing/2014/main" id="{13BA4E70-FD3C-79BE-4C6E-F90937CEE665}"/>
                </a:ext>
              </a:extLst>
            </p:cNvPr>
            <p:cNvSpPr/>
            <p:nvPr/>
          </p:nvSpPr>
          <p:spPr>
            <a:xfrm>
              <a:off x="4237092" y="3955687"/>
              <a:ext cx="105830" cy="51830"/>
            </a:xfrm>
            <a:custGeom>
              <a:avLst/>
              <a:gdLst/>
              <a:ahLst/>
              <a:cxnLst/>
              <a:rect l="l" t="t" r="r" b="b"/>
              <a:pathLst>
                <a:path w="2585" h="1266" extrusionOk="0">
                  <a:moveTo>
                    <a:pt x="2388" y="0"/>
                  </a:moveTo>
                  <a:cubicBezTo>
                    <a:pt x="1686" y="462"/>
                    <a:pt x="1333" y="1069"/>
                    <a:pt x="575" y="1069"/>
                  </a:cubicBezTo>
                  <a:cubicBezTo>
                    <a:pt x="361" y="1069"/>
                    <a:pt x="162" y="997"/>
                    <a:pt x="0" y="879"/>
                  </a:cubicBezTo>
                  <a:lnTo>
                    <a:pt x="0" y="879"/>
                  </a:lnTo>
                  <a:cubicBezTo>
                    <a:pt x="176" y="1113"/>
                    <a:pt x="456" y="1265"/>
                    <a:pt x="770" y="1265"/>
                  </a:cubicBezTo>
                  <a:cubicBezTo>
                    <a:pt x="1528" y="1265"/>
                    <a:pt x="1881" y="659"/>
                    <a:pt x="2584" y="198"/>
                  </a:cubicBezTo>
                  <a:lnTo>
                    <a:pt x="2388"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3371;p80">
              <a:extLst>
                <a:ext uri="{FF2B5EF4-FFF2-40B4-BE49-F238E27FC236}">
                  <a16:creationId xmlns:a16="http://schemas.microsoft.com/office/drawing/2014/main" id="{774BA26F-922C-04E8-A528-F96DC0D6A5CF}"/>
                </a:ext>
              </a:extLst>
            </p:cNvPr>
            <p:cNvSpPr/>
            <p:nvPr/>
          </p:nvSpPr>
          <p:spPr>
            <a:xfrm>
              <a:off x="4198649" y="3988685"/>
              <a:ext cx="45976" cy="45976"/>
            </a:xfrm>
            <a:custGeom>
              <a:avLst/>
              <a:gdLst/>
              <a:ahLst/>
              <a:cxnLst/>
              <a:rect l="l" t="t" r="r" b="b"/>
              <a:pathLst>
                <a:path w="1123" h="1123" extrusionOk="0">
                  <a:moveTo>
                    <a:pt x="605" y="0"/>
                  </a:moveTo>
                  <a:cubicBezTo>
                    <a:pt x="271" y="0"/>
                    <a:pt x="0" y="270"/>
                    <a:pt x="0" y="605"/>
                  </a:cubicBezTo>
                  <a:cubicBezTo>
                    <a:pt x="0" y="721"/>
                    <a:pt x="34" y="830"/>
                    <a:pt x="90" y="921"/>
                  </a:cubicBezTo>
                  <a:cubicBezTo>
                    <a:pt x="246" y="1077"/>
                    <a:pt x="401" y="1123"/>
                    <a:pt x="519" y="1123"/>
                  </a:cubicBezTo>
                  <a:cubicBezTo>
                    <a:pt x="853" y="1123"/>
                    <a:pt x="1123" y="853"/>
                    <a:pt x="1123" y="518"/>
                  </a:cubicBezTo>
                  <a:cubicBezTo>
                    <a:pt x="1123" y="402"/>
                    <a:pt x="1111" y="280"/>
                    <a:pt x="921" y="90"/>
                  </a:cubicBezTo>
                  <a:cubicBezTo>
                    <a:pt x="828" y="33"/>
                    <a:pt x="721" y="0"/>
                    <a:pt x="6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3372;p80">
              <a:extLst>
                <a:ext uri="{FF2B5EF4-FFF2-40B4-BE49-F238E27FC236}">
                  <a16:creationId xmlns:a16="http://schemas.microsoft.com/office/drawing/2014/main" id="{FE9F454F-7A70-9390-9B4F-ADE30352E8AA}"/>
                </a:ext>
              </a:extLst>
            </p:cNvPr>
            <p:cNvSpPr/>
            <p:nvPr/>
          </p:nvSpPr>
          <p:spPr>
            <a:xfrm>
              <a:off x="4202416" y="3992410"/>
              <a:ext cx="45730" cy="45771"/>
            </a:xfrm>
            <a:custGeom>
              <a:avLst/>
              <a:gdLst/>
              <a:ahLst/>
              <a:cxnLst/>
              <a:rect l="l" t="t" r="r" b="b"/>
              <a:pathLst>
                <a:path w="1117" h="1118" extrusionOk="0">
                  <a:moveTo>
                    <a:pt x="830" y="0"/>
                  </a:moveTo>
                  <a:cubicBezTo>
                    <a:pt x="887" y="93"/>
                    <a:pt x="920" y="201"/>
                    <a:pt x="920" y="317"/>
                  </a:cubicBezTo>
                  <a:cubicBezTo>
                    <a:pt x="920" y="651"/>
                    <a:pt x="650" y="921"/>
                    <a:pt x="317" y="921"/>
                  </a:cubicBezTo>
                  <a:cubicBezTo>
                    <a:pt x="200" y="921"/>
                    <a:pt x="91" y="888"/>
                    <a:pt x="0" y="831"/>
                  </a:cubicBezTo>
                  <a:lnTo>
                    <a:pt x="0" y="831"/>
                  </a:lnTo>
                  <a:cubicBezTo>
                    <a:pt x="107" y="1002"/>
                    <a:pt x="297" y="1117"/>
                    <a:pt x="513" y="1117"/>
                  </a:cubicBezTo>
                  <a:cubicBezTo>
                    <a:pt x="846" y="1117"/>
                    <a:pt x="1116" y="847"/>
                    <a:pt x="1116" y="514"/>
                  </a:cubicBezTo>
                  <a:cubicBezTo>
                    <a:pt x="1116" y="295"/>
                    <a:pt x="1002" y="106"/>
                    <a:pt x="83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6" name="Google Shape;3373;p80">
            <a:extLst>
              <a:ext uri="{FF2B5EF4-FFF2-40B4-BE49-F238E27FC236}">
                <a16:creationId xmlns:a16="http://schemas.microsoft.com/office/drawing/2014/main" id="{853AFF1C-9B20-B323-F80B-C72C3C6DAF7E}"/>
              </a:ext>
            </a:extLst>
          </p:cNvPr>
          <p:cNvGrpSpPr/>
          <p:nvPr/>
        </p:nvGrpSpPr>
        <p:grpSpPr>
          <a:xfrm>
            <a:off x="6445955" y="3429000"/>
            <a:ext cx="1128247" cy="955384"/>
            <a:chOff x="4795145" y="2651912"/>
            <a:chExt cx="378081" cy="365758"/>
          </a:xfrm>
        </p:grpSpPr>
        <p:sp>
          <p:nvSpPr>
            <p:cNvPr id="407" name="Google Shape;3374;p80">
              <a:extLst>
                <a:ext uri="{FF2B5EF4-FFF2-40B4-BE49-F238E27FC236}">
                  <a16:creationId xmlns:a16="http://schemas.microsoft.com/office/drawing/2014/main" id="{4A6A85FA-3F13-4E40-C4CA-00AAFB970334}"/>
                </a:ext>
              </a:extLst>
            </p:cNvPr>
            <p:cNvSpPr/>
            <p:nvPr/>
          </p:nvSpPr>
          <p:spPr>
            <a:xfrm>
              <a:off x="4795145" y="2839908"/>
              <a:ext cx="378081" cy="34881"/>
            </a:xfrm>
            <a:custGeom>
              <a:avLst/>
              <a:gdLst/>
              <a:ahLst/>
              <a:cxnLst/>
              <a:rect l="l" t="t" r="r" b="b"/>
              <a:pathLst>
                <a:path w="9235" h="852" extrusionOk="0">
                  <a:moveTo>
                    <a:pt x="2385" y="0"/>
                  </a:moveTo>
                  <a:cubicBezTo>
                    <a:pt x="1589" y="0"/>
                    <a:pt x="794" y="99"/>
                    <a:pt x="115" y="296"/>
                  </a:cubicBezTo>
                  <a:cubicBezTo>
                    <a:pt x="42" y="317"/>
                    <a:pt x="1" y="392"/>
                    <a:pt x="22" y="464"/>
                  </a:cubicBezTo>
                  <a:cubicBezTo>
                    <a:pt x="39" y="524"/>
                    <a:pt x="93" y="561"/>
                    <a:pt x="151" y="561"/>
                  </a:cubicBezTo>
                  <a:cubicBezTo>
                    <a:pt x="164" y="561"/>
                    <a:pt x="177" y="559"/>
                    <a:pt x="190" y="556"/>
                  </a:cubicBezTo>
                  <a:cubicBezTo>
                    <a:pt x="846" y="365"/>
                    <a:pt x="1616" y="270"/>
                    <a:pt x="2385" y="270"/>
                  </a:cubicBezTo>
                  <a:cubicBezTo>
                    <a:pt x="3154" y="270"/>
                    <a:pt x="3923" y="365"/>
                    <a:pt x="4580" y="556"/>
                  </a:cubicBezTo>
                  <a:cubicBezTo>
                    <a:pt x="5259" y="753"/>
                    <a:pt x="6056" y="851"/>
                    <a:pt x="6851" y="851"/>
                  </a:cubicBezTo>
                  <a:cubicBezTo>
                    <a:pt x="7647" y="851"/>
                    <a:pt x="8443" y="753"/>
                    <a:pt x="9121" y="556"/>
                  </a:cubicBezTo>
                  <a:cubicBezTo>
                    <a:pt x="9194" y="535"/>
                    <a:pt x="9235" y="460"/>
                    <a:pt x="9213" y="389"/>
                  </a:cubicBezTo>
                  <a:cubicBezTo>
                    <a:pt x="9195" y="329"/>
                    <a:pt x="9141" y="291"/>
                    <a:pt x="9083" y="291"/>
                  </a:cubicBezTo>
                  <a:cubicBezTo>
                    <a:pt x="9071" y="291"/>
                    <a:pt x="9058" y="292"/>
                    <a:pt x="9046" y="296"/>
                  </a:cubicBezTo>
                  <a:cubicBezTo>
                    <a:pt x="8389" y="487"/>
                    <a:pt x="7620" y="582"/>
                    <a:pt x="6850" y="582"/>
                  </a:cubicBezTo>
                  <a:cubicBezTo>
                    <a:pt x="6081" y="582"/>
                    <a:pt x="5311" y="487"/>
                    <a:pt x="4655" y="296"/>
                  </a:cubicBezTo>
                  <a:cubicBezTo>
                    <a:pt x="3976" y="99"/>
                    <a:pt x="3180" y="0"/>
                    <a:pt x="23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3375;p80">
              <a:extLst>
                <a:ext uri="{FF2B5EF4-FFF2-40B4-BE49-F238E27FC236}">
                  <a16:creationId xmlns:a16="http://schemas.microsoft.com/office/drawing/2014/main" id="{A728F443-0689-4FC3-03D2-9966D5CDDF63}"/>
                </a:ext>
              </a:extLst>
            </p:cNvPr>
            <p:cNvSpPr/>
            <p:nvPr/>
          </p:nvSpPr>
          <p:spPr>
            <a:xfrm>
              <a:off x="4795145" y="2663170"/>
              <a:ext cx="378081" cy="34881"/>
            </a:xfrm>
            <a:custGeom>
              <a:avLst/>
              <a:gdLst/>
              <a:ahLst/>
              <a:cxnLst/>
              <a:rect l="l" t="t" r="r" b="b"/>
              <a:pathLst>
                <a:path w="9235" h="852" extrusionOk="0">
                  <a:moveTo>
                    <a:pt x="2385" y="1"/>
                  </a:moveTo>
                  <a:cubicBezTo>
                    <a:pt x="1589" y="1"/>
                    <a:pt x="794" y="100"/>
                    <a:pt x="115" y="297"/>
                  </a:cubicBezTo>
                  <a:cubicBezTo>
                    <a:pt x="42" y="318"/>
                    <a:pt x="1" y="393"/>
                    <a:pt x="22" y="465"/>
                  </a:cubicBezTo>
                  <a:cubicBezTo>
                    <a:pt x="39" y="524"/>
                    <a:pt x="94" y="562"/>
                    <a:pt x="152" y="562"/>
                  </a:cubicBezTo>
                  <a:cubicBezTo>
                    <a:pt x="164" y="562"/>
                    <a:pt x="177" y="560"/>
                    <a:pt x="190" y="556"/>
                  </a:cubicBezTo>
                  <a:cubicBezTo>
                    <a:pt x="846" y="366"/>
                    <a:pt x="1616" y="271"/>
                    <a:pt x="2385" y="271"/>
                  </a:cubicBezTo>
                  <a:cubicBezTo>
                    <a:pt x="3154" y="271"/>
                    <a:pt x="3923" y="366"/>
                    <a:pt x="4580" y="556"/>
                  </a:cubicBezTo>
                  <a:cubicBezTo>
                    <a:pt x="5259" y="753"/>
                    <a:pt x="6056" y="852"/>
                    <a:pt x="6851" y="852"/>
                  </a:cubicBezTo>
                  <a:cubicBezTo>
                    <a:pt x="7647" y="852"/>
                    <a:pt x="8443" y="753"/>
                    <a:pt x="9121" y="556"/>
                  </a:cubicBezTo>
                  <a:cubicBezTo>
                    <a:pt x="9194" y="535"/>
                    <a:pt x="9235" y="460"/>
                    <a:pt x="9213" y="389"/>
                  </a:cubicBezTo>
                  <a:cubicBezTo>
                    <a:pt x="9195" y="330"/>
                    <a:pt x="9141" y="291"/>
                    <a:pt x="9084" y="291"/>
                  </a:cubicBezTo>
                  <a:cubicBezTo>
                    <a:pt x="9071" y="291"/>
                    <a:pt x="9058" y="293"/>
                    <a:pt x="9046" y="297"/>
                  </a:cubicBezTo>
                  <a:cubicBezTo>
                    <a:pt x="8389" y="487"/>
                    <a:pt x="7620" y="582"/>
                    <a:pt x="6850" y="582"/>
                  </a:cubicBezTo>
                  <a:cubicBezTo>
                    <a:pt x="6081" y="582"/>
                    <a:pt x="5311" y="487"/>
                    <a:pt x="4655" y="297"/>
                  </a:cubicBezTo>
                  <a:cubicBezTo>
                    <a:pt x="3976" y="100"/>
                    <a:pt x="3180" y="1"/>
                    <a:pt x="238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3376;p80">
              <a:extLst>
                <a:ext uri="{FF2B5EF4-FFF2-40B4-BE49-F238E27FC236}">
                  <a16:creationId xmlns:a16="http://schemas.microsoft.com/office/drawing/2014/main" id="{959F9300-F50C-9166-F9DC-2E9EE74D0083}"/>
                </a:ext>
              </a:extLst>
            </p:cNvPr>
            <p:cNvSpPr/>
            <p:nvPr/>
          </p:nvSpPr>
          <p:spPr>
            <a:xfrm>
              <a:off x="4795145" y="2722083"/>
              <a:ext cx="378081" cy="34881"/>
            </a:xfrm>
            <a:custGeom>
              <a:avLst/>
              <a:gdLst/>
              <a:ahLst/>
              <a:cxnLst/>
              <a:rect l="l" t="t" r="r" b="b"/>
              <a:pathLst>
                <a:path w="9235" h="852" extrusionOk="0">
                  <a:moveTo>
                    <a:pt x="2385" y="1"/>
                  </a:moveTo>
                  <a:cubicBezTo>
                    <a:pt x="1589" y="1"/>
                    <a:pt x="794" y="100"/>
                    <a:pt x="115" y="297"/>
                  </a:cubicBezTo>
                  <a:cubicBezTo>
                    <a:pt x="42" y="318"/>
                    <a:pt x="1" y="393"/>
                    <a:pt x="22" y="464"/>
                  </a:cubicBezTo>
                  <a:cubicBezTo>
                    <a:pt x="39" y="524"/>
                    <a:pt x="94" y="562"/>
                    <a:pt x="152" y="562"/>
                  </a:cubicBezTo>
                  <a:cubicBezTo>
                    <a:pt x="164" y="562"/>
                    <a:pt x="177" y="560"/>
                    <a:pt x="190" y="556"/>
                  </a:cubicBezTo>
                  <a:cubicBezTo>
                    <a:pt x="846" y="366"/>
                    <a:pt x="1616" y="271"/>
                    <a:pt x="2385" y="271"/>
                  </a:cubicBezTo>
                  <a:cubicBezTo>
                    <a:pt x="3154" y="271"/>
                    <a:pt x="3923" y="366"/>
                    <a:pt x="4580" y="556"/>
                  </a:cubicBezTo>
                  <a:cubicBezTo>
                    <a:pt x="5259" y="753"/>
                    <a:pt x="6056" y="852"/>
                    <a:pt x="6851" y="852"/>
                  </a:cubicBezTo>
                  <a:cubicBezTo>
                    <a:pt x="7647" y="852"/>
                    <a:pt x="8443" y="753"/>
                    <a:pt x="9121" y="556"/>
                  </a:cubicBezTo>
                  <a:cubicBezTo>
                    <a:pt x="9194" y="535"/>
                    <a:pt x="9235" y="460"/>
                    <a:pt x="9213" y="389"/>
                  </a:cubicBezTo>
                  <a:cubicBezTo>
                    <a:pt x="9195" y="329"/>
                    <a:pt x="9142" y="291"/>
                    <a:pt x="9084" y="291"/>
                  </a:cubicBezTo>
                  <a:cubicBezTo>
                    <a:pt x="9071" y="291"/>
                    <a:pt x="9059" y="293"/>
                    <a:pt x="9046" y="297"/>
                  </a:cubicBezTo>
                  <a:cubicBezTo>
                    <a:pt x="8389" y="487"/>
                    <a:pt x="7620" y="583"/>
                    <a:pt x="6850" y="583"/>
                  </a:cubicBezTo>
                  <a:cubicBezTo>
                    <a:pt x="6081" y="583"/>
                    <a:pt x="5311" y="487"/>
                    <a:pt x="4655" y="297"/>
                  </a:cubicBezTo>
                  <a:cubicBezTo>
                    <a:pt x="3976" y="100"/>
                    <a:pt x="3180" y="1"/>
                    <a:pt x="238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3377;p80">
              <a:extLst>
                <a:ext uri="{FF2B5EF4-FFF2-40B4-BE49-F238E27FC236}">
                  <a16:creationId xmlns:a16="http://schemas.microsoft.com/office/drawing/2014/main" id="{65A4445B-BACC-E507-6575-6200B65B7A76}"/>
                </a:ext>
              </a:extLst>
            </p:cNvPr>
            <p:cNvSpPr/>
            <p:nvPr/>
          </p:nvSpPr>
          <p:spPr>
            <a:xfrm>
              <a:off x="4795145" y="2780996"/>
              <a:ext cx="378081" cy="34922"/>
            </a:xfrm>
            <a:custGeom>
              <a:avLst/>
              <a:gdLst/>
              <a:ahLst/>
              <a:cxnLst/>
              <a:rect l="l" t="t" r="r" b="b"/>
              <a:pathLst>
                <a:path w="9235" h="853" extrusionOk="0">
                  <a:moveTo>
                    <a:pt x="2385" y="1"/>
                  </a:moveTo>
                  <a:cubicBezTo>
                    <a:pt x="1589" y="1"/>
                    <a:pt x="794" y="99"/>
                    <a:pt x="115" y="296"/>
                  </a:cubicBezTo>
                  <a:cubicBezTo>
                    <a:pt x="42" y="317"/>
                    <a:pt x="1" y="393"/>
                    <a:pt x="22" y="464"/>
                  </a:cubicBezTo>
                  <a:cubicBezTo>
                    <a:pt x="39" y="524"/>
                    <a:pt x="94" y="562"/>
                    <a:pt x="152" y="562"/>
                  </a:cubicBezTo>
                  <a:cubicBezTo>
                    <a:pt x="164" y="562"/>
                    <a:pt x="177" y="560"/>
                    <a:pt x="190" y="557"/>
                  </a:cubicBezTo>
                  <a:cubicBezTo>
                    <a:pt x="846" y="366"/>
                    <a:pt x="1616" y="270"/>
                    <a:pt x="2385" y="270"/>
                  </a:cubicBezTo>
                  <a:cubicBezTo>
                    <a:pt x="3154" y="270"/>
                    <a:pt x="3923" y="366"/>
                    <a:pt x="4580" y="557"/>
                  </a:cubicBezTo>
                  <a:cubicBezTo>
                    <a:pt x="5259" y="753"/>
                    <a:pt x="6056" y="852"/>
                    <a:pt x="6851" y="852"/>
                  </a:cubicBezTo>
                  <a:cubicBezTo>
                    <a:pt x="7647" y="852"/>
                    <a:pt x="8443" y="753"/>
                    <a:pt x="9121" y="557"/>
                  </a:cubicBezTo>
                  <a:cubicBezTo>
                    <a:pt x="9194" y="535"/>
                    <a:pt x="9235" y="460"/>
                    <a:pt x="9213" y="389"/>
                  </a:cubicBezTo>
                  <a:cubicBezTo>
                    <a:pt x="9195" y="329"/>
                    <a:pt x="9141" y="290"/>
                    <a:pt x="9083" y="290"/>
                  </a:cubicBezTo>
                  <a:cubicBezTo>
                    <a:pt x="9071" y="290"/>
                    <a:pt x="9058" y="292"/>
                    <a:pt x="9046" y="296"/>
                  </a:cubicBezTo>
                  <a:cubicBezTo>
                    <a:pt x="8389" y="487"/>
                    <a:pt x="7620" y="582"/>
                    <a:pt x="6850" y="582"/>
                  </a:cubicBezTo>
                  <a:cubicBezTo>
                    <a:pt x="6081" y="582"/>
                    <a:pt x="5311" y="487"/>
                    <a:pt x="4655" y="296"/>
                  </a:cubicBezTo>
                  <a:cubicBezTo>
                    <a:pt x="3976" y="99"/>
                    <a:pt x="3180" y="1"/>
                    <a:pt x="238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3378;p80">
              <a:extLst>
                <a:ext uri="{FF2B5EF4-FFF2-40B4-BE49-F238E27FC236}">
                  <a16:creationId xmlns:a16="http://schemas.microsoft.com/office/drawing/2014/main" id="{D5FCAA09-991B-6EA0-B141-A38DF4F39259}"/>
                </a:ext>
              </a:extLst>
            </p:cNvPr>
            <p:cNvSpPr/>
            <p:nvPr/>
          </p:nvSpPr>
          <p:spPr>
            <a:xfrm>
              <a:off x="4795145" y="2898821"/>
              <a:ext cx="378081" cy="34881"/>
            </a:xfrm>
            <a:custGeom>
              <a:avLst/>
              <a:gdLst/>
              <a:ahLst/>
              <a:cxnLst/>
              <a:rect l="l" t="t" r="r" b="b"/>
              <a:pathLst>
                <a:path w="9235" h="852" extrusionOk="0">
                  <a:moveTo>
                    <a:pt x="2385" y="0"/>
                  </a:moveTo>
                  <a:cubicBezTo>
                    <a:pt x="1589" y="0"/>
                    <a:pt x="794" y="99"/>
                    <a:pt x="115" y="296"/>
                  </a:cubicBezTo>
                  <a:cubicBezTo>
                    <a:pt x="42" y="317"/>
                    <a:pt x="1" y="392"/>
                    <a:pt x="22" y="464"/>
                  </a:cubicBezTo>
                  <a:cubicBezTo>
                    <a:pt x="39" y="523"/>
                    <a:pt x="94" y="561"/>
                    <a:pt x="152" y="561"/>
                  </a:cubicBezTo>
                  <a:cubicBezTo>
                    <a:pt x="164" y="561"/>
                    <a:pt x="177" y="560"/>
                    <a:pt x="190" y="556"/>
                  </a:cubicBezTo>
                  <a:cubicBezTo>
                    <a:pt x="846" y="365"/>
                    <a:pt x="1616" y="270"/>
                    <a:pt x="2385" y="270"/>
                  </a:cubicBezTo>
                  <a:cubicBezTo>
                    <a:pt x="3154" y="270"/>
                    <a:pt x="3923" y="365"/>
                    <a:pt x="4580" y="556"/>
                  </a:cubicBezTo>
                  <a:cubicBezTo>
                    <a:pt x="5259" y="752"/>
                    <a:pt x="6056" y="851"/>
                    <a:pt x="6851" y="851"/>
                  </a:cubicBezTo>
                  <a:cubicBezTo>
                    <a:pt x="7647" y="851"/>
                    <a:pt x="8443" y="752"/>
                    <a:pt x="9121" y="556"/>
                  </a:cubicBezTo>
                  <a:cubicBezTo>
                    <a:pt x="9194" y="535"/>
                    <a:pt x="9235" y="460"/>
                    <a:pt x="9213" y="388"/>
                  </a:cubicBezTo>
                  <a:cubicBezTo>
                    <a:pt x="9195" y="329"/>
                    <a:pt x="9141" y="291"/>
                    <a:pt x="9084" y="291"/>
                  </a:cubicBezTo>
                  <a:cubicBezTo>
                    <a:pt x="9071" y="291"/>
                    <a:pt x="9058" y="292"/>
                    <a:pt x="9046" y="296"/>
                  </a:cubicBezTo>
                  <a:cubicBezTo>
                    <a:pt x="8389" y="487"/>
                    <a:pt x="7620" y="582"/>
                    <a:pt x="6850" y="582"/>
                  </a:cubicBezTo>
                  <a:cubicBezTo>
                    <a:pt x="6081" y="582"/>
                    <a:pt x="5311" y="487"/>
                    <a:pt x="4655" y="296"/>
                  </a:cubicBezTo>
                  <a:cubicBezTo>
                    <a:pt x="3976" y="99"/>
                    <a:pt x="3180" y="0"/>
                    <a:pt x="23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3379;p80">
              <a:extLst>
                <a:ext uri="{FF2B5EF4-FFF2-40B4-BE49-F238E27FC236}">
                  <a16:creationId xmlns:a16="http://schemas.microsoft.com/office/drawing/2014/main" id="{B9B7E0E9-2C10-5D5A-3C24-D538C2C013CA}"/>
                </a:ext>
              </a:extLst>
            </p:cNvPr>
            <p:cNvSpPr/>
            <p:nvPr/>
          </p:nvSpPr>
          <p:spPr>
            <a:xfrm>
              <a:off x="4973398" y="2814648"/>
              <a:ext cx="16253" cy="197249"/>
            </a:xfrm>
            <a:custGeom>
              <a:avLst/>
              <a:gdLst/>
              <a:ahLst/>
              <a:cxnLst/>
              <a:rect l="l" t="t" r="r" b="b"/>
              <a:pathLst>
                <a:path w="397" h="4818" extrusionOk="0">
                  <a:moveTo>
                    <a:pt x="1" y="0"/>
                  </a:moveTo>
                  <a:lnTo>
                    <a:pt x="1" y="4693"/>
                  </a:lnTo>
                  <a:lnTo>
                    <a:pt x="397" y="4818"/>
                  </a:lnTo>
                  <a:lnTo>
                    <a:pt x="397" y="211"/>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3380;p80">
              <a:extLst>
                <a:ext uri="{FF2B5EF4-FFF2-40B4-BE49-F238E27FC236}">
                  <a16:creationId xmlns:a16="http://schemas.microsoft.com/office/drawing/2014/main" id="{B6D6368B-9083-A8D1-AACE-9A7468C55CE4}"/>
                </a:ext>
              </a:extLst>
            </p:cNvPr>
            <p:cNvSpPr/>
            <p:nvPr/>
          </p:nvSpPr>
          <p:spPr>
            <a:xfrm>
              <a:off x="4973316" y="2802776"/>
              <a:ext cx="22067" cy="214894"/>
            </a:xfrm>
            <a:custGeom>
              <a:avLst/>
              <a:gdLst/>
              <a:ahLst/>
              <a:cxnLst/>
              <a:rect l="l" t="t" r="r" b="b"/>
              <a:pathLst>
                <a:path w="539" h="5249" extrusionOk="0">
                  <a:moveTo>
                    <a:pt x="3" y="0"/>
                  </a:moveTo>
                  <a:lnTo>
                    <a:pt x="3" y="1"/>
                  </a:lnTo>
                  <a:lnTo>
                    <a:pt x="3" y="283"/>
                  </a:lnTo>
                  <a:cubicBezTo>
                    <a:pt x="67" y="379"/>
                    <a:pt x="161" y="454"/>
                    <a:pt x="271" y="494"/>
                  </a:cubicBezTo>
                  <a:lnTo>
                    <a:pt x="271" y="4916"/>
                  </a:lnTo>
                  <a:cubicBezTo>
                    <a:pt x="271" y="4950"/>
                    <a:pt x="244" y="4979"/>
                    <a:pt x="209" y="4979"/>
                  </a:cubicBezTo>
                  <a:lnTo>
                    <a:pt x="1" y="4979"/>
                  </a:lnTo>
                  <a:lnTo>
                    <a:pt x="1" y="5218"/>
                  </a:lnTo>
                  <a:cubicBezTo>
                    <a:pt x="1" y="5235"/>
                    <a:pt x="15" y="5248"/>
                    <a:pt x="31" y="5248"/>
                  </a:cubicBezTo>
                  <a:lnTo>
                    <a:pt x="508" y="5248"/>
                  </a:lnTo>
                  <a:cubicBezTo>
                    <a:pt x="526" y="5248"/>
                    <a:pt x="539" y="5235"/>
                    <a:pt x="539" y="5218"/>
                  </a:cubicBezTo>
                  <a:lnTo>
                    <a:pt x="539"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3381;p80">
              <a:extLst>
                <a:ext uri="{FF2B5EF4-FFF2-40B4-BE49-F238E27FC236}">
                  <a16:creationId xmlns:a16="http://schemas.microsoft.com/office/drawing/2014/main" id="{F2033057-27A8-E937-0658-B5ACFCDAB370}"/>
                </a:ext>
              </a:extLst>
            </p:cNvPr>
            <p:cNvSpPr/>
            <p:nvPr/>
          </p:nvSpPr>
          <p:spPr>
            <a:xfrm>
              <a:off x="4874364" y="2933456"/>
              <a:ext cx="37992" cy="37869"/>
            </a:xfrm>
            <a:custGeom>
              <a:avLst/>
              <a:gdLst/>
              <a:ahLst/>
              <a:cxnLst/>
              <a:rect l="l" t="t" r="r" b="b"/>
              <a:pathLst>
                <a:path w="928" h="925" extrusionOk="0">
                  <a:moveTo>
                    <a:pt x="65" y="1"/>
                  </a:moveTo>
                  <a:cubicBezTo>
                    <a:pt x="29" y="1"/>
                    <a:pt x="1" y="31"/>
                    <a:pt x="2" y="66"/>
                  </a:cubicBezTo>
                  <a:cubicBezTo>
                    <a:pt x="10" y="310"/>
                    <a:pt x="59" y="511"/>
                    <a:pt x="153" y="666"/>
                  </a:cubicBezTo>
                  <a:cubicBezTo>
                    <a:pt x="302" y="817"/>
                    <a:pt x="651" y="924"/>
                    <a:pt x="927" y="924"/>
                  </a:cubicBezTo>
                  <a:cubicBezTo>
                    <a:pt x="925" y="652"/>
                    <a:pt x="833" y="320"/>
                    <a:pt x="666" y="152"/>
                  </a:cubicBezTo>
                  <a:cubicBezTo>
                    <a:pt x="511" y="59"/>
                    <a:pt x="312" y="9"/>
                    <a:pt x="67" y="1"/>
                  </a:cubicBezTo>
                  <a:cubicBezTo>
                    <a:pt x="67" y="1"/>
                    <a:pt x="66" y="1"/>
                    <a:pt x="65"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3382;p80">
              <a:extLst>
                <a:ext uri="{FF2B5EF4-FFF2-40B4-BE49-F238E27FC236}">
                  <a16:creationId xmlns:a16="http://schemas.microsoft.com/office/drawing/2014/main" id="{F0F31C7F-FC29-8A48-E151-AD7F9E0ACA0E}"/>
                </a:ext>
              </a:extLst>
            </p:cNvPr>
            <p:cNvSpPr/>
            <p:nvPr/>
          </p:nvSpPr>
          <p:spPr>
            <a:xfrm>
              <a:off x="4880587" y="2939679"/>
              <a:ext cx="38320" cy="38279"/>
            </a:xfrm>
            <a:custGeom>
              <a:avLst/>
              <a:gdLst/>
              <a:ahLst/>
              <a:cxnLst/>
              <a:rect l="l" t="t" r="r" b="b"/>
              <a:pathLst>
                <a:path w="936" h="935" extrusionOk="0">
                  <a:moveTo>
                    <a:pt x="514" y="1"/>
                  </a:moveTo>
                  <a:lnTo>
                    <a:pt x="514" y="1"/>
                  </a:lnTo>
                  <a:cubicBezTo>
                    <a:pt x="617" y="171"/>
                    <a:pt x="666" y="392"/>
                    <a:pt x="666" y="667"/>
                  </a:cubicBezTo>
                  <a:cubicBezTo>
                    <a:pt x="392" y="667"/>
                    <a:pt x="171" y="617"/>
                    <a:pt x="1" y="516"/>
                  </a:cubicBezTo>
                  <a:lnTo>
                    <a:pt x="1" y="516"/>
                  </a:lnTo>
                  <a:cubicBezTo>
                    <a:pt x="160" y="785"/>
                    <a:pt x="449" y="923"/>
                    <a:pt x="870" y="935"/>
                  </a:cubicBezTo>
                  <a:cubicBezTo>
                    <a:pt x="871" y="935"/>
                    <a:pt x="871" y="935"/>
                    <a:pt x="872" y="935"/>
                  </a:cubicBezTo>
                  <a:cubicBezTo>
                    <a:pt x="906" y="935"/>
                    <a:pt x="935" y="906"/>
                    <a:pt x="934" y="870"/>
                  </a:cubicBezTo>
                  <a:cubicBezTo>
                    <a:pt x="921" y="449"/>
                    <a:pt x="782" y="160"/>
                    <a:pt x="51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3383;p80">
              <a:extLst>
                <a:ext uri="{FF2B5EF4-FFF2-40B4-BE49-F238E27FC236}">
                  <a16:creationId xmlns:a16="http://schemas.microsoft.com/office/drawing/2014/main" id="{AC5A4F16-3E64-2D19-3602-84F9AFE01218}"/>
                </a:ext>
              </a:extLst>
            </p:cNvPr>
            <p:cNvSpPr/>
            <p:nvPr/>
          </p:nvSpPr>
          <p:spPr>
            <a:xfrm>
              <a:off x="4870106" y="2705789"/>
              <a:ext cx="35495" cy="35495"/>
            </a:xfrm>
            <a:custGeom>
              <a:avLst/>
              <a:gdLst/>
              <a:ahLst/>
              <a:cxnLst/>
              <a:rect l="l" t="t" r="r" b="b"/>
              <a:pathLst>
                <a:path w="867" h="867" extrusionOk="0">
                  <a:moveTo>
                    <a:pt x="866" y="1"/>
                  </a:moveTo>
                  <a:cubicBezTo>
                    <a:pt x="342" y="58"/>
                    <a:pt x="57" y="343"/>
                    <a:pt x="0" y="867"/>
                  </a:cubicBezTo>
                  <a:cubicBezTo>
                    <a:pt x="578" y="867"/>
                    <a:pt x="866" y="548"/>
                    <a:pt x="866"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3384;p80">
              <a:extLst>
                <a:ext uri="{FF2B5EF4-FFF2-40B4-BE49-F238E27FC236}">
                  <a16:creationId xmlns:a16="http://schemas.microsoft.com/office/drawing/2014/main" id="{73B46384-4493-2B97-3A66-B1BC0B622DE8}"/>
                </a:ext>
              </a:extLst>
            </p:cNvPr>
            <p:cNvSpPr/>
            <p:nvPr/>
          </p:nvSpPr>
          <p:spPr>
            <a:xfrm>
              <a:off x="4869656" y="2705380"/>
              <a:ext cx="44543" cy="44420"/>
            </a:xfrm>
            <a:custGeom>
              <a:avLst/>
              <a:gdLst/>
              <a:ahLst/>
              <a:cxnLst/>
              <a:rect l="l" t="t" r="r" b="b"/>
              <a:pathLst>
                <a:path w="1088" h="1085" extrusionOk="0">
                  <a:moveTo>
                    <a:pt x="1024" y="0"/>
                  </a:moveTo>
                  <a:cubicBezTo>
                    <a:pt x="1023" y="0"/>
                    <a:pt x="1023" y="0"/>
                    <a:pt x="1022" y="0"/>
                  </a:cubicBezTo>
                  <a:cubicBezTo>
                    <a:pt x="972" y="1"/>
                    <a:pt x="926" y="5"/>
                    <a:pt x="880" y="10"/>
                  </a:cubicBezTo>
                  <a:cubicBezTo>
                    <a:pt x="829" y="469"/>
                    <a:pt x="469" y="827"/>
                    <a:pt x="11" y="877"/>
                  </a:cubicBezTo>
                  <a:cubicBezTo>
                    <a:pt x="6" y="923"/>
                    <a:pt x="4" y="971"/>
                    <a:pt x="3" y="1019"/>
                  </a:cubicBezTo>
                  <a:cubicBezTo>
                    <a:pt x="1" y="1056"/>
                    <a:pt x="30" y="1085"/>
                    <a:pt x="65" y="1085"/>
                  </a:cubicBezTo>
                  <a:cubicBezTo>
                    <a:pt x="66" y="1085"/>
                    <a:pt x="67" y="1085"/>
                    <a:pt x="67" y="1085"/>
                  </a:cubicBezTo>
                  <a:cubicBezTo>
                    <a:pt x="733" y="1065"/>
                    <a:pt x="1066" y="731"/>
                    <a:pt x="1086" y="64"/>
                  </a:cubicBezTo>
                  <a:cubicBezTo>
                    <a:pt x="1087" y="28"/>
                    <a:pt x="1058" y="0"/>
                    <a:pt x="102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3385;p80">
              <a:extLst>
                <a:ext uri="{FF2B5EF4-FFF2-40B4-BE49-F238E27FC236}">
                  <a16:creationId xmlns:a16="http://schemas.microsoft.com/office/drawing/2014/main" id="{D386E675-998D-A0AB-744A-89700B360233}"/>
                </a:ext>
              </a:extLst>
            </p:cNvPr>
            <p:cNvSpPr/>
            <p:nvPr/>
          </p:nvSpPr>
          <p:spPr>
            <a:xfrm>
              <a:off x="5092042" y="2835569"/>
              <a:ext cx="35495" cy="35495"/>
            </a:xfrm>
            <a:custGeom>
              <a:avLst/>
              <a:gdLst/>
              <a:ahLst/>
              <a:cxnLst/>
              <a:rect l="l" t="t" r="r" b="b"/>
              <a:pathLst>
                <a:path w="867" h="867" extrusionOk="0">
                  <a:moveTo>
                    <a:pt x="866" y="0"/>
                  </a:moveTo>
                  <a:cubicBezTo>
                    <a:pt x="342" y="57"/>
                    <a:pt x="57" y="342"/>
                    <a:pt x="0" y="866"/>
                  </a:cubicBezTo>
                  <a:cubicBezTo>
                    <a:pt x="576" y="866"/>
                    <a:pt x="866" y="548"/>
                    <a:pt x="866"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3386;p80">
              <a:extLst>
                <a:ext uri="{FF2B5EF4-FFF2-40B4-BE49-F238E27FC236}">
                  <a16:creationId xmlns:a16="http://schemas.microsoft.com/office/drawing/2014/main" id="{2304C532-CFA5-4BB7-464A-CE74C7686527}"/>
                </a:ext>
              </a:extLst>
            </p:cNvPr>
            <p:cNvSpPr/>
            <p:nvPr/>
          </p:nvSpPr>
          <p:spPr>
            <a:xfrm>
              <a:off x="5091510" y="2835118"/>
              <a:ext cx="44543" cy="44420"/>
            </a:xfrm>
            <a:custGeom>
              <a:avLst/>
              <a:gdLst/>
              <a:ahLst/>
              <a:cxnLst/>
              <a:rect l="l" t="t" r="r" b="b"/>
              <a:pathLst>
                <a:path w="1088" h="1085" extrusionOk="0">
                  <a:moveTo>
                    <a:pt x="1024" y="1"/>
                  </a:moveTo>
                  <a:cubicBezTo>
                    <a:pt x="1023" y="1"/>
                    <a:pt x="1022" y="1"/>
                    <a:pt x="1022" y="1"/>
                  </a:cubicBezTo>
                  <a:cubicBezTo>
                    <a:pt x="973" y="2"/>
                    <a:pt x="926" y="6"/>
                    <a:pt x="879" y="10"/>
                  </a:cubicBezTo>
                  <a:cubicBezTo>
                    <a:pt x="830" y="469"/>
                    <a:pt x="469" y="828"/>
                    <a:pt x="12" y="877"/>
                  </a:cubicBezTo>
                  <a:cubicBezTo>
                    <a:pt x="7" y="924"/>
                    <a:pt x="4" y="971"/>
                    <a:pt x="3" y="1020"/>
                  </a:cubicBezTo>
                  <a:cubicBezTo>
                    <a:pt x="1" y="1055"/>
                    <a:pt x="29" y="1084"/>
                    <a:pt x="63" y="1084"/>
                  </a:cubicBezTo>
                  <a:cubicBezTo>
                    <a:pt x="65" y="1084"/>
                    <a:pt x="66" y="1084"/>
                    <a:pt x="67" y="1084"/>
                  </a:cubicBezTo>
                  <a:cubicBezTo>
                    <a:pt x="733" y="1065"/>
                    <a:pt x="1066" y="731"/>
                    <a:pt x="1086" y="65"/>
                  </a:cubicBezTo>
                  <a:cubicBezTo>
                    <a:pt x="1087" y="29"/>
                    <a:pt x="1059" y="1"/>
                    <a:pt x="102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3387;p80">
              <a:extLst>
                <a:ext uri="{FF2B5EF4-FFF2-40B4-BE49-F238E27FC236}">
                  <a16:creationId xmlns:a16="http://schemas.microsoft.com/office/drawing/2014/main" id="{78C06DC0-D82A-0C0E-CDD4-ADC43EDBB15D}"/>
                </a:ext>
              </a:extLst>
            </p:cNvPr>
            <p:cNvSpPr/>
            <p:nvPr/>
          </p:nvSpPr>
          <p:spPr>
            <a:xfrm>
              <a:off x="4822493" y="2780054"/>
              <a:ext cx="158233" cy="35700"/>
            </a:xfrm>
            <a:custGeom>
              <a:avLst/>
              <a:gdLst/>
              <a:ahLst/>
              <a:cxnLst/>
              <a:rect l="l" t="t" r="r" b="b"/>
              <a:pathLst>
                <a:path w="3865" h="872" extrusionOk="0">
                  <a:moveTo>
                    <a:pt x="180" y="0"/>
                  </a:moveTo>
                  <a:cubicBezTo>
                    <a:pt x="67" y="0"/>
                    <a:pt x="4" y="85"/>
                    <a:pt x="1" y="171"/>
                  </a:cubicBezTo>
                  <a:lnTo>
                    <a:pt x="2530" y="861"/>
                  </a:lnTo>
                  <a:cubicBezTo>
                    <a:pt x="2554" y="868"/>
                    <a:pt x="2578" y="871"/>
                    <a:pt x="2603" y="871"/>
                  </a:cubicBezTo>
                  <a:cubicBezTo>
                    <a:pt x="2651" y="871"/>
                    <a:pt x="2699" y="858"/>
                    <a:pt x="2742" y="834"/>
                  </a:cubicBezTo>
                  <a:lnTo>
                    <a:pt x="3864" y="180"/>
                  </a:lnTo>
                  <a:lnTo>
                    <a:pt x="37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3388;p80">
              <a:extLst>
                <a:ext uri="{FF2B5EF4-FFF2-40B4-BE49-F238E27FC236}">
                  <a16:creationId xmlns:a16="http://schemas.microsoft.com/office/drawing/2014/main" id="{77B446CD-50C2-2853-E296-E756299EFF28}"/>
                </a:ext>
              </a:extLst>
            </p:cNvPr>
            <p:cNvSpPr/>
            <p:nvPr/>
          </p:nvSpPr>
          <p:spPr>
            <a:xfrm>
              <a:off x="4822534" y="2779972"/>
              <a:ext cx="161877" cy="39425"/>
            </a:xfrm>
            <a:custGeom>
              <a:avLst/>
              <a:gdLst/>
              <a:ahLst/>
              <a:cxnLst/>
              <a:rect l="l" t="t" r="r" b="b"/>
              <a:pathLst>
                <a:path w="3954" h="963" extrusionOk="0">
                  <a:moveTo>
                    <a:pt x="3954" y="0"/>
                  </a:moveTo>
                  <a:lnTo>
                    <a:pt x="3758" y="1"/>
                  </a:lnTo>
                  <a:lnTo>
                    <a:pt x="3758" y="73"/>
                  </a:lnTo>
                  <a:lnTo>
                    <a:pt x="2635" y="727"/>
                  </a:lnTo>
                  <a:cubicBezTo>
                    <a:pt x="2594" y="751"/>
                    <a:pt x="2547" y="764"/>
                    <a:pt x="2499" y="764"/>
                  </a:cubicBezTo>
                  <a:cubicBezTo>
                    <a:pt x="2474" y="764"/>
                    <a:pt x="2449" y="760"/>
                    <a:pt x="2424" y="754"/>
                  </a:cubicBezTo>
                  <a:lnTo>
                    <a:pt x="5" y="172"/>
                  </a:lnTo>
                  <a:lnTo>
                    <a:pt x="5" y="172"/>
                  </a:lnTo>
                  <a:cubicBezTo>
                    <a:pt x="1" y="251"/>
                    <a:pt x="44" y="332"/>
                    <a:pt x="142" y="356"/>
                  </a:cubicBezTo>
                  <a:lnTo>
                    <a:pt x="2621" y="952"/>
                  </a:lnTo>
                  <a:cubicBezTo>
                    <a:pt x="2646" y="959"/>
                    <a:pt x="2672" y="963"/>
                    <a:pt x="2697" y="963"/>
                  </a:cubicBezTo>
                  <a:cubicBezTo>
                    <a:pt x="2744" y="963"/>
                    <a:pt x="2791" y="950"/>
                    <a:pt x="2832" y="926"/>
                  </a:cubicBezTo>
                  <a:lnTo>
                    <a:pt x="3954" y="271"/>
                  </a:lnTo>
                  <a:lnTo>
                    <a:pt x="3954"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3389;p80">
              <a:extLst>
                <a:ext uri="{FF2B5EF4-FFF2-40B4-BE49-F238E27FC236}">
                  <a16:creationId xmlns:a16="http://schemas.microsoft.com/office/drawing/2014/main" id="{0A30B983-DBF4-5F88-2E9E-D3086D0F0698}"/>
                </a:ext>
              </a:extLst>
            </p:cNvPr>
            <p:cNvSpPr/>
            <p:nvPr/>
          </p:nvSpPr>
          <p:spPr>
            <a:xfrm>
              <a:off x="4984492" y="2651953"/>
              <a:ext cx="84009" cy="139728"/>
            </a:xfrm>
            <a:custGeom>
              <a:avLst/>
              <a:gdLst/>
              <a:ahLst/>
              <a:cxnLst/>
              <a:rect l="l" t="t" r="r" b="b"/>
              <a:pathLst>
                <a:path w="2052" h="3413" extrusionOk="0">
                  <a:moveTo>
                    <a:pt x="1953" y="0"/>
                  </a:moveTo>
                  <a:cubicBezTo>
                    <a:pt x="1914" y="3"/>
                    <a:pt x="1874" y="21"/>
                    <a:pt x="1840" y="56"/>
                  </a:cubicBezTo>
                  <a:lnTo>
                    <a:pt x="82" y="1908"/>
                  </a:lnTo>
                  <a:cubicBezTo>
                    <a:pt x="29" y="1959"/>
                    <a:pt x="0" y="2031"/>
                    <a:pt x="0" y="2105"/>
                  </a:cubicBezTo>
                  <a:lnTo>
                    <a:pt x="5" y="3320"/>
                  </a:lnTo>
                  <a:lnTo>
                    <a:pt x="77" y="3412"/>
                  </a:lnTo>
                  <a:lnTo>
                    <a:pt x="2036" y="180"/>
                  </a:lnTo>
                  <a:cubicBezTo>
                    <a:pt x="2051" y="155"/>
                    <a:pt x="2037" y="0"/>
                    <a:pt x="19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3390;p80">
              <a:extLst>
                <a:ext uri="{FF2B5EF4-FFF2-40B4-BE49-F238E27FC236}">
                  <a16:creationId xmlns:a16="http://schemas.microsoft.com/office/drawing/2014/main" id="{B2F5F4AE-A44B-FB8C-E789-20E8DAA5EC64}"/>
                </a:ext>
              </a:extLst>
            </p:cNvPr>
            <p:cNvSpPr/>
            <p:nvPr/>
          </p:nvSpPr>
          <p:spPr>
            <a:xfrm>
              <a:off x="4984492" y="2651912"/>
              <a:ext cx="90027" cy="144928"/>
            </a:xfrm>
            <a:custGeom>
              <a:avLst/>
              <a:gdLst/>
              <a:ahLst/>
              <a:cxnLst/>
              <a:rect l="l" t="t" r="r" b="b"/>
              <a:pathLst>
                <a:path w="2199" h="3540" extrusionOk="0">
                  <a:moveTo>
                    <a:pt x="1964" y="0"/>
                  </a:moveTo>
                  <a:cubicBezTo>
                    <a:pt x="1959" y="0"/>
                    <a:pt x="1953" y="0"/>
                    <a:pt x="1948" y="1"/>
                  </a:cubicBezTo>
                  <a:cubicBezTo>
                    <a:pt x="1946" y="24"/>
                    <a:pt x="1937" y="50"/>
                    <a:pt x="1922" y="73"/>
                  </a:cubicBezTo>
                  <a:lnTo>
                    <a:pt x="36" y="3342"/>
                  </a:lnTo>
                  <a:lnTo>
                    <a:pt x="0" y="3321"/>
                  </a:lnTo>
                  <a:lnTo>
                    <a:pt x="0" y="3406"/>
                  </a:lnTo>
                  <a:lnTo>
                    <a:pt x="233" y="3540"/>
                  </a:lnTo>
                  <a:lnTo>
                    <a:pt x="2121" y="271"/>
                  </a:lnTo>
                  <a:cubicBezTo>
                    <a:pt x="2199" y="136"/>
                    <a:pt x="2088" y="0"/>
                    <a:pt x="1964"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3391;p80">
              <a:extLst>
                <a:ext uri="{FF2B5EF4-FFF2-40B4-BE49-F238E27FC236}">
                  <a16:creationId xmlns:a16="http://schemas.microsoft.com/office/drawing/2014/main" id="{EE975CFF-403C-43E8-4239-0294AD587970}"/>
                </a:ext>
              </a:extLst>
            </p:cNvPr>
            <p:cNvSpPr/>
            <p:nvPr/>
          </p:nvSpPr>
          <p:spPr>
            <a:xfrm>
              <a:off x="4974831" y="2791313"/>
              <a:ext cx="88185" cy="137722"/>
            </a:xfrm>
            <a:custGeom>
              <a:avLst/>
              <a:gdLst/>
              <a:ahLst/>
              <a:cxnLst/>
              <a:rect l="l" t="t" r="r" b="b"/>
              <a:pathLst>
                <a:path w="2154" h="3364" extrusionOk="0">
                  <a:moveTo>
                    <a:pt x="235" y="1"/>
                  </a:moveTo>
                  <a:lnTo>
                    <a:pt x="1" y="136"/>
                  </a:lnTo>
                  <a:lnTo>
                    <a:pt x="1826" y="3297"/>
                  </a:lnTo>
                  <a:cubicBezTo>
                    <a:pt x="1873" y="3344"/>
                    <a:pt x="1924" y="3364"/>
                    <a:pt x="1971" y="3364"/>
                  </a:cubicBezTo>
                  <a:cubicBezTo>
                    <a:pt x="2073" y="3364"/>
                    <a:pt x="2154" y="3270"/>
                    <a:pt x="2126" y="3174"/>
                  </a:cubicBezTo>
                  <a:lnTo>
                    <a:pt x="1401" y="727"/>
                  </a:lnTo>
                  <a:cubicBezTo>
                    <a:pt x="1399" y="721"/>
                    <a:pt x="1290" y="608"/>
                    <a:pt x="1288" y="603"/>
                  </a:cubicBezTo>
                  <a:lnTo>
                    <a:pt x="23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3392;p80">
              <a:extLst>
                <a:ext uri="{FF2B5EF4-FFF2-40B4-BE49-F238E27FC236}">
                  <a16:creationId xmlns:a16="http://schemas.microsoft.com/office/drawing/2014/main" id="{B02AD9CE-A141-A980-7C6F-1E52ADCE947C}"/>
                </a:ext>
              </a:extLst>
            </p:cNvPr>
            <p:cNvSpPr/>
            <p:nvPr/>
          </p:nvSpPr>
          <p:spPr>
            <a:xfrm>
              <a:off x="5027520" y="2815999"/>
              <a:ext cx="39671" cy="118439"/>
            </a:xfrm>
            <a:custGeom>
              <a:avLst/>
              <a:gdLst/>
              <a:ahLst/>
              <a:cxnLst/>
              <a:rect l="l" t="t" r="r" b="b"/>
              <a:pathLst>
                <a:path w="969" h="2893" extrusionOk="0">
                  <a:moveTo>
                    <a:pt x="1" y="0"/>
                  </a:moveTo>
                  <a:lnTo>
                    <a:pt x="1" y="0"/>
                  </a:lnTo>
                  <a:cubicBezTo>
                    <a:pt x="2" y="5"/>
                    <a:pt x="4" y="10"/>
                    <a:pt x="5" y="15"/>
                  </a:cubicBezTo>
                  <a:lnTo>
                    <a:pt x="730" y="2463"/>
                  </a:lnTo>
                  <a:cubicBezTo>
                    <a:pt x="770" y="2596"/>
                    <a:pt x="662" y="2695"/>
                    <a:pt x="554" y="2695"/>
                  </a:cubicBezTo>
                  <a:cubicBezTo>
                    <a:pt x="549" y="2695"/>
                    <a:pt x="543" y="2694"/>
                    <a:pt x="538" y="2694"/>
                  </a:cubicBezTo>
                  <a:lnTo>
                    <a:pt x="538" y="2694"/>
                  </a:lnTo>
                  <a:lnTo>
                    <a:pt x="600" y="2801"/>
                  </a:lnTo>
                  <a:cubicBezTo>
                    <a:pt x="637" y="2865"/>
                    <a:pt x="695" y="2892"/>
                    <a:pt x="752" y="2892"/>
                  </a:cubicBezTo>
                  <a:cubicBezTo>
                    <a:pt x="861" y="2892"/>
                    <a:pt x="968" y="2794"/>
                    <a:pt x="928" y="2661"/>
                  </a:cubicBezTo>
                  <a:lnTo>
                    <a:pt x="204" y="213"/>
                  </a:lnTo>
                  <a:cubicBezTo>
                    <a:pt x="186" y="142"/>
                    <a:pt x="140" y="79"/>
                    <a:pt x="75" y="42"/>
                  </a:cubicBezTo>
                  <a:lnTo>
                    <a:pt x="1"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3393;p80">
              <a:extLst>
                <a:ext uri="{FF2B5EF4-FFF2-40B4-BE49-F238E27FC236}">
                  <a16:creationId xmlns:a16="http://schemas.microsoft.com/office/drawing/2014/main" id="{258C1BE8-16BD-CEF7-29AF-393084C4526E}"/>
                </a:ext>
              </a:extLst>
            </p:cNvPr>
            <p:cNvSpPr/>
            <p:nvPr/>
          </p:nvSpPr>
          <p:spPr>
            <a:xfrm>
              <a:off x="4962262" y="2769246"/>
              <a:ext cx="40531" cy="40531"/>
            </a:xfrm>
            <a:custGeom>
              <a:avLst/>
              <a:gdLst/>
              <a:ahLst/>
              <a:cxnLst/>
              <a:rect l="l" t="t" r="r" b="b"/>
              <a:pathLst>
                <a:path w="990" h="990" extrusionOk="0">
                  <a:moveTo>
                    <a:pt x="540" y="1"/>
                  </a:moveTo>
                  <a:cubicBezTo>
                    <a:pt x="242" y="1"/>
                    <a:pt x="1" y="242"/>
                    <a:pt x="1" y="540"/>
                  </a:cubicBezTo>
                  <a:cubicBezTo>
                    <a:pt x="1" y="637"/>
                    <a:pt x="27" y="730"/>
                    <a:pt x="74" y="809"/>
                  </a:cubicBezTo>
                  <a:cubicBezTo>
                    <a:pt x="213" y="948"/>
                    <a:pt x="353" y="989"/>
                    <a:pt x="450" y="989"/>
                  </a:cubicBezTo>
                  <a:cubicBezTo>
                    <a:pt x="749" y="989"/>
                    <a:pt x="989" y="747"/>
                    <a:pt x="989" y="450"/>
                  </a:cubicBezTo>
                  <a:cubicBezTo>
                    <a:pt x="989" y="353"/>
                    <a:pt x="951" y="216"/>
                    <a:pt x="809" y="72"/>
                  </a:cubicBezTo>
                  <a:cubicBezTo>
                    <a:pt x="730" y="27"/>
                    <a:pt x="638" y="1"/>
                    <a:pt x="5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3394;p80">
              <a:extLst>
                <a:ext uri="{FF2B5EF4-FFF2-40B4-BE49-F238E27FC236}">
                  <a16:creationId xmlns:a16="http://schemas.microsoft.com/office/drawing/2014/main" id="{A3941F0C-B586-D964-BF0A-B6474C9CA0E4}"/>
                </a:ext>
              </a:extLst>
            </p:cNvPr>
            <p:cNvSpPr/>
            <p:nvPr/>
          </p:nvSpPr>
          <p:spPr>
            <a:xfrm>
              <a:off x="4965251" y="2772153"/>
              <a:ext cx="41268" cy="41227"/>
            </a:xfrm>
            <a:custGeom>
              <a:avLst/>
              <a:gdLst/>
              <a:ahLst/>
              <a:cxnLst/>
              <a:rect l="l" t="t" r="r" b="b"/>
              <a:pathLst>
                <a:path w="1008" h="1007" extrusionOk="0">
                  <a:moveTo>
                    <a:pt x="736" y="0"/>
                  </a:moveTo>
                  <a:cubicBezTo>
                    <a:pt x="782" y="79"/>
                    <a:pt x="809" y="172"/>
                    <a:pt x="809" y="269"/>
                  </a:cubicBezTo>
                  <a:cubicBezTo>
                    <a:pt x="809" y="568"/>
                    <a:pt x="567" y="808"/>
                    <a:pt x="270" y="808"/>
                  </a:cubicBezTo>
                  <a:cubicBezTo>
                    <a:pt x="172" y="808"/>
                    <a:pt x="80" y="782"/>
                    <a:pt x="1" y="737"/>
                  </a:cubicBezTo>
                  <a:lnTo>
                    <a:pt x="1" y="737"/>
                  </a:lnTo>
                  <a:cubicBezTo>
                    <a:pt x="94" y="897"/>
                    <a:pt x="269" y="1007"/>
                    <a:pt x="467" y="1007"/>
                  </a:cubicBezTo>
                  <a:cubicBezTo>
                    <a:pt x="766" y="1007"/>
                    <a:pt x="1007" y="765"/>
                    <a:pt x="1007" y="468"/>
                  </a:cubicBezTo>
                  <a:cubicBezTo>
                    <a:pt x="1007" y="268"/>
                    <a:pt x="898" y="94"/>
                    <a:pt x="736"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8" name="Google Shape;3395;p80">
            <a:extLst>
              <a:ext uri="{FF2B5EF4-FFF2-40B4-BE49-F238E27FC236}">
                <a16:creationId xmlns:a16="http://schemas.microsoft.com/office/drawing/2014/main" id="{ED35A100-DA21-BBA9-1206-9521B5B25A0D}"/>
              </a:ext>
            </a:extLst>
          </p:cNvPr>
          <p:cNvGrpSpPr/>
          <p:nvPr/>
        </p:nvGrpSpPr>
        <p:grpSpPr>
          <a:xfrm>
            <a:off x="1163016" y="4572000"/>
            <a:ext cx="993162" cy="856567"/>
            <a:chOff x="4795472" y="3259502"/>
            <a:chExt cx="377467" cy="365717"/>
          </a:xfrm>
        </p:grpSpPr>
        <p:sp>
          <p:nvSpPr>
            <p:cNvPr id="429" name="Google Shape;3396;p80">
              <a:extLst>
                <a:ext uri="{FF2B5EF4-FFF2-40B4-BE49-F238E27FC236}">
                  <a16:creationId xmlns:a16="http://schemas.microsoft.com/office/drawing/2014/main" id="{F4A15AE6-081D-F745-172C-36D91C0ED485}"/>
                </a:ext>
              </a:extLst>
            </p:cNvPr>
            <p:cNvSpPr/>
            <p:nvPr/>
          </p:nvSpPr>
          <p:spPr>
            <a:xfrm>
              <a:off x="4962876" y="3259502"/>
              <a:ext cx="209162" cy="110292"/>
            </a:xfrm>
            <a:custGeom>
              <a:avLst/>
              <a:gdLst/>
              <a:ahLst/>
              <a:cxnLst/>
              <a:rect l="l" t="t" r="r" b="b"/>
              <a:pathLst>
                <a:path w="5109" h="2694" extrusionOk="0">
                  <a:moveTo>
                    <a:pt x="3825" y="1"/>
                  </a:moveTo>
                  <a:cubicBezTo>
                    <a:pt x="3438" y="1"/>
                    <a:pt x="3126" y="314"/>
                    <a:pt x="3126" y="701"/>
                  </a:cubicBezTo>
                  <a:lnTo>
                    <a:pt x="2604" y="701"/>
                  </a:lnTo>
                  <a:cubicBezTo>
                    <a:pt x="2211" y="701"/>
                    <a:pt x="1890" y="1020"/>
                    <a:pt x="1890" y="1416"/>
                  </a:cubicBezTo>
                  <a:lnTo>
                    <a:pt x="1890" y="1888"/>
                  </a:lnTo>
                  <a:lnTo>
                    <a:pt x="735" y="1888"/>
                  </a:lnTo>
                  <a:cubicBezTo>
                    <a:pt x="329" y="1888"/>
                    <a:pt x="1" y="2216"/>
                    <a:pt x="1" y="2623"/>
                  </a:cubicBezTo>
                  <a:lnTo>
                    <a:pt x="531" y="2693"/>
                  </a:lnTo>
                  <a:cubicBezTo>
                    <a:pt x="534" y="2693"/>
                    <a:pt x="743" y="2445"/>
                    <a:pt x="889" y="2445"/>
                  </a:cubicBezTo>
                  <a:lnTo>
                    <a:pt x="1019" y="2445"/>
                  </a:lnTo>
                  <a:lnTo>
                    <a:pt x="3488" y="2464"/>
                  </a:lnTo>
                  <a:cubicBezTo>
                    <a:pt x="3778" y="2464"/>
                    <a:pt x="4012" y="2227"/>
                    <a:pt x="4012" y="1936"/>
                  </a:cubicBezTo>
                  <a:lnTo>
                    <a:pt x="4012" y="1720"/>
                  </a:lnTo>
                  <a:lnTo>
                    <a:pt x="5108" y="1612"/>
                  </a:lnTo>
                  <a:lnTo>
                    <a:pt x="5108" y="102"/>
                  </a:lnTo>
                  <a:cubicBezTo>
                    <a:pt x="5108" y="46"/>
                    <a:pt x="5063" y="1"/>
                    <a:pt x="50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3397;p80">
              <a:extLst>
                <a:ext uri="{FF2B5EF4-FFF2-40B4-BE49-F238E27FC236}">
                  <a16:creationId xmlns:a16="http://schemas.microsoft.com/office/drawing/2014/main" id="{1E2F12C1-F9CA-C8FC-C962-FB729FD2BF27}"/>
                </a:ext>
              </a:extLst>
            </p:cNvPr>
            <p:cNvSpPr/>
            <p:nvPr/>
          </p:nvSpPr>
          <p:spPr>
            <a:xfrm>
              <a:off x="4983837" y="3325784"/>
              <a:ext cx="188406" cy="48432"/>
            </a:xfrm>
            <a:custGeom>
              <a:avLst/>
              <a:gdLst/>
              <a:ahLst/>
              <a:cxnLst/>
              <a:rect l="l" t="t" r="r" b="b"/>
              <a:pathLst>
                <a:path w="4602" h="1183" extrusionOk="0">
                  <a:moveTo>
                    <a:pt x="3539" y="0"/>
                  </a:moveTo>
                  <a:cubicBezTo>
                    <a:pt x="3460" y="0"/>
                    <a:pt x="3394" y="64"/>
                    <a:pt x="3394" y="144"/>
                  </a:cubicBezTo>
                  <a:lnTo>
                    <a:pt x="3394" y="207"/>
                  </a:lnTo>
                  <a:cubicBezTo>
                    <a:pt x="3394" y="499"/>
                    <a:pt x="3157" y="736"/>
                    <a:pt x="2866" y="736"/>
                  </a:cubicBezTo>
                  <a:lnTo>
                    <a:pt x="269" y="736"/>
                  </a:lnTo>
                  <a:cubicBezTo>
                    <a:pt x="121" y="736"/>
                    <a:pt x="0" y="857"/>
                    <a:pt x="0" y="1005"/>
                  </a:cubicBezTo>
                  <a:lnTo>
                    <a:pt x="0" y="1075"/>
                  </a:lnTo>
                  <a:lnTo>
                    <a:pt x="807" y="1183"/>
                  </a:lnTo>
                  <a:lnTo>
                    <a:pt x="1922" y="1005"/>
                  </a:lnTo>
                  <a:lnTo>
                    <a:pt x="2953" y="1005"/>
                  </a:lnTo>
                  <a:cubicBezTo>
                    <a:pt x="3347" y="1005"/>
                    <a:pt x="3668" y="684"/>
                    <a:pt x="3668" y="289"/>
                  </a:cubicBezTo>
                  <a:lnTo>
                    <a:pt x="3668" y="267"/>
                  </a:lnTo>
                  <a:lnTo>
                    <a:pt x="4467" y="267"/>
                  </a:lnTo>
                  <a:cubicBezTo>
                    <a:pt x="4541" y="267"/>
                    <a:pt x="4601" y="207"/>
                    <a:pt x="4601" y="133"/>
                  </a:cubicBezTo>
                  <a:lnTo>
                    <a:pt x="4601"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3398;p80">
              <a:extLst>
                <a:ext uri="{FF2B5EF4-FFF2-40B4-BE49-F238E27FC236}">
                  <a16:creationId xmlns:a16="http://schemas.microsoft.com/office/drawing/2014/main" id="{FF5B6F6F-227A-55F8-0163-B2FFE5FFFD06}"/>
                </a:ext>
              </a:extLst>
            </p:cNvPr>
            <p:cNvSpPr/>
            <p:nvPr/>
          </p:nvSpPr>
          <p:spPr>
            <a:xfrm>
              <a:off x="4833915" y="3367707"/>
              <a:ext cx="298412" cy="251658"/>
            </a:xfrm>
            <a:custGeom>
              <a:avLst/>
              <a:gdLst/>
              <a:ahLst/>
              <a:cxnLst/>
              <a:rect l="l" t="t" r="r" b="b"/>
              <a:pathLst>
                <a:path w="7289" h="6147" extrusionOk="0">
                  <a:moveTo>
                    <a:pt x="1892" y="1"/>
                  </a:moveTo>
                  <a:cubicBezTo>
                    <a:pt x="1818" y="1"/>
                    <a:pt x="1758" y="60"/>
                    <a:pt x="1758" y="134"/>
                  </a:cubicBezTo>
                  <a:cubicBezTo>
                    <a:pt x="1734" y="2993"/>
                    <a:pt x="967" y="4893"/>
                    <a:pt x="0" y="6021"/>
                  </a:cubicBezTo>
                  <a:lnTo>
                    <a:pt x="7289" y="6146"/>
                  </a:lnTo>
                  <a:cubicBezTo>
                    <a:pt x="6170" y="4924"/>
                    <a:pt x="5442" y="3014"/>
                    <a:pt x="531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3399;p80">
              <a:extLst>
                <a:ext uri="{FF2B5EF4-FFF2-40B4-BE49-F238E27FC236}">
                  <a16:creationId xmlns:a16="http://schemas.microsoft.com/office/drawing/2014/main" id="{079F186F-6FB2-B0CC-CF03-0CC6D33ACCE6}"/>
                </a:ext>
              </a:extLst>
            </p:cNvPr>
            <p:cNvSpPr/>
            <p:nvPr/>
          </p:nvSpPr>
          <p:spPr>
            <a:xfrm>
              <a:off x="4795472" y="3367707"/>
              <a:ext cx="377467" cy="257513"/>
            </a:xfrm>
            <a:custGeom>
              <a:avLst/>
              <a:gdLst/>
              <a:ahLst/>
              <a:cxnLst/>
              <a:rect l="l" t="t" r="r" b="b"/>
              <a:pathLst>
                <a:path w="9220" h="6290" extrusionOk="0">
                  <a:moveTo>
                    <a:pt x="6259" y="1"/>
                  </a:moveTo>
                  <a:cubicBezTo>
                    <a:pt x="6291" y="3014"/>
                    <a:pt x="6892" y="4793"/>
                    <a:pt x="7925" y="6021"/>
                  </a:cubicBezTo>
                  <a:lnTo>
                    <a:pt x="149" y="6021"/>
                  </a:lnTo>
                  <a:cubicBezTo>
                    <a:pt x="80" y="6021"/>
                    <a:pt x="18" y="6072"/>
                    <a:pt x="11" y="6138"/>
                  </a:cubicBezTo>
                  <a:cubicBezTo>
                    <a:pt x="0" y="6220"/>
                    <a:pt x="64" y="6290"/>
                    <a:pt x="144" y="6290"/>
                  </a:cubicBezTo>
                  <a:lnTo>
                    <a:pt x="9071" y="6290"/>
                  </a:lnTo>
                  <a:cubicBezTo>
                    <a:pt x="9139" y="6290"/>
                    <a:pt x="9201" y="6240"/>
                    <a:pt x="9209" y="6173"/>
                  </a:cubicBezTo>
                  <a:cubicBezTo>
                    <a:pt x="9219" y="6090"/>
                    <a:pt x="9156" y="6021"/>
                    <a:pt x="9076" y="6021"/>
                  </a:cubicBezTo>
                  <a:lnTo>
                    <a:pt x="8286" y="6021"/>
                  </a:lnTo>
                  <a:cubicBezTo>
                    <a:pt x="7303" y="4876"/>
                    <a:pt x="6527" y="2934"/>
                    <a:pt x="65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3400;p80">
              <a:extLst>
                <a:ext uri="{FF2B5EF4-FFF2-40B4-BE49-F238E27FC236}">
                  <a16:creationId xmlns:a16="http://schemas.microsoft.com/office/drawing/2014/main" id="{57C5FFE5-7C0F-535E-F039-9A1BBA23A0B7}"/>
                </a:ext>
              </a:extLst>
            </p:cNvPr>
            <p:cNvSpPr/>
            <p:nvPr/>
          </p:nvSpPr>
          <p:spPr>
            <a:xfrm>
              <a:off x="4913584" y="3512634"/>
              <a:ext cx="58995" cy="60182"/>
            </a:xfrm>
            <a:custGeom>
              <a:avLst/>
              <a:gdLst/>
              <a:ahLst/>
              <a:cxnLst/>
              <a:rect l="l" t="t" r="r" b="b"/>
              <a:pathLst>
                <a:path w="1441" h="1470" extrusionOk="0">
                  <a:moveTo>
                    <a:pt x="65" y="0"/>
                  </a:moveTo>
                  <a:cubicBezTo>
                    <a:pt x="29" y="0"/>
                    <a:pt x="1" y="31"/>
                    <a:pt x="2" y="66"/>
                  </a:cubicBezTo>
                  <a:cubicBezTo>
                    <a:pt x="24" y="653"/>
                    <a:pt x="339" y="1166"/>
                    <a:pt x="806" y="1461"/>
                  </a:cubicBezTo>
                  <a:cubicBezTo>
                    <a:pt x="816" y="1467"/>
                    <a:pt x="828" y="1470"/>
                    <a:pt x="839" y="1470"/>
                  </a:cubicBezTo>
                  <a:cubicBezTo>
                    <a:pt x="861" y="1470"/>
                    <a:pt x="882" y="1458"/>
                    <a:pt x="894" y="1437"/>
                  </a:cubicBezTo>
                  <a:lnTo>
                    <a:pt x="1425" y="518"/>
                  </a:lnTo>
                  <a:cubicBezTo>
                    <a:pt x="1441" y="491"/>
                    <a:pt x="1434" y="455"/>
                    <a:pt x="1407" y="436"/>
                  </a:cubicBezTo>
                  <a:cubicBezTo>
                    <a:pt x="1286" y="350"/>
                    <a:pt x="1204" y="212"/>
                    <a:pt x="1188" y="55"/>
                  </a:cubicBezTo>
                  <a:cubicBezTo>
                    <a:pt x="1186" y="26"/>
                    <a:pt x="1158" y="0"/>
                    <a:pt x="1126"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3401;p80">
              <a:extLst>
                <a:ext uri="{FF2B5EF4-FFF2-40B4-BE49-F238E27FC236}">
                  <a16:creationId xmlns:a16="http://schemas.microsoft.com/office/drawing/2014/main" id="{F337CFDF-986E-3EA0-A514-65B4FFB724B1}"/>
                </a:ext>
              </a:extLst>
            </p:cNvPr>
            <p:cNvSpPr/>
            <p:nvPr/>
          </p:nvSpPr>
          <p:spPr>
            <a:xfrm>
              <a:off x="4995587" y="3511324"/>
              <a:ext cx="59240" cy="61492"/>
            </a:xfrm>
            <a:custGeom>
              <a:avLst/>
              <a:gdLst/>
              <a:ahLst/>
              <a:cxnLst/>
              <a:rect l="l" t="t" r="r" b="b"/>
              <a:pathLst>
                <a:path w="1447" h="1502" extrusionOk="0">
                  <a:moveTo>
                    <a:pt x="282" y="1"/>
                  </a:moveTo>
                  <a:cubicBezTo>
                    <a:pt x="272" y="1"/>
                    <a:pt x="262" y="9"/>
                    <a:pt x="262" y="21"/>
                  </a:cubicBezTo>
                  <a:cubicBezTo>
                    <a:pt x="265" y="213"/>
                    <a:pt x="169" y="383"/>
                    <a:pt x="20" y="482"/>
                  </a:cubicBezTo>
                  <a:cubicBezTo>
                    <a:pt x="6" y="491"/>
                    <a:pt x="0" y="512"/>
                    <a:pt x="10" y="528"/>
                  </a:cubicBezTo>
                  <a:lnTo>
                    <a:pt x="553" y="1469"/>
                  </a:lnTo>
                  <a:cubicBezTo>
                    <a:pt x="565" y="1490"/>
                    <a:pt x="587" y="1502"/>
                    <a:pt x="609" y="1502"/>
                  </a:cubicBezTo>
                  <a:cubicBezTo>
                    <a:pt x="620" y="1502"/>
                    <a:pt x="631" y="1499"/>
                    <a:pt x="642" y="1493"/>
                  </a:cubicBezTo>
                  <a:cubicBezTo>
                    <a:pt x="1108" y="1198"/>
                    <a:pt x="1424" y="685"/>
                    <a:pt x="1446" y="98"/>
                  </a:cubicBezTo>
                  <a:cubicBezTo>
                    <a:pt x="1447" y="63"/>
                    <a:pt x="1418" y="32"/>
                    <a:pt x="1382" y="32"/>
                  </a:cubicBezTo>
                  <a:lnTo>
                    <a:pt x="321" y="32"/>
                  </a:lnTo>
                  <a:lnTo>
                    <a:pt x="296" y="6"/>
                  </a:lnTo>
                  <a:cubicBezTo>
                    <a:pt x="292" y="2"/>
                    <a:pt x="287" y="1"/>
                    <a:pt x="282"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3402;p80">
              <a:extLst>
                <a:ext uri="{FF2B5EF4-FFF2-40B4-BE49-F238E27FC236}">
                  <a16:creationId xmlns:a16="http://schemas.microsoft.com/office/drawing/2014/main" id="{81D506B0-23CE-FF13-FD5F-BA8DBB505B19}"/>
                </a:ext>
              </a:extLst>
            </p:cNvPr>
            <p:cNvSpPr/>
            <p:nvPr/>
          </p:nvSpPr>
          <p:spPr>
            <a:xfrm>
              <a:off x="4949448" y="3442013"/>
              <a:ext cx="69475" cy="50684"/>
            </a:xfrm>
            <a:custGeom>
              <a:avLst/>
              <a:gdLst/>
              <a:ahLst/>
              <a:cxnLst/>
              <a:rect l="l" t="t" r="r" b="b"/>
              <a:pathLst>
                <a:path w="1697" h="1238" extrusionOk="0">
                  <a:moveTo>
                    <a:pt x="851" y="0"/>
                  </a:moveTo>
                  <a:cubicBezTo>
                    <a:pt x="570" y="0"/>
                    <a:pt x="292" y="69"/>
                    <a:pt x="44" y="200"/>
                  </a:cubicBezTo>
                  <a:cubicBezTo>
                    <a:pt x="12" y="217"/>
                    <a:pt x="0" y="256"/>
                    <a:pt x="18" y="286"/>
                  </a:cubicBezTo>
                  <a:lnTo>
                    <a:pt x="549" y="1205"/>
                  </a:lnTo>
                  <a:cubicBezTo>
                    <a:pt x="560" y="1226"/>
                    <a:pt x="581" y="1237"/>
                    <a:pt x="603" y="1237"/>
                  </a:cubicBezTo>
                  <a:cubicBezTo>
                    <a:pt x="612" y="1237"/>
                    <a:pt x="621" y="1236"/>
                    <a:pt x="629" y="1232"/>
                  </a:cubicBezTo>
                  <a:cubicBezTo>
                    <a:pt x="698" y="1201"/>
                    <a:pt x="774" y="1185"/>
                    <a:pt x="850" y="1185"/>
                  </a:cubicBezTo>
                  <a:cubicBezTo>
                    <a:pt x="923" y="1185"/>
                    <a:pt x="998" y="1200"/>
                    <a:pt x="1068" y="1232"/>
                  </a:cubicBezTo>
                  <a:cubicBezTo>
                    <a:pt x="1077" y="1235"/>
                    <a:pt x="1085" y="1237"/>
                    <a:pt x="1094" y="1237"/>
                  </a:cubicBezTo>
                  <a:cubicBezTo>
                    <a:pt x="1116" y="1237"/>
                    <a:pt x="1137" y="1225"/>
                    <a:pt x="1148" y="1205"/>
                  </a:cubicBezTo>
                  <a:lnTo>
                    <a:pt x="1679" y="286"/>
                  </a:lnTo>
                  <a:cubicBezTo>
                    <a:pt x="1697" y="256"/>
                    <a:pt x="1685" y="216"/>
                    <a:pt x="1654" y="200"/>
                  </a:cubicBezTo>
                  <a:cubicBezTo>
                    <a:pt x="1398" y="65"/>
                    <a:pt x="1123" y="0"/>
                    <a:pt x="851"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3403;p80">
              <a:extLst>
                <a:ext uri="{FF2B5EF4-FFF2-40B4-BE49-F238E27FC236}">
                  <a16:creationId xmlns:a16="http://schemas.microsoft.com/office/drawing/2014/main" id="{ACB2939A-A4E2-2401-195B-D1A18FAC00F8}"/>
                </a:ext>
              </a:extLst>
            </p:cNvPr>
            <p:cNvSpPr/>
            <p:nvPr/>
          </p:nvSpPr>
          <p:spPr>
            <a:xfrm>
              <a:off x="4975076" y="3503423"/>
              <a:ext cx="18300" cy="18300"/>
            </a:xfrm>
            <a:custGeom>
              <a:avLst/>
              <a:gdLst/>
              <a:ahLst/>
              <a:cxnLst/>
              <a:rect l="l" t="t" r="r" b="b"/>
              <a:pathLst>
                <a:path w="447" h="447" extrusionOk="0">
                  <a:moveTo>
                    <a:pt x="224" y="1"/>
                  </a:moveTo>
                  <a:cubicBezTo>
                    <a:pt x="100" y="1"/>
                    <a:pt x="0" y="101"/>
                    <a:pt x="0" y="224"/>
                  </a:cubicBezTo>
                  <a:cubicBezTo>
                    <a:pt x="0" y="347"/>
                    <a:pt x="100" y="447"/>
                    <a:pt x="224" y="447"/>
                  </a:cubicBezTo>
                  <a:cubicBezTo>
                    <a:pt x="346" y="447"/>
                    <a:pt x="446" y="347"/>
                    <a:pt x="446" y="224"/>
                  </a:cubicBezTo>
                  <a:cubicBezTo>
                    <a:pt x="446" y="101"/>
                    <a:pt x="346" y="1"/>
                    <a:pt x="224"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7" name="Google Shape;3404;p80">
            <a:extLst>
              <a:ext uri="{FF2B5EF4-FFF2-40B4-BE49-F238E27FC236}">
                <a16:creationId xmlns:a16="http://schemas.microsoft.com/office/drawing/2014/main" id="{7FB0F4C4-BDB6-A997-398D-4BB488DA2F32}"/>
              </a:ext>
            </a:extLst>
          </p:cNvPr>
          <p:cNvGrpSpPr/>
          <p:nvPr/>
        </p:nvGrpSpPr>
        <p:grpSpPr>
          <a:xfrm>
            <a:off x="6265593" y="5576711"/>
            <a:ext cx="778673" cy="723798"/>
            <a:chOff x="4795472" y="3869672"/>
            <a:chExt cx="377467" cy="360681"/>
          </a:xfrm>
        </p:grpSpPr>
        <p:sp>
          <p:nvSpPr>
            <p:cNvPr id="438" name="Google Shape;3405;p80">
              <a:extLst>
                <a:ext uri="{FF2B5EF4-FFF2-40B4-BE49-F238E27FC236}">
                  <a16:creationId xmlns:a16="http://schemas.microsoft.com/office/drawing/2014/main" id="{18DF5AE8-1E7A-985B-A652-63C58EE11CD9}"/>
                </a:ext>
              </a:extLst>
            </p:cNvPr>
            <p:cNvSpPr/>
            <p:nvPr/>
          </p:nvSpPr>
          <p:spPr>
            <a:xfrm>
              <a:off x="4821060" y="4015050"/>
              <a:ext cx="11054" cy="213789"/>
            </a:xfrm>
            <a:custGeom>
              <a:avLst/>
              <a:gdLst/>
              <a:ahLst/>
              <a:cxnLst/>
              <a:rect l="l" t="t" r="r" b="b"/>
              <a:pathLst>
                <a:path w="270" h="5222" extrusionOk="0">
                  <a:moveTo>
                    <a:pt x="136" y="1"/>
                  </a:moveTo>
                  <a:cubicBezTo>
                    <a:pt x="62" y="1"/>
                    <a:pt x="1" y="62"/>
                    <a:pt x="1" y="136"/>
                  </a:cubicBezTo>
                  <a:lnTo>
                    <a:pt x="1" y="5086"/>
                  </a:lnTo>
                  <a:cubicBezTo>
                    <a:pt x="1" y="5160"/>
                    <a:pt x="62" y="5221"/>
                    <a:pt x="136" y="5221"/>
                  </a:cubicBezTo>
                  <a:cubicBezTo>
                    <a:pt x="211" y="5221"/>
                    <a:pt x="270" y="5160"/>
                    <a:pt x="270" y="5086"/>
                  </a:cubicBezTo>
                  <a:lnTo>
                    <a:pt x="270" y="136"/>
                  </a:lnTo>
                  <a:cubicBezTo>
                    <a:pt x="270" y="62"/>
                    <a:pt x="210" y="1"/>
                    <a:pt x="13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3406;p80">
              <a:extLst>
                <a:ext uri="{FF2B5EF4-FFF2-40B4-BE49-F238E27FC236}">
                  <a16:creationId xmlns:a16="http://schemas.microsoft.com/office/drawing/2014/main" id="{7593A850-7C8B-7233-DA45-B43C257158D9}"/>
                </a:ext>
              </a:extLst>
            </p:cNvPr>
            <p:cNvSpPr/>
            <p:nvPr/>
          </p:nvSpPr>
          <p:spPr>
            <a:xfrm>
              <a:off x="5056547" y="4150848"/>
              <a:ext cx="104274" cy="74101"/>
            </a:xfrm>
            <a:custGeom>
              <a:avLst/>
              <a:gdLst/>
              <a:ahLst/>
              <a:cxnLst/>
              <a:rect l="l" t="t" r="r" b="b"/>
              <a:pathLst>
                <a:path w="2547" h="1810" extrusionOk="0">
                  <a:moveTo>
                    <a:pt x="269" y="0"/>
                  </a:moveTo>
                  <a:cubicBezTo>
                    <a:pt x="120" y="0"/>
                    <a:pt x="1" y="121"/>
                    <a:pt x="1" y="269"/>
                  </a:cubicBezTo>
                  <a:lnTo>
                    <a:pt x="1" y="1684"/>
                  </a:lnTo>
                  <a:lnTo>
                    <a:pt x="2547" y="1810"/>
                  </a:lnTo>
                  <a:lnTo>
                    <a:pt x="24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3407;p80">
              <a:extLst>
                <a:ext uri="{FF2B5EF4-FFF2-40B4-BE49-F238E27FC236}">
                  <a16:creationId xmlns:a16="http://schemas.microsoft.com/office/drawing/2014/main" id="{03B6590B-C75F-0A92-E908-080CD9B4190E}"/>
                </a:ext>
              </a:extLst>
            </p:cNvPr>
            <p:cNvSpPr/>
            <p:nvPr/>
          </p:nvSpPr>
          <p:spPr>
            <a:xfrm>
              <a:off x="5056506" y="4150275"/>
              <a:ext cx="110415" cy="80038"/>
            </a:xfrm>
            <a:custGeom>
              <a:avLst/>
              <a:gdLst/>
              <a:ahLst/>
              <a:cxnLst/>
              <a:rect l="l" t="t" r="r" b="b"/>
              <a:pathLst>
                <a:path w="2697" h="1955" extrusionOk="0">
                  <a:moveTo>
                    <a:pt x="2427" y="0"/>
                  </a:moveTo>
                  <a:lnTo>
                    <a:pt x="500" y="1314"/>
                  </a:lnTo>
                  <a:cubicBezTo>
                    <a:pt x="627" y="1470"/>
                    <a:pt x="789" y="1598"/>
                    <a:pt x="974" y="1685"/>
                  </a:cubicBezTo>
                  <a:lnTo>
                    <a:pt x="1" y="1685"/>
                  </a:lnTo>
                  <a:lnTo>
                    <a:pt x="1" y="1954"/>
                  </a:lnTo>
                  <a:lnTo>
                    <a:pt x="2697" y="1954"/>
                  </a:lnTo>
                  <a:lnTo>
                    <a:pt x="2697" y="269"/>
                  </a:lnTo>
                  <a:cubicBezTo>
                    <a:pt x="2697" y="122"/>
                    <a:pt x="2576" y="0"/>
                    <a:pt x="242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3408;p80">
              <a:extLst>
                <a:ext uri="{FF2B5EF4-FFF2-40B4-BE49-F238E27FC236}">
                  <a16:creationId xmlns:a16="http://schemas.microsoft.com/office/drawing/2014/main" id="{93680D8E-7C3C-D342-E37E-FAE06C382CAD}"/>
                </a:ext>
              </a:extLst>
            </p:cNvPr>
            <p:cNvSpPr/>
            <p:nvPr/>
          </p:nvSpPr>
          <p:spPr>
            <a:xfrm>
              <a:off x="4908549" y="4017670"/>
              <a:ext cx="151396" cy="208876"/>
            </a:xfrm>
            <a:custGeom>
              <a:avLst/>
              <a:gdLst/>
              <a:ahLst/>
              <a:cxnLst/>
              <a:rect l="l" t="t" r="r" b="b"/>
              <a:pathLst>
                <a:path w="3698" h="5102" extrusionOk="0">
                  <a:moveTo>
                    <a:pt x="1847" y="472"/>
                  </a:moveTo>
                  <a:lnTo>
                    <a:pt x="2810" y="3253"/>
                  </a:lnTo>
                  <a:lnTo>
                    <a:pt x="884" y="3253"/>
                  </a:lnTo>
                  <a:lnTo>
                    <a:pt x="1847" y="472"/>
                  </a:lnTo>
                  <a:close/>
                  <a:moveTo>
                    <a:pt x="1727" y="0"/>
                  </a:moveTo>
                  <a:lnTo>
                    <a:pt x="25" y="4922"/>
                  </a:lnTo>
                  <a:cubicBezTo>
                    <a:pt x="0" y="4993"/>
                    <a:pt x="37" y="5069"/>
                    <a:pt x="108" y="5094"/>
                  </a:cubicBezTo>
                  <a:cubicBezTo>
                    <a:pt x="122" y="5099"/>
                    <a:pt x="136" y="5101"/>
                    <a:pt x="150" y="5101"/>
                  </a:cubicBezTo>
                  <a:cubicBezTo>
                    <a:pt x="206" y="5101"/>
                    <a:pt x="259" y="5066"/>
                    <a:pt x="279" y="5011"/>
                  </a:cubicBezTo>
                  <a:lnTo>
                    <a:pt x="794" y="3523"/>
                  </a:lnTo>
                  <a:lnTo>
                    <a:pt x="2904" y="3523"/>
                  </a:lnTo>
                  <a:lnTo>
                    <a:pt x="3418" y="5011"/>
                  </a:lnTo>
                  <a:cubicBezTo>
                    <a:pt x="3438" y="5067"/>
                    <a:pt x="3488" y="5102"/>
                    <a:pt x="3545" y="5102"/>
                  </a:cubicBezTo>
                  <a:cubicBezTo>
                    <a:pt x="3560" y="5102"/>
                    <a:pt x="3575" y="5099"/>
                    <a:pt x="3590" y="5094"/>
                  </a:cubicBezTo>
                  <a:cubicBezTo>
                    <a:pt x="3659" y="5069"/>
                    <a:pt x="3697" y="4993"/>
                    <a:pt x="3672" y="4922"/>
                  </a:cubicBezTo>
                  <a:lnTo>
                    <a:pt x="1970"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3409;p80">
              <a:extLst>
                <a:ext uri="{FF2B5EF4-FFF2-40B4-BE49-F238E27FC236}">
                  <a16:creationId xmlns:a16="http://schemas.microsoft.com/office/drawing/2014/main" id="{506644E8-242F-024A-84C0-2ACC7FD8BA1A}"/>
                </a:ext>
              </a:extLst>
            </p:cNvPr>
            <p:cNvSpPr/>
            <p:nvPr/>
          </p:nvSpPr>
          <p:spPr>
            <a:xfrm>
              <a:off x="5056874" y="4106428"/>
              <a:ext cx="106526" cy="106526"/>
            </a:xfrm>
            <a:custGeom>
              <a:avLst/>
              <a:gdLst/>
              <a:ahLst/>
              <a:cxnLst/>
              <a:rect l="l" t="t" r="r" b="b"/>
              <a:pathLst>
                <a:path w="2602" h="2602" extrusionOk="0">
                  <a:moveTo>
                    <a:pt x="1346" y="0"/>
                  </a:moveTo>
                  <a:cubicBezTo>
                    <a:pt x="603" y="0"/>
                    <a:pt x="0" y="604"/>
                    <a:pt x="0" y="1346"/>
                  </a:cubicBezTo>
                  <a:cubicBezTo>
                    <a:pt x="0" y="1666"/>
                    <a:pt x="112" y="1962"/>
                    <a:pt x="301" y="2193"/>
                  </a:cubicBezTo>
                  <a:cubicBezTo>
                    <a:pt x="533" y="2425"/>
                    <a:pt x="935" y="2601"/>
                    <a:pt x="1256" y="2601"/>
                  </a:cubicBezTo>
                  <a:cubicBezTo>
                    <a:pt x="1999" y="2601"/>
                    <a:pt x="2601" y="1999"/>
                    <a:pt x="2601" y="1256"/>
                  </a:cubicBezTo>
                  <a:cubicBezTo>
                    <a:pt x="2601" y="936"/>
                    <a:pt x="2444" y="552"/>
                    <a:pt x="2193" y="301"/>
                  </a:cubicBezTo>
                  <a:cubicBezTo>
                    <a:pt x="1962" y="114"/>
                    <a:pt x="1666" y="0"/>
                    <a:pt x="1346"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3410;p80">
              <a:extLst>
                <a:ext uri="{FF2B5EF4-FFF2-40B4-BE49-F238E27FC236}">
                  <a16:creationId xmlns:a16="http://schemas.microsoft.com/office/drawing/2014/main" id="{35E0CCD8-A35C-F950-343B-C49E8E9BE297}"/>
                </a:ext>
              </a:extLst>
            </p:cNvPr>
            <p:cNvSpPr/>
            <p:nvPr/>
          </p:nvSpPr>
          <p:spPr>
            <a:xfrm>
              <a:off x="5069238" y="4118751"/>
              <a:ext cx="97847" cy="97847"/>
            </a:xfrm>
            <a:custGeom>
              <a:avLst/>
              <a:gdLst/>
              <a:ahLst/>
              <a:cxnLst/>
              <a:rect l="l" t="t" r="r" b="b"/>
              <a:pathLst>
                <a:path w="2390" h="2390" extrusionOk="0">
                  <a:moveTo>
                    <a:pt x="1892" y="0"/>
                  </a:moveTo>
                  <a:cubicBezTo>
                    <a:pt x="2079" y="231"/>
                    <a:pt x="2193" y="527"/>
                    <a:pt x="2193" y="847"/>
                  </a:cubicBezTo>
                  <a:cubicBezTo>
                    <a:pt x="2193" y="1590"/>
                    <a:pt x="1589" y="2193"/>
                    <a:pt x="847" y="2193"/>
                  </a:cubicBezTo>
                  <a:cubicBezTo>
                    <a:pt x="527" y="2193"/>
                    <a:pt x="231" y="2081"/>
                    <a:pt x="0" y="1892"/>
                  </a:cubicBezTo>
                  <a:lnTo>
                    <a:pt x="0" y="1892"/>
                  </a:lnTo>
                  <a:cubicBezTo>
                    <a:pt x="247" y="2195"/>
                    <a:pt x="623" y="2390"/>
                    <a:pt x="1045" y="2390"/>
                  </a:cubicBezTo>
                  <a:cubicBezTo>
                    <a:pt x="1787" y="2390"/>
                    <a:pt x="2390" y="1787"/>
                    <a:pt x="2390" y="1045"/>
                  </a:cubicBezTo>
                  <a:cubicBezTo>
                    <a:pt x="2389" y="623"/>
                    <a:pt x="2195" y="247"/>
                    <a:pt x="189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3411;p80">
              <a:extLst>
                <a:ext uri="{FF2B5EF4-FFF2-40B4-BE49-F238E27FC236}">
                  <a16:creationId xmlns:a16="http://schemas.microsoft.com/office/drawing/2014/main" id="{A7FD48F8-9062-C13B-3A07-1619D39F9E25}"/>
                </a:ext>
              </a:extLst>
            </p:cNvPr>
            <p:cNvSpPr/>
            <p:nvPr/>
          </p:nvSpPr>
          <p:spPr>
            <a:xfrm>
              <a:off x="4877148" y="3933293"/>
              <a:ext cx="203185" cy="130271"/>
            </a:xfrm>
            <a:custGeom>
              <a:avLst/>
              <a:gdLst/>
              <a:ahLst/>
              <a:cxnLst/>
              <a:rect l="l" t="t" r="r" b="b"/>
              <a:pathLst>
                <a:path w="4963" h="3182" extrusionOk="0">
                  <a:moveTo>
                    <a:pt x="260" y="1"/>
                  </a:moveTo>
                  <a:lnTo>
                    <a:pt x="0" y="503"/>
                  </a:lnTo>
                  <a:lnTo>
                    <a:pt x="4962" y="3182"/>
                  </a:lnTo>
                  <a:lnTo>
                    <a:pt x="4838" y="2365"/>
                  </a:lnTo>
                  <a:lnTo>
                    <a:pt x="260"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3412;p80">
              <a:extLst>
                <a:ext uri="{FF2B5EF4-FFF2-40B4-BE49-F238E27FC236}">
                  <a16:creationId xmlns:a16="http://schemas.microsoft.com/office/drawing/2014/main" id="{78667E32-0B27-A365-55FE-3D873A95D84E}"/>
                </a:ext>
              </a:extLst>
            </p:cNvPr>
            <p:cNvSpPr/>
            <p:nvPr/>
          </p:nvSpPr>
          <p:spPr>
            <a:xfrm>
              <a:off x="4872399" y="3949915"/>
              <a:ext cx="213625" cy="123188"/>
            </a:xfrm>
            <a:custGeom>
              <a:avLst/>
              <a:gdLst/>
              <a:ahLst/>
              <a:cxnLst/>
              <a:rect l="l" t="t" r="r" b="b"/>
              <a:pathLst>
                <a:path w="5218" h="3009" extrusionOk="0">
                  <a:moveTo>
                    <a:pt x="1160" y="1"/>
                  </a:moveTo>
                  <a:lnTo>
                    <a:pt x="112" y="96"/>
                  </a:lnTo>
                  <a:lnTo>
                    <a:pt x="0" y="312"/>
                  </a:lnTo>
                  <a:lnTo>
                    <a:pt x="5217" y="3009"/>
                  </a:lnTo>
                  <a:lnTo>
                    <a:pt x="5217" y="2181"/>
                  </a:lnTo>
                  <a:cubicBezTo>
                    <a:pt x="5217" y="2130"/>
                    <a:pt x="5189" y="2085"/>
                    <a:pt x="5145" y="2060"/>
                  </a:cubicBezTo>
                  <a:lnTo>
                    <a:pt x="4948" y="1959"/>
                  </a:lnTo>
                  <a:lnTo>
                    <a:pt x="4948" y="2594"/>
                  </a:lnTo>
                  <a:lnTo>
                    <a:pt x="909" y="507"/>
                  </a:lnTo>
                  <a:lnTo>
                    <a:pt x="116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3413;p80">
              <a:extLst>
                <a:ext uri="{FF2B5EF4-FFF2-40B4-BE49-F238E27FC236}">
                  <a16:creationId xmlns:a16="http://schemas.microsoft.com/office/drawing/2014/main" id="{00162B8F-8008-5C5F-5EC4-CB0CC96DFB2B}"/>
                </a:ext>
              </a:extLst>
            </p:cNvPr>
            <p:cNvSpPr/>
            <p:nvPr/>
          </p:nvSpPr>
          <p:spPr>
            <a:xfrm>
              <a:off x="4973193" y="4009359"/>
              <a:ext cx="18423" cy="18423"/>
            </a:xfrm>
            <a:custGeom>
              <a:avLst/>
              <a:gdLst/>
              <a:ahLst/>
              <a:cxnLst/>
              <a:rect l="l" t="t" r="r" b="b"/>
              <a:pathLst>
                <a:path w="450" h="450" extrusionOk="0">
                  <a:moveTo>
                    <a:pt x="270" y="1"/>
                  </a:moveTo>
                  <a:cubicBezTo>
                    <a:pt x="120" y="1"/>
                    <a:pt x="1" y="122"/>
                    <a:pt x="1" y="270"/>
                  </a:cubicBezTo>
                  <a:cubicBezTo>
                    <a:pt x="1" y="297"/>
                    <a:pt x="4" y="324"/>
                    <a:pt x="12" y="348"/>
                  </a:cubicBezTo>
                  <a:cubicBezTo>
                    <a:pt x="91" y="427"/>
                    <a:pt x="154" y="449"/>
                    <a:pt x="180" y="449"/>
                  </a:cubicBezTo>
                  <a:cubicBezTo>
                    <a:pt x="329" y="449"/>
                    <a:pt x="449" y="329"/>
                    <a:pt x="449" y="180"/>
                  </a:cubicBezTo>
                  <a:cubicBezTo>
                    <a:pt x="449" y="153"/>
                    <a:pt x="440" y="103"/>
                    <a:pt x="347" y="12"/>
                  </a:cubicBezTo>
                  <a:cubicBezTo>
                    <a:pt x="323" y="5"/>
                    <a:pt x="296" y="1"/>
                    <a:pt x="2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3414;p80">
              <a:extLst>
                <a:ext uri="{FF2B5EF4-FFF2-40B4-BE49-F238E27FC236}">
                  <a16:creationId xmlns:a16="http://schemas.microsoft.com/office/drawing/2014/main" id="{CE870A31-3AF2-A595-6A3C-E901114C5FD1}"/>
                </a:ext>
              </a:extLst>
            </p:cNvPr>
            <p:cNvSpPr/>
            <p:nvPr/>
          </p:nvSpPr>
          <p:spPr>
            <a:xfrm>
              <a:off x="5079146" y="4062336"/>
              <a:ext cx="38565" cy="149063"/>
            </a:xfrm>
            <a:custGeom>
              <a:avLst/>
              <a:gdLst/>
              <a:ahLst/>
              <a:cxnLst/>
              <a:rect l="l" t="t" r="r" b="b"/>
              <a:pathLst>
                <a:path w="942" h="3641" extrusionOk="0">
                  <a:moveTo>
                    <a:pt x="149" y="1"/>
                  </a:moveTo>
                  <a:cubicBezTo>
                    <a:pt x="140" y="1"/>
                    <a:pt x="131" y="2"/>
                    <a:pt x="122" y="3"/>
                  </a:cubicBezTo>
                  <a:cubicBezTo>
                    <a:pt x="50" y="17"/>
                    <a:pt x="1" y="89"/>
                    <a:pt x="16" y="162"/>
                  </a:cubicBezTo>
                  <a:lnTo>
                    <a:pt x="662" y="3531"/>
                  </a:lnTo>
                  <a:cubicBezTo>
                    <a:pt x="674" y="3596"/>
                    <a:pt x="731" y="3640"/>
                    <a:pt x="794" y="3640"/>
                  </a:cubicBezTo>
                  <a:cubicBezTo>
                    <a:pt x="802" y="3640"/>
                    <a:pt x="811" y="3640"/>
                    <a:pt x="821" y="3638"/>
                  </a:cubicBezTo>
                  <a:cubicBezTo>
                    <a:pt x="892" y="3623"/>
                    <a:pt x="942" y="3552"/>
                    <a:pt x="927" y="3480"/>
                  </a:cubicBezTo>
                  <a:lnTo>
                    <a:pt x="280" y="110"/>
                  </a:lnTo>
                  <a:cubicBezTo>
                    <a:pt x="268" y="46"/>
                    <a:pt x="212" y="1"/>
                    <a:pt x="149" y="1"/>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3415;p80">
              <a:extLst>
                <a:ext uri="{FF2B5EF4-FFF2-40B4-BE49-F238E27FC236}">
                  <a16:creationId xmlns:a16="http://schemas.microsoft.com/office/drawing/2014/main" id="{FD2B2B8F-75F8-B093-2665-34B6E08B635B}"/>
                </a:ext>
              </a:extLst>
            </p:cNvPr>
            <p:cNvSpPr/>
            <p:nvPr/>
          </p:nvSpPr>
          <p:spPr>
            <a:xfrm>
              <a:off x="4973684" y="4009810"/>
              <a:ext cx="21616" cy="21534"/>
            </a:xfrm>
            <a:custGeom>
              <a:avLst/>
              <a:gdLst/>
              <a:ahLst/>
              <a:cxnLst/>
              <a:rect l="l" t="t" r="r" b="b"/>
              <a:pathLst>
                <a:path w="528" h="526" extrusionOk="0">
                  <a:moveTo>
                    <a:pt x="335" y="0"/>
                  </a:moveTo>
                  <a:lnTo>
                    <a:pt x="335" y="0"/>
                  </a:lnTo>
                  <a:cubicBezTo>
                    <a:pt x="343" y="25"/>
                    <a:pt x="346" y="51"/>
                    <a:pt x="346" y="77"/>
                  </a:cubicBezTo>
                  <a:cubicBezTo>
                    <a:pt x="346" y="227"/>
                    <a:pt x="225" y="346"/>
                    <a:pt x="77" y="346"/>
                  </a:cubicBezTo>
                  <a:cubicBezTo>
                    <a:pt x="50" y="346"/>
                    <a:pt x="24" y="343"/>
                    <a:pt x="0" y="335"/>
                  </a:cubicBezTo>
                  <a:lnTo>
                    <a:pt x="0" y="335"/>
                  </a:lnTo>
                  <a:cubicBezTo>
                    <a:pt x="33" y="446"/>
                    <a:pt x="135" y="526"/>
                    <a:pt x="259" y="526"/>
                  </a:cubicBezTo>
                  <a:cubicBezTo>
                    <a:pt x="408" y="526"/>
                    <a:pt x="528" y="404"/>
                    <a:pt x="528" y="258"/>
                  </a:cubicBezTo>
                  <a:cubicBezTo>
                    <a:pt x="526" y="137"/>
                    <a:pt x="446" y="34"/>
                    <a:pt x="3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3416;p80">
              <a:extLst>
                <a:ext uri="{FF2B5EF4-FFF2-40B4-BE49-F238E27FC236}">
                  <a16:creationId xmlns:a16="http://schemas.microsoft.com/office/drawing/2014/main" id="{D8DF4D10-9A0F-42CA-875B-8C9040AE2857}"/>
                </a:ext>
              </a:extLst>
            </p:cNvPr>
            <p:cNvSpPr/>
            <p:nvPr/>
          </p:nvSpPr>
          <p:spPr>
            <a:xfrm>
              <a:off x="5100967" y="4194531"/>
              <a:ext cx="18382" cy="18423"/>
            </a:xfrm>
            <a:custGeom>
              <a:avLst/>
              <a:gdLst/>
              <a:ahLst/>
              <a:cxnLst/>
              <a:rect l="l" t="t" r="r" b="b"/>
              <a:pathLst>
                <a:path w="449" h="450" extrusionOk="0">
                  <a:moveTo>
                    <a:pt x="270" y="1"/>
                  </a:moveTo>
                  <a:cubicBezTo>
                    <a:pt x="121" y="1"/>
                    <a:pt x="1" y="122"/>
                    <a:pt x="1" y="270"/>
                  </a:cubicBezTo>
                  <a:cubicBezTo>
                    <a:pt x="1" y="298"/>
                    <a:pt x="5" y="325"/>
                    <a:pt x="13" y="348"/>
                  </a:cubicBezTo>
                  <a:cubicBezTo>
                    <a:pt x="92" y="427"/>
                    <a:pt x="154" y="449"/>
                    <a:pt x="180" y="449"/>
                  </a:cubicBezTo>
                  <a:cubicBezTo>
                    <a:pt x="328" y="449"/>
                    <a:pt x="449" y="328"/>
                    <a:pt x="449" y="180"/>
                  </a:cubicBezTo>
                  <a:cubicBezTo>
                    <a:pt x="449" y="153"/>
                    <a:pt x="441" y="104"/>
                    <a:pt x="348" y="13"/>
                  </a:cubicBezTo>
                  <a:cubicBezTo>
                    <a:pt x="322" y="5"/>
                    <a:pt x="296" y="1"/>
                    <a:pt x="27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3417;p80">
              <a:extLst>
                <a:ext uri="{FF2B5EF4-FFF2-40B4-BE49-F238E27FC236}">
                  <a16:creationId xmlns:a16="http://schemas.microsoft.com/office/drawing/2014/main" id="{E48D9ECB-8462-5139-39E0-D83960A575D3}"/>
                </a:ext>
              </a:extLst>
            </p:cNvPr>
            <p:cNvSpPr/>
            <p:nvPr/>
          </p:nvSpPr>
          <p:spPr>
            <a:xfrm>
              <a:off x="5101499" y="4194981"/>
              <a:ext cx="21616" cy="21575"/>
            </a:xfrm>
            <a:custGeom>
              <a:avLst/>
              <a:gdLst/>
              <a:ahLst/>
              <a:cxnLst/>
              <a:rect l="l" t="t" r="r" b="b"/>
              <a:pathLst>
                <a:path w="528" h="527" extrusionOk="0">
                  <a:moveTo>
                    <a:pt x="335" y="0"/>
                  </a:moveTo>
                  <a:lnTo>
                    <a:pt x="335" y="0"/>
                  </a:lnTo>
                  <a:cubicBezTo>
                    <a:pt x="343" y="26"/>
                    <a:pt x="346" y="52"/>
                    <a:pt x="346" y="78"/>
                  </a:cubicBezTo>
                  <a:cubicBezTo>
                    <a:pt x="346" y="227"/>
                    <a:pt x="225" y="347"/>
                    <a:pt x="77" y="347"/>
                  </a:cubicBezTo>
                  <a:cubicBezTo>
                    <a:pt x="50" y="347"/>
                    <a:pt x="23" y="343"/>
                    <a:pt x="0" y="336"/>
                  </a:cubicBezTo>
                  <a:lnTo>
                    <a:pt x="0" y="336"/>
                  </a:lnTo>
                  <a:cubicBezTo>
                    <a:pt x="33" y="447"/>
                    <a:pt x="135" y="527"/>
                    <a:pt x="259" y="527"/>
                  </a:cubicBezTo>
                  <a:cubicBezTo>
                    <a:pt x="408" y="527"/>
                    <a:pt x="528" y="406"/>
                    <a:pt x="528" y="258"/>
                  </a:cubicBezTo>
                  <a:cubicBezTo>
                    <a:pt x="526" y="136"/>
                    <a:pt x="446" y="35"/>
                    <a:pt x="335" y="0"/>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3418;p80">
              <a:extLst>
                <a:ext uri="{FF2B5EF4-FFF2-40B4-BE49-F238E27FC236}">
                  <a16:creationId xmlns:a16="http://schemas.microsoft.com/office/drawing/2014/main" id="{054AC7A2-2F4B-6409-67A5-8C5B4A05EC72}"/>
                </a:ext>
              </a:extLst>
            </p:cNvPr>
            <p:cNvSpPr/>
            <p:nvPr/>
          </p:nvSpPr>
          <p:spPr>
            <a:xfrm>
              <a:off x="4821306" y="3871310"/>
              <a:ext cx="97151" cy="146606"/>
            </a:xfrm>
            <a:custGeom>
              <a:avLst/>
              <a:gdLst/>
              <a:ahLst/>
              <a:cxnLst/>
              <a:rect l="l" t="t" r="r" b="b"/>
              <a:pathLst>
                <a:path w="2373" h="3581" extrusionOk="0">
                  <a:moveTo>
                    <a:pt x="2373" y="1"/>
                  </a:moveTo>
                  <a:lnTo>
                    <a:pt x="2373" y="1"/>
                  </a:lnTo>
                  <a:cubicBezTo>
                    <a:pt x="992" y="609"/>
                    <a:pt x="24" y="1981"/>
                    <a:pt x="0" y="3581"/>
                  </a:cubicBezTo>
                  <a:lnTo>
                    <a:pt x="2286" y="1849"/>
                  </a:lnTo>
                  <a:lnTo>
                    <a:pt x="2373"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3419;p80">
              <a:extLst>
                <a:ext uri="{FF2B5EF4-FFF2-40B4-BE49-F238E27FC236}">
                  <a16:creationId xmlns:a16="http://schemas.microsoft.com/office/drawing/2014/main" id="{2F0F1BDB-FC6C-C6D1-CC56-069BDA0C8D79}"/>
                </a:ext>
              </a:extLst>
            </p:cNvPr>
            <p:cNvSpPr/>
            <p:nvPr/>
          </p:nvSpPr>
          <p:spPr>
            <a:xfrm>
              <a:off x="4821306" y="3869672"/>
              <a:ext cx="108041" cy="156432"/>
            </a:xfrm>
            <a:custGeom>
              <a:avLst/>
              <a:gdLst/>
              <a:ahLst/>
              <a:cxnLst/>
              <a:rect l="l" t="t" r="r" b="b"/>
              <a:pathLst>
                <a:path w="2639" h="3821" extrusionOk="0">
                  <a:moveTo>
                    <a:pt x="2493" y="0"/>
                  </a:moveTo>
                  <a:cubicBezTo>
                    <a:pt x="2475" y="0"/>
                    <a:pt x="2457" y="4"/>
                    <a:pt x="2439" y="11"/>
                  </a:cubicBezTo>
                  <a:cubicBezTo>
                    <a:pt x="2416" y="21"/>
                    <a:pt x="2395" y="30"/>
                    <a:pt x="2373" y="41"/>
                  </a:cubicBezTo>
                  <a:lnTo>
                    <a:pt x="2160" y="1819"/>
                  </a:lnTo>
                  <a:lnTo>
                    <a:pt x="0" y="3623"/>
                  </a:lnTo>
                  <a:lnTo>
                    <a:pt x="0" y="3683"/>
                  </a:lnTo>
                  <a:cubicBezTo>
                    <a:pt x="0" y="3765"/>
                    <a:pt x="68" y="3821"/>
                    <a:pt x="139" y="3821"/>
                  </a:cubicBezTo>
                  <a:cubicBezTo>
                    <a:pt x="169" y="3821"/>
                    <a:pt x="199" y="3811"/>
                    <a:pt x="225" y="3789"/>
                  </a:cubicBezTo>
                  <a:lnTo>
                    <a:pt x="2411" y="1963"/>
                  </a:lnTo>
                  <a:lnTo>
                    <a:pt x="2627" y="157"/>
                  </a:lnTo>
                  <a:cubicBezTo>
                    <a:pt x="2638" y="69"/>
                    <a:pt x="2571" y="0"/>
                    <a:pt x="249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3420;p80">
              <a:extLst>
                <a:ext uri="{FF2B5EF4-FFF2-40B4-BE49-F238E27FC236}">
                  <a16:creationId xmlns:a16="http://schemas.microsoft.com/office/drawing/2014/main" id="{CE4563A0-B59F-3986-6995-E4E3A17FCA53}"/>
                </a:ext>
              </a:extLst>
            </p:cNvPr>
            <p:cNvSpPr/>
            <p:nvPr/>
          </p:nvSpPr>
          <p:spPr>
            <a:xfrm>
              <a:off x="4795472" y="4219300"/>
              <a:ext cx="377467" cy="11054"/>
            </a:xfrm>
            <a:custGeom>
              <a:avLst/>
              <a:gdLst/>
              <a:ahLst/>
              <a:cxnLst/>
              <a:rect l="l" t="t" r="r" b="b"/>
              <a:pathLst>
                <a:path w="9220" h="270" extrusionOk="0">
                  <a:moveTo>
                    <a:pt x="144" y="0"/>
                  </a:moveTo>
                  <a:cubicBezTo>
                    <a:pt x="64" y="0"/>
                    <a:pt x="0" y="70"/>
                    <a:pt x="11" y="152"/>
                  </a:cubicBezTo>
                  <a:cubicBezTo>
                    <a:pt x="18" y="219"/>
                    <a:pt x="80" y="269"/>
                    <a:pt x="149" y="269"/>
                  </a:cubicBezTo>
                  <a:lnTo>
                    <a:pt x="9076" y="269"/>
                  </a:lnTo>
                  <a:cubicBezTo>
                    <a:pt x="9156" y="269"/>
                    <a:pt x="9219" y="200"/>
                    <a:pt x="9209" y="117"/>
                  </a:cubicBezTo>
                  <a:cubicBezTo>
                    <a:pt x="9201" y="50"/>
                    <a:pt x="9139" y="0"/>
                    <a:pt x="9071" y="0"/>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4" name="Google Shape;3421;p80">
            <a:extLst>
              <a:ext uri="{FF2B5EF4-FFF2-40B4-BE49-F238E27FC236}">
                <a16:creationId xmlns:a16="http://schemas.microsoft.com/office/drawing/2014/main" id="{878F2B10-F8E3-34B0-6B5C-6E646A000156}"/>
              </a:ext>
            </a:extLst>
          </p:cNvPr>
          <p:cNvGrpSpPr/>
          <p:nvPr/>
        </p:nvGrpSpPr>
        <p:grpSpPr>
          <a:xfrm>
            <a:off x="7879945" y="2002416"/>
            <a:ext cx="1376943" cy="1113317"/>
            <a:chOff x="4795513" y="1452042"/>
            <a:chExt cx="377385" cy="376894"/>
          </a:xfrm>
        </p:grpSpPr>
        <p:sp>
          <p:nvSpPr>
            <p:cNvPr id="455" name="Google Shape;3422;p80">
              <a:extLst>
                <a:ext uri="{FF2B5EF4-FFF2-40B4-BE49-F238E27FC236}">
                  <a16:creationId xmlns:a16="http://schemas.microsoft.com/office/drawing/2014/main" id="{55DDAF27-A9D3-32CB-3F38-B27BB30DCC1E}"/>
                </a:ext>
              </a:extLst>
            </p:cNvPr>
            <p:cNvSpPr/>
            <p:nvPr/>
          </p:nvSpPr>
          <p:spPr>
            <a:xfrm>
              <a:off x="4978597" y="1685441"/>
              <a:ext cx="11054" cy="42004"/>
            </a:xfrm>
            <a:custGeom>
              <a:avLst/>
              <a:gdLst/>
              <a:ahLst/>
              <a:cxnLst/>
              <a:rect l="l" t="t" r="r" b="b"/>
              <a:pathLst>
                <a:path w="270" h="1026" extrusionOk="0">
                  <a:moveTo>
                    <a:pt x="1" y="1"/>
                  </a:moveTo>
                  <a:lnTo>
                    <a:pt x="1" y="1025"/>
                  </a:lnTo>
                  <a:lnTo>
                    <a:pt x="270" y="1025"/>
                  </a:lnTo>
                  <a:lnTo>
                    <a:pt x="27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3423;p80">
              <a:extLst>
                <a:ext uri="{FF2B5EF4-FFF2-40B4-BE49-F238E27FC236}">
                  <a16:creationId xmlns:a16="http://schemas.microsoft.com/office/drawing/2014/main" id="{1EB854DB-84E6-5B87-F673-C2DBF8827687}"/>
                </a:ext>
              </a:extLst>
            </p:cNvPr>
            <p:cNvSpPr/>
            <p:nvPr/>
          </p:nvSpPr>
          <p:spPr>
            <a:xfrm>
              <a:off x="4851110" y="1730475"/>
              <a:ext cx="252354" cy="82330"/>
            </a:xfrm>
            <a:custGeom>
              <a:avLst/>
              <a:gdLst/>
              <a:ahLst/>
              <a:cxnLst/>
              <a:rect l="l" t="t" r="r" b="b"/>
              <a:pathLst>
                <a:path w="6164" h="2011" extrusionOk="0">
                  <a:moveTo>
                    <a:pt x="590" y="0"/>
                  </a:moveTo>
                  <a:cubicBezTo>
                    <a:pt x="376" y="0"/>
                    <a:pt x="163" y="53"/>
                    <a:pt x="0" y="158"/>
                  </a:cubicBezTo>
                  <a:lnTo>
                    <a:pt x="678" y="2010"/>
                  </a:lnTo>
                  <a:lnTo>
                    <a:pt x="5537" y="2010"/>
                  </a:lnTo>
                  <a:lnTo>
                    <a:pt x="6164" y="25"/>
                  </a:lnTo>
                  <a:cubicBezTo>
                    <a:pt x="6082" y="9"/>
                    <a:pt x="5998" y="1"/>
                    <a:pt x="5914" y="1"/>
                  </a:cubicBezTo>
                  <a:cubicBezTo>
                    <a:pt x="5700" y="1"/>
                    <a:pt x="5487" y="53"/>
                    <a:pt x="5325" y="158"/>
                  </a:cubicBezTo>
                  <a:cubicBezTo>
                    <a:pt x="5162" y="53"/>
                    <a:pt x="4949" y="0"/>
                    <a:pt x="4735" y="0"/>
                  </a:cubicBezTo>
                  <a:cubicBezTo>
                    <a:pt x="4522" y="0"/>
                    <a:pt x="4308" y="53"/>
                    <a:pt x="4145" y="158"/>
                  </a:cubicBezTo>
                  <a:lnTo>
                    <a:pt x="2358" y="158"/>
                  </a:lnTo>
                  <a:cubicBezTo>
                    <a:pt x="2196" y="53"/>
                    <a:pt x="1983" y="0"/>
                    <a:pt x="1769" y="0"/>
                  </a:cubicBezTo>
                  <a:cubicBezTo>
                    <a:pt x="1556" y="0"/>
                    <a:pt x="1343" y="53"/>
                    <a:pt x="1180" y="158"/>
                  </a:cubicBezTo>
                  <a:cubicBezTo>
                    <a:pt x="1017" y="53"/>
                    <a:pt x="803" y="0"/>
                    <a:pt x="5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3424;p80">
              <a:extLst>
                <a:ext uri="{FF2B5EF4-FFF2-40B4-BE49-F238E27FC236}">
                  <a16:creationId xmlns:a16="http://schemas.microsoft.com/office/drawing/2014/main" id="{B4A453A7-D29E-E318-3B4A-5C6134C8470F}"/>
                </a:ext>
              </a:extLst>
            </p:cNvPr>
            <p:cNvSpPr/>
            <p:nvPr/>
          </p:nvSpPr>
          <p:spPr>
            <a:xfrm>
              <a:off x="4876902" y="1730230"/>
              <a:ext cx="240277" cy="93589"/>
            </a:xfrm>
            <a:custGeom>
              <a:avLst/>
              <a:gdLst/>
              <a:ahLst/>
              <a:cxnLst/>
              <a:rect l="l" t="t" r="r" b="b"/>
              <a:pathLst>
                <a:path w="5869" h="2286" extrusionOk="0">
                  <a:moveTo>
                    <a:pt x="5528" y="1"/>
                  </a:moveTo>
                  <a:lnTo>
                    <a:pt x="4851" y="1889"/>
                  </a:lnTo>
                  <a:lnTo>
                    <a:pt x="1" y="1889"/>
                  </a:lnTo>
                  <a:lnTo>
                    <a:pt x="142" y="2285"/>
                  </a:lnTo>
                  <a:lnTo>
                    <a:pt x="5098" y="2285"/>
                  </a:lnTo>
                  <a:lnTo>
                    <a:pt x="5868" y="137"/>
                  </a:lnTo>
                  <a:cubicBezTo>
                    <a:pt x="5769" y="73"/>
                    <a:pt x="5653" y="26"/>
                    <a:pt x="55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3425;p80">
              <a:extLst>
                <a:ext uri="{FF2B5EF4-FFF2-40B4-BE49-F238E27FC236}">
                  <a16:creationId xmlns:a16="http://schemas.microsoft.com/office/drawing/2014/main" id="{5C6DCC33-3B07-781D-3431-332A22412688}"/>
                </a:ext>
              </a:extLst>
            </p:cNvPr>
            <p:cNvSpPr/>
            <p:nvPr/>
          </p:nvSpPr>
          <p:spPr>
            <a:xfrm>
              <a:off x="4994482" y="1663866"/>
              <a:ext cx="33530" cy="25628"/>
            </a:xfrm>
            <a:custGeom>
              <a:avLst/>
              <a:gdLst/>
              <a:ahLst/>
              <a:cxnLst/>
              <a:rect l="l" t="t" r="r" b="b"/>
              <a:pathLst>
                <a:path w="819" h="626" extrusionOk="0">
                  <a:moveTo>
                    <a:pt x="566" y="0"/>
                  </a:moveTo>
                  <a:cubicBezTo>
                    <a:pt x="480" y="0"/>
                    <a:pt x="398" y="13"/>
                    <a:pt x="323" y="37"/>
                  </a:cubicBezTo>
                  <a:cubicBezTo>
                    <a:pt x="274" y="198"/>
                    <a:pt x="132" y="450"/>
                    <a:pt x="1" y="626"/>
                  </a:cubicBezTo>
                  <a:cubicBezTo>
                    <a:pt x="3" y="626"/>
                    <a:pt x="6" y="626"/>
                    <a:pt x="8" y="626"/>
                  </a:cubicBezTo>
                  <a:cubicBezTo>
                    <a:pt x="454" y="626"/>
                    <a:pt x="698" y="431"/>
                    <a:pt x="819" y="33"/>
                  </a:cubicBezTo>
                  <a:cubicBezTo>
                    <a:pt x="730" y="11"/>
                    <a:pt x="646" y="0"/>
                    <a:pt x="56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3426;p80">
              <a:extLst>
                <a:ext uri="{FF2B5EF4-FFF2-40B4-BE49-F238E27FC236}">
                  <a16:creationId xmlns:a16="http://schemas.microsoft.com/office/drawing/2014/main" id="{C45374A9-4214-A833-1FE3-8FCCAD9A29BC}"/>
                </a:ext>
              </a:extLst>
            </p:cNvPr>
            <p:cNvSpPr/>
            <p:nvPr/>
          </p:nvSpPr>
          <p:spPr>
            <a:xfrm>
              <a:off x="4984206" y="1665094"/>
              <a:ext cx="52649" cy="29600"/>
            </a:xfrm>
            <a:custGeom>
              <a:avLst/>
              <a:gdLst/>
              <a:ahLst/>
              <a:cxnLst/>
              <a:rect l="l" t="t" r="r" b="b"/>
              <a:pathLst>
                <a:path w="1286" h="723" extrusionOk="0">
                  <a:moveTo>
                    <a:pt x="1070" y="1"/>
                  </a:moveTo>
                  <a:cubicBezTo>
                    <a:pt x="901" y="346"/>
                    <a:pt x="657" y="526"/>
                    <a:pt x="347" y="542"/>
                  </a:cubicBezTo>
                  <a:cubicBezTo>
                    <a:pt x="479" y="366"/>
                    <a:pt x="555" y="187"/>
                    <a:pt x="574" y="6"/>
                  </a:cubicBezTo>
                  <a:lnTo>
                    <a:pt x="574" y="6"/>
                  </a:lnTo>
                  <a:cubicBezTo>
                    <a:pt x="356" y="77"/>
                    <a:pt x="180" y="244"/>
                    <a:pt x="48" y="510"/>
                  </a:cubicBezTo>
                  <a:cubicBezTo>
                    <a:pt x="30" y="543"/>
                    <a:pt x="14" y="579"/>
                    <a:pt x="1" y="615"/>
                  </a:cubicBezTo>
                  <a:cubicBezTo>
                    <a:pt x="174" y="687"/>
                    <a:pt x="335" y="722"/>
                    <a:pt x="482" y="722"/>
                  </a:cubicBezTo>
                  <a:cubicBezTo>
                    <a:pt x="826" y="722"/>
                    <a:pt x="1092" y="526"/>
                    <a:pt x="1270" y="138"/>
                  </a:cubicBezTo>
                  <a:cubicBezTo>
                    <a:pt x="1286" y="105"/>
                    <a:pt x="1269" y="66"/>
                    <a:pt x="1235" y="53"/>
                  </a:cubicBezTo>
                  <a:cubicBezTo>
                    <a:pt x="1178" y="31"/>
                    <a:pt x="1122" y="15"/>
                    <a:pt x="107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3427;p80">
              <a:extLst>
                <a:ext uri="{FF2B5EF4-FFF2-40B4-BE49-F238E27FC236}">
                  <a16:creationId xmlns:a16="http://schemas.microsoft.com/office/drawing/2014/main" id="{0798B027-5CD5-19F3-EE8F-DD97A8C82934}"/>
                </a:ext>
              </a:extLst>
            </p:cNvPr>
            <p:cNvSpPr/>
            <p:nvPr/>
          </p:nvSpPr>
          <p:spPr>
            <a:xfrm>
              <a:off x="4931557" y="1663866"/>
              <a:ext cx="44543" cy="26529"/>
            </a:xfrm>
            <a:custGeom>
              <a:avLst/>
              <a:gdLst/>
              <a:ahLst/>
              <a:cxnLst/>
              <a:rect l="l" t="t" r="r" b="b"/>
              <a:pathLst>
                <a:path w="1088" h="648" extrusionOk="0">
                  <a:moveTo>
                    <a:pt x="470" y="0"/>
                  </a:moveTo>
                  <a:cubicBezTo>
                    <a:pt x="341" y="0"/>
                    <a:pt x="201" y="28"/>
                    <a:pt x="50" y="85"/>
                  </a:cubicBezTo>
                  <a:cubicBezTo>
                    <a:pt x="16" y="97"/>
                    <a:pt x="1" y="135"/>
                    <a:pt x="14" y="169"/>
                  </a:cubicBezTo>
                  <a:cubicBezTo>
                    <a:pt x="60" y="266"/>
                    <a:pt x="111" y="352"/>
                    <a:pt x="166" y="425"/>
                  </a:cubicBezTo>
                  <a:cubicBezTo>
                    <a:pt x="327" y="592"/>
                    <a:pt x="526" y="648"/>
                    <a:pt x="723" y="648"/>
                  </a:cubicBezTo>
                  <a:cubicBezTo>
                    <a:pt x="849" y="648"/>
                    <a:pt x="974" y="625"/>
                    <a:pt x="1087" y="594"/>
                  </a:cubicBezTo>
                  <a:cubicBezTo>
                    <a:pt x="959" y="451"/>
                    <a:pt x="798" y="228"/>
                    <a:pt x="713" y="37"/>
                  </a:cubicBezTo>
                  <a:cubicBezTo>
                    <a:pt x="637" y="13"/>
                    <a:pt x="556" y="0"/>
                    <a:pt x="470"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3428;p80">
              <a:extLst>
                <a:ext uri="{FF2B5EF4-FFF2-40B4-BE49-F238E27FC236}">
                  <a16:creationId xmlns:a16="http://schemas.microsoft.com/office/drawing/2014/main" id="{6CE053A4-18DD-5895-1221-042877E00A24}"/>
                </a:ext>
              </a:extLst>
            </p:cNvPr>
            <p:cNvSpPr/>
            <p:nvPr/>
          </p:nvSpPr>
          <p:spPr>
            <a:xfrm>
              <a:off x="4938435" y="1665381"/>
              <a:ext cx="45812" cy="29354"/>
            </a:xfrm>
            <a:custGeom>
              <a:avLst/>
              <a:gdLst/>
              <a:ahLst/>
              <a:cxnLst/>
              <a:rect l="l" t="t" r="r" b="b"/>
              <a:pathLst>
                <a:path w="1119" h="717" extrusionOk="0">
                  <a:moveTo>
                    <a:pt x="545" y="0"/>
                  </a:moveTo>
                  <a:cubicBezTo>
                    <a:pt x="563" y="166"/>
                    <a:pt x="627" y="330"/>
                    <a:pt x="742" y="496"/>
                  </a:cubicBezTo>
                  <a:cubicBezTo>
                    <a:pt x="642" y="523"/>
                    <a:pt x="547" y="537"/>
                    <a:pt x="457" y="537"/>
                  </a:cubicBezTo>
                  <a:cubicBezTo>
                    <a:pt x="284" y="537"/>
                    <a:pt x="131" y="487"/>
                    <a:pt x="0" y="388"/>
                  </a:cubicBezTo>
                  <a:lnTo>
                    <a:pt x="0" y="388"/>
                  </a:lnTo>
                  <a:cubicBezTo>
                    <a:pt x="166" y="606"/>
                    <a:pt x="380" y="716"/>
                    <a:pt x="638" y="716"/>
                  </a:cubicBezTo>
                  <a:cubicBezTo>
                    <a:pt x="784" y="716"/>
                    <a:pt x="945" y="680"/>
                    <a:pt x="1119" y="608"/>
                  </a:cubicBezTo>
                  <a:cubicBezTo>
                    <a:pt x="983" y="282"/>
                    <a:pt x="790" y="79"/>
                    <a:pt x="54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3429;p80">
              <a:extLst>
                <a:ext uri="{FF2B5EF4-FFF2-40B4-BE49-F238E27FC236}">
                  <a16:creationId xmlns:a16="http://schemas.microsoft.com/office/drawing/2014/main" id="{A5A86A85-E18F-1DD8-8810-830CF189659B}"/>
                </a:ext>
              </a:extLst>
            </p:cNvPr>
            <p:cNvSpPr/>
            <p:nvPr/>
          </p:nvSpPr>
          <p:spPr>
            <a:xfrm>
              <a:off x="4966151" y="1633939"/>
              <a:ext cx="32220" cy="48391"/>
            </a:xfrm>
            <a:custGeom>
              <a:avLst/>
              <a:gdLst/>
              <a:ahLst/>
              <a:cxnLst/>
              <a:rect l="l" t="t" r="r" b="b"/>
              <a:pathLst>
                <a:path w="787" h="1182" extrusionOk="0">
                  <a:moveTo>
                    <a:pt x="442" y="0"/>
                  </a:moveTo>
                  <a:cubicBezTo>
                    <a:pt x="425" y="0"/>
                    <a:pt x="408" y="7"/>
                    <a:pt x="395" y="20"/>
                  </a:cubicBezTo>
                  <a:cubicBezTo>
                    <a:pt x="42" y="401"/>
                    <a:pt x="1" y="797"/>
                    <a:pt x="275" y="1182"/>
                  </a:cubicBezTo>
                  <a:cubicBezTo>
                    <a:pt x="687" y="1055"/>
                    <a:pt x="787" y="418"/>
                    <a:pt x="531" y="70"/>
                  </a:cubicBezTo>
                  <a:cubicBezTo>
                    <a:pt x="517" y="53"/>
                    <a:pt x="502" y="37"/>
                    <a:pt x="487" y="20"/>
                  </a:cubicBezTo>
                  <a:cubicBezTo>
                    <a:pt x="475" y="7"/>
                    <a:pt x="458" y="0"/>
                    <a:pt x="44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3430;p80">
              <a:extLst>
                <a:ext uri="{FF2B5EF4-FFF2-40B4-BE49-F238E27FC236}">
                  <a16:creationId xmlns:a16="http://schemas.microsoft.com/office/drawing/2014/main" id="{6872AD05-82D7-5320-EC59-020F4C00A3A8}"/>
                </a:ext>
              </a:extLst>
            </p:cNvPr>
            <p:cNvSpPr/>
            <p:nvPr/>
          </p:nvSpPr>
          <p:spPr>
            <a:xfrm>
              <a:off x="4977410" y="1636764"/>
              <a:ext cx="25547" cy="53509"/>
            </a:xfrm>
            <a:custGeom>
              <a:avLst/>
              <a:gdLst/>
              <a:ahLst/>
              <a:cxnLst/>
              <a:rect l="l" t="t" r="r" b="b"/>
              <a:pathLst>
                <a:path w="624" h="1307" extrusionOk="0">
                  <a:moveTo>
                    <a:pt x="256" y="1"/>
                  </a:moveTo>
                  <a:lnTo>
                    <a:pt x="256" y="1"/>
                  </a:lnTo>
                  <a:cubicBezTo>
                    <a:pt x="426" y="372"/>
                    <a:pt x="337" y="769"/>
                    <a:pt x="0" y="1113"/>
                  </a:cubicBezTo>
                  <a:cubicBezTo>
                    <a:pt x="46" y="1177"/>
                    <a:pt x="101" y="1243"/>
                    <a:pt x="167" y="1307"/>
                  </a:cubicBezTo>
                  <a:cubicBezTo>
                    <a:pt x="595" y="880"/>
                    <a:pt x="624" y="432"/>
                    <a:pt x="25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3431;p80">
              <a:extLst>
                <a:ext uri="{FF2B5EF4-FFF2-40B4-BE49-F238E27FC236}">
                  <a16:creationId xmlns:a16="http://schemas.microsoft.com/office/drawing/2014/main" id="{BB23147A-EB27-B90B-9CFE-4E32A11CAC29}"/>
                </a:ext>
              </a:extLst>
            </p:cNvPr>
            <p:cNvSpPr/>
            <p:nvPr/>
          </p:nvSpPr>
          <p:spPr>
            <a:xfrm>
              <a:off x="4906952" y="1580225"/>
              <a:ext cx="19119" cy="26079"/>
            </a:xfrm>
            <a:custGeom>
              <a:avLst/>
              <a:gdLst/>
              <a:ahLst/>
              <a:cxnLst/>
              <a:rect l="l" t="t" r="r" b="b"/>
              <a:pathLst>
                <a:path w="467" h="637" extrusionOk="0">
                  <a:moveTo>
                    <a:pt x="270" y="1"/>
                  </a:moveTo>
                  <a:cubicBezTo>
                    <a:pt x="253" y="1"/>
                    <a:pt x="235" y="8"/>
                    <a:pt x="222" y="23"/>
                  </a:cubicBezTo>
                  <a:cubicBezTo>
                    <a:pt x="90" y="170"/>
                    <a:pt x="0" y="341"/>
                    <a:pt x="0" y="476"/>
                  </a:cubicBezTo>
                  <a:cubicBezTo>
                    <a:pt x="0" y="498"/>
                    <a:pt x="2" y="519"/>
                    <a:pt x="8" y="538"/>
                  </a:cubicBezTo>
                  <a:cubicBezTo>
                    <a:pt x="70" y="600"/>
                    <a:pt x="155" y="637"/>
                    <a:pt x="198" y="637"/>
                  </a:cubicBezTo>
                  <a:cubicBezTo>
                    <a:pt x="198" y="637"/>
                    <a:pt x="199" y="637"/>
                    <a:pt x="199" y="637"/>
                  </a:cubicBezTo>
                  <a:cubicBezTo>
                    <a:pt x="348" y="637"/>
                    <a:pt x="467" y="516"/>
                    <a:pt x="467" y="368"/>
                  </a:cubicBezTo>
                  <a:cubicBezTo>
                    <a:pt x="467" y="300"/>
                    <a:pt x="413" y="176"/>
                    <a:pt x="339" y="49"/>
                  </a:cubicBezTo>
                  <a:lnTo>
                    <a:pt x="316" y="21"/>
                  </a:lnTo>
                  <a:cubicBezTo>
                    <a:pt x="303" y="7"/>
                    <a:pt x="287"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3432;p80">
              <a:extLst>
                <a:ext uri="{FF2B5EF4-FFF2-40B4-BE49-F238E27FC236}">
                  <a16:creationId xmlns:a16="http://schemas.microsoft.com/office/drawing/2014/main" id="{00B67C58-0739-86D3-7BDE-3F0FCD03959E}"/>
                </a:ext>
              </a:extLst>
            </p:cNvPr>
            <p:cNvSpPr/>
            <p:nvPr/>
          </p:nvSpPr>
          <p:spPr>
            <a:xfrm>
              <a:off x="4907239" y="1582232"/>
              <a:ext cx="21821" cy="28535"/>
            </a:xfrm>
            <a:custGeom>
              <a:avLst/>
              <a:gdLst/>
              <a:ahLst/>
              <a:cxnLst/>
              <a:rect l="l" t="t" r="r" b="b"/>
              <a:pathLst>
                <a:path w="533" h="697" extrusionOk="0">
                  <a:moveTo>
                    <a:pt x="333" y="0"/>
                  </a:moveTo>
                  <a:lnTo>
                    <a:pt x="333" y="0"/>
                  </a:lnTo>
                  <a:cubicBezTo>
                    <a:pt x="369" y="91"/>
                    <a:pt x="389" y="181"/>
                    <a:pt x="389" y="248"/>
                  </a:cubicBezTo>
                  <a:cubicBezTo>
                    <a:pt x="389" y="397"/>
                    <a:pt x="268" y="517"/>
                    <a:pt x="120" y="517"/>
                  </a:cubicBezTo>
                  <a:cubicBezTo>
                    <a:pt x="78" y="517"/>
                    <a:pt x="37" y="507"/>
                    <a:pt x="1" y="489"/>
                  </a:cubicBezTo>
                  <a:lnTo>
                    <a:pt x="1" y="489"/>
                  </a:lnTo>
                  <a:cubicBezTo>
                    <a:pt x="29" y="608"/>
                    <a:pt x="136" y="696"/>
                    <a:pt x="263" y="696"/>
                  </a:cubicBezTo>
                  <a:cubicBezTo>
                    <a:pt x="412" y="696"/>
                    <a:pt x="532" y="575"/>
                    <a:pt x="532" y="427"/>
                  </a:cubicBezTo>
                  <a:cubicBezTo>
                    <a:pt x="532" y="302"/>
                    <a:pt x="452" y="143"/>
                    <a:pt x="3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3433;p80">
              <a:extLst>
                <a:ext uri="{FF2B5EF4-FFF2-40B4-BE49-F238E27FC236}">
                  <a16:creationId xmlns:a16="http://schemas.microsoft.com/office/drawing/2014/main" id="{D3C4FAF3-B051-845C-B2B4-FC202C088D62}"/>
                </a:ext>
              </a:extLst>
            </p:cNvPr>
            <p:cNvSpPr/>
            <p:nvPr/>
          </p:nvSpPr>
          <p:spPr>
            <a:xfrm>
              <a:off x="4973193" y="1580225"/>
              <a:ext cx="19160" cy="26079"/>
            </a:xfrm>
            <a:custGeom>
              <a:avLst/>
              <a:gdLst/>
              <a:ahLst/>
              <a:cxnLst/>
              <a:rect l="l" t="t" r="r" b="b"/>
              <a:pathLst>
                <a:path w="468" h="637" extrusionOk="0">
                  <a:moveTo>
                    <a:pt x="270" y="1"/>
                  </a:moveTo>
                  <a:cubicBezTo>
                    <a:pt x="252" y="1"/>
                    <a:pt x="234" y="8"/>
                    <a:pt x="221" y="23"/>
                  </a:cubicBezTo>
                  <a:cubicBezTo>
                    <a:pt x="89" y="170"/>
                    <a:pt x="1" y="341"/>
                    <a:pt x="1" y="476"/>
                  </a:cubicBezTo>
                  <a:cubicBezTo>
                    <a:pt x="1" y="498"/>
                    <a:pt x="3" y="519"/>
                    <a:pt x="8" y="538"/>
                  </a:cubicBezTo>
                  <a:cubicBezTo>
                    <a:pt x="70" y="600"/>
                    <a:pt x="156" y="637"/>
                    <a:pt x="198" y="637"/>
                  </a:cubicBezTo>
                  <a:cubicBezTo>
                    <a:pt x="199" y="637"/>
                    <a:pt x="199" y="637"/>
                    <a:pt x="200" y="637"/>
                  </a:cubicBezTo>
                  <a:cubicBezTo>
                    <a:pt x="347" y="637"/>
                    <a:pt x="467" y="516"/>
                    <a:pt x="467" y="368"/>
                  </a:cubicBezTo>
                  <a:cubicBezTo>
                    <a:pt x="467" y="300"/>
                    <a:pt x="413" y="176"/>
                    <a:pt x="339" y="49"/>
                  </a:cubicBezTo>
                  <a:lnTo>
                    <a:pt x="315" y="21"/>
                  </a:lnTo>
                  <a:cubicBezTo>
                    <a:pt x="303" y="7"/>
                    <a:pt x="287"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3434;p80">
              <a:extLst>
                <a:ext uri="{FF2B5EF4-FFF2-40B4-BE49-F238E27FC236}">
                  <a16:creationId xmlns:a16="http://schemas.microsoft.com/office/drawing/2014/main" id="{91FA26D4-1E19-6795-61C6-7AF267073D86}"/>
                </a:ext>
              </a:extLst>
            </p:cNvPr>
            <p:cNvSpPr/>
            <p:nvPr/>
          </p:nvSpPr>
          <p:spPr>
            <a:xfrm>
              <a:off x="4973480" y="1582232"/>
              <a:ext cx="21780" cy="28535"/>
            </a:xfrm>
            <a:custGeom>
              <a:avLst/>
              <a:gdLst/>
              <a:ahLst/>
              <a:cxnLst/>
              <a:rect l="l" t="t" r="r" b="b"/>
              <a:pathLst>
                <a:path w="532" h="697" extrusionOk="0">
                  <a:moveTo>
                    <a:pt x="332" y="0"/>
                  </a:moveTo>
                  <a:lnTo>
                    <a:pt x="332" y="0"/>
                  </a:lnTo>
                  <a:cubicBezTo>
                    <a:pt x="368" y="91"/>
                    <a:pt x="387" y="181"/>
                    <a:pt x="387" y="248"/>
                  </a:cubicBezTo>
                  <a:cubicBezTo>
                    <a:pt x="387" y="397"/>
                    <a:pt x="266" y="517"/>
                    <a:pt x="118" y="517"/>
                  </a:cubicBezTo>
                  <a:cubicBezTo>
                    <a:pt x="76" y="517"/>
                    <a:pt x="36" y="507"/>
                    <a:pt x="0" y="489"/>
                  </a:cubicBezTo>
                  <a:lnTo>
                    <a:pt x="0" y="489"/>
                  </a:lnTo>
                  <a:cubicBezTo>
                    <a:pt x="27" y="608"/>
                    <a:pt x="134" y="696"/>
                    <a:pt x="263" y="696"/>
                  </a:cubicBezTo>
                  <a:cubicBezTo>
                    <a:pt x="412" y="696"/>
                    <a:pt x="532" y="575"/>
                    <a:pt x="532" y="427"/>
                  </a:cubicBezTo>
                  <a:cubicBezTo>
                    <a:pt x="531" y="302"/>
                    <a:pt x="452" y="143"/>
                    <a:pt x="33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3435;p80">
              <a:extLst>
                <a:ext uri="{FF2B5EF4-FFF2-40B4-BE49-F238E27FC236}">
                  <a16:creationId xmlns:a16="http://schemas.microsoft.com/office/drawing/2014/main" id="{6256C218-90FF-E5B7-6B88-B5AA358984B7}"/>
                </a:ext>
              </a:extLst>
            </p:cNvPr>
            <p:cNvSpPr/>
            <p:nvPr/>
          </p:nvSpPr>
          <p:spPr>
            <a:xfrm>
              <a:off x="5039393" y="1580225"/>
              <a:ext cx="19160" cy="26079"/>
            </a:xfrm>
            <a:custGeom>
              <a:avLst/>
              <a:gdLst/>
              <a:ahLst/>
              <a:cxnLst/>
              <a:rect l="l" t="t" r="r" b="b"/>
              <a:pathLst>
                <a:path w="468" h="637" extrusionOk="0">
                  <a:moveTo>
                    <a:pt x="270" y="1"/>
                  </a:moveTo>
                  <a:cubicBezTo>
                    <a:pt x="252" y="1"/>
                    <a:pt x="235" y="8"/>
                    <a:pt x="222" y="23"/>
                  </a:cubicBezTo>
                  <a:cubicBezTo>
                    <a:pt x="90" y="170"/>
                    <a:pt x="0" y="341"/>
                    <a:pt x="0" y="476"/>
                  </a:cubicBezTo>
                  <a:cubicBezTo>
                    <a:pt x="0" y="498"/>
                    <a:pt x="3" y="519"/>
                    <a:pt x="9" y="538"/>
                  </a:cubicBezTo>
                  <a:cubicBezTo>
                    <a:pt x="70" y="600"/>
                    <a:pt x="156" y="637"/>
                    <a:pt x="198" y="637"/>
                  </a:cubicBezTo>
                  <a:cubicBezTo>
                    <a:pt x="199" y="637"/>
                    <a:pt x="200" y="637"/>
                    <a:pt x="200" y="637"/>
                  </a:cubicBezTo>
                  <a:cubicBezTo>
                    <a:pt x="348" y="637"/>
                    <a:pt x="467" y="516"/>
                    <a:pt x="467" y="368"/>
                  </a:cubicBezTo>
                  <a:cubicBezTo>
                    <a:pt x="467" y="300"/>
                    <a:pt x="413" y="176"/>
                    <a:pt x="339" y="49"/>
                  </a:cubicBezTo>
                  <a:lnTo>
                    <a:pt x="316" y="21"/>
                  </a:lnTo>
                  <a:cubicBezTo>
                    <a:pt x="303" y="7"/>
                    <a:pt x="287" y="1"/>
                    <a:pt x="2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3436;p80">
              <a:extLst>
                <a:ext uri="{FF2B5EF4-FFF2-40B4-BE49-F238E27FC236}">
                  <a16:creationId xmlns:a16="http://schemas.microsoft.com/office/drawing/2014/main" id="{2E840C79-C246-C9EB-21A1-B439B221F6BD}"/>
                </a:ext>
              </a:extLst>
            </p:cNvPr>
            <p:cNvSpPr/>
            <p:nvPr/>
          </p:nvSpPr>
          <p:spPr>
            <a:xfrm>
              <a:off x="5039639" y="1582232"/>
              <a:ext cx="21862" cy="28535"/>
            </a:xfrm>
            <a:custGeom>
              <a:avLst/>
              <a:gdLst/>
              <a:ahLst/>
              <a:cxnLst/>
              <a:rect l="l" t="t" r="r" b="b"/>
              <a:pathLst>
                <a:path w="534" h="697" extrusionOk="0">
                  <a:moveTo>
                    <a:pt x="333" y="0"/>
                  </a:moveTo>
                  <a:cubicBezTo>
                    <a:pt x="369" y="91"/>
                    <a:pt x="389" y="181"/>
                    <a:pt x="389" y="248"/>
                  </a:cubicBezTo>
                  <a:cubicBezTo>
                    <a:pt x="389" y="397"/>
                    <a:pt x="267" y="517"/>
                    <a:pt x="120" y="517"/>
                  </a:cubicBezTo>
                  <a:cubicBezTo>
                    <a:pt x="77" y="517"/>
                    <a:pt x="36" y="507"/>
                    <a:pt x="0" y="489"/>
                  </a:cubicBezTo>
                  <a:lnTo>
                    <a:pt x="0" y="489"/>
                  </a:lnTo>
                  <a:cubicBezTo>
                    <a:pt x="29" y="608"/>
                    <a:pt x="135" y="696"/>
                    <a:pt x="263" y="696"/>
                  </a:cubicBezTo>
                  <a:cubicBezTo>
                    <a:pt x="412" y="696"/>
                    <a:pt x="532" y="575"/>
                    <a:pt x="532" y="427"/>
                  </a:cubicBezTo>
                  <a:cubicBezTo>
                    <a:pt x="533" y="302"/>
                    <a:pt x="453" y="143"/>
                    <a:pt x="33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3437;p80">
              <a:extLst>
                <a:ext uri="{FF2B5EF4-FFF2-40B4-BE49-F238E27FC236}">
                  <a16:creationId xmlns:a16="http://schemas.microsoft.com/office/drawing/2014/main" id="{2D4B344B-7CDB-F070-0070-A1058620639D}"/>
                </a:ext>
              </a:extLst>
            </p:cNvPr>
            <p:cNvSpPr/>
            <p:nvPr/>
          </p:nvSpPr>
          <p:spPr>
            <a:xfrm>
              <a:off x="4881815" y="1524342"/>
              <a:ext cx="279989" cy="200115"/>
            </a:xfrm>
            <a:custGeom>
              <a:avLst/>
              <a:gdLst/>
              <a:ahLst/>
              <a:cxnLst/>
              <a:rect l="l" t="t" r="r" b="b"/>
              <a:pathLst>
                <a:path w="6839" h="4888" extrusionOk="0">
                  <a:moveTo>
                    <a:pt x="284" y="0"/>
                  </a:moveTo>
                  <a:cubicBezTo>
                    <a:pt x="143" y="0"/>
                    <a:pt x="20" y="106"/>
                    <a:pt x="9" y="246"/>
                  </a:cubicBezTo>
                  <a:cubicBezTo>
                    <a:pt x="0" y="338"/>
                    <a:pt x="39" y="419"/>
                    <a:pt x="103" y="473"/>
                  </a:cubicBezTo>
                  <a:cubicBezTo>
                    <a:pt x="203" y="419"/>
                    <a:pt x="353" y="394"/>
                    <a:pt x="520" y="394"/>
                  </a:cubicBezTo>
                  <a:lnTo>
                    <a:pt x="5795" y="394"/>
                  </a:lnTo>
                  <a:cubicBezTo>
                    <a:pt x="6082" y="394"/>
                    <a:pt x="6261" y="538"/>
                    <a:pt x="6333" y="778"/>
                  </a:cubicBezTo>
                  <a:cubicBezTo>
                    <a:pt x="6389" y="863"/>
                    <a:pt x="6423" y="967"/>
                    <a:pt x="6423" y="1078"/>
                  </a:cubicBezTo>
                  <a:lnTo>
                    <a:pt x="6423" y="4887"/>
                  </a:lnTo>
                  <a:lnTo>
                    <a:pt x="6692" y="4887"/>
                  </a:lnTo>
                  <a:lnTo>
                    <a:pt x="6836" y="969"/>
                  </a:lnTo>
                  <a:cubicBezTo>
                    <a:pt x="6838" y="672"/>
                    <a:pt x="6634" y="302"/>
                    <a:pt x="6396" y="128"/>
                  </a:cubicBezTo>
                  <a:cubicBezTo>
                    <a:pt x="6244" y="46"/>
                    <a:pt x="6070" y="0"/>
                    <a:pt x="58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3438;p80">
              <a:extLst>
                <a:ext uri="{FF2B5EF4-FFF2-40B4-BE49-F238E27FC236}">
                  <a16:creationId xmlns:a16="http://schemas.microsoft.com/office/drawing/2014/main" id="{9973CEDC-A43F-F1FE-F5E0-A33EC5D34216}"/>
                </a:ext>
              </a:extLst>
            </p:cNvPr>
            <p:cNvSpPr/>
            <p:nvPr/>
          </p:nvSpPr>
          <p:spPr>
            <a:xfrm>
              <a:off x="4886114" y="1535355"/>
              <a:ext cx="255056" cy="22026"/>
            </a:xfrm>
            <a:custGeom>
              <a:avLst/>
              <a:gdLst/>
              <a:ahLst/>
              <a:cxnLst/>
              <a:rect l="l" t="t" r="r" b="b"/>
              <a:pathLst>
                <a:path w="6230" h="538" extrusionOk="0">
                  <a:moveTo>
                    <a:pt x="420" y="0"/>
                  </a:moveTo>
                  <a:cubicBezTo>
                    <a:pt x="252" y="0"/>
                    <a:pt x="98" y="76"/>
                    <a:pt x="1" y="204"/>
                  </a:cubicBezTo>
                  <a:cubicBezTo>
                    <a:pt x="49" y="245"/>
                    <a:pt x="109" y="269"/>
                    <a:pt x="177" y="269"/>
                  </a:cubicBezTo>
                  <a:lnTo>
                    <a:pt x="509" y="269"/>
                  </a:lnTo>
                  <a:cubicBezTo>
                    <a:pt x="509" y="418"/>
                    <a:pt x="631" y="537"/>
                    <a:pt x="778" y="537"/>
                  </a:cubicBezTo>
                  <a:cubicBezTo>
                    <a:pt x="926" y="537"/>
                    <a:pt x="1047" y="417"/>
                    <a:pt x="1047" y="269"/>
                  </a:cubicBezTo>
                  <a:lnTo>
                    <a:pt x="2126" y="269"/>
                  </a:lnTo>
                  <a:cubicBezTo>
                    <a:pt x="2126" y="418"/>
                    <a:pt x="2247" y="537"/>
                    <a:pt x="2395" y="537"/>
                  </a:cubicBezTo>
                  <a:cubicBezTo>
                    <a:pt x="2542" y="537"/>
                    <a:pt x="2664" y="417"/>
                    <a:pt x="2664" y="269"/>
                  </a:cubicBezTo>
                  <a:lnTo>
                    <a:pt x="3743" y="269"/>
                  </a:lnTo>
                  <a:cubicBezTo>
                    <a:pt x="3743" y="418"/>
                    <a:pt x="3864" y="537"/>
                    <a:pt x="4012" y="537"/>
                  </a:cubicBezTo>
                  <a:cubicBezTo>
                    <a:pt x="4160" y="537"/>
                    <a:pt x="4281" y="417"/>
                    <a:pt x="4281" y="269"/>
                  </a:cubicBezTo>
                  <a:lnTo>
                    <a:pt x="5781" y="269"/>
                  </a:lnTo>
                  <a:cubicBezTo>
                    <a:pt x="5969" y="269"/>
                    <a:pt x="6134" y="364"/>
                    <a:pt x="6230" y="509"/>
                  </a:cubicBezTo>
                  <a:cubicBezTo>
                    <a:pt x="6217" y="225"/>
                    <a:pt x="5982" y="0"/>
                    <a:pt x="56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3439;p80">
              <a:extLst>
                <a:ext uri="{FF2B5EF4-FFF2-40B4-BE49-F238E27FC236}">
                  <a16:creationId xmlns:a16="http://schemas.microsoft.com/office/drawing/2014/main" id="{00D7CA66-B98A-40B5-E896-549985409EDF}"/>
                </a:ext>
              </a:extLst>
            </p:cNvPr>
            <p:cNvSpPr/>
            <p:nvPr/>
          </p:nvSpPr>
          <p:spPr>
            <a:xfrm>
              <a:off x="5143667" y="1529378"/>
              <a:ext cx="23254" cy="195079"/>
            </a:xfrm>
            <a:custGeom>
              <a:avLst/>
              <a:gdLst/>
              <a:ahLst/>
              <a:cxnLst/>
              <a:rect l="l" t="t" r="r" b="b"/>
              <a:pathLst>
                <a:path w="568" h="4765" extrusionOk="0">
                  <a:moveTo>
                    <a:pt x="0" y="1"/>
                  </a:moveTo>
                  <a:lnTo>
                    <a:pt x="0" y="1"/>
                  </a:lnTo>
                  <a:cubicBezTo>
                    <a:pt x="186" y="204"/>
                    <a:pt x="298" y="475"/>
                    <a:pt x="298" y="771"/>
                  </a:cubicBezTo>
                  <a:lnTo>
                    <a:pt x="298" y="4764"/>
                  </a:lnTo>
                  <a:lnTo>
                    <a:pt x="567" y="4764"/>
                  </a:lnTo>
                  <a:lnTo>
                    <a:pt x="567" y="951"/>
                  </a:lnTo>
                  <a:cubicBezTo>
                    <a:pt x="568" y="540"/>
                    <a:pt x="339" y="183"/>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3440;p80">
              <a:extLst>
                <a:ext uri="{FF2B5EF4-FFF2-40B4-BE49-F238E27FC236}">
                  <a16:creationId xmlns:a16="http://schemas.microsoft.com/office/drawing/2014/main" id="{37DF2324-B207-1DBA-2649-AFDBDD57DAFB}"/>
                </a:ext>
              </a:extLst>
            </p:cNvPr>
            <p:cNvSpPr/>
            <p:nvPr/>
          </p:nvSpPr>
          <p:spPr>
            <a:xfrm>
              <a:off x="4943757" y="1719708"/>
              <a:ext cx="77131" cy="76394"/>
            </a:xfrm>
            <a:custGeom>
              <a:avLst/>
              <a:gdLst/>
              <a:ahLst/>
              <a:cxnLst/>
              <a:rect l="l" t="t" r="r" b="b"/>
              <a:pathLst>
                <a:path w="1884" h="1866" extrusionOk="0">
                  <a:moveTo>
                    <a:pt x="987" y="0"/>
                  </a:moveTo>
                  <a:cubicBezTo>
                    <a:pt x="365" y="0"/>
                    <a:pt x="0" y="370"/>
                    <a:pt x="0" y="771"/>
                  </a:cubicBezTo>
                  <a:cubicBezTo>
                    <a:pt x="0" y="899"/>
                    <a:pt x="37" y="1031"/>
                    <a:pt x="103" y="1160"/>
                  </a:cubicBezTo>
                  <a:cubicBezTo>
                    <a:pt x="307" y="1465"/>
                    <a:pt x="676" y="1720"/>
                    <a:pt x="970" y="1866"/>
                  </a:cubicBezTo>
                  <a:cubicBezTo>
                    <a:pt x="1500" y="1604"/>
                    <a:pt x="1883" y="1131"/>
                    <a:pt x="1883" y="681"/>
                  </a:cubicBezTo>
                  <a:cubicBezTo>
                    <a:pt x="1883" y="545"/>
                    <a:pt x="1821" y="348"/>
                    <a:pt x="1655" y="190"/>
                  </a:cubicBezTo>
                  <a:cubicBezTo>
                    <a:pt x="1490" y="74"/>
                    <a:pt x="1264" y="0"/>
                    <a:pt x="9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3441;p80">
              <a:extLst>
                <a:ext uri="{FF2B5EF4-FFF2-40B4-BE49-F238E27FC236}">
                  <a16:creationId xmlns:a16="http://schemas.microsoft.com/office/drawing/2014/main" id="{049C4D36-93A9-AFC1-558A-39CA624ABD55}"/>
                </a:ext>
              </a:extLst>
            </p:cNvPr>
            <p:cNvSpPr/>
            <p:nvPr/>
          </p:nvSpPr>
          <p:spPr>
            <a:xfrm>
              <a:off x="4947974" y="1727487"/>
              <a:ext cx="76681" cy="73487"/>
            </a:xfrm>
            <a:custGeom>
              <a:avLst/>
              <a:gdLst/>
              <a:ahLst/>
              <a:cxnLst/>
              <a:rect l="l" t="t" r="r" b="b"/>
              <a:pathLst>
                <a:path w="1873" h="1795" extrusionOk="0">
                  <a:moveTo>
                    <a:pt x="1553" y="0"/>
                  </a:moveTo>
                  <a:lnTo>
                    <a:pt x="1553" y="0"/>
                  </a:lnTo>
                  <a:cubicBezTo>
                    <a:pt x="1632" y="116"/>
                    <a:pt x="1674" y="248"/>
                    <a:pt x="1674" y="384"/>
                  </a:cubicBezTo>
                  <a:cubicBezTo>
                    <a:pt x="1674" y="825"/>
                    <a:pt x="1373" y="1272"/>
                    <a:pt x="860" y="1535"/>
                  </a:cubicBezTo>
                  <a:cubicBezTo>
                    <a:pt x="852" y="1540"/>
                    <a:pt x="842" y="1543"/>
                    <a:pt x="832" y="1543"/>
                  </a:cubicBezTo>
                  <a:cubicBezTo>
                    <a:pt x="822" y="1543"/>
                    <a:pt x="812" y="1540"/>
                    <a:pt x="803" y="1535"/>
                  </a:cubicBezTo>
                  <a:cubicBezTo>
                    <a:pt x="518" y="1392"/>
                    <a:pt x="217" y="1193"/>
                    <a:pt x="1" y="971"/>
                  </a:cubicBezTo>
                  <a:lnTo>
                    <a:pt x="1" y="971"/>
                  </a:lnTo>
                  <a:cubicBezTo>
                    <a:pt x="160" y="1292"/>
                    <a:pt x="488" y="1599"/>
                    <a:pt x="857" y="1788"/>
                  </a:cubicBezTo>
                  <a:cubicBezTo>
                    <a:pt x="867" y="1792"/>
                    <a:pt x="877" y="1795"/>
                    <a:pt x="887" y="1795"/>
                  </a:cubicBezTo>
                  <a:cubicBezTo>
                    <a:pt x="896" y="1795"/>
                    <a:pt x="906" y="1792"/>
                    <a:pt x="914" y="1788"/>
                  </a:cubicBezTo>
                  <a:cubicBezTo>
                    <a:pt x="1432" y="1523"/>
                    <a:pt x="1872" y="1023"/>
                    <a:pt x="1872" y="583"/>
                  </a:cubicBezTo>
                  <a:cubicBezTo>
                    <a:pt x="1872" y="358"/>
                    <a:pt x="1758" y="146"/>
                    <a:pt x="1553"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3442;p80">
              <a:extLst>
                <a:ext uri="{FF2B5EF4-FFF2-40B4-BE49-F238E27FC236}">
                  <a16:creationId xmlns:a16="http://schemas.microsoft.com/office/drawing/2014/main" id="{C5D26052-9490-EAE4-9A7E-403D2633E6D9}"/>
                </a:ext>
              </a:extLst>
            </p:cNvPr>
            <p:cNvSpPr/>
            <p:nvPr/>
          </p:nvSpPr>
          <p:spPr>
            <a:xfrm>
              <a:off x="4795882" y="1452042"/>
              <a:ext cx="376689" cy="55842"/>
            </a:xfrm>
            <a:custGeom>
              <a:avLst/>
              <a:gdLst/>
              <a:ahLst/>
              <a:cxnLst/>
              <a:rect l="l" t="t" r="r" b="b"/>
              <a:pathLst>
                <a:path w="9201" h="1364" extrusionOk="0">
                  <a:moveTo>
                    <a:pt x="4600" y="1"/>
                  </a:moveTo>
                  <a:cubicBezTo>
                    <a:pt x="4579" y="1"/>
                    <a:pt x="4559" y="6"/>
                    <a:pt x="4540" y="16"/>
                  </a:cubicBezTo>
                  <a:cubicBezTo>
                    <a:pt x="4518" y="28"/>
                    <a:pt x="2375" y="1094"/>
                    <a:pt x="135" y="1094"/>
                  </a:cubicBezTo>
                  <a:cubicBezTo>
                    <a:pt x="61" y="1094"/>
                    <a:pt x="1" y="1155"/>
                    <a:pt x="1" y="1229"/>
                  </a:cubicBezTo>
                  <a:cubicBezTo>
                    <a:pt x="1" y="1303"/>
                    <a:pt x="61" y="1363"/>
                    <a:pt x="135" y="1363"/>
                  </a:cubicBezTo>
                  <a:cubicBezTo>
                    <a:pt x="1338" y="1363"/>
                    <a:pt x="2504" y="1063"/>
                    <a:pt x="3271" y="812"/>
                  </a:cubicBezTo>
                  <a:cubicBezTo>
                    <a:pt x="3952" y="587"/>
                    <a:pt x="4435" y="365"/>
                    <a:pt x="4601" y="286"/>
                  </a:cubicBezTo>
                  <a:cubicBezTo>
                    <a:pt x="4765" y="365"/>
                    <a:pt x="5250" y="587"/>
                    <a:pt x="5930" y="812"/>
                  </a:cubicBezTo>
                  <a:cubicBezTo>
                    <a:pt x="6696" y="1063"/>
                    <a:pt x="7862" y="1363"/>
                    <a:pt x="9066" y="1363"/>
                  </a:cubicBezTo>
                  <a:cubicBezTo>
                    <a:pt x="9141" y="1363"/>
                    <a:pt x="9201" y="1303"/>
                    <a:pt x="9201" y="1229"/>
                  </a:cubicBezTo>
                  <a:cubicBezTo>
                    <a:pt x="9201" y="1155"/>
                    <a:pt x="9140" y="1094"/>
                    <a:pt x="9066" y="1094"/>
                  </a:cubicBezTo>
                  <a:cubicBezTo>
                    <a:pt x="6829" y="1094"/>
                    <a:pt x="4682" y="27"/>
                    <a:pt x="4661" y="16"/>
                  </a:cubicBezTo>
                  <a:cubicBezTo>
                    <a:pt x="4642" y="6"/>
                    <a:pt x="4621" y="1"/>
                    <a:pt x="4600"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3443;p80">
              <a:extLst>
                <a:ext uri="{FF2B5EF4-FFF2-40B4-BE49-F238E27FC236}">
                  <a16:creationId xmlns:a16="http://schemas.microsoft.com/office/drawing/2014/main" id="{FE1F50D3-77D2-9F47-BF23-D9CA2878BD18}"/>
                </a:ext>
              </a:extLst>
            </p:cNvPr>
            <p:cNvSpPr/>
            <p:nvPr/>
          </p:nvSpPr>
          <p:spPr>
            <a:xfrm>
              <a:off x="4795513" y="1719258"/>
              <a:ext cx="377385" cy="109678"/>
            </a:xfrm>
            <a:custGeom>
              <a:avLst/>
              <a:gdLst/>
              <a:ahLst/>
              <a:cxnLst/>
              <a:rect l="l" t="t" r="r" b="b"/>
              <a:pathLst>
                <a:path w="9218" h="2679" extrusionOk="0">
                  <a:moveTo>
                    <a:pt x="144" y="1"/>
                  </a:moveTo>
                  <a:cubicBezTo>
                    <a:pt x="65" y="1"/>
                    <a:pt x="0" y="72"/>
                    <a:pt x="11" y="153"/>
                  </a:cubicBezTo>
                  <a:cubicBezTo>
                    <a:pt x="18" y="220"/>
                    <a:pt x="80" y="270"/>
                    <a:pt x="149" y="270"/>
                  </a:cubicBezTo>
                  <a:lnTo>
                    <a:pt x="1155" y="270"/>
                  </a:lnTo>
                  <a:lnTo>
                    <a:pt x="2005" y="2590"/>
                  </a:lnTo>
                  <a:cubicBezTo>
                    <a:pt x="2025" y="2643"/>
                    <a:pt x="2074" y="2679"/>
                    <a:pt x="2131" y="2679"/>
                  </a:cubicBezTo>
                  <a:lnTo>
                    <a:pt x="7087" y="2679"/>
                  </a:lnTo>
                  <a:cubicBezTo>
                    <a:pt x="7144" y="2679"/>
                    <a:pt x="7195" y="2643"/>
                    <a:pt x="7213" y="2590"/>
                  </a:cubicBezTo>
                  <a:lnTo>
                    <a:pt x="8062" y="270"/>
                  </a:lnTo>
                  <a:lnTo>
                    <a:pt x="9074" y="270"/>
                  </a:lnTo>
                  <a:cubicBezTo>
                    <a:pt x="9153" y="270"/>
                    <a:pt x="9217" y="200"/>
                    <a:pt x="9207" y="119"/>
                  </a:cubicBezTo>
                  <a:cubicBezTo>
                    <a:pt x="9199" y="52"/>
                    <a:pt x="9137" y="1"/>
                    <a:pt x="9068" y="1"/>
                  </a:cubicBezTo>
                  <a:lnTo>
                    <a:pt x="7968" y="1"/>
                  </a:lnTo>
                  <a:cubicBezTo>
                    <a:pt x="7911" y="1"/>
                    <a:pt x="7861" y="37"/>
                    <a:pt x="7841" y="90"/>
                  </a:cubicBezTo>
                  <a:lnTo>
                    <a:pt x="6992" y="2410"/>
                  </a:lnTo>
                  <a:lnTo>
                    <a:pt x="2225" y="2410"/>
                  </a:lnTo>
                  <a:lnTo>
                    <a:pt x="1376" y="90"/>
                  </a:lnTo>
                  <a:cubicBezTo>
                    <a:pt x="1356" y="37"/>
                    <a:pt x="1305" y="1"/>
                    <a:pt x="1249"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7" name="Google Shape;3444;p80">
            <a:extLst>
              <a:ext uri="{FF2B5EF4-FFF2-40B4-BE49-F238E27FC236}">
                <a16:creationId xmlns:a16="http://schemas.microsoft.com/office/drawing/2014/main" id="{E6DAE706-00CE-470F-3B6D-5F226EAD2646}"/>
              </a:ext>
            </a:extLst>
          </p:cNvPr>
          <p:cNvGrpSpPr/>
          <p:nvPr/>
        </p:nvGrpSpPr>
        <p:grpSpPr>
          <a:xfrm>
            <a:off x="4996140" y="3222121"/>
            <a:ext cx="1178882" cy="1325563"/>
            <a:chOff x="3977573" y="2646385"/>
            <a:chExt cx="377999" cy="376771"/>
          </a:xfrm>
        </p:grpSpPr>
        <p:sp>
          <p:nvSpPr>
            <p:cNvPr id="478" name="Google Shape;3445;p80">
              <a:extLst>
                <a:ext uri="{FF2B5EF4-FFF2-40B4-BE49-F238E27FC236}">
                  <a16:creationId xmlns:a16="http://schemas.microsoft.com/office/drawing/2014/main" id="{C06ABF88-0BDB-06AB-6154-D617B03D2166}"/>
                </a:ext>
              </a:extLst>
            </p:cNvPr>
            <p:cNvSpPr/>
            <p:nvPr/>
          </p:nvSpPr>
          <p:spPr>
            <a:xfrm>
              <a:off x="4091878" y="2646385"/>
              <a:ext cx="263695" cy="255547"/>
            </a:xfrm>
            <a:custGeom>
              <a:avLst/>
              <a:gdLst/>
              <a:ahLst/>
              <a:cxnLst/>
              <a:rect l="l" t="t" r="r" b="b"/>
              <a:pathLst>
                <a:path w="6441" h="6242" extrusionOk="0">
                  <a:moveTo>
                    <a:pt x="6159" y="1"/>
                  </a:moveTo>
                  <a:cubicBezTo>
                    <a:pt x="5380" y="1"/>
                    <a:pt x="4425" y="94"/>
                    <a:pt x="3735" y="782"/>
                  </a:cubicBezTo>
                  <a:lnTo>
                    <a:pt x="0" y="4517"/>
                  </a:lnTo>
                  <a:lnTo>
                    <a:pt x="1725" y="6242"/>
                  </a:lnTo>
                  <a:lnTo>
                    <a:pt x="5460" y="2507"/>
                  </a:lnTo>
                  <a:cubicBezTo>
                    <a:pt x="5935" y="2032"/>
                    <a:pt x="6379" y="1207"/>
                    <a:pt x="6440" y="282"/>
                  </a:cubicBezTo>
                  <a:cubicBezTo>
                    <a:pt x="6440" y="127"/>
                    <a:pt x="6315" y="1"/>
                    <a:pt x="6159"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3446;p80">
              <a:extLst>
                <a:ext uri="{FF2B5EF4-FFF2-40B4-BE49-F238E27FC236}">
                  <a16:creationId xmlns:a16="http://schemas.microsoft.com/office/drawing/2014/main" id="{85480437-FF9E-F0C6-F5E5-A5A0B5080E54}"/>
                </a:ext>
              </a:extLst>
            </p:cNvPr>
            <p:cNvSpPr/>
            <p:nvPr/>
          </p:nvSpPr>
          <p:spPr>
            <a:xfrm>
              <a:off x="4116278" y="2657848"/>
              <a:ext cx="239253" cy="252231"/>
            </a:xfrm>
            <a:custGeom>
              <a:avLst/>
              <a:gdLst/>
              <a:ahLst/>
              <a:cxnLst/>
              <a:rect l="l" t="t" r="r" b="b"/>
              <a:pathLst>
                <a:path w="5844" h="6161" extrusionOk="0">
                  <a:moveTo>
                    <a:pt x="5843" y="1"/>
                  </a:moveTo>
                  <a:cubicBezTo>
                    <a:pt x="5783" y="928"/>
                    <a:pt x="5339" y="1752"/>
                    <a:pt x="4864" y="2227"/>
                  </a:cubicBezTo>
                  <a:lnTo>
                    <a:pt x="2840" y="4250"/>
                  </a:lnTo>
                  <a:lnTo>
                    <a:pt x="2845" y="4245"/>
                  </a:lnTo>
                  <a:cubicBezTo>
                    <a:pt x="3405" y="3684"/>
                    <a:pt x="3652" y="2802"/>
                    <a:pt x="3405" y="2555"/>
                  </a:cubicBezTo>
                  <a:cubicBezTo>
                    <a:pt x="3340" y="2490"/>
                    <a:pt x="3232" y="2459"/>
                    <a:pt x="3097" y="2459"/>
                  </a:cubicBezTo>
                  <a:cubicBezTo>
                    <a:pt x="2718" y="2459"/>
                    <a:pt x="2129" y="2702"/>
                    <a:pt x="1716" y="3116"/>
                  </a:cubicBezTo>
                  <a:lnTo>
                    <a:pt x="0" y="4832"/>
                  </a:lnTo>
                  <a:lnTo>
                    <a:pt x="1329" y="6160"/>
                  </a:lnTo>
                  <a:lnTo>
                    <a:pt x="5062" y="2425"/>
                  </a:lnTo>
                  <a:cubicBezTo>
                    <a:pt x="5752" y="1735"/>
                    <a:pt x="5843" y="780"/>
                    <a:pt x="5843" y="1"/>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3447;p80">
              <a:extLst>
                <a:ext uri="{FF2B5EF4-FFF2-40B4-BE49-F238E27FC236}">
                  <a16:creationId xmlns:a16="http://schemas.microsoft.com/office/drawing/2014/main" id="{6C071AFD-ED0B-247F-9A10-2F0C6470D58F}"/>
                </a:ext>
              </a:extLst>
            </p:cNvPr>
            <p:cNvSpPr/>
            <p:nvPr/>
          </p:nvSpPr>
          <p:spPr>
            <a:xfrm>
              <a:off x="4162540" y="2854565"/>
              <a:ext cx="47327" cy="77008"/>
            </a:xfrm>
            <a:custGeom>
              <a:avLst/>
              <a:gdLst/>
              <a:ahLst/>
              <a:cxnLst/>
              <a:rect l="l" t="t" r="r" b="b"/>
              <a:pathLst>
                <a:path w="1156" h="1881" extrusionOk="0">
                  <a:moveTo>
                    <a:pt x="1156" y="0"/>
                  </a:moveTo>
                  <a:cubicBezTo>
                    <a:pt x="1153" y="3"/>
                    <a:pt x="1150" y="6"/>
                    <a:pt x="1148" y="8"/>
                  </a:cubicBezTo>
                  <a:lnTo>
                    <a:pt x="1148" y="8"/>
                  </a:lnTo>
                  <a:lnTo>
                    <a:pt x="1156" y="0"/>
                  </a:lnTo>
                  <a:close/>
                  <a:moveTo>
                    <a:pt x="1148" y="8"/>
                  </a:moveTo>
                  <a:lnTo>
                    <a:pt x="0" y="1156"/>
                  </a:lnTo>
                  <a:lnTo>
                    <a:pt x="376" y="1880"/>
                  </a:lnTo>
                  <a:cubicBezTo>
                    <a:pt x="376" y="1179"/>
                    <a:pt x="652" y="506"/>
                    <a:pt x="1148" y="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3448;p80">
              <a:extLst>
                <a:ext uri="{FF2B5EF4-FFF2-40B4-BE49-F238E27FC236}">
                  <a16:creationId xmlns:a16="http://schemas.microsoft.com/office/drawing/2014/main" id="{EB5FFACD-56A6-6CAF-7BC5-FA198078F8B1}"/>
                </a:ext>
              </a:extLst>
            </p:cNvPr>
            <p:cNvSpPr/>
            <p:nvPr/>
          </p:nvSpPr>
          <p:spPr>
            <a:xfrm>
              <a:off x="4104364" y="2753730"/>
              <a:ext cx="251208" cy="250839"/>
            </a:xfrm>
            <a:custGeom>
              <a:avLst/>
              <a:gdLst/>
              <a:ahLst/>
              <a:cxnLst/>
              <a:rect l="l" t="t" r="r" b="b"/>
              <a:pathLst>
                <a:path w="6136" h="6127" extrusionOk="0">
                  <a:moveTo>
                    <a:pt x="6033" y="1"/>
                  </a:moveTo>
                  <a:cubicBezTo>
                    <a:pt x="5841" y="1"/>
                    <a:pt x="5399" y="39"/>
                    <a:pt x="5059" y="380"/>
                  </a:cubicBezTo>
                  <a:lnTo>
                    <a:pt x="1933" y="3505"/>
                  </a:lnTo>
                  <a:lnTo>
                    <a:pt x="1683" y="3887"/>
                  </a:lnTo>
                  <a:lnTo>
                    <a:pt x="1400" y="4040"/>
                  </a:lnTo>
                  <a:lnTo>
                    <a:pt x="0" y="5440"/>
                  </a:lnTo>
                  <a:lnTo>
                    <a:pt x="312" y="6127"/>
                  </a:lnTo>
                  <a:lnTo>
                    <a:pt x="5671" y="993"/>
                  </a:lnTo>
                  <a:cubicBezTo>
                    <a:pt x="6011" y="653"/>
                    <a:pt x="6072" y="297"/>
                    <a:pt x="6135" y="104"/>
                  </a:cubicBezTo>
                  <a:cubicBezTo>
                    <a:pt x="6135" y="46"/>
                    <a:pt x="6089" y="1"/>
                    <a:pt x="60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3449;p80">
              <a:extLst>
                <a:ext uri="{FF2B5EF4-FFF2-40B4-BE49-F238E27FC236}">
                  <a16:creationId xmlns:a16="http://schemas.microsoft.com/office/drawing/2014/main" id="{6085FA80-6CF1-C119-B557-827E7756DBB7}"/>
                </a:ext>
              </a:extLst>
            </p:cNvPr>
            <p:cNvSpPr/>
            <p:nvPr/>
          </p:nvSpPr>
          <p:spPr>
            <a:xfrm>
              <a:off x="4117138" y="2758315"/>
              <a:ext cx="237616" cy="246213"/>
            </a:xfrm>
            <a:custGeom>
              <a:avLst/>
              <a:gdLst/>
              <a:ahLst/>
              <a:cxnLst/>
              <a:rect l="l" t="t" r="r" b="b"/>
              <a:pathLst>
                <a:path w="5804" h="6014" extrusionOk="0">
                  <a:moveTo>
                    <a:pt x="5803" y="1"/>
                  </a:moveTo>
                  <a:cubicBezTo>
                    <a:pt x="5740" y="194"/>
                    <a:pt x="5567" y="435"/>
                    <a:pt x="5228" y="774"/>
                  </a:cubicBezTo>
                  <a:lnTo>
                    <a:pt x="1480" y="4522"/>
                  </a:lnTo>
                  <a:lnTo>
                    <a:pt x="1480" y="4228"/>
                  </a:lnTo>
                  <a:cubicBezTo>
                    <a:pt x="1480" y="3940"/>
                    <a:pt x="1526" y="3659"/>
                    <a:pt x="1616" y="3391"/>
                  </a:cubicBezTo>
                  <a:lnTo>
                    <a:pt x="1616" y="3391"/>
                  </a:lnTo>
                  <a:lnTo>
                    <a:pt x="1084" y="3922"/>
                  </a:lnTo>
                  <a:lnTo>
                    <a:pt x="1084" y="4917"/>
                  </a:lnTo>
                  <a:lnTo>
                    <a:pt x="0" y="6002"/>
                  </a:lnTo>
                  <a:lnTo>
                    <a:pt x="384" y="6014"/>
                  </a:lnTo>
                  <a:lnTo>
                    <a:pt x="5425" y="971"/>
                  </a:lnTo>
                  <a:cubicBezTo>
                    <a:pt x="5765" y="633"/>
                    <a:pt x="5803" y="192"/>
                    <a:pt x="580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3450;p80">
              <a:extLst>
                <a:ext uri="{FF2B5EF4-FFF2-40B4-BE49-F238E27FC236}">
                  <a16:creationId xmlns:a16="http://schemas.microsoft.com/office/drawing/2014/main" id="{2F8ADECC-D805-1A1A-FE68-367133109CED}"/>
                </a:ext>
              </a:extLst>
            </p:cNvPr>
            <p:cNvSpPr/>
            <p:nvPr/>
          </p:nvSpPr>
          <p:spPr>
            <a:xfrm>
              <a:off x="4085000" y="2976320"/>
              <a:ext cx="39794" cy="42455"/>
            </a:xfrm>
            <a:custGeom>
              <a:avLst/>
              <a:gdLst/>
              <a:ahLst/>
              <a:cxnLst/>
              <a:rect l="l" t="t" r="r" b="b"/>
              <a:pathLst>
                <a:path w="972" h="1037" extrusionOk="0">
                  <a:moveTo>
                    <a:pt x="471" y="1"/>
                  </a:moveTo>
                  <a:lnTo>
                    <a:pt x="102" y="193"/>
                  </a:lnTo>
                  <a:cubicBezTo>
                    <a:pt x="17" y="236"/>
                    <a:pt x="0" y="350"/>
                    <a:pt x="68" y="415"/>
                  </a:cubicBezTo>
                  <a:lnTo>
                    <a:pt x="689" y="1037"/>
                  </a:lnTo>
                  <a:lnTo>
                    <a:pt x="970" y="872"/>
                  </a:lnTo>
                  <a:lnTo>
                    <a:pt x="970" y="500"/>
                  </a:lnTo>
                  <a:lnTo>
                    <a:pt x="971" y="500"/>
                  </a:lnTo>
                  <a:lnTo>
                    <a:pt x="47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3451;p80">
              <a:extLst>
                <a:ext uri="{FF2B5EF4-FFF2-40B4-BE49-F238E27FC236}">
                  <a16:creationId xmlns:a16="http://schemas.microsoft.com/office/drawing/2014/main" id="{8E82E4D5-2DB4-D710-1DFD-6FBA11CAC1DA}"/>
                </a:ext>
              </a:extLst>
            </p:cNvPr>
            <p:cNvSpPr/>
            <p:nvPr/>
          </p:nvSpPr>
          <p:spPr>
            <a:xfrm>
              <a:off x="4113248" y="2996790"/>
              <a:ext cx="19651" cy="26365"/>
            </a:xfrm>
            <a:custGeom>
              <a:avLst/>
              <a:gdLst/>
              <a:ahLst/>
              <a:cxnLst/>
              <a:rect l="l" t="t" r="r" b="b"/>
              <a:pathLst>
                <a:path w="480" h="644" extrusionOk="0">
                  <a:moveTo>
                    <a:pt x="281" y="1"/>
                  </a:moveTo>
                  <a:lnTo>
                    <a:pt x="0" y="540"/>
                  </a:lnTo>
                  <a:lnTo>
                    <a:pt x="64" y="603"/>
                  </a:lnTo>
                  <a:cubicBezTo>
                    <a:pt x="92" y="631"/>
                    <a:pt x="127" y="644"/>
                    <a:pt x="163" y="644"/>
                  </a:cubicBezTo>
                  <a:cubicBezTo>
                    <a:pt x="212" y="644"/>
                    <a:pt x="261" y="618"/>
                    <a:pt x="286" y="568"/>
                  </a:cubicBezTo>
                  <a:lnTo>
                    <a:pt x="479" y="199"/>
                  </a:lnTo>
                  <a:lnTo>
                    <a:pt x="28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3452;p80">
              <a:extLst>
                <a:ext uri="{FF2B5EF4-FFF2-40B4-BE49-F238E27FC236}">
                  <a16:creationId xmlns:a16="http://schemas.microsoft.com/office/drawing/2014/main" id="{E37E5F58-8802-3B10-356E-C5A34528AE39}"/>
                </a:ext>
              </a:extLst>
            </p:cNvPr>
            <p:cNvSpPr/>
            <p:nvPr/>
          </p:nvSpPr>
          <p:spPr>
            <a:xfrm>
              <a:off x="3997020" y="2646385"/>
              <a:ext cx="251208" cy="250798"/>
            </a:xfrm>
            <a:custGeom>
              <a:avLst/>
              <a:gdLst/>
              <a:ahLst/>
              <a:cxnLst/>
              <a:rect l="l" t="t" r="r" b="b"/>
              <a:pathLst>
                <a:path w="6136" h="6126" extrusionOk="0">
                  <a:moveTo>
                    <a:pt x="6033" y="1"/>
                  </a:moveTo>
                  <a:cubicBezTo>
                    <a:pt x="5841" y="1"/>
                    <a:pt x="5399" y="39"/>
                    <a:pt x="5059" y="380"/>
                  </a:cubicBezTo>
                  <a:lnTo>
                    <a:pt x="0" y="5439"/>
                  </a:lnTo>
                  <a:lnTo>
                    <a:pt x="312" y="6126"/>
                  </a:lnTo>
                  <a:lnTo>
                    <a:pt x="5671" y="992"/>
                  </a:lnTo>
                  <a:cubicBezTo>
                    <a:pt x="6011" y="651"/>
                    <a:pt x="6072" y="296"/>
                    <a:pt x="6135" y="102"/>
                  </a:cubicBezTo>
                  <a:cubicBezTo>
                    <a:pt x="6135" y="47"/>
                    <a:pt x="6090" y="1"/>
                    <a:pt x="60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3453;p80">
              <a:extLst>
                <a:ext uri="{FF2B5EF4-FFF2-40B4-BE49-F238E27FC236}">
                  <a16:creationId xmlns:a16="http://schemas.microsoft.com/office/drawing/2014/main" id="{2304FD58-2B6C-59C9-0D36-3D019C22A422}"/>
                </a:ext>
              </a:extLst>
            </p:cNvPr>
            <p:cNvSpPr/>
            <p:nvPr/>
          </p:nvSpPr>
          <p:spPr>
            <a:xfrm>
              <a:off x="4009793" y="2650643"/>
              <a:ext cx="238435" cy="247032"/>
            </a:xfrm>
            <a:custGeom>
              <a:avLst/>
              <a:gdLst/>
              <a:ahLst/>
              <a:cxnLst/>
              <a:rect l="l" t="t" r="r" b="b"/>
              <a:pathLst>
                <a:path w="5824" h="6034" extrusionOk="0">
                  <a:moveTo>
                    <a:pt x="5823" y="0"/>
                  </a:moveTo>
                  <a:lnTo>
                    <a:pt x="5823" y="0"/>
                  </a:lnTo>
                  <a:cubicBezTo>
                    <a:pt x="5760" y="193"/>
                    <a:pt x="5587" y="435"/>
                    <a:pt x="5246" y="777"/>
                  </a:cubicBezTo>
                  <a:lnTo>
                    <a:pt x="0" y="6022"/>
                  </a:lnTo>
                  <a:lnTo>
                    <a:pt x="386" y="6033"/>
                  </a:lnTo>
                  <a:lnTo>
                    <a:pt x="5445" y="974"/>
                  </a:lnTo>
                  <a:cubicBezTo>
                    <a:pt x="5784" y="634"/>
                    <a:pt x="5823" y="192"/>
                    <a:pt x="582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3454;p80">
              <a:extLst>
                <a:ext uri="{FF2B5EF4-FFF2-40B4-BE49-F238E27FC236}">
                  <a16:creationId xmlns:a16="http://schemas.microsoft.com/office/drawing/2014/main" id="{35675634-901E-5167-6E94-F1A345A4DF06}"/>
                </a:ext>
              </a:extLst>
            </p:cNvPr>
            <p:cNvSpPr/>
            <p:nvPr/>
          </p:nvSpPr>
          <p:spPr>
            <a:xfrm>
              <a:off x="3977573" y="2869017"/>
              <a:ext cx="39794" cy="42455"/>
            </a:xfrm>
            <a:custGeom>
              <a:avLst/>
              <a:gdLst/>
              <a:ahLst/>
              <a:cxnLst/>
              <a:rect l="l" t="t" r="r" b="b"/>
              <a:pathLst>
                <a:path w="972" h="1037" extrusionOk="0">
                  <a:moveTo>
                    <a:pt x="471" y="1"/>
                  </a:moveTo>
                  <a:lnTo>
                    <a:pt x="102" y="193"/>
                  </a:lnTo>
                  <a:cubicBezTo>
                    <a:pt x="17" y="237"/>
                    <a:pt x="0" y="350"/>
                    <a:pt x="67" y="417"/>
                  </a:cubicBezTo>
                  <a:lnTo>
                    <a:pt x="688" y="1037"/>
                  </a:lnTo>
                  <a:lnTo>
                    <a:pt x="969" y="872"/>
                  </a:lnTo>
                  <a:lnTo>
                    <a:pt x="969" y="501"/>
                  </a:lnTo>
                  <a:lnTo>
                    <a:pt x="971" y="501"/>
                  </a:lnTo>
                  <a:lnTo>
                    <a:pt x="47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3455;p80">
              <a:extLst>
                <a:ext uri="{FF2B5EF4-FFF2-40B4-BE49-F238E27FC236}">
                  <a16:creationId xmlns:a16="http://schemas.microsoft.com/office/drawing/2014/main" id="{67A6ABEF-E6C2-D8ED-2F76-DB41FE3BB6A2}"/>
                </a:ext>
              </a:extLst>
            </p:cNvPr>
            <p:cNvSpPr/>
            <p:nvPr/>
          </p:nvSpPr>
          <p:spPr>
            <a:xfrm>
              <a:off x="4005945" y="2889487"/>
              <a:ext cx="19651" cy="26365"/>
            </a:xfrm>
            <a:custGeom>
              <a:avLst/>
              <a:gdLst/>
              <a:ahLst/>
              <a:cxnLst/>
              <a:rect l="l" t="t" r="r" b="b"/>
              <a:pathLst>
                <a:path w="480" h="644" extrusionOk="0">
                  <a:moveTo>
                    <a:pt x="281" y="1"/>
                  </a:moveTo>
                  <a:lnTo>
                    <a:pt x="1" y="539"/>
                  </a:lnTo>
                  <a:lnTo>
                    <a:pt x="64" y="602"/>
                  </a:lnTo>
                  <a:cubicBezTo>
                    <a:pt x="92" y="630"/>
                    <a:pt x="128" y="643"/>
                    <a:pt x="163" y="643"/>
                  </a:cubicBezTo>
                  <a:cubicBezTo>
                    <a:pt x="212" y="643"/>
                    <a:pt x="261" y="617"/>
                    <a:pt x="287" y="567"/>
                  </a:cubicBezTo>
                  <a:lnTo>
                    <a:pt x="480" y="198"/>
                  </a:lnTo>
                  <a:lnTo>
                    <a:pt x="28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3456;p80">
              <a:extLst>
                <a:ext uri="{FF2B5EF4-FFF2-40B4-BE49-F238E27FC236}">
                  <a16:creationId xmlns:a16="http://schemas.microsoft.com/office/drawing/2014/main" id="{7664E43B-129F-4F57-BED4-297259C9CBCA}"/>
                </a:ext>
              </a:extLst>
            </p:cNvPr>
            <p:cNvSpPr/>
            <p:nvPr/>
          </p:nvSpPr>
          <p:spPr>
            <a:xfrm>
              <a:off x="4044633" y="2898575"/>
              <a:ext cx="58708" cy="51666"/>
            </a:xfrm>
            <a:custGeom>
              <a:avLst/>
              <a:gdLst/>
              <a:ahLst/>
              <a:cxnLst/>
              <a:rect l="l" t="t" r="r" b="b"/>
              <a:pathLst>
                <a:path w="1434" h="1262" extrusionOk="0">
                  <a:moveTo>
                    <a:pt x="306" y="0"/>
                  </a:moveTo>
                  <a:lnTo>
                    <a:pt x="40" y="393"/>
                  </a:lnTo>
                  <a:cubicBezTo>
                    <a:pt x="1" y="449"/>
                    <a:pt x="9" y="524"/>
                    <a:pt x="57" y="571"/>
                  </a:cubicBezTo>
                  <a:lnTo>
                    <a:pt x="747" y="1261"/>
                  </a:lnTo>
                  <a:lnTo>
                    <a:pt x="1434" y="1129"/>
                  </a:lnTo>
                  <a:lnTo>
                    <a:pt x="1022" y="393"/>
                  </a:lnTo>
                  <a:lnTo>
                    <a:pt x="30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3457;p80">
              <a:extLst>
                <a:ext uri="{FF2B5EF4-FFF2-40B4-BE49-F238E27FC236}">
                  <a16:creationId xmlns:a16="http://schemas.microsoft.com/office/drawing/2014/main" id="{10B77F2C-64E4-8B23-EA4F-945DF228E37B}"/>
                </a:ext>
              </a:extLst>
            </p:cNvPr>
            <p:cNvSpPr/>
            <p:nvPr/>
          </p:nvSpPr>
          <p:spPr>
            <a:xfrm>
              <a:off x="4075215" y="2934889"/>
              <a:ext cx="28167" cy="21780"/>
            </a:xfrm>
            <a:custGeom>
              <a:avLst/>
              <a:gdLst/>
              <a:ahLst/>
              <a:cxnLst/>
              <a:rect l="l" t="t" r="r" b="b"/>
              <a:pathLst>
                <a:path w="688" h="532" extrusionOk="0">
                  <a:moveTo>
                    <a:pt x="554" y="1"/>
                  </a:moveTo>
                  <a:lnTo>
                    <a:pt x="1" y="374"/>
                  </a:lnTo>
                  <a:lnTo>
                    <a:pt x="117" y="490"/>
                  </a:lnTo>
                  <a:cubicBezTo>
                    <a:pt x="144" y="517"/>
                    <a:pt x="180" y="531"/>
                    <a:pt x="216" y="531"/>
                  </a:cubicBezTo>
                  <a:cubicBezTo>
                    <a:pt x="244" y="531"/>
                    <a:pt x="271" y="523"/>
                    <a:pt x="295" y="507"/>
                  </a:cubicBezTo>
                  <a:lnTo>
                    <a:pt x="688" y="240"/>
                  </a:lnTo>
                  <a:lnTo>
                    <a:pt x="5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3458;p80">
              <a:extLst>
                <a:ext uri="{FF2B5EF4-FFF2-40B4-BE49-F238E27FC236}">
                  <a16:creationId xmlns:a16="http://schemas.microsoft.com/office/drawing/2014/main" id="{C1798C73-A764-A5E6-E629-403FCAA47797}"/>
                </a:ext>
              </a:extLst>
            </p:cNvPr>
            <p:cNvSpPr/>
            <p:nvPr/>
          </p:nvSpPr>
          <p:spPr>
            <a:xfrm>
              <a:off x="4002506" y="2826316"/>
              <a:ext cx="178826" cy="166544"/>
            </a:xfrm>
            <a:custGeom>
              <a:avLst/>
              <a:gdLst/>
              <a:ahLst/>
              <a:cxnLst/>
              <a:rect l="l" t="t" r="r" b="b"/>
              <a:pathLst>
                <a:path w="4368" h="4068" extrusionOk="0">
                  <a:moveTo>
                    <a:pt x="2690" y="0"/>
                  </a:moveTo>
                  <a:cubicBezTo>
                    <a:pt x="2421" y="90"/>
                    <a:pt x="2137" y="137"/>
                    <a:pt x="1848" y="137"/>
                  </a:cubicBezTo>
                  <a:lnTo>
                    <a:pt x="549" y="137"/>
                  </a:lnTo>
                  <a:cubicBezTo>
                    <a:pt x="381" y="137"/>
                    <a:pt x="218" y="188"/>
                    <a:pt x="80" y="280"/>
                  </a:cubicBezTo>
                  <a:cubicBezTo>
                    <a:pt x="9" y="328"/>
                    <a:pt x="0" y="433"/>
                    <a:pt x="62" y="495"/>
                  </a:cubicBezTo>
                  <a:lnTo>
                    <a:pt x="1130" y="1563"/>
                  </a:lnTo>
                  <a:lnTo>
                    <a:pt x="2080" y="2140"/>
                  </a:lnTo>
                  <a:lnTo>
                    <a:pt x="2457" y="2891"/>
                  </a:lnTo>
                  <a:lnTo>
                    <a:pt x="3634" y="4068"/>
                  </a:lnTo>
                  <a:cubicBezTo>
                    <a:pt x="3904" y="4068"/>
                    <a:pt x="3993" y="3694"/>
                    <a:pt x="3993" y="3472"/>
                  </a:cubicBezTo>
                  <a:lnTo>
                    <a:pt x="3993" y="2173"/>
                  </a:lnTo>
                  <a:cubicBezTo>
                    <a:pt x="3993" y="1524"/>
                    <a:pt x="4367" y="784"/>
                    <a:pt x="4367" y="784"/>
                  </a:cubicBezTo>
                  <a:lnTo>
                    <a:pt x="269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3459;p80">
              <a:extLst>
                <a:ext uri="{FF2B5EF4-FFF2-40B4-BE49-F238E27FC236}">
                  <a16:creationId xmlns:a16="http://schemas.microsoft.com/office/drawing/2014/main" id="{C01F7D65-88CF-F9F2-FFF9-1DDD85C463FE}"/>
                </a:ext>
              </a:extLst>
            </p:cNvPr>
            <p:cNvSpPr/>
            <p:nvPr/>
          </p:nvSpPr>
          <p:spPr>
            <a:xfrm>
              <a:off x="4049054" y="2800197"/>
              <a:ext cx="106403" cy="98338"/>
            </a:xfrm>
            <a:custGeom>
              <a:avLst/>
              <a:gdLst/>
              <a:ahLst/>
              <a:cxnLst/>
              <a:rect l="l" t="t" r="r" b="b"/>
              <a:pathLst>
                <a:path w="2599" h="2402" extrusionOk="0">
                  <a:moveTo>
                    <a:pt x="2598" y="0"/>
                  </a:moveTo>
                  <a:lnTo>
                    <a:pt x="2598" y="0"/>
                  </a:lnTo>
                  <a:cubicBezTo>
                    <a:pt x="2306" y="296"/>
                    <a:pt x="1948" y="515"/>
                    <a:pt x="1560" y="644"/>
                  </a:cubicBezTo>
                  <a:lnTo>
                    <a:pt x="1" y="2204"/>
                  </a:lnTo>
                  <a:lnTo>
                    <a:pt x="198" y="2401"/>
                  </a:lnTo>
                  <a:lnTo>
                    <a:pt x="1349" y="1689"/>
                  </a:lnTo>
                  <a:lnTo>
                    <a:pt x="2598"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3460;p80">
              <a:extLst>
                <a:ext uri="{FF2B5EF4-FFF2-40B4-BE49-F238E27FC236}">
                  <a16:creationId xmlns:a16="http://schemas.microsoft.com/office/drawing/2014/main" id="{1AE7F4D6-15AA-D2D6-F45F-38ABDE9C5DD4}"/>
                </a:ext>
              </a:extLst>
            </p:cNvPr>
            <p:cNvSpPr/>
            <p:nvPr/>
          </p:nvSpPr>
          <p:spPr>
            <a:xfrm>
              <a:off x="4151445" y="2846704"/>
              <a:ext cx="49988" cy="151355"/>
            </a:xfrm>
            <a:custGeom>
              <a:avLst/>
              <a:gdLst/>
              <a:ahLst/>
              <a:cxnLst/>
              <a:rect l="l" t="t" r="r" b="b"/>
              <a:pathLst>
                <a:path w="1221" h="3697" extrusionOk="0">
                  <a:moveTo>
                    <a:pt x="1221" y="0"/>
                  </a:moveTo>
                  <a:lnTo>
                    <a:pt x="731" y="294"/>
                  </a:lnTo>
                  <a:lnTo>
                    <a:pt x="382" y="838"/>
                  </a:lnTo>
                  <a:cubicBezTo>
                    <a:pt x="293" y="1106"/>
                    <a:pt x="246" y="1390"/>
                    <a:pt x="246" y="1677"/>
                  </a:cubicBezTo>
                  <a:lnTo>
                    <a:pt x="246" y="2972"/>
                  </a:lnTo>
                  <a:cubicBezTo>
                    <a:pt x="246" y="3195"/>
                    <a:pt x="158" y="3409"/>
                    <a:pt x="0" y="3568"/>
                  </a:cubicBezTo>
                  <a:lnTo>
                    <a:pt x="88" y="3655"/>
                  </a:lnTo>
                  <a:cubicBezTo>
                    <a:pt x="115" y="3683"/>
                    <a:pt x="151" y="3696"/>
                    <a:pt x="187" y="3696"/>
                  </a:cubicBezTo>
                  <a:cubicBezTo>
                    <a:pt x="233" y="3696"/>
                    <a:pt x="278" y="3674"/>
                    <a:pt x="306" y="3632"/>
                  </a:cubicBezTo>
                  <a:cubicBezTo>
                    <a:pt x="396" y="3496"/>
                    <a:pt x="444" y="3335"/>
                    <a:pt x="444" y="3170"/>
                  </a:cubicBezTo>
                  <a:lnTo>
                    <a:pt x="444" y="1875"/>
                  </a:lnTo>
                  <a:cubicBezTo>
                    <a:pt x="444" y="1173"/>
                    <a:pt x="724" y="498"/>
                    <a:pt x="1221"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3461;p80">
              <a:extLst>
                <a:ext uri="{FF2B5EF4-FFF2-40B4-BE49-F238E27FC236}">
                  <a16:creationId xmlns:a16="http://schemas.microsoft.com/office/drawing/2014/main" id="{BA92E4D2-7F69-BA18-A1A3-B0EA56007B04}"/>
                </a:ext>
              </a:extLst>
            </p:cNvPr>
            <p:cNvSpPr/>
            <p:nvPr/>
          </p:nvSpPr>
          <p:spPr>
            <a:xfrm>
              <a:off x="4213879" y="2750454"/>
              <a:ext cx="36232" cy="41718"/>
            </a:xfrm>
            <a:custGeom>
              <a:avLst/>
              <a:gdLst/>
              <a:ahLst/>
              <a:cxnLst/>
              <a:rect l="l" t="t" r="r" b="b"/>
              <a:pathLst>
                <a:path w="885" h="1019" extrusionOk="0">
                  <a:moveTo>
                    <a:pt x="515" y="1"/>
                  </a:moveTo>
                  <a:cubicBezTo>
                    <a:pt x="368" y="1"/>
                    <a:pt x="189" y="37"/>
                    <a:pt x="1" y="106"/>
                  </a:cubicBezTo>
                  <a:lnTo>
                    <a:pt x="662" y="1019"/>
                  </a:lnTo>
                  <a:cubicBezTo>
                    <a:pt x="767" y="815"/>
                    <a:pt x="885" y="403"/>
                    <a:pt x="885" y="196"/>
                  </a:cubicBezTo>
                  <a:cubicBezTo>
                    <a:pt x="870" y="156"/>
                    <a:pt x="850" y="122"/>
                    <a:pt x="824" y="96"/>
                  </a:cubicBezTo>
                  <a:cubicBezTo>
                    <a:pt x="759" y="31"/>
                    <a:pt x="650" y="1"/>
                    <a:pt x="5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3462;p80">
              <a:extLst>
                <a:ext uri="{FF2B5EF4-FFF2-40B4-BE49-F238E27FC236}">
                  <a16:creationId xmlns:a16="http://schemas.microsoft.com/office/drawing/2014/main" id="{DA8ACA81-8AF0-DAC4-006A-95C3F6C91B76}"/>
                </a:ext>
              </a:extLst>
            </p:cNvPr>
            <p:cNvSpPr/>
            <p:nvPr/>
          </p:nvSpPr>
          <p:spPr>
            <a:xfrm>
              <a:off x="4240981" y="2758438"/>
              <a:ext cx="11791" cy="33735"/>
            </a:xfrm>
            <a:custGeom>
              <a:avLst/>
              <a:gdLst/>
              <a:ahLst/>
              <a:cxnLst/>
              <a:rect l="l" t="t" r="r" b="b"/>
              <a:pathLst>
                <a:path w="288" h="824" extrusionOk="0">
                  <a:moveTo>
                    <a:pt x="224" y="1"/>
                  </a:moveTo>
                  <a:cubicBezTo>
                    <a:pt x="177" y="175"/>
                    <a:pt x="105" y="370"/>
                    <a:pt x="0" y="573"/>
                  </a:cubicBezTo>
                  <a:lnTo>
                    <a:pt x="0" y="824"/>
                  </a:lnTo>
                  <a:lnTo>
                    <a:pt x="151" y="724"/>
                  </a:lnTo>
                  <a:cubicBezTo>
                    <a:pt x="258" y="433"/>
                    <a:pt x="287" y="164"/>
                    <a:pt x="22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3463;p80">
              <a:extLst>
                <a:ext uri="{FF2B5EF4-FFF2-40B4-BE49-F238E27FC236}">
                  <a16:creationId xmlns:a16="http://schemas.microsoft.com/office/drawing/2014/main" id="{B9AE9241-C48C-24A4-DC81-6ED0FD3A11F0}"/>
                </a:ext>
              </a:extLst>
            </p:cNvPr>
            <p:cNvSpPr/>
            <p:nvPr/>
          </p:nvSpPr>
          <p:spPr>
            <a:xfrm>
              <a:off x="4057161" y="2754794"/>
              <a:ext cx="183862" cy="181855"/>
            </a:xfrm>
            <a:custGeom>
              <a:avLst/>
              <a:gdLst/>
              <a:ahLst/>
              <a:cxnLst/>
              <a:rect l="l" t="t" r="r" b="b"/>
              <a:pathLst>
                <a:path w="4491" h="4442" extrusionOk="0">
                  <a:moveTo>
                    <a:pt x="3829" y="0"/>
                  </a:moveTo>
                  <a:cubicBezTo>
                    <a:pt x="3533" y="108"/>
                    <a:pt x="3214" y="298"/>
                    <a:pt x="2962" y="550"/>
                  </a:cubicBezTo>
                  <a:lnTo>
                    <a:pt x="1" y="3510"/>
                  </a:lnTo>
                  <a:lnTo>
                    <a:pt x="467" y="3977"/>
                  </a:lnTo>
                  <a:lnTo>
                    <a:pt x="933" y="4442"/>
                  </a:lnTo>
                  <a:lnTo>
                    <a:pt x="4004" y="1593"/>
                  </a:lnTo>
                  <a:cubicBezTo>
                    <a:pt x="4267" y="1331"/>
                    <a:pt x="4490" y="954"/>
                    <a:pt x="4490" y="662"/>
                  </a:cubicBezTo>
                  <a:lnTo>
                    <a:pt x="38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3464;p80">
              <a:extLst>
                <a:ext uri="{FF2B5EF4-FFF2-40B4-BE49-F238E27FC236}">
                  <a16:creationId xmlns:a16="http://schemas.microsoft.com/office/drawing/2014/main" id="{571F2D24-9EEC-11DB-1E67-284BDCA31FC0}"/>
                </a:ext>
              </a:extLst>
            </p:cNvPr>
            <p:cNvSpPr/>
            <p:nvPr/>
          </p:nvSpPr>
          <p:spPr>
            <a:xfrm>
              <a:off x="4095276" y="2781855"/>
              <a:ext cx="151887" cy="162900"/>
            </a:xfrm>
            <a:custGeom>
              <a:avLst/>
              <a:gdLst/>
              <a:ahLst/>
              <a:cxnLst/>
              <a:rect l="l" t="t" r="r" b="b"/>
              <a:pathLst>
                <a:path w="3710" h="3979" extrusionOk="0">
                  <a:moveTo>
                    <a:pt x="3559" y="1"/>
                  </a:moveTo>
                  <a:cubicBezTo>
                    <a:pt x="3420" y="273"/>
                    <a:pt x="3225" y="558"/>
                    <a:pt x="2961" y="820"/>
                  </a:cubicBezTo>
                  <a:lnTo>
                    <a:pt x="0" y="3781"/>
                  </a:lnTo>
                  <a:lnTo>
                    <a:pt x="198" y="3978"/>
                  </a:lnTo>
                  <a:lnTo>
                    <a:pt x="3158" y="1018"/>
                  </a:lnTo>
                  <a:cubicBezTo>
                    <a:pt x="3412" y="765"/>
                    <a:pt x="3600" y="447"/>
                    <a:pt x="3709" y="152"/>
                  </a:cubicBezTo>
                  <a:lnTo>
                    <a:pt x="3559"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3465;p80">
              <a:extLst>
                <a:ext uri="{FF2B5EF4-FFF2-40B4-BE49-F238E27FC236}">
                  <a16:creationId xmlns:a16="http://schemas.microsoft.com/office/drawing/2014/main" id="{4B40B38E-5288-5BDE-CF4D-A90D5E48B8FA}"/>
                </a:ext>
              </a:extLst>
            </p:cNvPr>
            <p:cNvSpPr/>
            <p:nvPr/>
          </p:nvSpPr>
          <p:spPr>
            <a:xfrm>
              <a:off x="4057120" y="2889773"/>
              <a:ext cx="55597" cy="54450"/>
            </a:xfrm>
            <a:custGeom>
              <a:avLst/>
              <a:gdLst/>
              <a:ahLst/>
              <a:cxnLst/>
              <a:rect l="l" t="t" r="r" b="b"/>
              <a:pathLst>
                <a:path w="1358" h="1330" extrusionOk="0">
                  <a:moveTo>
                    <a:pt x="1204" y="1"/>
                  </a:moveTo>
                  <a:cubicBezTo>
                    <a:pt x="1169" y="1"/>
                    <a:pt x="1132" y="14"/>
                    <a:pt x="1104" y="42"/>
                  </a:cubicBezTo>
                  <a:lnTo>
                    <a:pt x="57" y="1091"/>
                  </a:lnTo>
                  <a:cubicBezTo>
                    <a:pt x="1" y="1145"/>
                    <a:pt x="1" y="1234"/>
                    <a:pt x="57" y="1288"/>
                  </a:cubicBezTo>
                  <a:cubicBezTo>
                    <a:pt x="84" y="1316"/>
                    <a:pt x="120" y="1330"/>
                    <a:pt x="155" y="1330"/>
                  </a:cubicBezTo>
                  <a:cubicBezTo>
                    <a:pt x="191" y="1330"/>
                    <a:pt x="228" y="1316"/>
                    <a:pt x="254" y="1288"/>
                  </a:cubicBezTo>
                  <a:lnTo>
                    <a:pt x="1303" y="240"/>
                  </a:lnTo>
                  <a:cubicBezTo>
                    <a:pt x="1358" y="186"/>
                    <a:pt x="1358" y="97"/>
                    <a:pt x="1303" y="42"/>
                  </a:cubicBezTo>
                  <a:cubicBezTo>
                    <a:pt x="1276" y="14"/>
                    <a:pt x="1240" y="1"/>
                    <a:pt x="120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3466;p80">
              <a:extLst>
                <a:ext uri="{FF2B5EF4-FFF2-40B4-BE49-F238E27FC236}">
                  <a16:creationId xmlns:a16="http://schemas.microsoft.com/office/drawing/2014/main" id="{84AF4C46-C986-0DCA-276C-ED7D3263290F}"/>
                </a:ext>
              </a:extLst>
            </p:cNvPr>
            <p:cNvSpPr/>
            <p:nvPr/>
          </p:nvSpPr>
          <p:spPr>
            <a:xfrm>
              <a:off x="4195906" y="2781610"/>
              <a:ext cx="24482" cy="24482"/>
            </a:xfrm>
            <a:custGeom>
              <a:avLst/>
              <a:gdLst/>
              <a:ahLst/>
              <a:cxnLst/>
              <a:rect l="l" t="t" r="r" b="b"/>
              <a:pathLst>
                <a:path w="598" h="598" extrusionOk="0">
                  <a:moveTo>
                    <a:pt x="140" y="0"/>
                  </a:moveTo>
                  <a:cubicBezTo>
                    <a:pt x="64" y="0"/>
                    <a:pt x="1" y="63"/>
                    <a:pt x="1" y="140"/>
                  </a:cubicBezTo>
                  <a:cubicBezTo>
                    <a:pt x="1" y="217"/>
                    <a:pt x="62" y="280"/>
                    <a:pt x="140" y="280"/>
                  </a:cubicBezTo>
                  <a:cubicBezTo>
                    <a:pt x="218" y="280"/>
                    <a:pt x="318" y="380"/>
                    <a:pt x="318" y="458"/>
                  </a:cubicBezTo>
                  <a:cubicBezTo>
                    <a:pt x="318" y="534"/>
                    <a:pt x="381" y="598"/>
                    <a:pt x="458" y="598"/>
                  </a:cubicBezTo>
                  <a:cubicBezTo>
                    <a:pt x="535" y="598"/>
                    <a:pt x="598" y="534"/>
                    <a:pt x="598" y="458"/>
                  </a:cubicBezTo>
                  <a:cubicBezTo>
                    <a:pt x="598" y="227"/>
                    <a:pt x="371" y="0"/>
                    <a:pt x="1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0" name="Google Shape;3467;p80">
            <a:extLst>
              <a:ext uri="{FF2B5EF4-FFF2-40B4-BE49-F238E27FC236}">
                <a16:creationId xmlns:a16="http://schemas.microsoft.com/office/drawing/2014/main" id="{EE6DF860-EDC7-EB29-7BA0-ABE9255A8BEC}"/>
              </a:ext>
            </a:extLst>
          </p:cNvPr>
          <p:cNvGrpSpPr/>
          <p:nvPr/>
        </p:nvGrpSpPr>
        <p:grpSpPr>
          <a:xfrm>
            <a:off x="9603152" y="3341512"/>
            <a:ext cx="1256759" cy="1044668"/>
            <a:chOff x="3978719" y="2086080"/>
            <a:chExt cx="376771" cy="303202"/>
          </a:xfrm>
        </p:grpSpPr>
        <p:sp>
          <p:nvSpPr>
            <p:cNvPr id="501" name="Google Shape;3468;p80">
              <a:extLst>
                <a:ext uri="{FF2B5EF4-FFF2-40B4-BE49-F238E27FC236}">
                  <a16:creationId xmlns:a16="http://schemas.microsoft.com/office/drawing/2014/main" id="{A85970AB-58CB-A395-8166-9BAE014083B3}"/>
                </a:ext>
              </a:extLst>
            </p:cNvPr>
            <p:cNvSpPr/>
            <p:nvPr/>
          </p:nvSpPr>
          <p:spPr>
            <a:xfrm>
              <a:off x="3995382" y="2336469"/>
              <a:ext cx="343364" cy="18177"/>
            </a:xfrm>
            <a:custGeom>
              <a:avLst/>
              <a:gdLst/>
              <a:ahLst/>
              <a:cxnLst/>
              <a:rect l="l" t="t" r="r" b="b"/>
              <a:pathLst>
                <a:path w="8387" h="444" extrusionOk="0">
                  <a:moveTo>
                    <a:pt x="4195" y="1"/>
                  </a:moveTo>
                  <a:cubicBezTo>
                    <a:pt x="4133" y="1"/>
                    <a:pt x="4072" y="3"/>
                    <a:pt x="4011" y="7"/>
                  </a:cubicBezTo>
                  <a:lnTo>
                    <a:pt x="1822" y="174"/>
                  </a:lnTo>
                  <a:lnTo>
                    <a:pt x="149" y="174"/>
                  </a:lnTo>
                  <a:cubicBezTo>
                    <a:pt x="66" y="174"/>
                    <a:pt x="0" y="243"/>
                    <a:pt x="11" y="326"/>
                  </a:cubicBezTo>
                  <a:cubicBezTo>
                    <a:pt x="19" y="394"/>
                    <a:pt x="80" y="444"/>
                    <a:pt x="151" y="444"/>
                  </a:cubicBezTo>
                  <a:lnTo>
                    <a:pt x="8239" y="444"/>
                  </a:lnTo>
                  <a:cubicBezTo>
                    <a:pt x="8322" y="444"/>
                    <a:pt x="8387" y="374"/>
                    <a:pt x="8377" y="292"/>
                  </a:cubicBezTo>
                  <a:cubicBezTo>
                    <a:pt x="8369" y="223"/>
                    <a:pt x="8308" y="174"/>
                    <a:pt x="8237" y="174"/>
                  </a:cubicBezTo>
                  <a:lnTo>
                    <a:pt x="6567" y="174"/>
                  </a:lnTo>
                  <a:lnTo>
                    <a:pt x="4378" y="7"/>
                  </a:lnTo>
                  <a:cubicBezTo>
                    <a:pt x="4317" y="3"/>
                    <a:pt x="4256" y="1"/>
                    <a:pt x="419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3469;p80">
              <a:extLst>
                <a:ext uri="{FF2B5EF4-FFF2-40B4-BE49-F238E27FC236}">
                  <a16:creationId xmlns:a16="http://schemas.microsoft.com/office/drawing/2014/main" id="{2FCC862B-5181-A791-81D2-BB54F13C9529}"/>
                </a:ext>
              </a:extLst>
            </p:cNvPr>
            <p:cNvSpPr/>
            <p:nvPr/>
          </p:nvSpPr>
          <p:spPr>
            <a:xfrm>
              <a:off x="3995423" y="2378146"/>
              <a:ext cx="343323" cy="11136"/>
            </a:xfrm>
            <a:custGeom>
              <a:avLst/>
              <a:gdLst/>
              <a:ahLst/>
              <a:cxnLst/>
              <a:rect l="l" t="t" r="r" b="b"/>
              <a:pathLst>
                <a:path w="8386" h="272" extrusionOk="0">
                  <a:moveTo>
                    <a:pt x="148" y="1"/>
                  </a:moveTo>
                  <a:cubicBezTo>
                    <a:pt x="66" y="1"/>
                    <a:pt x="0" y="70"/>
                    <a:pt x="10" y="153"/>
                  </a:cubicBezTo>
                  <a:cubicBezTo>
                    <a:pt x="18" y="221"/>
                    <a:pt x="79" y="271"/>
                    <a:pt x="150" y="271"/>
                  </a:cubicBezTo>
                  <a:lnTo>
                    <a:pt x="8238" y="271"/>
                  </a:lnTo>
                  <a:cubicBezTo>
                    <a:pt x="8321" y="271"/>
                    <a:pt x="8386" y="201"/>
                    <a:pt x="8376" y="120"/>
                  </a:cubicBezTo>
                  <a:cubicBezTo>
                    <a:pt x="8369" y="52"/>
                    <a:pt x="8307" y="1"/>
                    <a:pt x="823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3470;p80">
              <a:extLst>
                <a:ext uri="{FF2B5EF4-FFF2-40B4-BE49-F238E27FC236}">
                  <a16:creationId xmlns:a16="http://schemas.microsoft.com/office/drawing/2014/main" id="{4716136A-774B-D479-5EB6-BE1F269E79F2}"/>
                </a:ext>
              </a:extLst>
            </p:cNvPr>
            <p:cNvSpPr/>
            <p:nvPr/>
          </p:nvSpPr>
          <p:spPr>
            <a:xfrm>
              <a:off x="3978719" y="2343552"/>
              <a:ext cx="41759" cy="41718"/>
            </a:xfrm>
            <a:custGeom>
              <a:avLst/>
              <a:gdLst/>
              <a:ahLst/>
              <a:cxnLst/>
              <a:rect l="l" t="t" r="r" b="b"/>
              <a:pathLst>
                <a:path w="1020" h="1019" extrusionOk="0">
                  <a:moveTo>
                    <a:pt x="556" y="1"/>
                  </a:moveTo>
                  <a:cubicBezTo>
                    <a:pt x="249" y="1"/>
                    <a:pt x="1" y="250"/>
                    <a:pt x="1" y="556"/>
                  </a:cubicBezTo>
                  <a:cubicBezTo>
                    <a:pt x="1" y="657"/>
                    <a:pt x="28" y="751"/>
                    <a:pt x="75" y="833"/>
                  </a:cubicBezTo>
                  <a:cubicBezTo>
                    <a:pt x="198" y="957"/>
                    <a:pt x="363" y="1019"/>
                    <a:pt x="464" y="1019"/>
                  </a:cubicBezTo>
                  <a:cubicBezTo>
                    <a:pt x="770" y="1019"/>
                    <a:pt x="1019" y="770"/>
                    <a:pt x="1019" y="464"/>
                  </a:cubicBezTo>
                  <a:cubicBezTo>
                    <a:pt x="1019" y="362"/>
                    <a:pt x="975" y="216"/>
                    <a:pt x="833" y="75"/>
                  </a:cubicBezTo>
                  <a:cubicBezTo>
                    <a:pt x="751" y="27"/>
                    <a:pt x="656" y="1"/>
                    <a:pt x="5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3471;p80">
              <a:extLst>
                <a:ext uri="{FF2B5EF4-FFF2-40B4-BE49-F238E27FC236}">
                  <a16:creationId xmlns:a16="http://schemas.microsoft.com/office/drawing/2014/main" id="{BB0BE790-EEF9-8CEE-A62B-411863A2C3C6}"/>
                </a:ext>
              </a:extLst>
            </p:cNvPr>
            <p:cNvSpPr/>
            <p:nvPr/>
          </p:nvSpPr>
          <p:spPr>
            <a:xfrm>
              <a:off x="3981749" y="2346581"/>
              <a:ext cx="42496" cy="42455"/>
            </a:xfrm>
            <a:custGeom>
              <a:avLst/>
              <a:gdLst/>
              <a:ahLst/>
              <a:cxnLst/>
              <a:rect l="l" t="t" r="r" b="b"/>
              <a:pathLst>
                <a:path w="1038" h="1037" extrusionOk="0">
                  <a:moveTo>
                    <a:pt x="759" y="1"/>
                  </a:moveTo>
                  <a:lnTo>
                    <a:pt x="759" y="1"/>
                  </a:lnTo>
                  <a:cubicBezTo>
                    <a:pt x="807" y="82"/>
                    <a:pt x="833" y="177"/>
                    <a:pt x="833" y="277"/>
                  </a:cubicBezTo>
                  <a:cubicBezTo>
                    <a:pt x="833" y="585"/>
                    <a:pt x="584" y="833"/>
                    <a:pt x="278" y="833"/>
                  </a:cubicBezTo>
                  <a:cubicBezTo>
                    <a:pt x="176" y="833"/>
                    <a:pt x="83" y="805"/>
                    <a:pt x="1" y="759"/>
                  </a:cubicBezTo>
                  <a:lnTo>
                    <a:pt x="1" y="759"/>
                  </a:lnTo>
                  <a:cubicBezTo>
                    <a:pt x="97" y="925"/>
                    <a:pt x="276" y="1037"/>
                    <a:pt x="482" y="1037"/>
                  </a:cubicBezTo>
                  <a:cubicBezTo>
                    <a:pt x="790" y="1037"/>
                    <a:pt x="1038" y="788"/>
                    <a:pt x="1038" y="482"/>
                  </a:cubicBezTo>
                  <a:cubicBezTo>
                    <a:pt x="1038" y="276"/>
                    <a:pt x="925" y="97"/>
                    <a:pt x="759"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3472;p80">
              <a:extLst>
                <a:ext uri="{FF2B5EF4-FFF2-40B4-BE49-F238E27FC236}">
                  <a16:creationId xmlns:a16="http://schemas.microsoft.com/office/drawing/2014/main" id="{E4EF10CE-975D-58BD-A90E-F11EDCFE688C}"/>
                </a:ext>
              </a:extLst>
            </p:cNvPr>
            <p:cNvSpPr/>
            <p:nvPr/>
          </p:nvSpPr>
          <p:spPr>
            <a:xfrm>
              <a:off x="4309965" y="2343552"/>
              <a:ext cx="41718" cy="41718"/>
            </a:xfrm>
            <a:custGeom>
              <a:avLst/>
              <a:gdLst/>
              <a:ahLst/>
              <a:cxnLst/>
              <a:rect l="l" t="t" r="r" b="b"/>
              <a:pathLst>
                <a:path w="1019" h="1019" extrusionOk="0">
                  <a:moveTo>
                    <a:pt x="555" y="1"/>
                  </a:moveTo>
                  <a:cubicBezTo>
                    <a:pt x="248" y="1"/>
                    <a:pt x="0" y="250"/>
                    <a:pt x="0" y="556"/>
                  </a:cubicBezTo>
                  <a:cubicBezTo>
                    <a:pt x="0" y="657"/>
                    <a:pt x="28" y="751"/>
                    <a:pt x="74" y="833"/>
                  </a:cubicBezTo>
                  <a:cubicBezTo>
                    <a:pt x="197" y="957"/>
                    <a:pt x="361" y="1019"/>
                    <a:pt x="462" y="1019"/>
                  </a:cubicBezTo>
                  <a:cubicBezTo>
                    <a:pt x="770" y="1019"/>
                    <a:pt x="1018" y="770"/>
                    <a:pt x="1018" y="464"/>
                  </a:cubicBezTo>
                  <a:cubicBezTo>
                    <a:pt x="1018" y="362"/>
                    <a:pt x="973" y="216"/>
                    <a:pt x="832" y="75"/>
                  </a:cubicBezTo>
                  <a:cubicBezTo>
                    <a:pt x="750" y="27"/>
                    <a:pt x="655" y="1"/>
                    <a:pt x="555"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3473;p80">
              <a:extLst>
                <a:ext uri="{FF2B5EF4-FFF2-40B4-BE49-F238E27FC236}">
                  <a16:creationId xmlns:a16="http://schemas.microsoft.com/office/drawing/2014/main" id="{136D63FE-D257-ADEF-5613-1B7ECA577BE1}"/>
                </a:ext>
              </a:extLst>
            </p:cNvPr>
            <p:cNvSpPr/>
            <p:nvPr/>
          </p:nvSpPr>
          <p:spPr>
            <a:xfrm>
              <a:off x="4313036" y="2346581"/>
              <a:ext cx="42455" cy="42455"/>
            </a:xfrm>
            <a:custGeom>
              <a:avLst/>
              <a:gdLst/>
              <a:ahLst/>
              <a:cxnLst/>
              <a:rect l="l" t="t" r="r" b="b"/>
              <a:pathLst>
                <a:path w="1037" h="1037" extrusionOk="0">
                  <a:moveTo>
                    <a:pt x="759" y="1"/>
                  </a:moveTo>
                  <a:lnTo>
                    <a:pt x="759" y="1"/>
                  </a:lnTo>
                  <a:cubicBezTo>
                    <a:pt x="806" y="82"/>
                    <a:pt x="833" y="177"/>
                    <a:pt x="833" y="277"/>
                  </a:cubicBezTo>
                  <a:cubicBezTo>
                    <a:pt x="833" y="585"/>
                    <a:pt x="582" y="833"/>
                    <a:pt x="276" y="833"/>
                  </a:cubicBezTo>
                  <a:cubicBezTo>
                    <a:pt x="175" y="833"/>
                    <a:pt x="81" y="805"/>
                    <a:pt x="0" y="759"/>
                  </a:cubicBezTo>
                  <a:lnTo>
                    <a:pt x="0" y="759"/>
                  </a:lnTo>
                  <a:cubicBezTo>
                    <a:pt x="96" y="925"/>
                    <a:pt x="275" y="1037"/>
                    <a:pt x="481" y="1037"/>
                  </a:cubicBezTo>
                  <a:cubicBezTo>
                    <a:pt x="788" y="1037"/>
                    <a:pt x="1036" y="788"/>
                    <a:pt x="1036" y="482"/>
                  </a:cubicBezTo>
                  <a:cubicBezTo>
                    <a:pt x="1035" y="276"/>
                    <a:pt x="924" y="97"/>
                    <a:pt x="759"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3474;p80">
              <a:extLst>
                <a:ext uri="{FF2B5EF4-FFF2-40B4-BE49-F238E27FC236}">
                  <a16:creationId xmlns:a16="http://schemas.microsoft.com/office/drawing/2014/main" id="{B0485A43-2337-89B2-69F3-55FDFB4B5CC3}"/>
                </a:ext>
              </a:extLst>
            </p:cNvPr>
            <p:cNvSpPr/>
            <p:nvPr/>
          </p:nvSpPr>
          <p:spPr>
            <a:xfrm>
              <a:off x="4127536" y="2092016"/>
              <a:ext cx="79669" cy="93671"/>
            </a:xfrm>
            <a:custGeom>
              <a:avLst/>
              <a:gdLst/>
              <a:ahLst/>
              <a:cxnLst/>
              <a:rect l="l" t="t" r="r" b="b"/>
              <a:pathLst>
                <a:path w="1946" h="2288" extrusionOk="0">
                  <a:moveTo>
                    <a:pt x="1" y="1835"/>
                  </a:moveTo>
                  <a:cubicBezTo>
                    <a:pt x="1" y="1835"/>
                    <a:pt x="1" y="1835"/>
                    <a:pt x="1" y="1835"/>
                  </a:cubicBezTo>
                  <a:lnTo>
                    <a:pt x="1" y="1835"/>
                  </a:lnTo>
                  <a:close/>
                  <a:moveTo>
                    <a:pt x="326" y="0"/>
                  </a:moveTo>
                  <a:lnTo>
                    <a:pt x="326" y="1192"/>
                  </a:lnTo>
                  <a:cubicBezTo>
                    <a:pt x="326" y="1220"/>
                    <a:pt x="318" y="1246"/>
                    <a:pt x="306" y="1270"/>
                  </a:cubicBezTo>
                  <a:lnTo>
                    <a:pt x="1" y="1835"/>
                  </a:lnTo>
                  <a:lnTo>
                    <a:pt x="1" y="1835"/>
                  </a:lnTo>
                  <a:cubicBezTo>
                    <a:pt x="1" y="1835"/>
                    <a:pt x="1" y="1835"/>
                    <a:pt x="1" y="1835"/>
                  </a:cubicBezTo>
                  <a:cubicBezTo>
                    <a:pt x="2" y="1835"/>
                    <a:pt x="265" y="2288"/>
                    <a:pt x="972" y="2288"/>
                  </a:cubicBezTo>
                  <a:cubicBezTo>
                    <a:pt x="1683" y="2288"/>
                    <a:pt x="1945" y="1834"/>
                    <a:pt x="1945" y="1834"/>
                  </a:cubicBezTo>
                  <a:lnTo>
                    <a:pt x="1491" y="1261"/>
                  </a:lnTo>
                  <a:lnTo>
                    <a:pt x="13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3475;p80">
              <a:extLst>
                <a:ext uri="{FF2B5EF4-FFF2-40B4-BE49-F238E27FC236}">
                  <a16:creationId xmlns:a16="http://schemas.microsoft.com/office/drawing/2014/main" id="{E933ED00-2BEE-CD16-5528-AB531438EFEC}"/>
                </a:ext>
              </a:extLst>
            </p:cNvPr>
            <p:cNvSpPr/>
            <p:nvPr/>
          </p:nvSpPr>
          <p:spPr>
            <a:xfrm>
              <a:off x="4182109" y="2092016"/>
              <a:ext cx="23868" cy="83313"/>
            </a:xfrm>
            <a:custGeom>
              <a:avLst/>
              <a:gdLst/>
              <a:ahLst/>
              <a:cxnLst/>
              <a:rect l="l" t="t" r="r" b="b"/>
              <a:pathLst>
                <a:path w="583" h="2035" extrusionOk="0">
                  <a:moveTo>
                    <a:pt x="0" y="0"/>
                  </a:moveTo>
                  <a:lnTo>
                    <a:pt x="0" y="1227"/>
                  </a:lnTo>
                  <a:cubicBezTo>
                    <a:pt x="0" y="1273"/>
                    <a:pt x="12" y="1319"/>
                    <a:pt x="34" y="1360"/>
                  </a:cubicBezTo>
                  <a:lnTo>
                    <a:pt x="403" y="2034"/>
                  </a:lnTo>
                  <a:cubicBezTo>
                    <a:pt x="510" y="1952"/>
                    <a:pt x="583" y="1834"/>
                    <a:pt x="583" y="1834"/>
                  </a:cubicBezTo>
                  <a:lnTo>
                    <a:pt x="287" y="1269"/>
                  </a:lnTo>
                  <a:cubicBezTo>
                    <a:pt x="276" y="1245"/>
                    <a:pt x="269" y="1220"/>
                    <a:pt x="269" y="1193"/>
                  </a:cubicBezTo>
                  <a:lnTo>
                    <a:pt x="269"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3476;p80">
              <a:extLst>
                <a:ext uri="{FF2B5EF4-FFF2-40B4-BE49-F238E27FC236}">
                  <a16:creationId xmlns:a16="http://schemas.microsoft.com/office/drawing/2014/main" id="{E68B3A54-2288-A38D-1BBA-68B142C2F344}"/>
                </a:ext>
              </a:extLst>
            </p:cNvPr>
            <p:cNvSpPr/>
            <p:nvPr/>
          </p:nvSpPr>
          <p:spPr>
            <a:xfrm>
              <a:off x="4045861" y="2163375"/>
              <a:ext cx="239499" cy="174773"/>
            </a:xfrm>
            <a:custGeom>
              <a:avLst/>
              <a:gdLst/>
              <a:ahLst/>
              <a:cxnLst/>
              <a:rect l="l" t="t" r="r" b="b"/>
              <a:pathLst>
                <a:path w="5850" h="4269" extrusionOk="0">
                  <a:moveTo>
                    <a:pt x="3444" y="0"/>
                  </a:moveTo>
                  <a:cubicBezTo>
                    <a:pt x="3280" y="0"/>
                    <a:pt x="3115" y="27"/>
                    <a:pt x="2960" y="81"/>
                  </a:cubicBezTo>
                  <a:cubicBezTo>
                    <a:pt x="2804" y="135"/>
                    <a:pt x="2639" y="162"/>
                    <a:pt x="2474" y="162"/>
                  </a:cubicBezTo>
                  <a:cubicBezTo>
                    <a:pt x="2309" y="162"/>
                    <a:pt x="2144" y="135"/>
                    <a:pt x="1988" y="81"/>
                  </a:cubicBezTo>
                  <a:lnTo>
                    <a:pt x="100" y="3581"/>
                  </a:lnTo>
                  <a:cubicBezTo>
                    <a:pt x="0" y="3764"/>
                    <a:pt x="16" y="3965"/>
                    <a:pt x="107" y="4123"/>
                  </a:cubicBezTo>
                  <a:lnTo>
                    <a:pt x="5328" y="4269"/>
                  </a:lnTo>
                  <a:cubicBezTo>
                    <a:pt x="5328" y="4269"/>
                    <a:pt x="5328" y="4269"/>
                    <a:pt x="5329" y="4269"/>
                  </a:cubicBezTo>
                  <a:cubicBezTo>
                    <a:pt x="5647" y="4269"/>
                    <a:pt x="5850" y="3929"/>
                    <a:pt x="5698" y="3649"/>
                  </a:cubicBezTo>
                  <a:lnTo>
                    <a:pt x="3578" y="6"/>
                  </a:lnTo>
                  <a:cubicBezTo>
                    <a:pt x="3534" y="2"/>
                    <a:pt x="3489" y="0"/>
                    <a:pt x="3444"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3477;p80">
              <a:extLst>
                <a:ext uri="{FF2B5EF4-FFF2-40B4-BE49-F238E27FC236}">
                  <a16:creationId xmlns:a16="http://schemas.microsoft.com/office/drawing/2014/main" id="{C2A2E94D-E730-FEE8-681F-F1E17EF71936}"/>
                </a:ext>
              </a:extLst>
            </p:cNvPr>
            <p:cNvSpPr/>
            <p:nvPr/>
          </p:nvSpPr>
          <p:spPr>
            <a:xfrm>
              <a:off x="4050283" y="2163661"/>
              <a:ext cx="242119" cy="179972"/>
            </a:xfrm>
            <a:custGeom>
              <a:avLst/>
              <a:gdLst/>
              <a:ahLst/>
              <a:cxnLst/>
              <a:rect l="l" t="t" r="r" b="b"/>
              <a:pathLst>
                <a:path w="5914" h="4396" extrusionOk="0">
                  <a:moveTo>
                    <a:pt x="3471" y="0"/>
                  </a:moveTo>
                  <a:lnTo>
                    <a:pt x="5473" y="3709"/>
                  </a:lnTo>
                  <a:cubicBezTo>
                    <a:pt x="5573" y="3894"/>
                    <a:pt x="5438" y="4117"/>
                    <a:pt x="5228" y="4127"/>
                  </a:cubicBezTo>
                  <a:lnTo>
                    <a:pt x="0" y="4127"/>
                  </a:lnTo>
                  <a:cubicBezTo>
                    <a:pt x="94" y="4280"/>
                    <a:pt x="268" y="4396"/>
                    <a:pt x="482" y="4396"/>
                  </a:cubicBezTo>
                  <a:lnTo>
                    <a:pt x="5226" y="4396"/>
                  </a:lnTo>
                  <a:cubicBezTo>
                    <a:pt x="5645" y="4395"/>
                    <a:pt x="5914" y="3945"/>
                    <a:pt x="5713" y="3576"/>
                  </a:cubicBezTo>
                  <a:lnTo>
                    <a:pt x="3825" y="75"/>
                  </a:lnTo>
                  <a:cubicBezTo>
                    <a:pt x="3711" y="36"/>
                    <a:pt x="3592" y="11"/>
                    <a:pt x="347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3478;p80">
              <a:extLst>
                <a:ext uri="{FF2B5EF4-FFF2-40B4-BE49-F238E27FC236}">
                  <a16:creationId xmlns:a16="http://schemas.microsoft.com/office/drawing/2014/main" id="{21F65A37-AF2D-4C57-8D3C-D67DDFFE6A84}"/>
                </a:ext>
              </a:extLst>
            </p:cNvPr>
            <p:cNvSpPr/>
            <p:nvPr/>
          </p:nvSpPr>
          <p:spPr>
            <a:xfrm>
              <a:off x="4135520" y="2086080"/>
              <a:ext cx="49865" cy="11095"/>
            </a:xfrm>
            <a:custGeom>
              <a:avLst/>
              <a:gdLst/>
              <a:ahLst/>
              <a:cxnLst/>
              <a:rect l="l" t="t" r="r" b="b"/>
              <a:pathLst>
                <a:path w="1218" h="271" extrusionOk="0">
                  <a:moveTo>
                    <a:pt x="138" y="1"/>
                  </a:moveTo>
                  <a:cubicBezTo>
                    <a:pt x="63" y="1"/>
                    <a:pt x="1" y="62"/>
                    <a:pt x="4" y="139"/>
                  </a:cubicBezTo>
                  <a:cubicBezTo>
                    <a:pt x="5" y="213"/>
                    <a:pt x="70" y="271"/>
                    <a:pt x="144" y="271"/>
                  </a:cubicBezTo>
                  <a:lnTo>
                    <a:pt x="1128" y="271"/>
                  </a:lnTo>
                  <a:lnTo>
                    <a:pt x="1217" y="136"/>
                  </a:lnTo>
                  <a:lnTo>
                    <a:pt x="1128" y="2"/>
                  </a:lnTo>
                  <a:lnTo>
                    <a:pt x="138" y="2"/>
                  </a:lnTo>
                  <a:lnTo>
                    <a:pt x="138"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3479;p80">
              <a:extLst>
                <a:ext uri="{FF2B5EF4-FFF2-40B4-BE49-F238E27FC236}">
                  <a16:creationId xmlns:a16="http://schemas.microsoft.com/office/drawing/2014/main" id="{5DCFC826-E906-019B-8E2A-6C11CA995FB0}"/>
                </a:ext>
              </a:extLst>
            </p:cNvPr>
            <p:cNvSpPr/>
            <p:nvPr/>
          </p:nvSpPr>
          <p:spPr>
            <a:xfrm>
              <a:off x="4182028" y="2086080"/>
              <a:ext cx="16663" cy="11054"/>
            </a:xfrm>
            <a:custGeom>
              <a:avLst/>
              <a:gdLst/>
              <a:ahLst/>
              <a:cxnLst/>
              <a:rect l="l" t="t" r="r" b="b"/>
              <a:pathLst>
                <a:path w="407" h="270" extrusionOk="0">
                  <a:moveTo>
                    <a:pt x="0" y="1"/>
                  </a:moveTo>
                  <a:lnTo>
                    <a:pt x="0" y="270"/>
                  </a:lnTo>
                  <a:lnTo>
                    <a:pt x="269" y="270"/>
                  </a:lnTo>
                  <a:cubicBezTo>
                    <a:pt x="344" y="270"/>
                    <a:pt x="406" y="207"/>
                    <a:pt x="404" y="130"/>
                  </a:cubicBezTo>
                  <a:cubicBezTo>
                    <a:pt x="403" y="56"/>
                    <a:pt x="338" y="1"/>
                    <a:pt x="2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3480;p80">
              <a:extLst>
                <a:ext uri="{FF2B5EF4-FFF2-40B4-BE49-F238E27FC236}">
                  <a16:creationId xmlns:a16="http://schemas.microsoft.com/office/drawing/2014/main" id="{6018A448-1A71-31F4-E75C-146662B77800}"/>
                </a:ext>
              </a:extLst>
            </p:cNvPr>
            <p:cNvSpPr/>
            <p:nvPr/>
          </p:nvSpPr>
          <p:spPr>
            <a:xfrm>
              <a:off x="4136011" y="2185892"/>
              <a:ext cx="86506" cy="140834"/>
            </a:xfrm>
            <a:custGeom>
              <a:avLst/>
              <a:gdLst/>
              <a:ahLst/>
              <a:cxnLst/>
              <a:rect l="l" t="t" r="r" b="b"/>
              <a:pathLst>
                <a:path w="2113" h="3440" extrusionOk="0">
                  <a:moveTo>
                    <a:pt x="982" y="797"/>
                  </a:moveTo>
                  <a:lnTo>
                    <a:pt x="1205" y="1184"/>
                  </a:lnTo>
                  <a:lnTo>
                    <a:pt x="982" y="1570"/>
                  </a:lnTo>
                  <a:lnTo>
                    <a:pt x="536" y="1570"/>
                  </a:lnTo>
                  <a:lnTo>
                    <a:pt x="314" y="1184"/>
                  </a:lnTo>
                  <a:lnTo>
                    <a:pt x="536" y="797"/>
                  </a:lnTo>
                  <a:close/>
                  <a:moveTo>
                    <a:pt x="982" y="1858"/>
                  </a:moveTo>
                  <a:lnTo>
                    <a:pt x="1205" y="2244"/>
                  </a:lnTo>
                  <a:lnTo>
                    <a:pt x="982" y="2630"/>
                  </a:lnTo>
                  <a:lnTo>
                    <a:pt x="536" y="2630"/>
                  </a:lnTo>
                  <a:lnTo>
                    <a:pt x="314" y="2244"/>
                  </a:lnTo>
                  <a:lnTo>
                    <a:pt x="536" y="1858"/>
                  </a:lnTo>
                  <a:close/>
                  <a:moveTo>
                    <a:pt x="153" y="0"/>
                  </a:moveTo>
                  <a:cubicBezTo>
                    <a:pt x="119" y="0"/>
                    <a:pt x="85" y="12"/>
                    <a:pt x="57" y="38"/>
                  </a:cubicBezTo>
                  <a:cubicBezTo>
                    <a:pt x="9" y="82"/>
                    <a:pt x="0" y="156"/>
                    <a:pt x="34" y="213"/>
                  </a:cubicBezTo>
                  <a:lnTo>
                    <a:pt x="296" y="668"/>
                  </a:lnTo>
                  <a:lnTo>
                    <a:pt x="31" y="1126"/>
                  </a:lnTo>
                  <a:cubicBezTo>
                    <a:pt x="6" y="1169"/>
                    <a:pt x="6" y="1222"/>
                    <a:pt x="31" y="1266"/>
                  </a:cubicBezTo>
                  <a:lnTo>
                    <a:pt x="296" y="1723"/>
                  </a:lnTo>
                  <a:lnTo>
                    <a:pt x="31" y="2181"/>
                  </a:lnTo>
                  <a:cubicBezTo>
                    <a:pt x="6" y="2224"/>
                    <a:pt x="6" y="2277"/>
                    <a:pt x="31" y="2321"/>
                  </a:cubicBezTo>
                  <a:lnTo>
                    <a:pt x="336" y="2848"/>
                  </a:lnTo>
                  <a:cubicBezTo>
                    <a:pt x="359" y="2892"/>
                    <a:pt x="406" y="2918"/>
                    <a:pt x="456" y="2918"/>
                  </a:cubicBezTo>
                  <a:lnTo>
                    <a:pt x="985" y="2918"/>
                  </a:lnTo>
                  <a:lnTo>
                    <a:pt x="1245" y="3371"/>
                  </a:lnTo>
                  <a:cubicBezTo>
                    <a:pt x="1270" y="3413"/>
                    <a:pt x="1316" y="3439"/>
                    <a:pt x="1365" y="3439"/>
                  </a:cubicBezTo>
                  <a:lnTo>
                    <a:pt x="1977" y="3439"/>
                  </a:lnTo>
                  <a:cubicBezTo>
                    <a:pt x="2051" y="3439"/>
                    <a:pt x="2113" y="3377"/>
                    <a:pt x="2113" y="3304"/>
                  </a:cubicBezTo>
                  <a:cubicBezTo>
                    <a:pt x="2109" y="3229"/>
                    <a:pt x="2045" y="3172"/>
                    <a:pt x="1971" y="3172"/>
                  </a:cubicBezTo>
                  <a:lnTo>
                    <a:pt x="1449" y="3172"/>
                  </a:lnTo>
                  <a:lnTo>
                    <a:pt x="1224" y="2783"/>
                  </a:lnTo>
                  <a:lnTo>
                    <a:pt x="1490" y="2324"/>
                  </a:lnTo>
                  <a:cubicBezTo>
                    <a:pt x="1514" y="2281"/>
                    <a:pt x="1514" y="2228"/>
                    <a:pt x="1490" y="2185"/>
                  </a:cubicBezTo>
                  <a:lnTo>
                    <a:pt x="1224" y="1726"/>
                  </a:lnTo>
                  <a:lnTo>
                    <a:pt x="1490" y="1267"/>
                  </a:lnTo>
                  <a:cubicBezTo>
                    <a:pt x="1514" y="1224"/>
                    <a:pt x="1514" y="1171"/>
                    <a:pt x="1490" y="1127"/>
                  </a:cubicBezTo>
                  <a:lnTo>
                    <a:pt x="1185" y="598"/>
                  </a:lnTo>
                  <a:cubicBezTo>
                    <a:pt x="1160" y="555"/>
                    <a:pt x="1113" y="528"/>
                    <a:pt x="1064" y="528"/>
                  </a:cubicBezTo>
                  <a:lnTo>
                    <a:pt x="538" y="528"/>
                  </a:lnTo>
                  <a:lnTo>
                    <a:pt x="274" y="70"/>
                  </a:lnTo>
                  <a:cubicBezTo>
                    <a:pt x="248" y="26"/>
                    <a:pt x="201" y="0"/>
                    <a:pt x="153" y="0"/>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3481;p80">
              <a:extLst>
                <a:ext uri="{FF2B5EF4-FFF2-40B4-BE49-F238E27FC236}">
                  <a16:creationId xmlns:a16="http://schemas.microsoft.com/office/drawing/2014/main" id="{7D2C423F-8EC7-D024-3673-05049BC6C462}"/>
                </a:ext>
              </a:extLst>
            </p:cNvPr>
            <p:cNvSpPr/>
            <p:nvPr/>
          </p:nvSpPr>
          <p:spPr>
            <a:xfrm>
              <a:off x="3995423" y="2360255"/>
              <a:ext cx="12118" cy="12118"/>
            </a:xfrm>
            <a:custGeom>
              <a:avLst/>
              <a:gdLst/>
              <a:ahLst/>
              <a:cxnLst/>
              <a:rect l="l" t="t" r="r" b="b"/>
              <a:pathLst>
                <a:path w="296" h="296" extrusionOk="0">
                  <a:moveTo>
                    <a:pt x="148" y="0"/>
                  </a:moveTo>
                  <a:cubicBezTo>
                    <a:pt x="67" y="0"/>
                    <a:pt x="0" y="67"/>
                    <a:pt x="0" y="148"/>
                  </a:cubicBezTo>
                  <a:cubicBezTo>
                    <a:pt x="0" y="230"/>
                    <a:pt x="67" y="296"/>
                    <a:pt x="148" y="296"/>
                  </a:cubicBezTo>
                  <a:cubicBezTo>
                    <a:pt x="230" y="296"/>
                    <a:pt x="296" y="230"/>
                    <a:pt x="296" y="148"/>
                  </a:cubicBezTo>
                  <a:cubicBezTo>
                    <a:pt x="296" y="67"/>
                    <a:pt x="230" y="0"/>
                    <a:pt x="1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3482;p80">
              <a:extLst>
                <a:ext uri="{FF2B5EF4-FFF2-40B4-BE49-F238E27FC236}">
                  <a16:creationId xmlns:a16="http://schemas.microsoft.com/office/drawing/2014/main" id="{895DB2EF-D578-6E9E-D36A-10649367CCAB}"/>
                </a:ext>
              </a:extLst>
            </p:cNvPr>
            <p:cNvSpPr/>
            <p:nvPr/>
          </p:nvSpPr>
          <p:spPr>
            <a:xfrm>
              <a:off x="4326628" y="2360255"/>
              <a:ext cx="12118" cy="12118"/>
            </a:xfrm>
            <a:custGeom>
              <a:avLst/>
              <a:gdLst/>
              <a:ahLst/>
              <a:cxnLst/>
              <a:rect l="l" t="t" r="r" b="b"/>
              <a:pathLst>
                <a:path w="296" h="296" extrusionOk="0">
                  <a:moveTo>
                    <a:pt x="148" y="0"/>
                  </a:moveTo>
                  <a:cubicBezTo>
                    <a:pt x="66" y="0"/>
                    <a:pt x="0" y="67"/>
                    <a:pt x="0" y="148"/>
                  </a:cubicBezTo>
                  <a:cubicBezTo>
                    <a:pt x="0" y="230"/>
                    <a:pt x="66" y="296"/>
                    <a:pt x="148" y="296"/>
                  </a:cubicBezTo>
                  <a:cubicBezTo>
                    <a:pt x="229" y="296"/>
                    <a:pt x="296" y="230"/>
                    <a:pt x="296" y="148"/>
                  </a:cubicBezTo>
                  <a:cubicBezTo>
                    <a:pt x="296" y="67"/>
                    <a:pt x="229" y="0"/>
                    <a:pt x="1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6" name="Google Shape;3483;p80">
            <a:extLst>
              <a:ext uri="{FF2B5EF4-FFF2-40B4-BE49-F238E27FC236}">
                <a16:creationId xmlns:a16="http://schemas.microsoft.com/office/drawing/2014/main" id="{E74FD3B4-F47A-14FC-C007-9595C852AADC}"/>
              </a:ext>
            </a:extLst>
          </p:cNvPr>
          <p:cNvGrpSpPr/>
          <p:nvPr/>
        </p:nvGrpSpPr>
        <p:grpSpPr>
          <a:xfrm>
            <a:off x="2445055" y="4707466"/>
            <a:ext cx="1167390" cy="747657"/>
            <a:chOff x="3977778" y="3289348"/>
            <a:chExt cx="378572" cy="306067"/>
          </a:xfrm>
        </p:grpSpPr>
        <p:sp>
          <p:nvSpPr>
            <p:cNvPr id="517" name="Google Shape;3484;p80">
              <a:extLst>
                <a:ext uri="{FF2B5EF4-FFF2-40B4-BE49-F238E27FC236}">
                  <a16:creationId xmlns:a16="http://schemas.microsoft.com/office/drawing/2014/main" id="{E3BB79ED-F5EA-B0E9-95AB-C0E128DB4378}"/>
                </a:ext>
              </a:extLst>
            </p:cNvPr>
            <p:cNvSpPr/>
            <p:nvPr/>
          </p:nvSpPr>
          <p:spPr>
            <a:xfrm>
              <a:off x="4053722" y="3289348"/>
              <a:ext cx="222468" cy="85524"/>
            </a:xfrm>
            <a:custGeom>
              <a:avLst/>
              <a:gdLst/>
              <a:ahLst/>
              <a:cxnLst/>
              <a:rect l="l" t="t" r="r" b="b"/>
              <a:pathLst>
                <a:path w="5434" h="2089" extrusionOk="0">
                  <a:moveTo>
                    <a:pt x="2780" y="1"/>
                  </a:moveTo>
                  <a:cubicBezTo>
                    <a:pt x="1646" y="1"/>
                    <a:pt x="776" y="328"/>
                    <a:pt x="462" y="465"/>
                  </a:cubicBezTo>
                  <a:cubicBezTo>
                    <a:pt x="380" y="500"/>
                    <a:pt x="322" y="570"/>
                    <a:pt x="304" y="656"/>
                  </a:cubicBezTo>
                  <a:cubicBezTo>
                    <a:pt x="242" y="949"/>
                    <a:pt x="90" y="1661"/>
                    <a:pt x="0" y="2089"/>
                  </a:cubicBezTo>
                  <a:lnTo>
                    <a:pt x="5433" y="2089"/>
                  </a:lnTo>
                  <a:lnTo>
                    <a:pt x="4948" y="403"/>
                  </a:lnTo>
                  <a:cubicBezTo>
                    <a:pt x="4552" y="249"/>
                    <a:pt x="3765" y="1"/>
                    <a:pt x="2780"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3485;p80">
              <a:extLst>
                <a:ext uri="{FF2B5EF4-FFF2-40B4-BE49-F238E27FC236}">
                  <a16:creationId xmlns:a16="http://schemas.microsoft.com/office/drawing/2014/main" id="{907371E3-D37C-9DC7-34E6-B7B0CB97C99C}"/>
                </a:ext>
              </a:extLst>
            </p:cNvPr>
            <p:cNvSpPr/>
            <p:nvPr/>
          </p:nvSpPr>
          <p:spPr>
            <a:xfrm>
              <a:off x="4050487" y="3305846"/>
              <a:ext cx="233358" cy="83067"/>
            </a:xfrm>
            <a:custGeom>
              <a:avLst/>
              <a:gdLst/>
              <a:ahLst/>
              <a:cxnLst/>
              <a:rect l="l" t="t" r="r" b="b"/>
              <a:pathLst>
                <a:path w="5700" h="2029" extrusionOk="0">
                  <a:moveTo>
                    <a:pt x="5019" y="1"/>
                  </a:moveTo>
                  <a:lnTo>
                    <a:pt x="5019" y="1"/>
                  </a:lnTo>
                  <a:cubicBezTo>
                    <a:pt x="5062" y="203"/>
                    <a:pt x="5254" y="1112"/>
                    <a:pt x="5353" y="1582"/>
                  </a:cubicBezTo>
                  <a:cubicBezTo>
                    <a:pt x="4761" y="1362"/>
                    <a:pt x="3962" y="1133"/>
                    <a:pt x="2969" y="997"/>
                  </a:cubicBezTo>
                  <a:cubicBezTo>
                    <a:pt x="2929" y="991"/>
                    <a:pt x="2888" y="989"/>
                    <a:pt x="2847" y="989"/>
                  </a:cubicBezTo>
                  <a:cubicBezTo>
                    <a:pt x="2807" y="989"/>
                    <a:pt x="2766" y="991"/>
                    <a:pt x="2726" y="997"/>
                  </a:cubicBezTo>
                  <a:cubicBezTo>
                    <a:pt x="1571" y="1155"/>
                    <a:pt x="683" y="1439"/>
                    <a:pt x="72" y="1688"/>
                  </a:cubicBezTo>
                  <a:cubicBezTo>
                    <a:pt x="30" y="1888"/>
                    <a:pt x="0" y="2026"/>
                    <a:pt x="0" y="2029"/>
                  </a:cubicBezTo>
                  <a:lnTo>
                    <a:pt x="5700" y="2029"/>
                  </a:lnTo>
                  <a:lnTo>
                    <a:pt x="5700" y="2026"/>
                  </a:lnTo>
                  <a:cubicBezTo>
                    <a:pt x="5700" y="2023"/>
                    <a:pt x="5417" y="685"/>
                    <a:pt x="5326" y="255"/>
                  </a:cubicBezTo>
                  <a:cubicBezTo>
                    <a:pt x="5307" y="169"/>
                    <a:pt x="5249" y="98"/>
                    <a:pt x="5169" y="63"/>
                  </a:cubicBezTo>
                  <a:cubicBezTo>
                    <a:pt x="5128" y="45"/>
                    <a:pt x="5078" y="25"/>
                    <a:pt x="50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3486;p80">
              <a:extLst>
                <a:ext uri="{FF2B5EF4-FFF2-40B4-BE49-F238E27FC236}">
                  <a16:creationId xmlns:a16="http://schemas.microsoft.com/office/drawing/2014/main" id="{CC9D9238-8A87-72EA-DC09-A58027C327E5}"/>
                </a:ext>
              </a:extLst>
            </p:cNvPr>
            <p:cNvSpPr/>
            <p:nvPr/>
          </p:nvSpPr>
          <p:spPr>
            <a:xfrm>
              <a:off x="4013969" y="3358373"/>
              <a:ext cx="167813" cy="137026"/>
            </a:xfrm>
            <a:custGeom>
              <a:avLst/>
              <a:gdLst/>
              <a:ahLst/>
              <a:cxnLst/>
              <a:rect l="l" t="t" r="r" b="b"/>
              <a:pathLst>
                <a:path w="4099" h="3347" extrusionOk="0">
                  <a:moveTo>
                    <a:pt x="3739" y="1"/>
                  </a:moveTo>
                  <a:cubicBezTo>
                    <a:pt x="1798" y="248"/>
                    <a:pt x="578" y="854"/>
                    <a:pt x="154" y="1096"/>
                  </a:cubicBezTo>
                  <a:cubicBezTo>
                    <a:pt x="54" y="1154"/>
                    <a:pt x="1" y="1270"/>
                    <a:pt x="24" y="1384"/>
                  </a:cubicBezTo>
                  <a:cubicBezTo>
                    <a:pt x="84" y="1689"/>
                    <a:pt x="219" y="2326"/>
                    <a:pt x="388" y="2978"/>
                  </a:cubicBezTo>
                  <a:lnTo>
                    <a:pt x="3739" y="3346"/>
                  </a:lnTo>
                  <a:lnTo>
                    <a:pt x="4099" y="2986"/>
                  </a:lnTo>
                  <a:lnTo>
                    <a:pt x="373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3487;p80">
              <a:extLst>
                <a:ext uri="{FF2B5EF4-FFF2-40B4-BE49-F238E27FC236}">
                  <a16:creationId xmlns:a16="http://schemas.microsoft.com/office/drawing/2014/main" id="{3E14DA2E-5D40-0146-B55E-2EAD3FBE5F85}"/>
                </a:ext>
              </a:extLst>
            </p:cNvPr>
            <p:cNvSpPr/>
            <p:nvPr/>
          </p:nvSpPr>
          <p:spPr>
            <a:xfrm>
              <a:off x="4167289" y="3358454"/>
              <a:ext cx="143986" cy="136985"/>
            </a:xfrm>
            <a:custGeom>
              <a:avLst/>
              <a:gdLst/>
              <a:ahLst/>
              <a:cxnLst/>
              <a:rect l="l" t="t" r="r" b="b"/>
              <a:pathLst>
                <a:path w="3517" h="3346" extrusionOk="0">
                  <a:moveTo>
                    <a:pt x="0" y="1"/>
                  </a:moveTo>
                  <a:lnTo>
                    <a:pt x="0" y="3345"/>
                  </a:lnTo>
                  <a:lnTo>
                    <a:pt x="3086" y="3125"/>
                  </a:lnTo>
                  <a:cubicBezTo>
                    <a:pt x="3289" y="2348"/>
                    <a:pt x="3517" y="1521"/>
                    <a:pt x="3517" y="1058"/>
                  </a:cubicBezTo>
                  <a:cubicBezTo>
                    <a:pt x="3040" y="798"/>
                    <a:pt x="1847" y="240"/>
                    <a:pt x="0"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3488;p80">
              <a:extLst>
                <a:ext uri="{FF2B5EF4-FFF2-40B4-BE49-F238E27FC236}">
                  <a16:creationId xmlns:a16="http://schemas.microsoft.com/office/drawing/2014/main" id="{6EC75093-E3CC-B0DB-9602-23216A1C938F}"/>
                </a:ext>
              </a:extLst>
            </p:cNvPr>
            <p:cNvSpPr/>
            <p:nvPr/>
          </p:nvSpPr>
          <p:spPr>
            <a:xfrm>
              <a:off x="4293098" y="3401769"/>
              <a:ext cx="26693" cy="84582"/>
            </a:xfrm>
            <a:custGeom>
              <a:avLst/>
              <a:gdLst/>
              <a:ahLst/>
              <a:cxnLst/>
              <a:rect l="l" t="t" r="r" b="b"/>
              <a:pathLst>
                <a:path w="652" h="2066" extrusionOk="0">
                  <a:moveTo>
                    <a:pt x="430" y="0"/>
                  </a:moveTo>
                  <a:cubicBezTo>
                    <a:pt x="368" y="307"/>
                    <a:pt x="203" y="1110"/>
                    <a:pt x="1" y="1886"/>
                  </a:cubicBezTo>
                  <a:lnTo>
                    <a:pt x="1" y="2066"/>
                  </a:lnTo>
                  <a:lnTo>
                    <a:pt x="267" y="1918"/>
                  </a:lnTo>
                  <a:cubicBezTo>
                    <a:pt x="435" y="1266"/>
                    <a:pt x="568" y="630"/>
                    <a:pt x="629" y="324"/>
                  </a:cubicBezTo>
                  <a:cubicBezTo>
                    <a:pt x="652" y="210"/>
                    <a:pt x="599" y="94"/>
                    <a:pt x="499" y="36"/>
                  </a:cubicBezTo>
                  <a:cubicBezTo>
                    <a:pt x="478" y="25"/>
                    <a:pt x="455" y="14"/>
                    <a:pt x="43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3489;p80">
              <a:extLst>
                <a:ext uri="{FF2B5EF4-FFF2-40B4-BE49-F238E27FC236}">
                  <a16:creationId xmlns:a16="http://schemas.microsoft.com/office/drawing/2014/main" id="{59AB1CC9-2813-ADA4-DBBD-DBC4BE45161C}"/>
                </a:ext>
              </a:extLst>
            </p:cNvPr>
            <p:cNvSpPr/>
            <p:nvPr/>
          </p:nvSpPr>
          <p:spPr>
            <a:xfrm>
              <a:off x="4029854" y="3469647"/>
              <a:ext cx="144191" cy="120609"/>
            </a:xfrm>
            <a:custGeom>
              <a:avLst/>
              <a:gdLst/>
              <a:ahLst/>
              <a:cxnLst/>
              <a:rect l="l" t="t" r="r" b="b"/>
              <a:pathLst>
                <a:path w="3522" h="2946" extrusionOk="0">
                  <a:moveTo>
                    <a:pt x="1565" y="0"/>
                  </a:moveTo>
                  <a:cubicBezTo>
                    <a:pt x="1273" y="0"/>
                    <a:pt x="980" y="45"/>
                    <a:pt x="672" y="135"/>
                  </a:cubicBezTo>
                  <a:cubicBezTo>
                    <a:pt x="441" y="202"/>
                    <a:pt x="219" y="244"/>
                    <a:pt x="0" y="260"/>
                  </a:cubicBezTo>
                  <a:cubicBezTo>
                    <a:pt x="148" y="832"/>
                    <a:pt x="323" y="1415"/>
                    <a:pt x="501" y="1791"/>
                  </a:cubicBezTo>
                  <a:cubicBezTo>
                    <a:pt x="918" y="2443"/>
                    <a:pt x="2312" y="2754"/>
                    <a:pt x="3522" y="2945"/>
                  </a:cubicBezTo>
                  <a:lnTo>
                    <a:pt x="3351" y="270"/>
                  </a:lnTo>
                  <a:cubicBezTo>
                    <a:pt x="3058" y="270"/>
                    <a:pt x="2765" y="224"/>
                    <a:pt x="2458" y="135"/>
                  </a:cubicBezTo>
                  <a:cubicBezTo>
                    <a:pt x="2150" y="45"/>
                    <a:pt x="1858" y="0"/>
                    <a:pt x="1565" y="0"/>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3490;p80">
              <a:extLst>
                <a:ext uri="{FF2B5EF4-FFF2-40B4-BE49-F238E27FC236}">
                  <a16:creationId xmlns:a16="http://schemas.microsoft.com/office/drawing/2014/main" id="{84DF5F1A-D61D-3F17-0354-EAC33337C6B6}"/>
                </a:ext>
              </a:extLst>
            </p:cNvPr>
            <p:cNvSpPr/>
            <p:nvPr/>
          </p:nvSpPr>
          <p:spPr>
            <a:xfrm>
              <a:off x="4050569" y="3469647"/>
              <a:ext cx="243020" cy="125768"/>
            </a:xfrm>
            <a:custGeom>
              <a:avLst/>
              <a:gdLst/>
              <a:ahLst/>
              <a:cxnLst/>
              <a:rect l="l" t="t" r="r" b="b"/>
              <a:pathLst>
                <a:path w="5936" h="3072" extrusionOk="0">
                  <a:moveTo>
                    <a:pt x="4637" y="0"/>
                  </a:moveTo>
                  <a:cubicBezTo>
                    <a:pt x="4344" y="0"/>
                    <a:pt x="4052" y="45"/>
                    <a:pt x="3744" y="135"/>
                  </a:cubicBezTo>
                  <a:cubicBezTo>
                    <a:pt x="3436" y="224"/>
                    <a:pt x="3145" y="270"/>
                    <a:pt x="2851" y="270"/>
                  </a:cubicBezTo>
                  <a:lnTo>
                    <a:pt x="2851" y="2803"/>
                  </a:lnTo>
                  <a:cubicBezTo>
                    <a:pt x="2851" y="2803"/>
                    <a:pt x="674" y="2428"/>
                    <a:pt x="0" y="1793"/>
                  </a:cubicBezTo>
                  <a:lnTo>
                    <a:pt x="0" y="1793"/>
                  </a:lnTo>
                  <a:cubicBezTo>
                    <a:pt x="55" y="1911"/>
                    <a:pt x="112" y="2010"/>
                    <a:pt x="167" y="2081"/>
                  </a:cubicBezTo>
                  <a:cubicBezTo>
                    <a:pt x="678" y="2734"/>
                    <a:pt x="2850" y="3072"/>
                    <a:pt x="2850" y="3072"/>
                  </a:cubicBezTo>
                  <a:cubicBezTo>
                    <a:pt x="2850" y="3072"/>
                    <a:pt x="4940" y="2649"/>
                    <a:pt x="5411" y="2046"/>
                  </a:cubicBezTo>
                  <a:cubicBezTo>
                    <a:pt x="5610" y="1791"/>
                    <a:pt x="5817" y="1130"/>
                    <a:pt x="5935" y="228"/>
                  </a:cubicBezTo>
                  <a:cubicBezTo>
                    <a:pt x="5803" y="206"/>
                    <a:pt x="5668" y="176"/>
                    <a:pt x="5530" y="135"/>
                  </a:cubicBezTo>
                  <a:cubicBezTo>
                    <a:pt x="5222" y="45"/>
                    <a:pt x="4929" y="0"/>
                    <a:pt x="4637"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3491;p80">
              <a:extLst>
                <a:ext uri="{FF2B5EF4-FFF2-40B4-BE49-F238E27FC236}">
                  <a16:creationId xmlns:a16="http://schemas.microsoft.com/office/drawing/2014/main" id="{E7A72680-6CF0-5627-7424-5C6A2B2860F7}"/>
                </a:ext>
              </a:extLst>
            </p:cNvPr>
            <p:cNvSpPr/>
            <p:nvPr/>
          </p:nvSpPr>
          <p:spPr>
            <a:xfrm>
              <a:off x="4167248" y="3478859"/>
              <a:ext cx="137231" cy="116515"/>
            </a:xfrm>
            <a:custGeom>
              <a:avLst/>
              <a:gdLst/>
              <a:ahLst/>
              <a:cxnLst/>
              <a:rect l="l" t="t" r="r" b="b"/>
              <a:pathLst>
                <a:path w="3352" h="2846" extrusionOk="0">
                  <a:moveTo>
                    <a:pt x="3085" y="0"/>
                  </a:moveTo>
                  <a:cubicBezTo>
                    <a:pt x="2897" y="726"/>
                    <a:pt x="2676" y="1427"/>
                    <a:pt x="2476" y="1681"/>
                  </a:cubicBezTo>
                  <a:cubicBezTo>
                    <a:pt x="2006" y="2283"/>
                    <a:pt x="0" y="2577"/>
                    <a:pt x="0" y="2577"/>
                  </a:cubicBezTo>
                  <a:lnTo>
                    <a:pt x="0" y="2846"/>
                  </a:lnTo>
                  <a:cubicBezTo>
                    <a:pt x="0" y="2846"/>
                    <a:pt x="2174" y="2508"/>
                    <a:pt x="2682" y="1855"/>
                  </a:cubicBezTo>
                  <a:cubicBezTo>
                    <a:pt x="2914" y="1559"/>
                    <a:pt x="3156" y="786"/>
                    <a:pt x="3351" y="34"/>
                  </a:cubicBezTo>
                  <a:cubicBezTo>
                    <a:pt x="3262" y="27"/>
                    <a:pt x="3175" y="16"/>
                    <a:pt x="30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3492;p80">
              <a:extLst>
                <a:ext uri="{FF2B5EF4-FFF2-40B4-BE49-F238E27FC236}">
                  <a16:creationId xmlns:a16="http://schemas.microsoft.com/office/drawing/2014/main" id="{C4BC7BA2-663D-0874-65EB-45043F514B60}"/>
                </a:ext>
              </a:extLst>
            </p:cNvPr>
            <p:cNvSpPr/>
            <p:nvPr/>
          </p:nvSpPr>
          <p:spPr>
            <a:xfrm>
              <a:off x="3977860" y="3485901"/>
              <a:ext cx="189429" cy="22149"/>
            </a:xfrm>
            <a:custGeom>
              <a:avLst/>
              <a:gdLst/>
              <a:ahLst/>
              <a:cxnLst/>
              <a:rect l="l" t="t" r="r" b="b"/>
              <a:pathLst>
                <a:path w="4627" h="541" extrusionOk="0">
                  <a:moveTo>
                    <a:pt x="2837" y="1"/>
                  </a:moveTo>
                  <a:cubicBezTo>
                    <a:pt x="2532" y="1"/>
                    <a:pt x="2228" y="48"/>
                    <a:pt x="1905" y="142"/>
                  </a:cubicBezTo>
                  <a:cubicBezTo>
                    <a:pt x="1609" y="227"/>
                    <a:pt x="1330" y="270"/>
                    <a:pt x="1050" y="270"/>
                  </a:cubicBezTo>
                  <a:cubicBezTo>
                    <a:pt x="771" y="270"/>
                    <a:pt x="493" y="228"/>
                    <a:pt x="199" y="143"/>
                  </a:cubicBezTo>
                  <a:cubicBezTo>
                    <a:pt x="186" y="139"/>
                    <a:pt x="173" y="138"/>
                    <a:pt x="160" y="138"/>
                  </a:cubicBezTo>
                  <a:cubicBezTo>
                    <a:pt x="106" y="138"/>
                    <a:pt x="55" y="166"/>
                    <a:pt x="34" y="217"/>
                  </a:cubicBezTo>
                  <a:cubicBezTo>
                    <a:pt x="1" y="293"/>
                    <a:pt x="43" y="378"/>
                    <a:pt x="120" y="400"/>
                  </a:cubicBezTo>
                  <a:cubicBezTo>
                    <a:pt x="442" y="494"/>
                    <a:pt x="746" y="540"/>
                    <a:pt x="1050" y="540"/>
                  </a:cubicBezTo>
                  <a:cubicBezTo>
                    <a:pt x="1355" y="540"/>
                    <a:pt x="1659" y="494"/>
                    <a:pt x="1982" y="400"/>
                  </a:cubicBezTo>
                  <a:cubicBezTo>
                    <a:pt x="2278" y="314"/>
                    <a:pt x="2558" y="271"/>
                    <a:pt x="2838" y="271"/>
                  </a:cubicBezTo>
                  <a:cubicBezTo>
                    <a:pt x="3117" y="271"/>
                    <a:pt x="3397" y="314"/>
                    <a:pt x="3692" y="400"/>
                  </a:cubicBezTo>
                  <a:cubicBezTo>
                    <a:pt x="4008" y="492"/>
                    <a:pt x="4307" y="540"/>
                    <a:pt x="4607" y="540"/>
                  </a:cubicBezTo>
                  <a:cubicBezTo>
                    <a:pt x="4613" y="540"/>
                    <a:pt x="4620" y="539"/>
                    <a:pt x="4626" y="539"/>
                  </a:cubicBezTo>
                  <a:lnTo>
                    <a:pt x="4626" y="269"/>
                  </a:lnTo>
                  <a:cubicBezTo>
                    <a:pt x="4623" y="269"/>
                    <a:pt x="4620" y="269"/>
                    <a:pt x="4616" y="269"/>
                  </a:cubicBezTo>
                  <a:cubicBezTo>
                    <a:pt x="4340" y="269"/>
                    <a:pt x="4062" y="226"/>
                    <a:pt x="3767" y="142"/>
                  </a:cubicBezTo>
                  <a:cubicBezTo>
                    <a:pt x="3446" y="48"/>
                    <a:pt x="3141" y="1"/>
                    <a:pt x="2837" y="1"/>
                  </a:cubicBezTo>
                  <a:close/>
                </a:path>
              </a:pathLst>
            </a:custGeom>
            <a:solidFill>
              <a:srgbClr val="7398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3493;p80">
              <a:extLst>
                <a:ext uri="{FF2B5EF4-FFF2-40B4-BE49-F238E27FC236}">
                  <a16:creationId xmlns:a16="http://schemas.microsoft.com/office/drawing/2014/main" id="{2CB74924-840E-FDE1-2805-E8F64BA325B9}"/>
                </a:ext>
              </a:extLst>
            </p:cNvPr>
            <p:cNvSpPr/>
            <p:nvPr/>
          </p:nvSpPr>
          <p:spPr>
            <a:xfrm>
              <a:off x="3977778" y="3463834"/>
              <a:ext cx="196717" cy="22149"/>
            </a:xfrm>
            <a:custGeom>
              <a:avLst/>
              <a:gdLst/>
              <a:ahLst/>
              <a:cxnLst/>
              <a:rect l="l" t="t" r="r" b="b"/>
              <a:pathLst>
                <a:path w="4805" h="541" extrusionOk="0">
                  <a:moveTo>
                    <a:pt x="2837" y="1"/>
                  </a:moveTo>
                  <a:cubicBezTo>
                    <a:pt x="2532" y="1"/>
                    <a:pt x="2227" y="48"/>
                    <a:pt x="1905" y="142"/>
                  </a:cubicBezTo>
                  <a:cubicBezTo>
                    <a:pt x="1609" y="227"/>
                    <a:pt x="1329" y="270"/>
                    <a:pt x="1050" y="270"/>
                  </a:cubicBezTo>
                  <a:cubicBezTo>
                    <a:pt x="771" y="270"/>
                    <a:pt x="492" y="227"/>
                    <a:pt x="198" y="143"/>
                  </a:cubicBezTo>
                  <a:cubicBezTo>
                    <a:pt x="185" y="139"/>
                    <a:pt x="172" y="137"/>
                    <a:pt x="159" y="137"/>
                  </a:cubicBezTo>
                  <a:cubicBezTo>
                    <a:pt x="105" y="137"/>
                    <a:pt x="55" y="167"/>
                    <a:pt x="33" y="216"/>
                  </a:cubicBezTo>
                  <a:cubicBezTo>
                    <a:pt x="1" y="292"/>
                    <a:pt x="43" y="377"/>
                    <a:pt x="119" y="400"/>
                  </a:cubicBezTo>
                  <a:cubicBezTo>
                    <a:pt x="441" y="493"/>
                    <a:pt x="745" y="540"/>
                    <a:pt x="1050" y="540"/>
                  </a:cubicBezTo>
                  <a:cubicBezTo>
                    <a:pt x="1354" y="540"/>
                    <a:pt x="1659" y="493"/>
                    <a:pt x="1981" y="400"/>
                  </a:cubicBezTo>
                  <a:cubicBezTo>
                    <a:pt x="2277" y="314"/>
                    <a:pt x="2557" y="271"/>
                    <a:pt x="2837" y="271"/>
                  </a:cubicBezTo>
                  <a:cubicBezTo>
                    <a:pt x="3116" y="271"/>
                    <a:pt x="3396" y="314"/>
                    <a:pt x="3691" y="400"/>
                  </a:cubicBezTo>
                  <a:cubicBezTo>
                    <a:pt x="4012" y="492"/>
                    <a:pt x="4312" y="539"/>
                    <a:pt x="4615" y="539"/>
                  </a:cubicBezTo>
                  <a:cubicBezTo>
                    <a:pt x="4618" y="539"/>
                    <a:pt x="4622" y="539"/>
                    <a:pt x="4625" y="539"/>
                  </a:cubicBezTo>
                  <a:lnTo>
                    <a:pt x="4804" y="403"/>
                  </a:lnTo>
                  <a:lnTo>
                    <a:pt x="4625" y="269"/>
                  </a:lnTo>
                  <a:cubicBezTo>
                    <a:pt x="4622" y="269"/>
                    <a:pt x="4618" y="269"/>
                    <a:pt x="4615" y="269"/>
                  </a:cubicBezTo>
                  <a:cubicBezTo>
                    <a:pt x="4338" y="269"/>
                    <a:pt x="4060" y="227"/>
                    <a:pt x="3767" y="142"/>
                  </a:cubicBezTo>
                  <a:cubicBezTo>
                    <a:pt x="3445" y="48"/>
                    <a:pt x="3141" y="1"/>
                    <a:pt x="28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3494;p80">
              <a:extLst>
                <a:ext uri="{FF2B5EF4-FFF2-40B4-BE49-F238E27FC236}">
                  <a16:creationId xmlns:a16="http://schemas.microsoft.com/office/drawing/2014/main" id="{FB402158-1C5F-CD12-079C-7875ADE6968A}"/>
                </a:ext>
              </a:extLst>
            </p:cNvPr>
            <p:cNvSpPr/>
            <p:nvPr/>
          </p:nvSpPr>
          <p:spPr>
            <a:xfrm>
              <a:off x="4167289" y="3464161"/>
              <a:ext cx="189061" cy="22149"/>
            </a:xfrm>
            <a:custGeom>
              <a:avLst/>
              <a:gdLst/>
              <a:ahLst/>
              <a:cxnLst/>
              <a:rect l="l" t="t" r="r" b="b"/>
              <a:pathLst>
                <a:path w="4618" h="541" extrusionOk="0">
                  <a:moveTo>
                    <a:pt x="1784" y="1"/>
                  </a:moveTo>
                  <a:cubicBezTo>
                    <a:pt x="1480" y="1"/>
                    <a:pt x="1175" y="48"/>
                    <a:pt x="853" y="141"/>
                  </a:cubicBezTo>
                  <a:cubicBezTo>
                    <a:pt x="558" y="226"/>
                    <a:pt x="279" y="271"/>
                    <a:pt x="0" y="271"/>
                  </a:cubicBezTo>
                  <a:lnTo>
                    <a:pt x="0" y="541"/>
                  </a:lnTo>
                  <a:cubicBezTo>
                    <a:pt x="304" y="541"/>
                    <a:pt x="607" y="493"/>
                    <a:pt x="928" y="400"/>
                  </a:cubicBezTo>
                  <a:cubicBezTo>
                    <a:pt x="1224" y="315"/>
                    <a:pt x="1503" y="272"/>
                    <a:pt x="1783" y="272"/>
                  </a:cubicBezTo>
                  <a:cubicBezTo>
                    <a:pt x="2063" y="272"/>
                    <a:pt x="2343" y="315"/>
                    <a:pt x="2638" y="400"/>
                  </a:cubicBezTo>
                  <a:cubicBezTo>
                    <a:pt x="2778" y="442"/>
                    <a:pt x="2913" y="473"/>
                    <a:pt x="3047" y="495"/>
                  </a:cubicBezTo>
                  <a:lnTo>
                    <a:pt x="3202" y="426"/>
                  </a:lnTo>
                  <a:lnTo>
                    <a:pt x="3312" y="530"/>
                  </a:lnTo>
                  <a:cubicBezTo>
                    <a:pt x="3397" y="537"/>
                    <a:pt x="3482" y="541"/>
                    <a:pt x="3567" y="541"/>
                  </a:cubicBezTo>
                  <a:cubicBezTo>
                    <a:pt x="3872" y="541"/>
                    <a:pt x="4177" y="495"/>
                    <a:pt x="4499" y="400"/>
                  </a:cubicBezTo>
                  <a:cubicBezTo>
                    <a:pt x="4575" y="378"/>
                    <a:pt x="4617" y="294"/>
                    <a:pt x="4585" y="218"/>
                  </a:cubicBezTo>
                  <a:cubicBezTo>
                    <a:pt x="4564" y="166"/>
                    <a:pt x="4514" y="135"/>
                    <a:pt x="4461" y="135"/>
                  </a:cubicBezTo>
                  <a:cubicBezTo>
                    <a:pt x="4448" y="135"/>
                    <a:pt x="4434" y="137"/>
                    <a:pt x="4421" y="141"/>
                  </a:cubicBezTo>
                  <a:cubicBezTo>
                    <a:pt x="4128" y="226"/>
                    <a:pt x="3850" y="269"/>
                    <a:pt x="3572" y="269"/>
                  </a:cubicBezTo>
                  <a:cubicBezTo>
                    <a:pt x="3509" y="269"/>
                    <a:pt x="3445" y="267"/>
                    <a:pt x="3382" y="262"/>
                  </a:cubicBezTo>
                  <a:lnTo>
                    <a:pt x="3227" y="336"/>
                  </a:lnTo>
                  <a:lnTo>
                    <a:pt x="3117" y="232"/>
                  </a:lnTo>
                  <a:cubicBezTo>
                    <a:pt x="2985" y="211"/>
                    <a:pt x="2852" y="181"/>
                    <a:pt x="2715" y="141"/>
                  </a:cubicBezTo>
                  <a:cubicBezTo>
                    <a:pt x="2393" y="48"/>
                    <a:pt x="2089" y="1"/>
                    <a:pt x="178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3495;p80">
              <a:extLst>
                <a:ext uri="{FF2B5EF4-FFF2-40B4-BE49-F238E27FC236}">
                  <a16:creationId xmlns:a16="http://schemas.microsoft.com/office/drawing/2014/main" id="{89ABB9C2-58F8-1EF5-C63C-6182B898FC51}"/>
                </a:ext>
              </a:extLst>
            </p:cNvPr>
            <p:cNvSpPr/>
            <p:nvPr/>
          </p:nvSpPr>
          <p:spPr>
            <a:xfrm>
              <a:off x="4291910" y="3473578"/>
              <a:ext cx="13674" cy="12200"/>
            </a:xfrm>
            <a:custGeom>
              <a:avLst/>
              <a:gdLst/>
              <a:ahLst/>
              <a:cxnLst/>
              <a:rect l="l" t="t" r="r" b="b"/>
              <a:pathLst>
                <a:path w="334" h="298" extrusionOk="0">
                  <a:moveTo>
                    <a:pt x="68" y="1"/>
                  </a:moveTo>
                  <a:cubicBezTo>
                    <a:pt x="57" y="44"/>
                    <a:pt x="46" y="88"/>
                    <a:pt x="33" y="132"/>
                  </a:cubicBezTo>
                  <a:cubicBezTo>
                    <a:pt x="24" y="176"/>
                    <a:pt x="12" y="220"/>
                    <a:pt x="0" y="263"/>
                  </a:cubicBezTo>
                  <a:cubicBezTo>
                    <a:pt x="90" y="279"/>
                    <a:pt x="178" y="290"/>
                    <a:pt x="265" y="297"/>
                  </a:cubicBezTo>
                  <a:cubicBezTo>
                    <a:pt x="278" y="253"/>
                    <a:pt x="289" y="210"/>
                    <a:pt x="300" y="164"/>
                  </a:cubicBezTo>
                  <a:cubicBezTo>
                    <a:pt x="311" y="120"/>
                    <a:pt x="322" y="76"/>
                    <a:pt x="334" y="31"/>
                  </a:cubicBezTo>
                  <a:cubicBezTo>
                    <a:pt x="246" y="25"/>
                    <a:pt x="157" y="15"/>
                    <a:pt x="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3496;p80">
              <a:extLst>
                <a:ext uri="{FF2B5EF4-FFF2-40B4-BE49-F238E27FC236}">
                  <a16:creationId xmlns:a16="http://schemas.microsoft.com/office/drawing/2014/main" id="{24F1ADF9-F50D-36A8-E38B-4F15B78137F6}"/>
                </a:ext>
              </a:extLst>
            </p:cNvPr>
            <p:cNvSpPr/>
            <p:nvPr/>
          </p:nvSpPr>
          <p:spPr>
            <a:xfrm>
              <a:off x="3977778" y="3485901"/>
              <a:ext cx="196717" cy="22149"/>
            </a:xfrm>
            <a:custGeom>
              <a:avLst/>
              <a:gdLst/>
              <a:ahLst/>
              <a:cxnLst/>
              <a:rect l="l" t="t" r="r" b="b"/>
              <a:pathLst>
                <a:path w="4805" h="541" extrusionOk="0">
                  <a:moveTo>
                    <a:pt x="2837" y="1"/>
                  </a:moveTo>
                  <a:cubicBezTo>
                    <a:pt x="2532" y="1"/>
                    <a:pt x="2227" y="48"/>
                    <a:pt x="1905" y="142"/>
                  </a:cubicBezTo>
                  <a:cubicBezTo>
                    <a:pt x="1609" y="227"/>
                    <a:pt x="1329" y="270"/>
                    <a:pt x="1050" y="270"/>
                  </a:cubicBezTo>
                  <a:cubicBezTo>
                    <a:pt x="771" y="270"/>
                    <a:pt x="492" y="228"/>
                    <a:pt x="198" y="143"/>
                  </a:cubicBezTo>
                  <a:cubicBezTo>
                    <a:pt x="185" y="139"/>
                    <a:pt x="172" y="138"/>
                    <a:pt x="159" y="138"/>
                  </a:cubicBezTo>
                  <a:cubicBezTo>
                    <a:pt x="106" y="138"/>
                    <a:pt x="55" y="166"/>
                    <a:pt x="33" y="217"/>
                  </a:cubicBezTo>
                  <a:cubicBezTo>
                    <a:pt x="1" y="293"/>
                    <a:pt x="43" y="378"/>
                    <a:pt x="119" y="400"/>
                  </a:cubicBezTo>
                  <a:cubicBezTo>
                    <a:pt x="441" y="494"/>
                    <a:pt x="745" y="540"/>
                    <a:pt x="1050" y="540"/>
                  </a:cubicBezTo>
                  <a:cubicBezTo>
                    <a:pt x="1354" y="540"/>
                    <a:pt x="1659" y="494"/>
                    <a:pt x="1981" y="400"/>
                  </a:cubicBezTo>
                  <a:cubicBezTo>
                    <a:pt x="2277" y="314"/>
                    <a:pt x="2557" y="271"/>
                    <a:pt x="2837" y="271"/>
                  </a:cubicBezTo>
                  <a:cubicBezTo>
                    <a:pt x="3116" y="271"/>
                    <a:pt x="3396" y="314"/>
                    <a:pt x="3691" y="400"/>
                  </a:cubicBezTo>
                  <a:cubicBezTo>
                    <a:pt x="4008" y="492"/>
                    <a:pt x="4306" y="540"/>
                    <a:pt x="4606" y="540"/>
                  </a:cubicBezTo>
                  <a:cubicBezTo>
                    <a:pt x="4612" y="540"/>
                    <a:pt x="4619" y="539"/>
                    <a:pt x="4625" y="539"/>
                  </a:cubicBezTo>
                  <a:lnTo>
                    <a:pt x="4804" y="404"/>
                  </a:lnTo>
                  <a:lnTo>
                    <a:pt x="4625" y="269"/>
                  </a:lnTo>
                  <a:cubicBezTo>
                    <a:pt x="4622" y="269"/>
                    <a:pt x="4618" y="269"/>
                    <a:pt x="4615" y="269"/>
                  </a:cubicBezTo>
                  <a:cubicBezTo>
                    <a:pt x="4338" y="269"/>
                    <a:pt x="4060" y="226"/>
                    <a:pt x="3767" y="142"/>
                  </a:cubicBezTo>
                  <a:cubicBezTo>
                    <a:pt x="3445" y="48"/>
                    <a:pt x="3141" y="1"/>
                    <a:pt x="283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3497;p80">
              <a:extLst>
                <a:ext uri="{FF2B5EF4-FFF2-40B4-BE49-F238E27FC236}">
                  <a16:creationId xmlns:a16="http://schemas.microsoft.com/office/drawing/2014/main" id="{3E05F3C0-ECA4-116C-3C26-E609CA051BCC}"/>
                </a:ext>
              </a:extLst>
            </p:cNvPr>
            <p:cNvSpPr/>
            <p:nvPr/>
          </p:nvSpPr>
          <p:spPr>
            <a:xfrm>
              <a:off x="4167207" y="3486146"/>
              <a:ext cx="188897" cy="22149"/>
            </a:xfrm>
            <a:custGeom>
              <a:avLst/>
              <a:gdLst/>
              <a:ahLst/>
              <a:cxnLst/>
              <a:rect l="l" t="t" r="r" b="b"/>
              <a:pathLst>
                <a:path w="4614" h="541" extrusionOk="0">
                  <a:moveTo>
                    <a:pt x="1783" y="0"/>
                  </a:moveTo>
                  <a:cubicBezTo>
                    <a:pt x="1479" y="0"/>
                    <a:pt x="1174" y="47"/>
                    <a:pt x="852" y="141"/>
                  </a:cubicBezTo>
                  <a:cubicBezTo>
                    <a:pt x="557" y="226"/>
                    <a:pt x="278" y="270"/>
                    <a:pt x="0" y="270"/>
                  </a:cubicBezTo>
                  <a:lnTo>
                    <a:pt x="0" y="540"/>
                  </a:lnTo>
                  <a:cubicBezTo>
                    <a:pt x="303" y="540"/>
                    <a:pt x="607" y="492"/>
                    <a:pt x="927" y="400"/>
                  </a:cubicBezTo>
                  <a:cubicBezTo>
                    <a:pt x="1223" y="315"/>
                    <a:pt x="1503" y="272"/>
                    <a:pt x="1783" y="272"/>
                  </a:cubicBezTo>
                  <a:cubicBezTo>
                    <a:pt x="2063" y="272"/>
                    <a:pt x="2342" y="315"/>
                    <a:pt x="2638" y="400"/>
                  </a:cubicBezTo>
                  <a:cubicBezTo>
                    <a:pt x="2728" y="427"/>
                    <a:pt x="2814" y="448"/>
                    <a:pt x="2902" y="468"/>
                  </a:cubicBezTo>
                  <a:lnTo>
                    <a:pt x="3058" y="407"/>
                  </a:lnTo>
                  <a:lnTo>
                    <a:pt x="3165" y="513"/>
                  </a:lnTo>
                  <a:cubicBezTo>
                    <a:pt x="3301" y="532"/>
                    <a:pt x="3434" y="541"/>
                    <a:pt x="3568" y="541"/>
                  </a:cubicBezTo>
                  <a:cubicBezTo>
                    <a:pt x="3873" y="541"/>
                    <a:pt x="4177" y="494"/>
                    <a:pt x="4500" y="400"/>
                  </a:cubicBezTo>
                  <a:cubicBezTo>
                    <a:pt x="4574" y="379"/>
                    <a:pt x="4614" y="306"/>
                    <a:pt x="4593" y="233"/>
                  </a:cubicBezTo>
                  <a:cubicBezTo>
                    <a:pt x="4575" y="174"/>
                    <a:pt x="4522" y="136"/>
                    <a:pt x="4463" y="136"/>
                  </a:cubicBezTo>
                  <a:cubicBezTo>
                    <a:pt x="4451" y="136"/>
                    <a:pt x="4438" y="138"/>
                    <a:pt x="4426" y="141"/>
                  </a:cubicBezTo>
                  <a:cubicBezTo>
                    <a:pt x="4131" y="228"/>
                    <a:pt x="3851" y="270"/>
                    <a:pt x="3571" y="270"/>
                  </a:cubicBezTo>
                  <a:cubicBezTo>
                    <a:pt x="3462" y="270"/>
                    <a:pt x="3352" y="263"/>
                    <a:pt x="3242" y="251"/>
                  </a:cubicBezTo>
                  <a:lnTo>
                    <a:pt x="3086" y="313"/>
                  </a:lnTo>
                  <a:lnTo>
                    <a:pt x="2979" y="206"/>
                  </a:lnTo>
                  <a:cubicBezTo>
                    <a:pt x="2892" y="188"/>
                    <a:pt x="2803" y="167"/>
                    <a:pt x="2714" y="141"/>
                  </a:cubicBezTo>
                  <a:cubicBezTo>
                    <a:pt x="2392" y="47"/>
                    <a:pt x="2088" y="0"/>
                    <a:pt x="17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3498;p80">
              <a:extLst>
                <a:ext uri="{FF2B5EF4-FFF2-40B4-BE49-F238E27FC236}">
                  <a16:creationId xmlns:a16="http://schemas.microsoft.com/office/drawing/2014/main" id="{5CABE473-9BD7-15B5-A480-E50C7CCC38FB}"/>
                </a:ext>
              </a:extLst>
            </p:cNvPr>
            <p:cNvSpPr/>
            <p:nvPr/>
          </p:nvSpPr>
          <p:spPr>
            <a:xfrm>
              <a:off x="4285974" y="3494662"/>
              <a:ext cx="13961" cy="12569"/>
            </a:xfrm>
            <a:custGeom>
              <a:avLst/>
              <a:gdLst/>
              <a:ahLst/>
              <a:cxnLst/>
              <a:rect l="l" t="t" r="r" b="b"/>
              <a:pathLst>
                <a:path w="341" h="307" extrusionOk="0">
                  <a:moveTo>
                    <a:pt x="77" y="0"/>
                  </a:moveTo>
                  <a:cubicBezTo>
                    <a:pt x="51" y="88"/>
                    <a:pt x="27" y="176"/>
                    <a:pt x="1" y="260"/>
                  </a:cubicBezTo>
                  <a:cubicBezTo>
                    <a:pt x="88" y="280"/>
                    <a:pt x="177" y="294"/>
                    <a:pt x="264" y="306"/>
                  </a:cubicBezTo>
                  <a:cubicBezTo>
                    <a:pt x="291" y="220"/>
                    <a:pt x="315" y="131"/>
                    <a:pt x="340" y="44"/>
                  </a:cubicBezTo>
                  <a:cubicBezTo>
                    <a:pt x="254" y="33"/>
                    <a:pt x="165" y="18"/>
                    <a:pt x="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 name="Google Shape;3499;p80">
            <a:extLst>
              <a:ext uri="{FF2B5EF4-FFF2-40B4-BE49-F238E27FC236}">
                <a16:creationId xmlns:a16="http://schemas.microsoft.com/office/drawing/2014/main" id="{F1825F49-D0FB-ADF3-6BFF-536096F5A62D}"/>
              </a:ext>
            </a:extLst>
          </p:cNvPr>
          <p:cNvGrpSpPr/>
          <p:nvPr/>
        </p:nvGrpSpPr>
        <p:grpSpPr>
          <a:xfrm>
            <a:off x="9663290" y="2002416"/>
            <a:ext cx="1057342" cy="1071688"/>
            <a:chOff x="4024449" y="1452124"/>
            <a:chExt cx="285311" cy="376771"/>
          </a:xfrm>
        </p:grpSpPr>
        <p:sp>
          <p:nvSpPr>
            <p:cNvPr id="533" name="Google Shape;3500;p80">
              <a:extLst>
                <a:ext uri="{FF2B5EF4-FFF2-40B4-BE49-F238E27FC236}">
                  <a16:creationId xmlns:a16="http://schemas.microsoft.com/office/drawing/2014/main" id="{35AB1906-69A0-C03F-2D96-821F56F3DCAE}"/>
                </a:ext>
              </a:extLst>
            </p:cNvPr>
            <p:cNvSpPr/>
            <p:nvPr/>
          </p:nvSpPr>
          <p:spPr>
            <a:xfrm>
              <a:off x="4024449" y="1705993"/>
              <a:ext cx="92975" cy="122902"/>
            </a:xfrm>
            <a:custGeom>
              <a:avLst/>
              <a:gdLst/>
              <a:ahLst/>
              <a:cxnLst/>
              <a:rect l="l" t="t" r="r" b="b"/>
              <a:pathLst>
                <a:path w="2271" h="3002" extrusionOk="0">
                  <a:moveTo>
                    <a:pt x="2137" y="1"/>
                  </a:moveTo>
                  <a:cubicBezTo>
                    <a:pt x="2063" y="1"/>
                    <a:pt x="2002" y="61"/>
                    <a:pt x="2002" y="135"/>
                  </a:cubicBezTo>
                  <a:cubicBezTo>
                    <a:pt x="2002" y="423"/>
                    <a:pt x="1876" y="694"/>
                    <a:pt x="1658" y="881"/>
                  </a:cubicBezTo>
                  <a:lnTo>
                    <a:pt x="439" y="1917"/>
                  </a:lnTo>
                  <a:cubicBezTo>
                    <a:pt x="159" y="2154"/>
                    <a:pt x="0" y="2500"/>
                    <a:pt x="0" y="2867"/>
                  </a:cubicBezTo>
                  <a:cubicBezTo>
                    <a:pt x="0" y="2940"/>
                    <a:pt x="60" y="3002"/>
                    <a:pt x="134" y="3002"/>
                  </a:cubicBezTo>
                  <a:cubicBezTo>
                    <a:pt x="209" y="3002"/>
                    <a:pt x="270" y="2940"/>
                    <a:pt x="269" y="2867"/>
                  </a:cubicBezTo>
                  <a:cubicBezTo>
                    <a:pt x="269" y="2580"/>
                    <a:pt x="394" y="2307"/>
                    <a:pt x="613" y="2122"/>
                  </a:cubicBezTo>
                  <a:lnTo>
                    <a:pt x="1832" y="1085"/>
                  </a:lnTo>
                  <a:cubicBezTo>
                    <a:pt x="2111" y="847"/>
                    <a:pt x="2271" y="502"/>
                    <a:pt x="2271" y="135"/>
                  </a:cubicBezTo>
                  <a:cubicBezTo>
                    <a:pt x="2271" y="61"/>
                    <a:pt x="2211" y="1"/>
                    <a:pt x="213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3501;p80">
              <a:extLst>
                <a:ext uri="{FF2B5EF4-FFF2-40B4-BE49-F238E27FC236}">
                  <a16:creationId xmlns:a16="http://schemas.microsoft.com/office/drawing/2014/main" id="{191474EE-1E31-2DA2-75D8-08BB9FC7EF53}"/>
                </a:ext>
              </a:extLst>
            </p:cNvPr>
            <p:cNvSpPr/>
            <p:nvPr/>
          </p:nvSpPr>
          <p:spPr>
            <a:xfrm>
              <a:off x="4079309" y="1705993"/>
              <a:ext cx="60141" cy="122902"/>
            </a:xfrm>
            <a:custGeom>
              <a:avLst/>
              <a:gdLst/>
              <a:ahLst/>
              <a:cxnLst/>
              <a:rect l="l" t="t" r="r" b="b"/>
              <a:pathLst>
                <a:path w="1469" h="3002" extrusionOk="0">
                  <a:moveTo>
                    <a:pt x="1335" y="1"/>
                  </a:moveTo>
                  <a:cubicBezTo>
                    <a:pt x="1261" y="1"/>
                    <a:pt x="1200" y="61"/>
                    <a:pt x="1200" y="135"/>
                  </a:cubicBezTo>
                  <a:cubicBezTo>
                    <a:pt x="1200" y="435"/>
                    <a:pt x="1124" y="715"/>
                    <a:pt x="990" y="905"/>
                  </a:cubicBezTo>
                  <a:lnTo>
                    <a:pt x="260" y="1942"/>
                  </a:lnTo>
                  <a:cubicBezTo>
                    <a:pt x="95" y="2175"/>
                    <a:pt x="0" y="2513"/>
                    <a:pt x="0" y="2867"/>
                  </a:cubicBezTo>
                  <a:cubicBezTo>
                    <a:pt x="0" y="2940"/>
                    <a:pt x="60" y="3002"/>
                    <a:pt x="134" y="3002"/>
                  </a:cubicBezTo>
                  <a:cubicBezTo>
                    <a:pt x="209" y="3002"/>
                    <a:pt x="269" y="2940"/>
                    <a:pt x="269" y="2867"/>
                  </a:cubicBezTo>
                  <a:cubicBezTo>
                    <a:pt x="269" y="2566"/>
                    <a:pt x="345" y="2286"/>
                    <a:pt x="478" y="2096"/>
                  </a:cubicBezTo>
                  <a:lnTo>
                    <a:pt x="1209" y="1060"/>
                  </a:lnTo>
                  <a:cubicBezTo>
                    <a:pt x="1374" y="826"/>
                    <a:pt x="1469" y="488"/>
                    <a:pt x="1469" y="135"/>
                  </a:cubicBezTo>
                  <a:cubicBezTo>
                    <a:pt x="1469" y="61"/>
                    <a:pt x="1408" y="1"/>
                    <a:pt x="13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3502;p80">
              <a:extLst>
                <a:ext uri="{FF2B5EF4-FFF2-40B4-BE49-F238E27FC236}">
                  <a16:creationId xmlns:a16="http://schemas.microsoft.com/office/drawing/2014/main" id="{4CB11BE3-72BD-C562-423F-3A283714E018}"/>
                </a:ext>
              </a:extLst>
            </p:cNvPr>
            <p:cNvSpPr/>
            <p:nvPr/>
          </p:nvSpPr>
          <p:spPr>
            <a:xfrm>
              <a:off x="4134169" y="1705993"/>
              <a:ext cx="27389" cy="122902"/>
            </a:xfrm>
            <a:custGeom>
              <a:avLst/>
              <a:gdLst/>
              <a:ahLst/>
              <a:cxnLst/>
              <a:rect l="l" t="t" r="r" b="b"/>
              <a:pathLst>
                <a:path w="669" h="3002" extrusionOk="0">
                  <a:moveTo>
                    <a:pt x="535" y="1"/>
                  </a:moveTo>
                  <a:cubicBezTo>
                    <a:pt x="461" y="1"/>
                    <a:pt x="401" y="61"/>
                    <a:pt x="401" y="135"/>
                  </a:cubicBezTo>
                  <a:cubicBezTo>
                    <a:pt x="401" y="452"/>
                    <a:pt x="372" y="750"/>
                    <a:pt x="325" y="952"/>
                  </a:cubicBezTo>
                  <a:lnTo>
                    <a:pt x="81" y="1989"/>
                  </a:lnTo>
                  <a:cubicBezTo>
                    <a:pt x="30" y="2210"/>
                    <a:pt x="0" y="2530"/>
                    <a:pt x="0" y="2867"/>
                  </a:cubicBezTo>
                  <a:cubicBezTo>
                    <a:pt x="0" y="2940"/>
                    <a:pt x="60" y="3002"/>
                    <a:pt x="134" y="3002"/>
                  </a:cubicBezTo>
                  <a:cubicBezTo>
                    <a:pt x="209" y="3002"/>
                    <a:pt x="269" y="2940"/>
                    <a:pt x="269" y="2867"/>
                  </a:cubicBezTo>
                  <a:cubicBezTo>
                    <a:pt x="269" y="2550"/>
                    <a:pt x="297" y="2253"/>
                    <a:pt x="344" y="2050"/>
                  </a:cubicBezTo>
                  <a:lnTo>
                    <a:pt x="588" y="1014"/>
                  </a:lnTo>
                  <a:cubicBezTo>
                    <a:pt x="639" y="792"/>
                    <a:pt x="669" y="472"/>
                    <a:pt x="669" y="135"/>
                  </a:cubicBezTo>
                  <a:cubicBezTo>
                    <a:pt x="669" y="61"/>
                    <a:pt x="609" y="1"/>
                    <a:pt x="5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3503;p80">
              <a:extLst>
                <a:ext uri="{FF2B5EF4-FFF2-40B4-BE49-F238E27FC236}">
                  <a16:creationId xmlns:a16="http://schemas.microsoft.com/office/drawing/2014/main" id="{F30E59EC-17F3-3715-70B4-5800D950327D}"/>
                </a:ext>
              </a:extLst>
            </p:cNvPr>
            <p:cNvSpPr/>
            <p:nvPr/>
          </p:nvSpPr>
          <p:spPr>
            <a:xfrm>
              <a:off x="4216745" y="1705993"/>
              <a:ext cx="93016" cy="122902"/>
            </a:xfrm>
            <a:custGeom>
              <a:avLst/>
              <a:gdLst/>
              <a:ahLst/>
              <a:cxnLst/>
              <a:rect l="l" t="t" r="r" b="b"/>
              <a:pathLst>
                <a:path w="2272" h="3002" extrusionOk="0">
                  <a:moveTo>
                    <a:pt x="135" y="1"/>
                  </a:moveTo>
                  <a:cubicBezTo>
                    <a:pt x="62" y="1"/>
                    <a:pt x="0" y="61"/>
                    <a:pt x="0" y="135"/>
                  </a:cubicBezTo>
                  <a:cubicBezTo>
                    <a:pt x="0" y="501"/>
                    <a:pt x="160" y="847"/>
                    <a:pt x="439" y="1085"/>
                  </a:cubicBezTo>
                  <a:lnTo>
                    <a:pt x="1658" y="2122"/>
                  </a:lnTo>
                  <a:cubicBezTo>
                    <a:pt x="1877" y="2307"/>
                    <a:pt x="2003" y="2580"/>
                    <a:pt x="2003" y="2867"/>
                  </a:cubicBezTo>
                  <a:cubicBezTo>
                    <a:pt x="2003" y="2940"/>
                    <a:pt x="2063" y="3002"/>
                    <a:pt x="2137" y="3002"/>
                  </a:cubicBezTo>
                  <a:cubicBezTo>
                    <a:pt x="2211" y="3002"/>
                    <a:pt x="2272" y="2940"/>
                    <a:pt x="2272" y="2867"/>
                  </a:cubicBezTo>
                  <a:cubicBezTo>
                    <a:pt x="2272" y="2502"/>
                    <a:pt x="2112" y="2154"/>
                    <a:pt x="1832" y="1917"/>
                  </a:cubicBezTo>
                  <a:lnTo>
                    <a:pt x="613" y="881"/>
                  </a:lnTo>
                  <a:cubicBezTo>
                    <a:pt x="395" y="694"/>
                    <a:pt x="269" y="423"/>
                    <a:pt x="269" y="135"/>
                  </a:cubicBezTo>
                  <a:cubicBezTo>
                    <a:pt x="269" y="61"/>
                    <a:pt x="208" y="1"/>
                    <a:pt x="1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3504;p80">
              <a:extLst>
                <a:ext uri="{FF2B5EF4-FFF2-40B4-BE49-F238E27FC236}">
                  <a16:creationId xmlns:a16="http://schemas.microsoft.com/office/drawing/2014/main" id="{77D3470C-0960-4F29-52DD-0629E4672B74}"/>
                </a:ext>
              </a:extLst>
            </p:cNvPr>
            <p:cNvSpPr/>
            <p:nvPr/>
          </p:nvSpPr>
          <p:spPr>
            <a:xfrm>
              <a:off x="4194719" y="1705993"/>
              <a:ext cx="60182" cy="122902"/>
            </a:xfrm>
            <a:custGeom>
              <a:avLst/>
              <a:gdLst/>
              <a:ahLst/>
              <a:cxnLst/>
              <a:rect l="l" t="t" r="r" b="b"/>
              <a:pathLst>
                <a:path w="1470" h="3002" extrusionOk="0">
                  <a:moveTo>
                    <a:pt x="135" y="1"/>
                  </a:moveTo>
                  <a:cubicBezTo>
                    <a:pt x="61" y="1"/>
                    <a:pt x="0" y="61"/>
                    <a:pt x="0" y="135"/>
                  </a:cubicBezTo>
                  <a:cubicBezTo>
                    <a:pt x="0" y="488"/>
                    <a:pt x="95" y="826"/>
                    <a:pt x="260" y="1060"/>
                  </a:cubicBezTo>
                  <a:lnTo>
                    <a:pt x="991" y="2096"/>
                  </a:lnTo>
                  <a:cubicBezTo>
                    <a:pt x="1124" y="2286"/>
                    <a:pt x="1201" y="2567"/>
                    <a:pt x="1201" y="2867"/>
                  </a:cubicBezTo>
                  <a:cubicBezTo>
                    <a:pt x="1201" y="2940"/>
                    <a:pt x="1261" y="3002"/>
                    <a:pt x="1335" y="3002"/>
                  </a:cubicBezTo>
                  <a:cubicBezTo>
                    <a:pt x="1409" y="3002"/>
                    <a:pt x="1470" y="2940"/>
                    <a:pt x="1470" y="2867"/>
                  </a:cubicBezTo>
                  <a:cubicBezTo>
                    <a:pt x="1470" y="2513"/>
                    <a:pt x="1375" y="2175"/>
                    <a:pt x="1209" y="1942"/>
                  </a:cubicBezTo>
                  <a:lnTo>
                    <a:pt x="479" y="905"/>
                  </a:lnTo>
                  <a:cubicBezTo>
                    <a:pt x="346" y="715"/>
                    <a:pt x="269" y="435"/>
                    <a:pt x="269" y="135"/>
                  </a:cubicBezTo>
                  <a:cubicBezTo>
                    <a:pt x="269" y="61"/>
                    <a:pt x="209" y="1"/>
                    <a:pt x="13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3505;p80">
              <a:extLst>
                <a:ext uri="{FF2B5EF4-FFF2-40B4-BE49-F238E27FC236}">
                  <a16:creationId xmlns:a16="http://schemas.microsoft.com/office/drawing/2014/main" id="{13595001-F587-4C95-B877-BA79621AD5AE}"/>
                </a:ext>
              </a:extLst>
            </p:cNvPr>
            <p:cNvSpPr/>
            <p:nvPr/>
          </p:nvSpPr>
          <p:spPr>
            <a:xfrm>
              <a:off x="4172611" y="1705993"/>
              <a:ext cx="27430" cy="122902"/>
            </a:xfrm>
            <a:custGeom>
              <a:avLst/>
              <a:gdLst/>
              <a:ahLst/>
              <a:cxnLst/>
              <a:rect l="l" t="t" r="r" b="b"/>
              <a:pathLst>
                <a:path w="670" h="3002" extrusionOk="0">
                  <a:moveTo>
                    <a:pt x="134" y="1"/>
                  </a:moveTo>
                  <a:cubicBezTo>
                    <a:pt x="60" y="1"/>
                    <a:pt x="0" y="61"/>
                    <a:pt x="0" y="135"/>
                  </a:cubicBezTo>
                  <a:cubicBezTo>
                    <a:pt x="0" y="472"/>
                    <a:pt x="30" y="792"/>
                    <a:pt x="81" y="1014"/>
                  </a:cubicBezTo>
                  <a:lnTo>
                    <a:pt x="325" y="2050"/>
                  </a:lnTo>
                  <a:cubicBezTo>
                    <a:pt x="372" y="2253"/>
                    <a:pt x="401" y="2550"/>
                    <a:pt x="401" y="2867"/>
                  </a:cubicBezTo>
                  <a:cubicBezTo>
                    <a:pt x="401" y="2940"/>
                    <a:pt x="461" y="3002"/>
                    <a:pt x="535" y="3002"/>
                  </a:cubicBezTo>
                  <a:cubicBezTo>
                    <a:pt x="609" y="3002"/>
                    <a:pt x="670" y="2940"/>
                    <a:pt x="670" y="2867"/>
                  </a:cubicBezTo>
                  <a:cubicBezTo>
                    <a:pt x="670" y="2530"/>
                    <a:pt x="639" y="2210"/>
                    <a:pt x="588" y="1989"/>
                  </a:cubicBezTo>
                  <a:lnTo>
                    <a:pt x="344" y="952"/>
                  </a:lnTo>
                  <a:cubicBezTo>
                    <a:pt x="297" y="750"/>
                    <a:pt x="269" y="452"/>
                    <a:pt x="269" y="135"/>
                  </a:cubicBezTo>
                  <a:cubicBezTo>
                    <a:pt x="269" y="61"/>
                    <a:pt x="208" y="1"/>
                    <a:pt x="1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3506;p80">
              <a:extLst>
                <a:ext uri="{FF2B5EF4-FFF2-40B4-BE49-F238E27FC236}">
                  <a16:creationId xmlns:a16="http://schemas.microsoft.com/office/drawing/2014/main" id="{5CEBB59A-F035-80B6-A0F6-5FEF318D88C9}"/>
                </a:ext>
              </a:extLst>
            </p:cNvPr>
            <p:cNvSpPr/>
            <p:nvPr/>
          </p:nvSpPr>
          <p:spPr>
            <a:xfrm>
              <a:off x="4087988" y="1578793"/>
              <a:ext cx="152051" cy="138909"/>
            </a:xfrm>
            <a:custGeom>
              <a:avLst/>
              <a:gdLst/>
              <a:ahLst/>
              <a:cxnLst/>
              <a:rect l="l" t="t" r="r" b="b"/>
              <a:pathLst>
                <a:path w="3714" h="3393" extrusionOk="0">
                  <a:moveTo>
                    <a:pt x="0" y="1"/>
                  </a:moveTo>
                  <a:lnTo>
                    <a:pt x="0" y="877"/>
                  </a:lnTo>
                  <a:lnTo>
                    <a:pt x="28" y="1064"/>
                  </a:lnTo>
                  <a:lnTo>
                    <a:pt x="0" y="1146"/>
                  </a:lnTo>
                  <a:lnTo>
                    <a:pt x="0" y="1886"/>
                  </a:lnTo>
                  <a:lnTo>
                    <a:pt x="34" y="2063"/>
                  </a:lnTo>
                  <a:lnTo>
                    <a:pt x="0" y="2155"/>
                  </a:lnTo>
                  <a:lnTo>
                    <a:pt x="0" y="2797"/>
                  </a:lnTo>
                  <a:cubicBezTo>
                    <a:pt x="0" y="3056"/>
                    <a:pt x="487" y="3393"/>
                    <a:pt x="1928" y="3393"/>
                  </a:cubicBezTo>
                  <a:cubicBezTo>
                    <a:pt x="3370" y="3393"/>
                    <a:pt x="3714" y="3107"/>
                    <a:pt x="3714" y="2910"/>
                  </a:cubicBezTo>
                  <a:cubicBezTo>
                    <a:pt x="3714" y="2723"/>
                    <a:pt x="3588" y="260"/>
                    <a:pt x="3588"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3507;p80">
              <a:extLst>
                <a:ext uri="{FF2B5EF4-FFF2-40B4-BE49-F238E27FC236}">
                  <a16:creationId xmlns:a16="http://schemas.microsoft.com/office/drawing/2014/main" id="{34CF3BD8-6E68-DD98-B4AD-F558F3077081}"/>
                </a:ext>
              </a:extLst>
            </p:cNvPr>
            <p:cNvSpPr/>
            <p:nvPr/>
          </p:nvSpPr>
          <p:spPr>
            <a:xfrm>
              <a:off x="4087988" y="1578793"/>
              <a:ext cx="158192" cy="144846"/>
            </a:xfrm>
            <a:custGeom>
              <a:avLst/>
              <a:gdLst/>
              <a:ahLst/>
              <a:cxnLst/>
              <a:rect l="l" t="t" r="r" b="b"/>
              <a:pathLst>
                <a:path w="3864" h="3538" extrusionOk="0">
                  <a:moveTo>
                    <a:pt x="3594" y="1"/>
                  </a:moveTo>
                  <a:lnTo>
                    <a:pt x="3594" y="2910"/>
                  </a:lnTo>
                  <a:cubicBezTo>
                    <a:pt x="3594" y="3108"/>
                    <a:pt x="2824" y="3267"/>
                    <a:pt x="1932" y="3267"/>
                  </a:cubicBezTo>
                  <a:cubicBezTo>
                    <a:pt x="1039" y="3267"/>
                    <a:pt x="0" y="3057"/>
                    <a:pt x="0" y="2798"/>
                  </a:cubicBezTo>
                  <a:lnTo>
                    <a:pt x="0" y="3033"/>
                  </a:lnTo>
                  <a:cubicBezTo>
                    <a:pt x="0" y="3313"/>
                    <a:pt x="865" y="3537"/>
                    <a:pt x="1932" y="3537"/>
                  </a:cubicBezTo>
                  <a:cubicBezTo>
                    <a:pt x="2999" y="3537"/>
                    <a:pt x="3864" y="3313"/>
                    <a:pt x="3864" y="3033"/>
                  </a:cubicBezTo>
                  <a:lnTo>
                    <a:pt x="3864" y="2157"/>
                  </a:lnTo>
                  <a:lnTo>
                    <a:pt x="3829" y="2094"/>
                  </a:lnTo>
                  <a:cubicBezTo>
                    <a:pt x="3829" y="2094"/>
                    <a:pt x="3864" y="2038"/>
                    <a:pt x="3864" y="1886"/>
                  </a:cubicBezTo>
                  <a:lnTo>
                    <a:pt x="3864" y="1146"/>
                  </a:lnTo>
                  <a:lnTo>
                    <a:pt x="3795" y="1100"/>
                  </a:lnTo>
                  <a:cubicBezTo>
                    <a:pt x="3795" y="1100"/>
                    <a:pt x="3864" y="1045"/>
                    <a:pt x="3864" y="877"/>
                  </a:cubicBezTo>
                  <a:lnTo>
                    <a:pt x="386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3508;p80">
              <a:extLst>
                <a:ext uri="{FF2B5EF4-FFF2-40B4-BE49-F238E27FC236}">
                  <a16:creationId xmlns:a16="http://schemas.microsoft.com/office/drawing/2014/main" id="{2419DE5D-8B9E-C5C4-1D6D-36995F7B452D}"/>
                </a:ext>
              </a:extLst>
            </p:cNvPr>
            <p:cNvSpPr/>
            <p:nvPr/>
          </p:nvSpPr>
          <p:spPr>
            <a:xfrm>
              <a:off x="4088070" y="1557749"/>
              <a:ext cx="158028" cy="41431"/>
            </a:xfrm>
            <a:custGeom>
              <a:avLst/>
              <a:gdLst/>
              <a:ahLst/>
              <a:cxnLst/>
              <a:rect l="l" t="t" r="r" b="b"/>
              <a:pathLst>
                <a:path w="3860" h="1012" extrusionOk="0">
                  <a:moveTo>
                    <a:pt x="1930" y="1"/>
                  </a:moveTo>
                  <a:cubicBezTo>
                    <a:pt x="864" y="1"/>
                    <a:pt x="0" y="228"/>
                    <a:pt x="0" y="506"/>
                  </a:cubicBezTo>
                  <a:cubicBezTo>
                    <a:pt x="0" y="786"/>
                    <a:pt x="864" y="1012"/>
                    <a:pt x="1930" y="1012"/>
                  </a:cubicBezTo>
                  <a:cubicBezTo>
                    <a:pt x="2996" y="1012"/>
                    <a:pt x="3860" y="786"/>
                    <a:pt x="3860" y="506"/>
                  </a:cubicBezTo>
                  <a:cubicBezTo>
                    <a:pt x="3860" y="228"/>
                    <a:pt x="2996" y="1"/>
                    <a:pt x="1930"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3509;p80">
              <a:extLst>
                <a:ext uri="{FF2B5EF4-FFF2-40B4-BE49-F238E27FC236}">
                  <a16:creationId xmlns:a16="http://schemas.microsoft.com/office/drawing/2014/main" id="{267EF0CD-ECEF-5B27-CEC4-88DFD653DF37}"/>
                </a:ext>
              </a:extLst>
            </p:cNvPr>
            <p:cNvSpPr/>
            <p:nvPr/>
          </p:nvSpPr>
          <p:spPr>
            <a:xfrm>
              <a:off x="4024490" y="1452124"/>
              <a:ext cx="132891" cy="130271"/>
            </a:xfrm>
            <a:custGeom>
              <a:avLst/>
              <a:gdLst/>
              <a:ahLst/>
              <a:cxnLst/>
              <a:rect l="l" t="t" r="r" b="b"/>
              <a:pathLst>
                <a:path w="3246" h="3182" extrusionOk="0">
                  <a:moveTo>
                    <a:pt x="134" y="0"/>
                  </a:moveTo>
                  <a:cubicBezTo>
                    <a:pt x="60" y="0"/>
                    <a:pt x="0" y="61"/>
                    <a:pt x="0" y="135"/>
                  </a:cubicBezTo>
                  <a:cubicBezTo>
                    <a:pt x="0" y="505"/>
                    <a:pt x="186" y="842"/>
                    <a:pt x="497" y="1038"/>
                  </a:cubicBezTo>
                  <a:lnTo>
                    <a:pt x="2605" y="2372"/>
                  </a:lnTo>
                  <a:cubicBezTo>
                    <a:pt x="2838" y="2520"/>
                    <a:pt x="2977" y="2772"/>
                    <a:pt x="2977" y="3047"/>
                  </a:cubicBezTo>
                  <a:cubicBezTo>
                    <a:pt x="2977" y="3121"/>
                    <a:pt x="3038" y="3181"/>
                    <a:pt x="3112" y="3181"/>
                  </a:cubicBezTo>
                  <a:cubicBezTo>
                    <a:pt x="3185" y="3181"/>
                    <a:pt x="3246" y="3122"/>
                    <a:pt x="3246" y="3047"/>
                  </a:cubicBezTo>
                  <a:cubicBezTo>
                    <a:pt x="3246" y="2678"/>
                    <a:pt x="3060" y="2340"/>
                    <a:pt x="2749" y="2144"/>
                  </a:cubicBezTo>
                  <a:lnTo>
                    <a:pt x="641" y="811"/>
                  </a:lnTo>
                  <a:cubicBezTo>
                    <a:pt x="407" y="663"/>
                    <a:pt x="269" y="411"/>
                    <a:pt x="269" y="135"/>
                  </a:cubicBezTo>
                  <a:cubicBezTo>
                    <a:pt x="269" y="61"/>
                    <a:pt x="208" y="0"/>
                    <a:pt x="13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3510;p80">
              <a:extLst>
                <a:ext uri="{FF2B5EF4-FFF2-40B4-BE49-F238E27FC236}">
                  <a16:creationId xmlns:a16="http://schemas.microsoft.com/office/drawing/2014/main" id="{D2D125C1-A2B1-1D63-3AFF-27D1C571B985}"/>
                </a:ext>
              </a:extLst>
            </p:cNvPr>
            <p:cNvSpPr/>
            <p:nvPr/>
          </p:nvSpPr>
          <p:spPr>
            <a:xfrm>
              <a:off x="4176787" y="1452124"/>
              <a:ext cx="132891" cy="130271"/>
            </a:xfrm>
            <a:custGeom>
              <a:avLst/>
              <a:gdLst/>
              <a:ahLst/>
              <a:cxnLst/>
              <a:rect l="l" t="t" r="r" b="b"/>
              <a:pathLst>
                <a:path w="3246" h="3182" extrusionOk="0">
                  <a:moveTo>
                    <a:pt x="3112" y="0"/>
                  </a:moveTo>
                  <a:cubicBezTo>
                    <a:pt x="3038" y="0"/>
                    <a:pt x="2977" y="61"/>
                    <a:pt x="2977" y="135"/>
                  </a:cubicBezTo>
                  <a:cubicBezTo>
                    <a:pt x="2977" y="411"/>
                    <a:pt x="2839" y="663"/>
                    <a:pt x="2605" y="811"/>
                  </a:cubicBezTo>
                  <a:lnTo>
                    <a:pt x="497" y="2144"/>
                  </a:lnTo>
                  <a:cubicBezTo>
                    <a:pt x="186" y="2341"/>
                    <a:pt x="0" y="2679"/>
                    <a:pt x="0" y="3047"/>
                  </a:cubicBezTo>
                  <a:cubicBezTo>
                    <a:pt x="0" y="3121"/>
                    <a:pt x="62" y="3181"/>
                    <a:pt x="135" y="3181"/>
                  </a:cubicBezTo>
                  <a:cubicBezTo>
                    <a:pt x="210" y="3181"/>
                    <a:pt x="269" y="3122"/>
                    <a:pt x="269" y="3047"/>
                  </a:cubicBezTo>
                  <a:cubicBezTo>
                    <a:pt x="269" y="2772"/>
                    <a:pt x="408" y="2520"/>
                    <a:pt x="642" y="2372"/>
                  </a:cubicBezTo>
                  <a:lnTo>
                    <a:pt x="2749" y="1038"/>
                  </a:lnTo>
                  <a:cubicBezTo>
                    <a:pt x="3060" y="841"/>
                    <a:pt x="3246" y="504"/>
                    <a:pt x="3246" y="135"/>
                  </a:cubicBezTo>
                  <a:cubicBezTo>
                    <a:pt x="3246" y="61"/>
                    <a:pt x="3186" y="0"/>
                    <a:pt x="311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3511;p80">
              <a:extLst>
                <a:ext uri="{FF2B5EF4-FFF2-40B4-BE49-F238E27FC236}">
                  <a16:creationId xmlns:a16="http://schemas.microsoft.com/office/drawing/2014/main" id="{DF57AB82-F9AA-7091-A0E2-46BA6B424D38}"/>
                </a:ext>
              </a:extLst>
            </p:cNvPr>
            <p:cNvSpPr/>
            <p:nvPr/>
          </p:nvSpPr>
          <p:spPr>
            <a:xfrm>
              <a:off x="4054786" y="1452165"/>
              <a:ext cx="11054" cy="22026"/>
            </a:xfrm>
            <a:custGeom>
              <a:avLst/>
              <a:gdLst/>
              <a:ahLst/>
              <a:cxnLst/>
              <a:rect l="l" t="t" r="r" b="b"/>
              <a:pathLst>
                <a:path w="270" h="538" extrusionOk="0">
                  <a:moveTo>
                    <a:pt x="137" y="0"/>
                  </a:moveTo>
                  <a:cubicBezTo>
                    <a:pt x="131" y="0"/>
                    <a:pt x="125" y="1"/>
                    <a:pt x="119" y="1"/>
                  </a:cubicBezTo>
                  <a:cubicBezTo>
                    <a:pt x="52" y="9"/>
                    <a:pt x="1" y="71"/>
                    <a:pt x="1" y="140"/>
                  </a:cubicBezTo>
                  <a:lnTo>
                    <a:pt x="1" y="399"/>
                  </a:lnTo>
                  <a:cubicBezTo>
                    <a:pt x="1" y="468"/>
                    <a:pt x="52" y="530"/>
                    <a:pt x="119" y="536"/>
                  </a:cubicBezTo>
                  <a:cubicBezTo>
                    <a:pt x="125" y="537"/>
                    <a:pt x="131" y="537"/>
                    <a:pt x="137" y="537"/>
                  </a:cubicBezTo>
                  <a:cubicBezTo>
                    <a:pt x="210" y="537"/>
                    <a:pt x="270" y="478"/>
                    <a:pt x="270" y="403"/>
                  </a:cubicBezTo>
                  <a:lnTo>
                    <a:pt x="270" y="134"/>
                  </a:lnTo>
                  <a:cubicBezTo>
                    <a:pt x="270" y="61"/>
                    <a:pt x="210" y="0"/>
                    <a:pt x="13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3512;p80">
              <a:extLst>
                <a:ext uri="{FF2B5EF4-FFF2-40B4-BE49-F238E27FC236}">
                  <a16:creationId xmlns:a16="http://schemas.microsoft.com/office/drawing/2014/main" id="{A4D18CA4-D443-1C52-EB87-C7271910FC94}"/>
                </a:ext>
              </a:extLst>
            </p:cNvPr>
            <p:cNvSpPr/>
            <p:nvPr/>
          </p:nvSpPr>
          <p:spPr>
            <a:xfrm>
              <a:off x="4085000" y="1452165"/>
              <a:ext cx="11054" cy="22026"/>
            </a:xfrm>
            <a:custGeom>
              <a:avLst/>
              <a:gdLst/>
              <a:ahLst/>
              <a:cxnLst/>
              <a:rect l="l" t="t" r="r" b="b"/>
              <a:pathLst>
                <a:path w="270" h="538" extrusionOk="0">
                  <a:moveTo>
                    <a:pt x="135" y="0"/>
                  </a:moveTo>
                  <a:cubicBezTo>
                    <a:pt x="129" y="0"/>
                    <a:pt x="123" y="1"/>
                    <a:pt x="117" y="1"/>
                  </a:cubicBezTo>
                  <a:cubicBezTo>
                    <a:pt x="51" y="9"/>
                    <a:pt x="0" y="71"/>
                    <a:pt x="0" y="140"/>
                  </a:cubicBezTo>
                  <a:lnTo>
                    <a:pt x="0" y="399"/>
                  </a:lnTo>
                  <a:cubicBezTo>
                    <a:pt x="0" y="468"/>
                    <a:pt x="51" y="530"/>
                    <a:pt x="117" y="536"/>
                  </a:cubicBezTo>
                  <a:cubicBezTo>
                    <a:pt x="124" y="537"/>
                    <a:pt x="130" y="537"/>
                    <a:pt x="135" y="537"/>
                  </a:cubicBezTo>
                  <a:cubicBezTo>
                    <a:pt x="210" y="537"/>
                    <a:pt x="269" y="478"/>
                    <a:pt x="269" y="403"/>
                  </a:cubicBezTo>
                  <a:lnTo>
                    <a:pt x="269" y="134"/>
                  </a:lnTo>
                  <a:cubicBezTo>
                    <a:pt x="269" y="61"/>
                    <a:pt x="210" y="0"/>
                    <a:pt x="1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3513;p80">
              <a:extLst>
                <a:ext uri="{FF2B5EF4-FFF2-40B4-BE49-F238E27FC236}">
                  <a16:creationId xmlns:a16="http://schemas.microsoft.com/office/drawing/2014/main" id="{A1A8D019-0CE3-E2C3-C714-19077A45BA1C}"/>
                </a:ext>
              </a:extLst>
            </p:cNvPr>
            <p:cNvSpPr/>
            <p:nvPr/>
          </p:nvSpPr>
          <p:spPr>
            <a:xfrm>
              <a:off x="4115868" y="1452165"/>
              <a:ext cx="11054" cy="22026"/>
            </a:xfrm>
            <a:custGeom>
              <a:avLst/>
              <a:gdLst/>
              <a:ahLst/>
              <a:cxnLst/>
              <a:rect l="l" t="t" r="r" b="b"/>
              <a:pathLst>
                <a:path w="270" h="538" extrusionOk="0">
                  <a:moveTo>
                    <a:pt x="136" y="0"/>
                  </a:moveTo>
                  <a:cubicBezTo>
                    <a:pt x="130" y="0"/>
                    <a:pt x="124" y="1"/>
                    <a:pt x="118" y="1"/>
                  </a:cubicBezTo>
                  <a:cubicBezTo>
                    <a:pt x="51" y="9"/>
                    <a:pt x="1" y="71"/>
                    <a:pt x="1" y="140"/>
                  </a:cubicBezTo>
                  <a:lnTo>
                    <a:pt x="1" y="399"/>
                  </a:lnTo>
                  <a:cubicBezTo>
                    <a:pt x="1" y="468"/>
                    <a:pt x="51" y="530"/>
                    <a:pt x="118" y="536"/>
                  </a:cubicBezTo>
                  <a:cubicBezTo>
                    <a:pt x="124" y="537"/>
                    <a:pt x="130" y="537"/>
                    <a:pt x="136" y="537"/>
                  </a:cubicBezTo>
                  <a:cubicBezTo>
                    <a:pt x="210" y="537"/>
                    <a:pt x="270" y="478"/>
                    <a:pt x="270" y="403"/>
                  </a:cubicBezTo>
                  <a:lnTo>
                    <a:pt x="270" y="134"/>
                  </a:lnTo>
                  <a:cubicBezTo>
                    <a:pt x="270" y="61"/>
                    <a:pt x="210" y="0"/>
                    <a:pt x="13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3514;p80">
              <a:extLst>
                <a:ext uri="{FF2B5EF4-FFF2-40B4-BE49-F238E27FC236}">
                  <a16:creationId xmlns:a16="http://schemas.microsoft.com/office/drawing/2014/main" id="{E579E958-83A4-8C8B-2338-74974CB849D2}"/>
                </a:ext>
              </a:extLst>
            </p:cNvPr>
            <p:cNvSpPr/>
            <p:nvPr/>
          </p:nvSpPr>
          <p:spPr>
            <a:xfrm>
              <a:off x="4176951" y="1452165"/>
              <a:ext cx="11054" cy="22026"/>
            </a:xfrm>
            <a:custGeom>
              <a:avLst/>
              <a:gdLst/>
              <a:ahLst/>
              <a:cxnLst/>
              <a:rect l="l" t="t" r="r" b="b"/>
              <a:pathLst>
                <a:path w="270" h="538" extrusionOk="0">
                  <a:moveTo>
                    <a:pt x="135" y="0"/>
                  </a:moveTo>
                  <a:cubicBezTo>
                    <a:pt x="130" y="0"/>
                    <a:pt x="124" y="1"/>
                    <a:pt x="118" y="1"/>
                  </a:cubicBezTo>
                  <a:cubicBezTo>
                    <a:pt x="50" y="9"/>
                    <a:pt x="1" y="71"/>
                    <a:pt x="1" y="140"/>
                  </a:cubicBezTo>
                  <a:lnTo>
                    <a:pt x="1" y="399"/>
                  </a:lnTo>
                  <a:cubicBezTo>
                    <a:pt x="1" y="468"/>
                    <a:pt x="50" y="530"/>
                    <a:pt x="118" y="536"/>
                  </a:cubicBezTo>
                  <a:cubicBezTo>
                    <a:pt x="124" y="537"/>
                    <a:pt x="130" y="537"/>
                    <a:pt x="136" y="537"/>
                  </a:cubicBezTo>
                  <a:cubicBezTo>
                    <a:pt x="210" y="537"/>
                    <a:pt x="270" y="478"/>
                    <a:pt x="270" y="403"/>
                  </a:cubicBezTo>
                  <a:lnTo>
                    <a:pt x="270" y="134"/>
                  </a:lnTo>
                  <a:cubicBezTo>
                    <a:pt x="270" y="61"/>
                    <a:pt x="210" y="0"/>
                    <a:pt x="1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3515;p80">
              <a:extLst>
                <a:ext uri="{FF2B5EF4-FFF2-40B4-BE49-F238E27FC236}">
                  <a16:creationId xmlns:a16="http://schemas.microsoft.com/office/drawing/2014/main" id="{363D5D63-2B84-E1CB-07B0-CE32A74FA902}"/>
                </a:ext>
              </a:extLst>
            </p:cNvPr>
            <p:cNvSpPr/>
            <p:nvPr/>
          </p:nvSpPr>
          <p:spPr>
            <a:xfrm>
              <a:off x="4238033" y="1452165"/>
              <a:ext cx="11013" cy="22026"/>
            </a:xfrm>
            <a:custGeom>
              <a:avLst/>
              <a:gdLst/>
              <a:ahLst/>
              <a:cxnLst/>
              <a:rect l="l" t="t" r="r" b="b"/>
              <a:pathLst>
                <a:path w="269" h="538" extrusionOk="0">
                  <a:moveTo>
                    <a:pt x="135" y="0"/>
                  </a:moveTo>
                  <a:cubicBezTo>
                    <a:pt x="129" y="0"/>
                    <a:pt x="123" y="1"/>
                    <a:pt x="118" y="1"/>
                  </a:cubicBezTo>
                  <a:cubicBezTo>
                    <a:pt x="50" y="9"/>
                    <a:pt x="0" y="71"/>
                    <a:pt x="0" y="140"/>
                  </a:cubicBezTo>
                  <a:lnTo>
                    <a:pt x="0" y="399"/>
                  </a:lnTo>
                  <a:cubicBezTo>
                    <a:pt x="0" y="468"/>
                    <a:pt x="50" y="530"/>
                    <a:pt x="118" y="536"/>
                  </a:cubicBezTo>
                  <a:cubicBezTo>
                    <a:pt x="124" y="537"/>
                    <a:pt x="129" y="537"/>
                    <a:pt x="135" y="537"/>
                  </a:cubicBezTo>
                  <a:cubicBezTo>
                    <a:pt x="209" y="537"/>
                    <a:pt x="268" y="478"/>
                    <a:pt x="268" y="403"/>
                  </a:cubicBezTo>
                  <a:lnTo>
                    <a:pt x="268" y="134"/>
                  </a:lnTo>
                  <a:cubicBezTo>
                    <a:pt x="268" y="61"/>
                    <a:pt x="209" y="0"/>
                    <a:pt x="1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3516;p80">
              <a:extLst>
                <a:ext uri="{FF2B5EF4-FFF2-40B4-BE49-F238E27FC236}">
                  <a16:creationId xmlns:a16="http://schemas.microsoft.com/office/drawing/2014/main" id="{EE6E992B-3C8A-2587-E483-0413A8FE0EC5}"/>
                </a:ext>
              </a:extLst>
            </p:cNvPr>
            <p:cNvSpPr/>
            <p:nvPr/>
          </p:nvSpPr>
          <p:spPr>
            <a:xfrm>
              <a:off x="4146082" y="1452165"/>
              <a:ext cx="11054" cy="22026"/>
            </a:xfrm>
            <a:custGeom>
              <a:avLst/>
              <a:gdLst/>
              <a:ahLst/>
              <a:cxnLst/>
              <a:rect l="l" t="t" r="r" b="b"/>
              <a:pathLst>
                <a:path w="270" h="538" extrusionOk="0">
                  <a:moveTo>
                    <a:pt x="135" y="0"/>
                  </a:moveTo>
                  <a:cubicBezTo>
                    <a:pt x="129" y="0"/>
                    <a:pt x="123" y="1"/>
                    <a:pt x="117" y="1"/>
                  </a:cubicBezTo>
                  <a:cubicBezTo>
                    <a:pt x="50" y="9"/>
                    <a:pt x="0" y="71"/>
                    <a:pt x="0" y="140"/>
                  </a:cubicBezTo>
                  <a:lnTo>
                    <a:pt x="0" y="399"/>
                  </a:lnTo>
                  <a:cubicBezTo>
                    <a:pt x="0" y="468"/>
                    <a:pt x="50" y="530"/>
                    <a:pt x="117" y="536"/>
                  </a:cubicBezTo>
                  <a:cubicBezTo>
                    <a:pt x="123" y="537"/>
                    <a:pt x="129" y="537"/>
                    <a:pt x="135" y="537"/>
                  </a:cubicBezTo>
                  <a:cubicBezTo>
                    <a:pt x="209" y="537"/>
                    <a:pt x="269" y="478"/>
                    <a:pt x="269" y="403"/>
                  </a:cubicBezTo>
                  <a:lnTo>
                    <a:pt x="269" y="134"/>
                  </a:lnTo>
                  <a:cubicBezTo>
                    <a:pt x="269" y="61"/>
                    <a:pt x="209" y="0"/>
                    <a:pt x="1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3517;p80">
              <a:extLst>
                <a:ext uri="{FF2B5EF4-FFF2-40B4-BE49-F238E27FC236}">
                  <a16:creationId xmlns:a16="http://schemas.microsoft.com/office/drawing/2014/main" id="{48A47B65-35EB-DC76-369C-D9E95720C70D}"/>
                </a:ext>
              </a:extLst>
            </p:cNvPr>
            <p:cNvSpPr/>
            <p:nvPr/>
          </p:nvSpPr>
          <p:spPr>
            <a:xfrm>
              <a:off x="4207165" y="1452165"/>
              <a:ext cx="11054" cy="22026"/>
            </a:xfrm>
            <a:custGeom>
              <a:avLst/>
              <a:gdLst/>
              <a:ahLst/>
              <a:cxnLst/>
              <a:rect l="l" t="t" r="r" b="b"/>
              <a:pathLst>
                <a:path w="270" h="538" extrusionOk="0">
                  <a:moveTo>
                    <a:pt x="135" y="0"/>
                  </a:moveTo>
                  <a:cubicBezTo>
                    <a:pt x="129" y="0"/>
                    <a:pt x="123" y="1"/>
                    <a:pt x="117" y="1"/>
                  </a:cubicBezTo>
                  <a:cubicBezTo>
                    <a:pt x="50" y="9"/>
                    <a:pt x="0" y="71"/>
                    <a:pt x="0" y="140"/>
                  </a:cubicBezTo>
                  <a:lnTo>
                    <a:pt x="0" y="399"/>
                  </a:lnTo>
                  <a:cubicBezTo>
                    <a:pt x="0" y="468"/>
                    <a:pt x="50" y="530"/>
                    <a:pt x="117" y="536"/>
                  </a:cubicBezTo>
                  <a:cubicBezTo>
                    <a:pt x="123" y="537"/>
                    <a:pt x="129" y="537"/>
                    <a:pt x="135" y="537"/>
                  </a:cubicBezTo>
                  <a:cubicBezTo>
                    <a:pt x="208" y="537"/>
                    <a:pt x="269" y="478"/>
                    <a:pt x="269" y="403"/>
                  </a:cubicBezTo>
                  <a:lnTo>
                    <a:pt x="269" y="134"/>
                  </a:lnTo>
                  <a:cubicBezTo>
                    <a:pt x="269" y="61"/>
                    <a:pt x="208" y="0"/>
                    <a:pt x="1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3518;p80">
              <a:extLst>
                <a:ext uri="{FF2B5EF4-FFF2-40B4-BE49-F238E27FC236}">
                  <a16:creationId xmlns:a16="http://schemas.microsoft.com/office/drawing/2014/main" id="{6312FE5F-7B39-5CBA-440E-9DDA459F21D3}"/>
                </a:ext>
              </a:extLst>
            </p:cNvPr>
            <p:cNvSpPr/>
            <p:nvPr/>
          </p:nvSpPr>
          <p:spPr>
            <a:xfrm>
              <a:off x="4176951" y="1510996"/>
              <a:ext cx="11054" cy="22067"/>
            </a:xfrm>
            <a:custGeom>
              <a:avLst/>
              <a:gdLst/>
              <a:ahLst/>
              <a:cxnLst/>
              <a:rect l="l" t="t" r="r" b="b"/>
              <a:pathLst>
                <a:path w="270" h="539" extrusionOk="0">
                  <a:moveTo>
                    <a:pt x="135" y="0"/>
                  </a:moveTo>
                  <a:cubicBezTo>
                    <a:pt x="130" y="0"/>
                    <a:pt x="124" y="1"/>
                    <a:pt x="118" y="1"/>
                  </a:cubicBezTo>
                  <a:cubicBezTo>
                    <a:pt x="50" y="10"/>
                    <a:pt x="1" y="71"/>
                    <a:pt x="1" y="140"/>
                  </a:cubicBezTo>
                  <a:lnTo>
                    <a:pt x="1" y="400"/>
                  </a:lnTo>
                  <a:cubicBezTo>
                    <a:pt x="1" y="470"/>
                    <a:pt x="50" y="530"/>
                    <a:pt x="118" y="537"/>
                  </a:cubicBezTo>
                  <a:cubicBezTo>
                    <a:pt x="124" y="538"/>
                    <a:pt x="130" y="539"/>
                    <a:pt x="136" y="539"/>
                  </a:cubicBezTo>
                  <a:cubicBezTo>
                    <a:pt x="210" y="539"/>
                    <a:pt x="270" y="479"/>
                    <a:pt x="270" y="403"/>
                  </a:cubicBezTo>
                  <a:lnTo>
                    <a:pt x="270" y="134"/>
                  </a:lnTo>
                  <a:cubicBezTo>
                    <a:pt x="270" y="61"/>
                    <a:pt x="210" y="0"/>
                    <a:pt x="1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3519;p80">
              <a:extLst>
                <a:ext uri="{FF2B5EF4-FFF2-40B4-BE49-F238E27FC236}">
                  <a16:creationId xmlns:a16="http://schemas.microsoft.com/office/drawing/2014/main" id="{810667A4-3423-5620-5944-3717B629277C}"/>
                </a:ext>
              </a:extLst>
            </p:cNvPr>
            <p:cNvSpPr/>
            <p:nvPr/>
          </p:nvSpPr>
          <p:spPr>
            <a:xfrm>
              <a:off x="4146082" y="1510996"/>
              <a:ext cx="11054" cy="22067"/>
            </a:xfrm>
            <a:custGeom>
              <a:avLst/>
              <a:gdLst/>
              <a:ahLst/>
              <a:cxnLst/>
              <a:rect l="l" t="t" r="r" b="b"/>
              <a:pathLst>
                <a:path w="270" h="539" extrusionOk="0">
                  <a:moveTo>
                    <a:pt x="135" y="0"/>
                  </a:moveTo>
                  <a:cubicBezTo>
                    <a:pt x="129" y="0"/>
                    <a:pt x="123" y="1"/>
                    <a:pt x="117" y="1"/>
                  </a:cubicBezTo>
                  <a:cubicBezTo>
                    <a:pt x="50" y="10"/>
                    <a:pt x="0" y="71"/>
                    <a:pt x="0" y="140"/>
                  </a:cubicBezTo>
                  <a:lnTo>
                    <a:pt x="0" y="400"/>
                  </a:lnTo>
                  <a:cubicBezTo>
                    <a:pt x="0" y="470"/>
                    <a:pt x="50" y="530"/>
                    <a:pt x="117" y="537"/>
                  </a:cubicBezTo>
                  <a:cubicBezTo>
                    <a:pt x="123" y="538"/>
                    <a:pt x="129" y="539"/>
                    <a:pt x="135" y="539"/>
                  </a:cubicBezTo>
                  <a:cubicBezTo>
                    <a:pt x="209" y="539"/>
                    <a:pt x="269" y="479"/>
                    <a:pt x="269" y="403"/>
                  </a:cubicBezTo>
                  <a:lnTo>
                    <a:pt x="269" y="134"/>
                  </a:lnTo>
                  <a:cubicBezTo>
                    <a:pt x="269" y="61"/>
                    <a:pt x="209" y="0"/>
                    <a:pt x="13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3520;p80">
              <a:extLst>
                <a:ext uri="{FF2B5EF4-FFF2-40B4-BE49-F238E27FC236}">
                  <a16:creationId xmlns:a16="http://schemas.microsoft.com/office/drawing/2014/main" id="{506C4B09-1F44-52A1-0B06-C66F177EFFED}"/>
                </a:ext>
              </a:extLst>
            </p:cNvPr>
            <p:cNvSpPr/>
            <p:nvPr/>
          </p:nvSpPr>
          <p:spPr>
            <a:xfrm>
              <a:off x="4268165" y="1452165"/>
              <a:ext cx="11054" cy="22026"/>
            </a:xfrm>
            <a:custGeom>
              <a:avLst/>
              <a:gdLst/>
              <a:ahLst/>
              <a:cxnLst/>
              <a:rect l="l" t="t" r="r" b="b"/>
              <a:pathLst>
                <a:path w="270" h="538" extrusionOk="0">
                  <a:moveTo>
                    <a:pt x="137" y="0"/>
                  </a:moveTo>
                  <a:cubicBezTo>
                    <a:pt x="131" y="0"/>
                    <a:pt x="125" y="1"/>
                    <a:pt x="119" y="1"/>
                  </a:cubicBezTo>
                  <a:cubicBezTo>
                    <a:pt x="52" y="9"/>
                    <a:pt x="1" y="71"/>
                    <a:pt x="1" y="140"/>
                  </a:cubicBezTo>
                  <a:lnTo>
                    <a:pt x="1" y="399"/>
                  </a:lnTo>
                  <a:cubicBezTo>
                    <a:pt x="1" y="468"/>
                    <a:pt x="52" y="530"/>
                    <a:pt x="119" y="536"/>
                  </a:cubicBezTo>
                  <a:cubicBezTo>
                    <a:pt x="125" y="537"/>
                    <a:pt x="131" y="537"/>
                    <a:pt x="137" y="537"/>
                  </a:cubicBezTo>
                  <a:cubicBezTo>
                    <a:pt x="210" y="537"/>
                    <a:pt x="270" y="478"/>
                    <a:pt x="270" y="403"/>
                  </a:cubicBezTo>
                  <a:lnTo>
                    <a:pt x="270" y="134"/>
                  </a:lnTo>
                  <a:cubicBezTo>
                    <a:pt x="270" y="61"/>
                    <a:pt x="210" y="0"/>
                    <a:pt x="137"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3521;p80">
              <a:extLst>
                <a:ext uri="{FF2B5EF4-FFF2-40B4-BE49-F238E27FC236}">
                  <a16:creationId xmlns:a16="http://schemas.microsoft.com/office/drawing/2014/main" id="{C95AD3DF-54C3-AD09-D48E-DD79362442CD}"/>
                </a:ext>
              </a:extLst>
            </p:cNvPr>
            <p:cNvSpPr/>
            <p:nvPr/>
          </p:nvSpPr>
          <p:spPr>
            <a:xfrm>
              <a:off x="4100475" y="1481560"/>
              <a:ext cx="11054" cy="22026"/>
            </a:xfrm>
            <a:custGeom>
              <a:avLst/>
              <a:gdLst/>
              <a:ahLst/>
              <a:cxnLst/>
              <a:rect l="l" t="t" r="r" b="b"/>
              <a:pathLst>
                <a:path w="270" h="538" extrusionOk="0">
                  <a:moveTo>
                    <a:pt x="135" y="1"/>
                  </a:moveTo>
                  <a:cubicBezTo>
                    <a:pt x="129" y="1"/>
                    <a:pt x="123" y="1"/>
                    <a:pt x="117" y="2"/>
                  </a:cubicBezTo>
                  <a:cubicBezTo>
                    <a:pt x="50" y="9"/>
                    <a:pt x="0" y="72"/>
                    <a:pt x="0" y="140"/>
                  </a:cubicBezTo>
                  <a:lnTo>
                    <a:pt x="0" y="400"/>
                  </a:lnTo>
                  <a:cubicBezTo>
                    <a:pt x="0" y="468"/>
                    <a:pt x="50" y="530"/>
                    <a:pt x="117" y="537"/>
                  </a:cubicBezTo>
                  <a:cubicBezTo>
                    <a:pt x="123" y="538"/>
                    <a:pt x="129" y="538"/>
                    <a:pt x="135" y="538"/>
                  </a:cubicBezTo>
                  <a:cubicBezTo>
                    <a:pt x="208" y="538"/>
                    <a:pt x="269" y="478"/>
                    <a:pt x="269" y="404"/>
                  </a:cubicBezTo>
                  <a:lnTo>
                    <a:pt x="269" y="135"/>
                  </a:lnTo>
                  <a:cubicBezTo>
                    <a:pt x="269" y="61"/>
                    <a:pt x="208" y="1"/>
                    <a:pt x="1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3522;p80">
              <a:extLst>
                <a:ext uri="{FF2B5EF4-FFF2-40B4-BE49-F238E27FC236}">
                  <a16:creationId xmlns:a16="http://schemas.microsoft.com/office/drawing/2014/main" id="{6F76F2CC-3EA1-14AF-91BD-B7D7E1451D1C}"/>
                </a:ext>
              </a:extLst>
            </p:cNvPr>
            <p:cNvSpPr/>
            <p:nvPr/>
          </p:nvSpPr>
          <p:spPr>
            <a:xfrm>
              <a:off x="4131385" y="1481560"/>
              <a:ext cx="11054" cy="22026"/>
            </a:xfrm>
            <a:custGeom>
              <a:avLst/>
              <a:gdLst/>
              <a:ahLst/>
              <a:cxnLst/>
              <a:rect l="l" t="t" r="r" b="b"/>
              <a:pathLst>
                <a:path w="270" h="538" extrusionOk="0">
                  <a:moveTo>
                    <a:pt x="135" y="1"/>
                  </a:moveTo>
                  <a:cubicBezTo>
                    <a:pt x="129" y="1"/>
                    <a:pt x="124" y="1"/>
                    <a:pt x="118" y="2"/>
                  </a:cubicBezTo>
                  <a:cubicBezTo>
                    <a:pt x="50" y="9"/>
                    <a:pt x="1" y="72"/>
                    <a:pt x="1" y="140"/>
                  </a:cubicBezTo>
                  <a:lnTo>
                    <a:pt x="1" y="400"/>
                  </a:lnTo>
                  <a:cubicBezTo>
                    <a:pt x="1" y="468"/>
                    <a:pt x="49" y="530"/>
                    <a:pt x="118" y="537"/>
                  </a:cubicBezTo>
                  <a:cubicBezTo>
                    <a:pt x="124" y="538"/>
                    <a:pt x="130" y="538"/>
                    <a:pt x="135" y="538"/>
                  </a:cubicBezTo>
                  <a:cubicBezTo>
                    <a:pt x="209" y="538"/>
                    <a:pt x="270" y="478"/>
                    <a:pt x="270" y="404"/>
                  </a:cubicBezTo>
                  <a:lnTo>
                    <a:pt x="270" y="135"/>
                  </a:lnTo>
                  <a:cubicBezTo>
                    <a:pt x="270" y="61"/>
                    <a:pt x="209" y="1"/>
                    <a:pt x="1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3523;p80">
              <a:extLst>
                <a:ext uri="{FF2B5EF4-FFF2-40B4-BE49-F238E27FC236}">
                  <a16:creationId xmlns:a16="http://schemas.microsoft.com/office/drawing/2014/main" id="{9E41FCD2-8965-2477-C739-7735EF88CA3C}"/>
                </a:ext>
              </a:extLst>
            </p:cNvPr>
            <p:cNvSpPr/>
            <p:nvPr/>
          </p:nvSpPr>
          <p:spPr>
            <a:xfrm>
              <a:off x="4191689" y="1481560"/>
              <a:ext cx="11054" cy="22026"/>
            </a:xfrm>
            <a:custGeom>
              <a:avLst/>
              <a:gdLst/>
              <a:ahLst/>
              <a:cxnLst/>
              <a:rect l="l" t="t" r="r" b="b"/>
              <a:pathLst>
                <a:path w="270" h="538" extrusionOk="0">
                  <a:moveTo>
                    <a:pt x="135" y="1"/>
                  </a:moveTo>
                  <a:cubicBezTo>
                    <a:pt x="129" y="1"/>
                    <a:pt x="123" y="1"/>
                    <a:pt x="117" y="2"/>
                  </a:cubicBezTo>
                  <a:cubicBezTo>
                    <a:pt x="51" y="9"/>
                    <a:pt x="0" y="72"/>
                    <a:pt x="0" y="140"/>
                  </a:cubicBezTo>
                  <a:lnTo>
                    <a:pt x="0" y="400"/>
                  </a:lnTo>
                  <a:cubicBezTo>
                    <a:pt x="0" y="468"/>
                    <a:pt x="51" y="530"/>
                    <a:pt x="117" y="537"/>
                  </a:cubicBezTo>
                  <a:cubicBezTo>
                    <a:pt x="124" y="538"/>
                    <a:pt x="130" y="538"/>
                    <a:pt x="135" y="538"/>
                  </a:cubicBezTo>
                  <a:cubicBezTo>
                    <a:pt x="210" y="538"/>
                    <a:pt x="269" y="478"/>
                    <a:pt x="269" y="404"/>
                  </a:cubicBezTo>
                  <a:lnTo>
                    <a:pt x="269" y="135"/>
                  </a:lnTo>
                  <a:cubicBezTo>
                    <a:pt x="269" y="61"/>
                    <a:pt x="210" y="1"/>
                    <a:pt x="13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3524;p80">
              <a:extLst>
                <a:ext uri="{FF2B5EF4-FFF2-40B4-BE49-F238E27FC236}">
                  <a16:creationId xmlns:a16="http://schemas.microsoft.com/office/drawing/2014/main" id="{3D2B38BC-35EE-E97F-29EA-57CFECF60987}"/>
                </a:ext>
              </a:extLst>
            </p:cNvPr>
            <p:cNvSpPr/>
            <p:nvPr/>
          </p:nvSpPr>
          <p:spPr>
            <a:xfrm>
              <a:off x="4161476" y="1481560"/>
              <a:ext cx="11054" cy="22026"/>
            </a:xfrm>
            <a:custGeom>
              <a:avLst/>
              <a:gdLst/>
              <a:ahLst/>
              <a:cxnLst/>
              <a:rect l="l" t="t" r="r" b="b"/>
              <a:pathLst>
                <a:path w="270" h="538" extrusionOk="0">
                  <a:moveTo>
                    <a:pt x="137" y="1"/>
                  </a:moveTo>
                  <a:cubicBezTo>
                    <a:pt x="131" y="1"/>
                    <a:pt x="125" y="1"/>
                    <a:pt x="119" y="2"/>
                  </a:cubicBezTo>
                  <a:cubicBezTo>
                    <a:pt x="52" y="9"/>
                    <a:pt x="1" y="72"/>
                    <a:pt x="1" y="140"/>
                  </a:cubicBezTo>
                  <a:lnTo>
                    <a:pt x="1" y="400"/>
                  </a:lnTo>
                  <a:cubicBezTo>
                    <a:pt x="1" y="468"/>
                    <a:pt x="52" y="530"/>
                    <a:pt x="119" y="537"/>
                  </a:cubicBezTo>
                  <a:cubicBezTo>
                    <a:pt x="125" y="538"/>
                    <a:pt x="131" y="538"/>
                    <a:pt x="137" y="538"/>
                  </a:cubicBezTo>
                  <a:cubicBezTo>
                    <a:pt x="210" y="538"/>
                    <a:pt x="270" y="478"/>
                    <a:pt x="270" y="404"/>
                  </a:cubicBezTo>
                  <a:lnTo>
                    <a:pt x="270" y="135"/>
                  </a:lnTo>
                  <a:cubicBezTo>
                    <a:pt x="270" y="61"/>
                    <a:pt x="210" y="1"/>
                    <a:pt x="13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3525;p80">
              <a:extLst>
                <a:ext uri="{FF2B5EF4-FFF2-40B4-BE49-F238E27FC236}">
                  <a16:creationId xmlns:a16="http://schemas.microsoft.com/office/drawing/2014/main" id="{4B0AD7AE-623B-3952-5516-3ECD990E4178}"/>
                </a:ext>
              </a:extLst>
            </p:cNvPr>
            <p:cNvSpPr/>
            <p:nvPr/>
          </p:nvSpPr>
          <p:spPr>
            <a:xfrm>
              <a:off x="4222558" y="1481560"/>
              <a:ext cx="11054" cy="22026"/>
            </a:xfrm>
            <a:custGeom>
              <a:avLst/>
              <a:gdLst/>
              <a:ahLst/>
              <a:cxnLst/>
              <a:rect l="l" t="t" r="r" b="b"/>
              <a:pathLst>
                <a:path w="270" h="538" extrusionOk="0">
                  <a:moveTo>
                    <a:pt x="136" y="1"/>
                  </a:moveTo>
                  <a:cubicBezTo>
                    <a:pt x="130" y="1"/>
                    <a:pt x="124" y="1"/>
                    <a:pt x="118" y="2"/>
                  </a:cubicBezTo>
                  <a:cubicBezTo>
                    <a:pt x="51" y="9"/>
                    <a:pt x="1" y="72"/>
                    <a:pt x="1" y="140"/>
                  </a:cubicBezTo>
                  <a:lnTo>
                    <a:pt x="1" y="400"/>
                  </a:lnTo>
                  <a:cubicBezTo>
                    <a:pt x="1" y="468"/>
                    <a:pt x="51" y="530"/>
                    <a:pt x="118" y="537"/>
                  </a:cubicBezTo>
                  <a:cubicBezTo>
                    <a:pt x="124" y="538"/>
                    <a:pt x="130" y="538"/>
                    <a:pt x="136" y="538"/>
                  </a:cubicBezTo>
                  <a:cubicBezTo>
                    <a:pt x="210" y="538"/>
                    <a:pt x="270" y="478"/>
                    <a:pt x="270" y="404"/>
                  </a:cubicBezTo>
                  <a:lnTo>
                    <a:pt x="270" y="135"/>
                  </a:lnTo>
                  <a:cubicBezTo>
                    <a:pt x="270" y="61"/>
                    <a:pt x="210" y="1"/>
                    <a:pt x="136"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3526;p80">
              <a:extLst>
                <a:ext uri="{FF2B5EF4-FFF2-40B4-BE49-F238E27FC236}">
                  <a16:creationId xmlns:a16="http://schemas.microsoft.com/office/drawing/2014/main" id="{D03ABCBC-5059-6A65-EF0D-0FCC74A9BBA8}"/>
                </a:ext>
              </a:extLst>
            </p:cNvPr>
            <p:cNvSpPr/>
            <p:nvPr/>
          </p:nvSpPr>
          <p:spPr>
            <a:xfrm>
              <a:off x="4087947" y="1614329"/>
              <a:ext cx="149144" cy="31728"/>
            </a:xfrm>
            <a:custGeom>
              <a:avLst/>
              <a:gdLst/>
              <a:ahLst/>
              <a:cxnLst/>
              <a:rect l="l" t="t" r="r" b="b"/>
              <a:pathLst>
                <a:path w="3643" h="775" extrusionOk="0">
                  <a:moveTo>
                    <a:pt x="0" y="0"/>
                  </a:moveTo>
                  <a:lnTo>
                    <a:pt x="0" y="269"/>
                  </a:lnTo>
                  <a:cubicBezTo>
                    <a:pt x="0" y="549"/>
                    <a:pt x="863" y="774"/>
                    <a:pt x="1929" y="774"/>
                  </a:cubicBezTo>
                  <a:cubicBezTo>
                    <a:pt x="2635" y="774"/>
                    <a:pt x="3252" y="675"/>
                    <a:pt x="3588" y="527"/>
                  </a:cubicBezTo>
                  <a:lnTo>
                    <a:pt x="3642" y="387"/>
                  </a:lnTo>
                  <a:lnTo>
                    <a:pt x="3588" y="258"/>
                  </a:lnTo>
                  <a:cubicBezTo>
                    <a:pt x="3253" y="405"/>
                    <a:pt x="2636" y="505"/>
                    <a:pt x="1929" y="505"/>
                  </a:cubicBezTo>
                  <a:cubicBezTo>
                    <a:pt x="863" y="505"/>
                    <a:pt x="0" y="280"/>
                    <a:pt x="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3527;p80">
              <a:extLst>
                <a:ext uri="{FF2B5EF4-FFF2-40B4-BE49-F238E27FC236}">
                  <a16:creationId xmlns:a16="http://schemas.microsoft.com/office/drawing/2014/main" id="{02E676DC-52C4-1FED-FF1C-8F42F45CF4AA}"/>
                </a:ext>
              </a:extLst>
            </p:cNvPr>
            <p:cNvSpPr/>
            <p:nvPr/>
          </p:nvSpPr>
          <p:spPr>
            <a:xfrm>
              <a:off x="4235086" y="1614329"/>
              <a:ext cx="11054" cy="21575"/>
            </a:xfrm>
            <a:custGeom>
              <a:avLst/>
              <a:gdLst/>
              <a:ahLst/>
              <a:cxnLst/>
              <a:rect l="l" t="t" r="r" b="b"/>
              <a:pathLst>
                <a:path w="270" h="527" extrusionOk="0">
                  <a:moveTo>
                    <a:pt x="270" y="0"/>
                  </a:moveTo>
                  <a:cubicBezTo>
                    <a:pt x="270" y="94"/>
                    <a:pt x="171" y="183"/>
                    <a:pt x="1" y="258"/>
                  </a:cubicBezTo>
                  <a:lnTo>
                    <a:pt x="1" y="527"/>
                  </a:lnTo>
                  <a:cubicBezTo>
                    <a:pt x="173" y="452"/>
                    <a:pt x="270" y="363"/>
                    <a:pt x="270" y="269"/>
                  </a:cubicBezTo>
                  <a:lnTo>
                    <a:pt x="2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3528;p80">
              <a:extLst>
                <a:ext uri="{FF2B5EF4-FFF2-40B4-BE49-F238E27FC236}">
                  <a16:creationId xmlns:a16="http://schemas.microsoft.com/office/drawing/2014/main" id="{9EC09323-E713-89F8-F4E2-3996815FBEB2}"/>
                </a:ext>
              </a:extLst>
            </p:cNvPr>
            <p:cNvSpPr/>
            <p:nvPr/>
          </p:nvSpPr>
          <p:spPr>
            <a:xfrm>
              <a:off x="4087947" y="1655678"/>
              <a:ext cx="149144" cy="31769"/>
            </a:xfrm>
            <a:custGeom>
              <a:avLst/>
              <a:gdLst/>
              <a:ahLst/>
              <a:cxnLst/>
              <a:rect l="l" t="t" r="r" b="b"/>
              <a:pathLst>
                <a:path w="3643" h="776" extrusionOk="0">
                  <a:moveTo>
                    <a:pt x="0" y="1"/>
                  </a:moveTo>
                  <a:lnTo>
                    <a:pt x="0" y="270"/>
                  </a:lnTo>
                  <a:cubicBezTo>
                    <a:pt x="0" y="549"/>
                    <a:pt x="863" y="775"/>
                    <a:pt x="1929" y="775"/>
                  </a:cubicBezTo>
                  <a:cubicBezTo>
                    <a:pt x="2635" y="775"/>
                    <a:pt x="3252" y="676"/>
                    <a:pt x="3588" y="526"/>
                  </a:cubicBezTo>
                  <a:lnTo>
                    <a:pt x="3642" y="387"/>
                  </a:lnTo>
                  <a:lnTo>
                    <a:pt x="3588" y="257"/>
                  </a:lnTo>
                  <a:cubicBezTo>
                    <a:pt x="3253" y="406"/>
                    <a:pt x="2636" y="506"/>
                    <a:pt x="1929" y="506"/>
                  </a:cubicBezTo>
                  <a:cubicBezTo>
                    <a:pt x="863" y="506"/>
                    <a:pt x="0" y="280"/>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3529;p80">
              <a:extLst>
                <a:ext uri="{FF2B5EF4-FFF2-40B4-BE49-F238E27FC236}">
                  <a16:creationId xmlns:a16="http://schemas.microsoft.com/office/drawing/2014/main" id="{9DA6E7EA-E208-7A99-B79F-5BEFDDED2249}"/>
                </a:ext>
              </a:extLst>
            </p:cNvPr>
            <p:cNvSpPr/>
            <p:nvPr/>
          </p:nvSpPr>
          <p:spPr>
            <a:xfrm>
              <a:off x="4235086" y="1655678"/>
              <a:ext cx="11054" cy="21616"/>
            </a:xfrm>
            <a:custGeom>
              <a:avLst/>
              <a:gdLst/>
              <a:ahLst/>
              <a:cxnLst/>
              <a:rect l="l" t="t" r="r" b="b"/>
              <a:pathLst>
                <a:path w="270" h="528" extrusionOk="0">
                  <a:moveTo>
                    <a:pt x="270" y="1"/>
                  </a:moveTo>
                  <a:cubicBezTo>
                    <a:pt x="270" y="95"/>
                    <a:pt x="171" y="182"/>
                    <a:pt x="1" y="258"/>
                  </a:cubicBezTo>
                  <a:lnTo>
                    <a:pt x="1" y="527"/>
                  </a:lnTo>
                  <a:cubicBezTo>
                    <a:pt x="173" y="451"/>
                    <a:pt x="270" y="364"/>
                    <a:pt x="270" y="270"/>
                  </a:cubicBezTo>
                  <a:lnTo>
                    <a:pt x="27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3" name="Google Shape;3530;p80">
            <a:extLst>
              <a:ext uri="{FF2B5EF4-FFF2-40B4-BE49-F238E27FC236}">
                <a16:creationId xmlns:a16="http://schemas.microsoft.com/office/drawing/2014/main" id="{1FA7F686-8B2E-915C-A47D-7226B7902793}"/>
              </a:ext>
            </a:extLst>
          </p:cNvPr>
          <p:cNvGrpSpPr/>
          <p:nvPr/>
        </p:nvGrpSpPr>
        <p:grpSpPr>
          <a:xfrm>
            <a:off x="7964204" y="676853"/>
            <a:ext cx="1179796" cy="1005191"/>
            <a:chOff x="3175149" y="1452083"/>
            <a:chExt cx="353926" cy="376812"/>
          </a:xfrm>
        </p:grpSpPr>
        <p:sp>
          <p:nvSpPr>
            <p:cNvPr id="564" name="Google Shape;3531;p80">
              <a:extLst>
                <a:ext uri="{FF2B5EF4-FFF2-40B4-BE49-F238E27FC236}">
                  <a16:creationId xmlns:a16="http://schemas.microsoft.com/office/drawing/2014/main" id="{6BECCD99-3166-8679-D976-82A2ADA101A5}"/>
                </a:ext>
              </a:extLst>
            </p:cNvPr>
            <p:cNvSpPr/>
            <p:nvPr/>
          </p:nvSpPr>
          <p:spPr>
            <a:xfrm>
              <a:off x="3203439" y="1452083"/>
              <a:ext cx="272169" cy="271923"/>
            </a:xfrm>
            <a:custGeom>
              <a:avLst/>
              <a:gdLst/>
              <a:ahLst/>
              <a:cxnLst/>
              <a:rect l="l" t="t" r="r" b="b"/>
              <a:pathLst>
                <a:path w="6648" h="6642" extrusionOk="0">
                  <a:moveTo>
                    <a:pt x="3575" y="1223"/>
                  </a:moveTo>
                  <a:cubicBezTo>
                    <a:pt x="4872" y="1223"/>
                    <a:pt x="5922" y="2274"/>
                    <a:pt x="5922" y="3570"/>
                  </a:cubicBezTo>
                  <a:cubicBezTo>
                    <a:pt x="5922" y="4864"/>
                    <a:pt x="4870" y="5915"/>
                    <a:pt x="3575" y="5915"/>
                  </a:cubicBezTo>
                  <a:cubicBezTo>
                    <a:pt x="2279" y="5915"/>
                    <a:pt x="1229" y="4864"/>
                    <a:pt x="1229" y="3570"/>
                  </a:cubicBezTo>
                  <a:cubicBezTo>
                    <a:pt x="1229" y="2273"/>
                    <a:pt x="2278" y="1223"/>
                    <a:pt x="3575" y="1223"/>
                  </a:cubicBezTo>
                  <a:close/>
                  <a:moveTo>
                    <a:pt x="4236" y="0"/>
                  </a:moveTo>
                  <a:cubicBezTo>
                    <a:pt x="4187" y="0"/>
                    <a:pt x="4140" y="26"/>
                    <a:pt x="4115" y="70"/>
                  </a:cubicBezTo>
                  <a:cubicBezTo>
                    <a:pt x="4057" y="169"/>
                    <a:pt x="3998" y="279"/>
                    <a:pt x="3937" y="397"/>
                  </a:cubicBezTo>
                  <a:cubicBezTo>
                    <a:pt x="3817" y="383"/>
                    <a:pt x="3696" y="376"/>
                    <a:pt x="3575" y="376"/>
                  </a:cubicBezTo>
                  <a:cubicBezTo>
                    <a:pt x="3454" y="376"/>
                    <a:pt x="3333" y="383"/>
                    <a:pt x="3213" y="397"/>
                  </a:cubicBezTo>
                  <a:cubicBezTo>
                    <a:pt x="3153" y="280"/>
                    <a:pt x="3093" y="170"/>
                    <a:pt x="3036" y="70"/>
                  </a:cubicBezTo>
                  <a:cubicBezTo>
                    <a:pt x="3009" y="26"/>
                    <a:pt x="2962" y="0"/>
                    <a:pt x="2913" y="0"/>
                  </a:cubicBezTo>
                  <a:cubicBezTo>
                    <a:pt x="2905" y="0"/>
                    <a:pt x="2897" y="1"/>
                    <a:pt x="2889" y="2"/>
                  </a:cubicBezTo>
                  <a:cubicBezTo>
                    <a:pt x="2720" y="36"/>
                    <a:pt x="2553" y="79"/>
                    <a:pt x="2389" y="136"/>
                  </a:cubicBezTo>
                  <a:cubicBezTo>
                    <a:pt x="2332" y="156"/>
                    <a:pt x="2295" y="209"/>
                    <a:pt x="2295" y="268"/>
                  </a:cubicBezTo>
                  <a:cubicBezTo>
                    <a:pt x="2295" y="382"/>
                    <a:pt x="2298" y="508"/>
                    <a:pt x="2305" y="640"/>
                  </a:cubicBezTo>
                  <a:cubicBezTo>
                    <a:pt x="2085" y="735"/>
                    <a:pt x="1874" y="856"/>
                    <a:pt x="1677" y="1003"/>
                  </a:cubicBezTo>
                  <a:cubicBezTo>
                    <a:pt x="1566" y="932"/>
                    <a:pt x="1460" y="865"/>
                    <a:pt x="1360" y="808"/>
                  </a:cubicBezTo>
                  <a:cubicBezTo>
                    <a:pt x="1339" y="796"/>
                    <a:pt x="1315" y="790"/>
                    <a:pt x="1291" y="790"/>
                  </a:cubicBezTo>
                  <a:cubicBezTo>
                    <a:pt x="1258" y="790"/>
                    <a:pt x="1225" y="802"/>
                    <a:pt x="1199" y="824"/>
                  </a:cubicBezTo>
                  <a:cubicBezTo>
                    <a:pt x="1135" y="881"/>
                    <a:pt x="1071" y="939"/>
                    <a:pt x="1009" y="1001"/>
                  </a:cubicBezTo>
                  <a:cubicBezTo>
                    <a:pt x="948" y="1063"/>
                    <a:pt x="890" y="1126"/>
                    <a:pt x="833" y="1191"/>
                  </a:cubicBezTo>
                  <a:cubicBezTo>
                    <a:pt x="794" y="1236"/>
                    <a:pt x="789" y="1300"/>
                    <a:pt x="817" y="1352"/>
                  </a:cubicBezTo>
                  <a:cubicBezTo>
                    <a:pt x="874" y="1452"/>
                    <a:pt x="938" y="1558"/>
                    <a:pt x="1011" y="1668"/>
                  </a:cubicBezTo>
                  <a:cubicBezTo>
                    <a:pt x="865" y="1867"/>
                    <a:pt x="743" y="2078"/>
                    <a:pt x="648" y="2296"/>
                  </a:cubicBezTo>
                  <a:cubicBezTo>
                    <a:pt x="516" y="2290"/>
                    <a:pt x="391" y="2287"/>
                    <a:pt x="277" y="2287"/>
                  </a:cubicBezTo>
                  <a:cubicBezTo>
                    <a:pt x="217" y="2287"/>
                    <a:pt x="164" y="2326"/>
                    <a:pt x="145" y="2380"/>
                  </a:cubicBezTo>
                  <a:cubicBezTo>
                    <a:pt x="88" y="2544"/>
                    <a:pt x="45" y="2712"/>
                    <a:pt x="11" y="2881"/>
                  </a:cubicBezTo>
                  <a:cubicBezTo>
                    <a:pt x="0" y="2939"/>
                    <a:pt x="27" y="2998"/>
                    <a:pt x="79" y="3027"/>
                  </a:cubicBezTo>
                  <a:cubicBezTo>
                    <a:pt x="178" y="3085"/>
                    <a:pt x="287" y="3144"/>
                    <a:pt x="406" y="3204"/>
                  </a:cubicBezTo>
                  <a:cubicBezTo>
                    <a:pt x="378" y="3446"/>
                    <a:pt x="378" y="3689"/>
                    <a:pt x="406" y="3929"/>
                  </a:cubicBezTo>
                  <a:cubicBezTo>
                    <a:pt x="289" y="3989"/>
                    <a:pt x="179" y="4049"/>
                    <a:pt x="79" y="4107"/>
                  </a:cubicBezTo>
                  <a:cubicBezTo>
                    <a:pt x="27" y="4137"/>
                    <a:pt x="0" y="4195"/>
                    <a:pt x="11" y="4253"/>
                  </a:cubicBezTo>
                  <a:cubicBezTo>
                    <a:pt x="45" y="4422"/>
                    <a:pt x="88" y="4590"/>
                    <a:pt x="145" y="4753"/>
                  </a:cubicBezTo>
                  <a:cubicBezTo>
                    <a:pt x="164" y="4810"/>
                    <a:pt x="217" y="4847"/>
                    <a:pt x="277" y="4847"/>
                  </a:cubicBezTo>
                  <a:cubicBezTo>
                    <a:pt x="391" y="4847"/>
                    <a:pt x="516" y="4844"/>
                    <a:pt x="648" y="4838"/>
                  </a:cubicBezTo>
                  <a:cubicBezTo>
                    <a:pt x="743" y="5057"/>
                    <a:pt x="865" y="5268"/>
                    <a:pt x="1011" y="5465"/>
                  </a:cubicBezTo>
                  <a:cubicBezTo>
                    <a:pt x="939" y="5576"/>
                    <a:pt x="874" y="5683"/>
                    <a:pt x="817" y="5782"/>
                  </a:cubicBezTo>
                  <a:cubicBezTo>
                    <a:pt x="789" y="5834"/>
                    <a:pt x="794" y="5898"/>
                    <a:pt x="833" y="5943"/>
                  </a:cubicBezTo>
                  <a:cubicBezTo>
                    <a:pt x="890" y="6008"/>
                    <a:pt x="948" y="6071"/>
                    <a:pt x="1009" y="6132"/>
                  </a:cubicBezTo>
                  <a:cubicBezTo>
                    <a:pt x="1028" y="6151"/>
                    <a:pt x="1047" y="6170"/>
                    <a:pt x="1066" y="6188"/>
                  </a:cubicBezTo>
                  <a:lnTo>
                    <a:pt x="1641" y="6018"/>
                  </a:lnTo>
                  <a:lnTo>
                    <a:pt x="1641" y="6018"/>
                  </a:lnTo>
                  <a:cubicBezTo>
                    <a:pt x="1639" y="6020"/>
                    <a:pt x="2498" y="6642"/>
                    <a:pt x="3490" y="6642"/>
                  </a:cubicBezTo>
                  <a:cubicBezTo>
                    <a:pt x="5234" y="6642"/>
                    <a:pt x="6647" y="5228"/>
                    <a:pt x="6647" y="3483"/>
                  </a:cubicBezTo>
                  <a:cubicBezTo>
                    <a:pt x="6647" y="2486"/>
                    <a:pt x="6027" y="1633"/>
                    <a:pt x="6027" y="1633"/>
                  </a:cubicBezTo>
                  <a:lnTo>
                    <a:pt x="6197" y="1057"/>
                  </a:lnTo>
                  <a:cubicBezTo>
                    <a:pt x="6178" y="1039"/>
                    <a:pt x="6160" y="1019"/>
                    <a:pt x="6141" y="1001"/>
                  </a:cubicBezTo>
                  <a:cubicBezTo>
                    <a:pt x="6080" y="939"/>
                    <a:pt x="6016" y="881"/>
                    <a:pt x="5951" y="824"/>
                  </a:cubicBezTo>
                  <a:cubicBezTo>
                    <a:pt x="5925" y="802"/>
                    <a:pt x="5893" y="790"/>
                    <a:pt x="5860" y="790"/>
                  </a:cubicBezTo>
                  <a:cubicBezTo>
                    <a:pt x="5837" y="790"/>
                    <a:pt x="5813" y="796"/>
                    <a:pt x="5791" y="808"/>
                  </a:cubicBezTo>
                  <a:cubicBezTo>
                    <a:pt x="5690" y="865"/>
                    <a:pt x="5585" y="930"/>
                    <a:pt x="5474" y="1003"/>
                  </a:cubicBezTo>
                  <a:cubicBezTo>
                    <a:pt x="5276" y="856"/>
                    <a:pt x="5065" y="735"/>
                    <a:pt x="4846" y="640"/>
                  </a:cubicBezTo>
                  <a:cubicBezTo>
                    <a:pt x="4853" y="508"/>
                    <a:pt x="4856" y="382"/>
                    <a:pt x="4856" y="268"/>
                  </a:cubicBezTo>
                  <a:cubicBezTo>
                    <a:pt x="4856" y="209"/>
                    <a:pt x="4817" y="156"/>
                    <a:pt x="4762" y="136"/>
                  </a:cubicBezTo>
                  <a:cubicBezTo>
                    <a:pt x="4598" y="79"/>
                    <a:pt x="4431" y="36"/>
                    <a:pt x="4262" y="2"/>
                  </a:cubicBezTo>
                  <a:cubicBezTo>
                    <a:pt x="4253" y="1"/>
                    <a:pt x="4245" y="0"/>
                    <a:pt x="4236"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3532;p80">
              <a:extLst>
                <a:ext uri="{FF2B5EF4-FFF2-40B4-BE49-F238E27FC236}">
                  <a16:creationId xmlns:a16="http://schemas.microsoft.com/office/drawing/2014/main" id="{E17852E6-4ACC-9982-388C-85AA35F9E438}"/>
                </a:ext>
              </a:extLst>
            </p:cNvPr>
            <p:cNvSpPr/>
            <p:nvPr/>
          </p:nvSpPr>
          <p:spPr>
            <a:xfrm>
              <a:off x="3246876" y="1495480"/>
              <a:ext cx="249202" cy="248751"/>
            </a:xfrm>
            <a:custGeom>
              <a:avLst/>
              <a:gdLst/>
              <a:ahLst/>
              <a:cxnLst/>
              <a:rect l="l" t="t" r="r" b="b"/>
              <a:pathLst>
                <a:path w="6087" h="6076" extrusionOk="0">
                  <a:moveTo>
                    <a:pt x="5133" y="1"/>
                  </a:moveTo>
                  <a:cubicBezTo>
                    <a:pt x="5046" y="145"/>
                    <a:pt x="4947" y="296"/>
                    <a:pt x="4839" y="453"/>
                  </a:cubicBezTo>
                  <a:cubicBezTo>
                    <a:pt x="4805" y="502"/>
                    <a:pt x="4806" y="567"/>
                    <a:pt x="4842" y="615"/>
                  </a:cubicBezTo>
                  <a:cubicBezTo>
                    <a:pt x="5214" y="1118"/>
                    <a:pt x="5433" y="1738"/>
                    <a:pt x="5433" y="2411"/>
                  </a:cubicBezTo>
                  <a:cubicBezTo>
                    <a:pt x="5433" y="4074"/>
                    <a:pt x="4076" y="5433"/>
                    <a:pt x="2413" y="5433"/>
                  </a:cubicBezTo>
                  <a:cubicBezTo>
                    <a:pt x="1740" y="5433"/>
                    <a:pt x="1118" y="5213"/>
                    <a:pt x="616" y="4841"/>
                  </a:cubicBezTo>
                  <a:cubicBezTo>
                    <a:pt x="592" y="4823"/>
                    <a:pt x="562" y="4814"/>
                    <a:pt x="533" y="4814"/>
                  </a:cubicBezTo>
                  <a:cubicBezTo>
                    <a:pt x="505" y="4814"/>
                    <a:pt x="477" y="4822"/>
                    <a:pt x="454" y="4838"/>
                  </a:cubicBezTo>
                  <a:cubicBezTo>
                    <a:pt x="297" y="4948"/>
                    <a:pt x="145" y="5047"/>
                    <a:pt x="1" y="5132"/>
                  </a:cubicBezTo>
                  <a:cubicBezTo>
                    <a:pt x="45" y="5175"/>
                    <a:pt x="90" y="5214"/>
                    <a:pt x="135" y="5254"/>
                  </a:cubicBezTo>
                  <a:cubicBezTo>
                    <a:pt x="160" y="5276"/>
                    <a:pt x="193" y="5288"/>
                    <a:pt x="226" y="5288"/>
                  </a:cubicBezTo>
                  <a:cubicBezTo>
                    <a:pt x="250" y="5288"/>
                    <a:pt x="274" y="5282"/>
                    <a:pt x="295" y="5270"/>
                  </a:cubicBezTo>
                  <a:cubicBezTo>
                    <a:pt x="395" y="5212"/>
                    <a:pt x="503" y="5145"/>
                    <a:pt x="614" y="5074"/>
                  </a:cubicBezTo>
                  <a:cubicBezTo>
                    <a:pt x="811" y="5221"/>
                    <a:pt x="1022" y="5342"/>
                    <a:pt x="1242" y="5437"/>
                  </a:cubicBezTo>
                  <a:cubicBezTo>
                    <a:pt x="1234" y="5569"/>
                    <a:pt x="1232" y="5694"/>
                    <a:pt x="1232" y="5809"/>
                  </a:cubicBezTo>
                  <a:cubicBezTo>
                    <a:pt x="1232" y="5868"/>
                    <a:pt x="1270" y="5921"/>
                    <a:pt x="1326" y="5941"/>
                  </a:cubicBezTo>
                  <a:cubicBezTo>
                    <a:pt x="1490" y="5998"/>
                    <a:pt x="1656" y="6041"/>
                    <a:pt x="1825" y="6074"/>
                  </a:cubicBezTo>
                  <a:cubicBezTo>
                    <a:pt x="1834" y="6075"/>
                    <a:pt x="1842" y="6076"/>
                    <a:pt x="1851" y="6076"/>
                  </a:cubicBezTo>
                  <a:cubicBezTo>
                    <a:pt x="1900" y="6076"/>
                    <a:pt x="1947" y="6050"/>
                    <a:pt x="1972" y="6007"/>
                  </a:cubicBezTo>
                  <a:cubicBezTo>
                    <a:pt x="2030" y="5908"/>
                    <a:pt x="2089" y="5798"/>
                    <a:pt x="2150" y="5679"/>
                  </a:cubicBezTo>
                  <a:cubicBezTo>
                    <a:pt x="2271" y="5693"/>
                    <a:pt x="2392" y="5700"/>
                    <a:pt x="2513" y="5700"/>
                  </a:cubicBezTo>
                  <a:cubicBezTo>
                    <a:pt x="2634" y="5700"/>
                    <a:pt x="2754" y="5693"/>
                    <a:pt x="2874" y="5679"/>
                  </a:cubicBezTo>
                  <a:cubicBezTo>
                    <a:pt x="2935" y="5797"/>
                    <a:pt x="2994" y="5906"/>
                    <a:pt x="3052" y="6007"/>
                  </a:cubicBezTo>
                  <a:cubicBezTo>
                    <a:pt x="3078" y="6050"/>
                    <a:pt x="3124" y="6076"/>
                    <a:pt x="3173" y="6076"/>
                  </a:cubicBezTo>
                  <a:cubicBezTo>
                    <a:pt x="3182" y="6076"/>
                    <a:pt x="3190" y="6075"/>
                    <a:pt x="3199" y="6074"/>
                  </a:cubicBezTo>
                  <a:cubicBezTo>
                    <a:pt x="3368" y="6041"/>
                    <a:pt x="3534" y="5998"/>
                    <a:pt x="3698" y="5941"/>
                  </a:cubicBezTo>
                  <a:cubicBezTo>
                    <a:pt x="3755" y="5921"/>
                    <a:pt x="3792" y="5868"/>
                    <a:pt x="3792" y="5809"/>
                  </a:cubicBezTo>
                  <a:cubicBezTo>
                    <a:pt x="3792" y="5694"/>
                    <a:pt x="3790" y="5569"/>
                    <a:pt x="3782" y="5437"/>
                  </a:cubicBezTo>
                  <a:cubicBezTo>
                    <a:pt x="4002" y="5342"/>
                    <a:pt x="4213" y="5221"/>
                    <a:pt x="4410" y="5074"/>
                  </a:cubicBezTo>
                  <a:cubicBezTo>
                    <a:pt x="4521" y="5145"/>
                    <a:pt x="4628" y="5212"/>
                    <a:pt x="4727" y="5269"/>
                  </a:cubicBezTo>
                  <a:cubicBezTo>
                    <a:pt x="4748" y="5281"/>
                    <a:pt x="4772" y="5287"/>
                    <a:pt x="4796" y="5287"/>
                  </a:cubicBezTo>
                  <a:cubicBezTo>
                    <a:pt x="4829" y="5287"/>
                    <a:pt x="4862" y="5275"/>
                    <a:pt x="4888" y="5253"/>
                  </a:cubicBezTo>
                  <a:cubicBezTo>
                    <a:pt x="4952" y="5196"/>
                    <a:pt x="5016" y="5138"/>
                    <a:pt x="5078" y="5075"/>
                  </a:cubicBezTo>
                  <a:cubicBezTo>
                    <a:pt x="5140" y="5013"/>
                    <a:pt x="5198" y="4950"/>
                    <a:pt x="5254" y="4886"/>
                  </a:cubicBezTo>
                  <a:cubicBezTo>
                    <a:pt x="5293" y="4841"/>
                    <a:pt x="5299" y="4776"/>
                    <a:pt x="5270" y="4725"/>
                  </a:cubicBezTo>
                  <a:cubicBezTo>
                    <a:pt x="5214" y="4625"/>
                    <a:pt x="5149" y="4519"/>
                    <a:pt x="5077" y="4409"/>
                  </a:cubicBezTo>
                  <a:cubicBezTo>
                    <a:pt x="5222" y="4210"/>
                    <a:pt x="5344" y="3999"/>
                    <a:pt x="5439" y="3781"/>
                  </a:cubicBezTo>
                  <a:cubicBezTo>
                    <a:pt x="5571" y="3787"/>
                    <a:pt x="5696" y="3789"/>
                    <a:pt x="5811" y="3789"/>
                  </a:cubicBezTo>
                  <a:cubicBezTo>
                    <a:pt x="5870" y="3789"/>
                    <a:pt x="5923" y="3751"/>
                    <a:pt x="5943" y="3696"/>
                  </a:cubicBezTo>
                  <a:cubicBezTo>
                    <a:pt x="6000" y="3533"/>
                    <a:pt x="6043" y="3365"/>
                    <a:pt x="6076" y="3196"/>
                  </a:cubicBezTo>
                  <a:cubicBezTo>
                    <a:pt x="6087" y="3138"/>
                    <a:pt x="6060" y="3079"/>
                    <a:pt x="6008" y="3050"/>
                  </a:cubicBezTo>
                  <a:cubicBezTo>
                    <a:pt x="5910" y="2992"/>
                    <a:pt x="5801" y="2933"/>
                    <a:pt x="5681" y="2871"/>
                  </a:cubicBezTo>
                  <a:cubicBezTo>
                    <a:pt x="5710" y="2631"/>
                    <a:pt x="5710" y="2388"/>
                    <a:pt x="5681" y="2148"/>
                  </a:cubicBezTo>
                  <a:cubicBezTo>
                    <a:pt x="5800" y="2087"/>
                    <a:pt x="5908" y="2027"/>
                    <a:pt x="6008" y="1969"/>
                  </a:cubicBezTo>
                  <a:cubicBezTo>
                    <a:pt x="6060" y="1940"/>
                    <a:pt x="6087" y="1882"/>
                    <a:pt x="6076" y="1824"/>
                  </a:cubicBezTo>
                  <a:cubicBezTo>
                    <a:pt x="6043" y="1655"/>
                    <a:pt x="6000" y="1487"/>
                    <a:pt x="5943" y="1324"/>
                  </a:cubicBezTo>
                  <a:cubicBezTo>
                    <a:pt x="5923" y="1267"/>
                    <a:pt x="5870" y="1230"/>
                    <a:pt x="5811" y="1230"/>
                  </a:cubicBezTo>
                  <a:cubicBezTo>
                    <a:pt x="5696" y="1230"/>
                    <a:pt x="5571" y="1233"/>
                    <a:pt x="5439" y="1239"/>
                  </a:cubicBezTo>
                  <a:cubicBezTo>
                    <a:pt x="5344" y="1020"/>
                    <a:pt x="5222" y="809"/>
                    <a:pt x="5077" y="611"/>
                  </a:cubicBezTo>
                  <a:cubicBezTo>
                    <a:pt x="5148" y="501"/>
                    <a:pt x="5214" y="393"/>
                    <a:pt x="5270" y="295"/>
                  </a:cubicBezTo>
                  <a:cubicBezTo>
                    <a:pt x="5299" y="243"/>
                    <a:pt x="5294" y="179"/>
                    <a:pt x="5254" y="134"/>
                  </a:cubicBezTo>
                  <a:cubicBezTo>
                    <a:pt x="5215" y="89"/>
                    <a:pt x="5175" y="44"/>
                    <a:pt x="5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3533;p80">
              <a:extLst>
                <a:ext uri="{FF2B5EF4-FFF2-40B4-BE49-F238E27FC236}">
                  <a16:creationId xmlns:a16="http://schemas.microsoft.com/office/drawing/2014/main" id="{3FB45863-99CF-9895-8980-8D13CBB2BDBB}"/>
                </a:ext>
              </a:extLst>
            </p:cNvPr>
            <p:cNvSpPr/>
            <p:nvPr/>
          </p:nvSpPr>
          <p:spPr>
            <a:xfrm>
              <a:off x="3207819" y="1572119"/>
              <a:ext cx="280562" cy="181733"/>
            </a:xfrm>
            <a:custGeom>
              <a:avLst/>
              <a:gdLst/>
              <a:ahLst/>
              <a:cxnLst/>
              <a:rect l="l" t="t" r="r" b="b"/>
              <a:pathLst>
                <a:path w="6853" h="4439" extrusionOk="0">
                  <a:moveTo>
                    <a:pt x="2357" y="0"/>
                  </a:moveTo>
                  <a:cubicBezTo>
                    <a:pt x="2204" y="0"/>
                    <a:pt x="2079" y="124"/>
                    <a:pt x="2079" y="278"/>
                  </a:cubicBezTo>
                  <a:lnTo>
                    <a:pt x="2079" y="348"/>
                  </a:lnTo>
                  <a:lnTo>
                    <a:pt x="1801" y="495"/>
                  </a:lnTo>
                  <a:cubicBezTo>
                    <a:pt x="611" y="1183"/>
                    <a:pt x="121" y="2316"/>
                    <a:pt x="0" y="3837"/>
                  </a:cubicBezTo>
                  <a:lnTo>
                    <a:pt x="473" y="4439"/>
                  </a:lnTo>
                  <a:lnTo>
                    <a:pt x="6462" y="4439"/>
                  </a:lnTo>
                  <a:lnTo>
                    <a:pt x="6853" y="3837"/>
                  </a:lnTo>
                  <a:cubicBezTo>
                    <a:pt x="6786" y="3027"/>
                    <a:pt x="6476" y="2018"/>
                    <a:pt x="6107" y="1323"/>
                  </a:cubicBezTo>
                  <a:cubicBezTo>
                    <a:pt x="5855" y="999"/>
                    <a:pt x="5537" y="723"/>
                    <a:pt x="5142" y="495"/>
                  </a:cubicBezTo>
                  <a:lnTo>
                    <a:pt x="4864" y="348"/>
                  </a:lnTo>
                  <a:lnTo>
                    <a:pt x="4864" y="278"/>
                  </a:lnTo>
                  <a:cubicBezTo>
                    <a:pt x="4864" y="125"/>
                    <a:pt x="4740" y="0"/>
                    <a:pt x="45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3534;p80">
              <a:extLst>
                <a:ext uri="{FF2B5EF4-FFF2-40B4-BE49-F238E27FC236}">
                  <a16:creationId xmlns:a16="http://schemas.microsoft.com/office/drawing/2014/main" id="{310F1BD8-3D8A-7739-9B36-60934187D9DD}"/>
                </a:ext>
              </a:extLst>
            </p:cNvPr>
            <p:cNvSpPr/>
            <p:nvPr/>
          </p:nvSpPr>
          <p:spPr>
            <a:xfrm>
              <a:off x="3207656" y="1586203"/>
              <a:ext cx="284042" cy="186973"/>
            </a:xfrm>
            <a:custGeom>
              <a:avLst/>
              <a:gdLst/>
              <a:ahLst/>
              <a:cxnLst/>
              <a:rect l="l" t="t" r="r" b="b"/>
              <a:pathLst>
                <a:path w="6938" h="4567" extrusionOk="0">
                  <a:moveTo>
                    <a:pt x="2085" y="0"/>
                  </a:moveTo>
                  <a:cubicBezTo>
                    <a:pt x="1991" y="47"/>
                    <a:pt x="1901" y="96"/>
                    <a:pt x="1816" y="148"/>
                  </a:cubicBezTo>
                  <a:lnTo>
                    <a:pt x="1816" y="1568"/>
                  </a:lnTo>
                  <a:lnTo>
                    <a:pt x="1330" y="3919"/>
                  </a:lnTo>
                  <a:lnTo>
                    <a:pt x="497" y="3919"/>
                  </a:lnTo>
                  <a:cubicBezTo>
                    <a:pt x="481" y="3919"/>
                    <a:pt x="465" y="3913"/>
                    <a:pt x="454" y="3903"/>
                  </a:cubicBezTo>
                  <a:lnTo>
                    <a:pt x="1" y="3503"/>
                  </a:lnTo>
                  <a:lnTo>
                    <a:pt x="1" y="4567"/>
                  </a:lnTo>
                  <a:lnTo>
                    <a:pt x="6938" y="4567"/>
                  </a:lnTo>
                  <a:lnTo>
                    <a:pt x="6938" y="3503"/>
                  </a:lnTo>
                  <a:cubicBezTo>
                    <a:pt x="6855" y="2486"/>
                    <a:pt x="6610" y="1645"/>
                    <a:pt x="6100" y="993"/>
                  </a:cubicBezTo>
                  <a:lnTo>
                    <a:pt x="6100" y="993"/>
                  </a:lnTo>
                  <a:cubicBezTo>
                    <a:pt x="6422" y="1778"/>
                    <a:pt x="6591" y="2679"/>
                    <a:pt x="6657" y="3482"/>
                  </a:cubicBezTo>
                  <a:cubicBezTo>
                    <a:pt x="6658" y="3494"/>
                    <a:pt x="6655" y="3506"/>
                    <a:pt x="6650" y="3517"/>
                  </a:cubicBezTo>
                  <a:lnTo>
                    <a:pt x="6473" y="3881"/>
                  </a:lnTo>
                  <a:cubicBezTo>
                    <a:pt x="6462" y="3903"/>
                    <a:pt x="6439" y="3918"/>
                    <a:pt x="6415" y="3918"/>
                  </a:cubicBezTo>
                  <a:lnTo>
                    <a:pt x="5625" y="3918"/>
                  </a:lnTo>
                  <a:lnTo>
                    <a:pt x="5140" y="1568"/>
                  </a:lnTo>
                  <a:lnTo>
                    <a:pt x="5140" y="148"/>
                  </a:lnTo>
                  <a:cubicBezTo>
                    <a:pt x="5055" y="96"/>
                    <a:pt x="4965" y="48"/>
                    <a:pt x="4871" y="0"/>
                  </a:cubicBezTo>
                  <a:lnTo>
                    <a:pt x="4871" y="958"/>
                  </a:lnTo>
                  <a:cubicBezTo>
                    <a:pt x="4753" y="854"/>
                    <a:pt x="4600" y="790"/>
                    <a:pt x="4434" y="790"/>
                  </a:cubicBezTo>
                  <a:lnTo>
                    <a:pt x="2521" y="790"/>
                  </a:lnTo>
                  <a:cubicBezTo>
                    <a:pt x="2358" y="790"/>
                    <a:pt x="2205" y="853"/>
                    <a:pt x="2085" y="958"/>
                  </a:cubicBezTo>
                  <a:lnTo>
                    <a:pt x="2085"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3535;p80">
              <a:extLst>
                <a:ext uri="{FF2B5EF4-FFF2-40B4-BE49-F238E27FC236}">
                  <a16:creationId xmlns:a16="http://schemas.microsoft.com/office/drawing/2014/main" id="{B3201578-73B6-ECFC-4015-DC3598778A8A}"/>
                </a:ext>
              </a:extLst>
            </p:cNvPr>
            <p:cNvSpPr/>
            <p:nvPr/>
          </p:nvSpPr>
          <p:spPr>
            <a:xfrm>
              <a:off x="3175149" y="1629517"/>
              <a:ext cx="346557" cy="192991"/>
            </a:xfrm>
            <a:custGeom>
              <a:avLst/>
              <a:gdLst/>
              <a:ahLst/>
              <a:cxnLst/>
              <a:rect l="l" t="t" r="r" b="b"/>
              <a:pathLst>
                <a:path w="8465" h="4714" extrusionOk="0">
                  <a:moveTo>
                    <a:pt x="3323" y="0"/>
                  </a:moveTo>
                  <a:cubicBezTo>
                    <a:pt x="3127" y="0"/>
                    <a:pt x="2955" y="140"/>
                    <a:pt x="2913" y="331"/>
                  </a:cubicBezTo>
                  <a:lnTo>
                    <a:pt x="2341" y="3016"/>
                  </a:lnTo>
                  <a:cubicBezTo>
                    <a:pt x="2326" y="3082"/>
                    <a:pt x="2269" y="3127"/>
                    <a:pt x="2204" y="3127"/>
                  </a:cubicBezTo>
                  <a:lnTo>
                    <a:pt x="1140" y="3127"/>
                  </a:lnTo>
                  <a:lnTo>
                    <a:pt x="816" y="2435"/>
                  </a:lnTo>
                  <a:cubicBezTo>
                    <a:pt x="650" y="2435"/>
                    <a:pt x="506" y="2541"/>
                    <a:pt x="457" y="2699"/>
                  </a:cubicBezTo>
                  <a:lnTo>
                    <a:pt x="325" y="3127"/>
                  </a:lnTo>
                  <a:lnTo>
                    <a:pt x="126" y="3329"/>
                  </a:lnTo>
                  <a:cubicBezTo>
                    <a:pt x="26" y="3430"/>
                    <a:pt x="0" y="3563"/>
                    <a:pt x="31" y="3681"/>
                  </a:cubicBezTo>
                  <a:lnTo>
                    <a:pt x="1498" y="3958"/>
                  </a:lnTo>
                  <a:lnTo>
                    <a:pt x="2030" y="4585"/>
                  </a:lnTo>
                  <a:lnTo>
                    <a:pt x="6015" y="4713"/>
                  </a:lnTo>
                  <a:cubicBezTo>
                    <a:pt x="6178" y="4713"/>
                    <a:pt x="6332" y="4643"/>
                    <a:pt x="6437" y="4518"/>
                  </a:cubicBezTo>
                  <a:lnTo>
                    <a:pt x="7041" y="3809"/>
                  </a:lnTo>
                  <a:lnTo>
                    <a:pt x="8141" y="3809"/>
                  </a:lnTo>
                  <a:cubicBezTo>
                    <a:pt x="8142" y="3809"/>
                    <a:pt x="8142" y="3809"/>
                    <a:pt x="8143" y="3809"/>
                  </a:cubicBezTo>
                  <a:cubicBezTo>
                    <a:pt x="8357" y="3809"/>
                    <a:pt x="8465" y="3548"/>
                    <a:pt x="8313" y="3396"/>
                  </a:cubicBezTo>
                  <a:lnTo>
                    <a:pt x="7717" y="2435"/>
                  </a:lnTo>
                  <a:lnTo>
                    <a:pt x="7393" y="3127"/>
                  </a:lnTo>
                  <a:lnTo>
                    <a:pt x="6329" y="3127"/>
                  </a:lnTo>
                  <a:cubicBezTo>
                    <a:pt x="6264" y="3127"/>
                    <a:pt x="6206" y="3082"/>
                    <a:pt x="6193" y="3016"/>
                  </a:cubicBezTo>
                  <a:lnTo>
                    <a:pt x="5619" y="331"/>
                  </a:lnTo>
                  <a:cubicBezTo>
                    <a:pt x="5578" y="140"/>
                    <a:pt x="5406" y="0"/>
                    <a:pt x="52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3536;p80">
              <a:extLst>
                <a:ext uri="{FF2B5EF4-FFF2-40B4-BE49-F238E27FC236}">
                  <a16:creationId xmlns:a16="http://schemas.microsoft.com/office/drawing/2014/main" id="{6F182B44-4E19-5D16-8BF1-B03D1317B4AE}"/>
                </a:ext>
              </a:extLst>
            </p:cNvPr>
            <p:cNvSpPr/>
            <p:nvPr/>
          </p:nvSpPr>
          <p:spPr>
            <a:xfrm>
              <a:off x="3176418" y="1780340"/>
              <a:ext cx="58503" cy="11054"/>
            </a:xfrm>
            <a:custGeom>
              <a:avLst/>
              <a:gdLst/>
              <a:ahLst/>
              <a:cxnLst/>
              <a:rect l="l" t="t" r="r" b="b"/>
              <a:pathLst>
                <a:path w="1429" h="270" extrusionOk="0">
                  <a:moveTo>
                    <a:pt x="0" y="1"/>
                  </a:moveTo>
                  <a:cubicBezTo>
                    <a:pt x="38" y="148"/>
                    <a:pt x="169" y="270"/>
                    <a:pt x="348" y="270"/>
                  </a:cubicBezTo>
                  <a:lnTo>
                    <a:pt x="1429" y="270"/>
                  </a:lnTo>
                  <a:lnTo>
                    <a:pt x="1282" y="99"/>
                  </a:lnTo>
                  <a:cubicBezTo>
                    <a:pt x="1229" y="37"/>
                    <a:pt x="1151" y="1"/>
                    <a:pt x="1070"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3537;p80">
              <a:extLst>
                <a:ext uri="{FF2B5EF4-FFF2-40B4-BE49-F238E27FC236}">
                  <a16:creationId xmlns:a16="http://schemas.microsoft.com/office/drawing/2014/main" id="{C09C65F4-A58E-DCB1-492C-7E66BA36D884}"/>
                </a:ext>
              </a:extLst>
            </p:cNvPr>
            <p:cNvSpPr/>
            <p:nvPr/>
          </p:nvSpPr>
          <p:spPr>
            <a:xfrm>
              <a:off x="3258053" y="1730680"/>
              <a:ext cx="271023" cy="98215"/>
            </a:xfrm>
            <a:custGeom>
              <a:avLst/>
              <a:gdLst/>
              <a:ahLst/>
              <a:cxnLst/>
              <a:rect l="l" t="t" r="r" b="b"/>
              <a:pathLst>
                <a:path w="6620" h="2399" extrusionOk="0">
                  <a:moveTo>
                    <a:pt x="5723" y="0"/>
                  </a:moveTo>
                  <a:lnTo>
                    <a:pt x="5934" y="685"/>
                  </a:lnTo>
                  <a:lnTo>
                    <a:pt x="6182" y="935"/>
                  </a:lnTo>
                  <a:cubicBezTo>
                    <a:pt x="6283" y="1039"/>
                    <a:pt x="6210" y="1214"/>
                    <a:pt x="6066" y="1214"/>
                  </a:cubicBezTo>
                  <a:lnTo>
                    <a:pt x="5031" y="1214"/>
                  </a:lnTo>
                  <a:cubicBezTo>
                    <a:pt x="4948" y="1214"/>
                    <a:pt x="4870" y="1250"/>
                    <a:pt x="4818" y="1312"/>
                  </a:cubicBezTo>
                  <a:lnTo>
                    <a:pt x="4288" y="1934"/>
                  </a:lnTo>
                  <a:cubicBezTo>
                    <a:pt x="4182" y="2058"/>
                    <a:pt x="4026" y="2130"/>
                    <a:pt x="3865" y="2130"/>
                  </a:cubicBezTo>
                  <a:lnTo>
                    <a:pt x="0" y="2130"/>
                  </a:lnTo>
                  <a:lnTo>
                    <a:pt x="63" y="2203"/>
                  </a:lnTo>
                  <a:cubicBezTo>
                    <a:pt x="169" y="2327"/>
                    <a:pt x="325" y="2399"/>
                    <a:pt x="486" y="2399"/>
                  </a:cubicBezTo>
                  <a:lnTo>
                    <a:pt x="3988" y="2399"/>
                  </a:lnTo>
                  <a:cubicBezTo>
                    <a:pt x="4153" y="2399"/>
                    <a:pt x="4309" y="2326"/>
                    <a:pt x="4416" y="2200"/>
                  </a:cubicBezTo>
                  <a:lnTo>
                    <a:pt x="5027" y="1482"/>
                  </a:lnTo>
                  <a:lnTo>
                    <a:pt x="6137" y="1482"/>
                  </a:lnTo>
                  <a:cubicBezTo>
                    <a:pt x="6138" y="1482"/>
                    <a:pt x="6138" y="1482"/>
                    <a:pt x="6139" y="1482"/>
                  </a:cubicBezTo>
                  <a:cubicBezTo>
                    <a:pt x="6459" y="1482"/>
                    <a:pt x="6619" y="1097"/>
                    <a:pt x="6394" y="871"/>
                  </a:cubicBezTo>
                  <a:lnTo>
                    <a:pt x="6200" y="675"/>
                  </a:lnTo>
                  <a:lnTo>
                    <a:pt x="6072" y="258"/>
                  </a:lnTo>
                  <a:cubicBezTo>
                    <a:pt x="6025" y="105"/>
                    <a:pt x="5883" y="0"/>
                    <a:pt x="5723"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1" name="Google Shape;3538;p80">
            <a:extLst>
              <a:ext uri="{FF2B5EF4-FFF2-40B4-BE49-F238E27FC236}">
                <a16:creationId xmlns:a16="http://schemas.microsoft.com/office/drawing/2014/main" id="{E0A28922-0747-6432-BC73-8E9F7E3E7A76}"/>
              </a:ext>
            </a:extLst>
          </p:cNvPr>
          <p:cNvGrpSpPr/>
          <p:nvPr/>
        </p:nvGrpSpPr>
        <p:grpSpPr>
          <a:xfrm>
            <a:off x="3770489" y="4618559"/>
            <a:ext cx="996625" cy="901708"/>
            <a:chOff x="3161025" y="3260362"/>
            <a:chExt cx="378818" cy="376812"/>
          </a:xfrm>
        </p:grpSpPr>
        <p:sp>
          <p:nvSpPr>
            <p:cNvPr id="572" name="Google Shape;3539;p80">
              <a:extLst>
                <a:ext uri="{FF2B5EF4-FFF2-40B4-BE49-F238E27FC236}">
                  <a16:creationId xmlns:a16="http://schemas.microsoft.com/office/drawing/2014/main" id="{1B2EEC9E-E0F0-873E-F3D5-BA3EA2652DF0}"/>
                </a:ext>
              </a:extLst>
            </p:cNvPr>
            <p:cNvSpPr/>
            <p:nvPr/>
          </p:nvSpPr>
          <p:spPr>
            <a:xfrm>
              <a:off x="3208802" y="3302162"/>
              <a:ext cx="267748" cy="267584"/>
            </a:xfrm>
            <a:custGeom>
              <a:avLst/>
              <a:gdLst/>
              <a:ahLst/>
              <a:cxnLst/>
              <a:rect l="l" t="t" r="r" b="b"/>
              <a:pathLst>
                <a:path w="6540" h="6536" extrusionOk="0">
                  <a:moveTo>
                    <a:pt x="3517" y="1205"/>
                  </a:moveTo>
                  <a:cubicBezTo>
                    <a:pt x="4292" y="1205"/>
                    <a:pt x="4978" y="1587"/>
                    <a:pt x="5396" y="2172"/>
                  </a:cubicBezTo>
                  <a:cubicBezTo>
                    <a:pt x="5396" y="2172"/>
                    <a:pt x="5667" y="2342"/>
                    <a:pt x="5667" y="2675"/>
                  </a:cubicBezTo>
                  <a:cubicBezTo>
                    <a:pt x="5708" y="2779"/>
                    <a:pt x="5741" y="2886"/>
                    <a:pt x="5766" y="2996"/>
                  </a:cubicBezTo>
                  <a:cubicBezTo>
                    <a:pt x="5823" y="3051"/>
                    <a:pt x="5859" y="3106"/>
                    <a:pt x="5866" y="3198"/>
                  </a:cubicBezTo>
                  <a:cubicBezTo>
                    <a:pt x="5872" y="3256"/>
                    <a:pt x="5857" y="3499"/>
                    <a:pt x="5818" y="3685"/>
                  </a:cubicBezTo>
                  <a:cubicBezTo>
                    <a:pt x="5729" y="4879"/>
                    <a:pt x="4732" y="5820"/>
                    <a:pt x="3517" y="5820"/>
                  </a:cubicBezTo>
                  <a:cubicBezTo>
                    <a:pt x="3221" y="5820"/>
                    <a:pt x="2939" y="5765"/>
                    <a:pt x="2679" y="5664"/>
                  </a:cubicBezTo>
                  <a:cubicBezTo>
                    <a:pt x="2353" y="5664"/>
                    <a:pt x="2177" y="5391"/>
                    <a:pt x="2177" y="5391"/>
                  </a:cubicBezTo>
                  <a:cubicBezTo>
                    <a:pt x="1591" y="4974"/>
                    <a:pt x="1208" y="4288"/>
                    <a:pt x="1208" y="3512"/>
                  </a:cubicBezTo>
                  <a:cubicBezTo>
                    <a:pt x="1208" y="2237"/>
                    <a:pt x="2242" y="1205"/>
                    <a:pt x="3517" y="1205"/>
                  </a:cubicBezTo>
                  <a:close/>
                  <a:moveTo>
                    <a:pt x="2866" y="1"/>
                  </a:moveTo>
                  <a:cubicBezTo>
                    <a:pt x="2858" y="1"/>
                    <a:pt x="2849" y="2"/>
                    <a:pt x="2841" y="3"/>
                  </a:cubicBezTo>
                  <a:cubicBezTo>
                    <a:pt x="2675" y="35"/>
                    <a:pt x="2511" y="78"/>
                    <a:pt x="2349" y="133"/>
                  </a:cubicBezTo>
                  <a:cubicBezTo>
                    <a:pt x="2294" y="152"/>
                    <a:pt x="2257" y="205"/>
                    <a:pt x="2257" y="263"/>
                  </a:cubicBezTo>
                  <a:cubicBezTo>
                    <a:pt x="2257" y="376"/>
                    <a:pt x="2259" y="499"/>
                    <a:pt x="2266" y="628"/>
                  </a:cubicBezTo>
                  <a:cubicBezTo>
                    <a:pt x="2049" y="722"/>
                    <a:pt x="1842" y="840"/>
                    <a:pt x="1648" y="985"/>
                  </a:cubicBezTo>
                  <a:cubicBezTo>
                    <a:pt x="1540" y="916"/>
                    <a:pt x="1435" y="850"/>
                    <a:pt x="1337" y="796"/>
                  </a:cubicBezTo>
                  <a:cubicBezTo>
                    <a:pt x="1317" y="783"/>
                    <a:pt x="1293" y="777"/>
                    <a:pt x="1270" y="777"/>
                  </a:cubicBezTo>
                  <a:cubicBezTo>
                    <a:pt x="1238" y="777"/>
                    <a:pt x="1205" y="789"/>
                    <a:pt x="1179" y="811"/>
                  </a:cubicBezTo>
                  <a:cubicBezTo>
                    <a:pt x="1116" y="866"/>
                    <a:pt x="1054" y="924"/>
                    <a:pt x="993" y="985"/>
                  </a:cubicBezTo>
                  <a:cubicBezTo>
                    <a:pt x="933" y="1046"/>
                    <a:pt x="875" y="1108"/>
                    <a:pt x="819" y="1171"/>
                  </a:cubicBezTo>
                  <a:cubicBezTo>
                    <a:pt x="781" y="1214"/>
                    <a:pt x="775" y="1280"/>
                    <a:pt x="803" y="1329"/>
                  </a:cubicBezTo>
                  <a:cubicBezTo>
                    <a:pt x="859" y="1428"/>
                    <a:pt x="923" y="1533"/>
                    <a:pt x="993" y="1641"/>
                  </a:cubicBezTo>
                  <a:cubicBezTo>
                    <a:pt x="850" y="1835"/>
                    <a:pt x="729" y="2043"/>
                    <a:pt x="635" y="2258"/>
                  </a:cubicBezTo>
                  <a:cubicBezTo>
                    <a:pt x="507" y="2252"/>
                    <a:pt x="384" y="2248"/>
                    <a:pt x="270" y="2248"/>
                  </a:cubicBezTo>
                  <a:cubicBezTo>
                    <a:pt x="212" y="2248"/>
                    <a:pt x="160" y="2285"/>
                    <a:pt x="142" y="2341"/>
                  </a:cubicBezTo>
                  <a:cubicBezTo>
                    <a:pt x="86" y="2502"/>
                    <a:pt x="43" y="2667"/>
                    <a:pt x="11" y="2833"/>
                  </a:cubicBezTo>
                  <a:cubicBezTo>
                    <a:pt x="0" y="2890"/>
                    <a:pt x="27" y="2948"/>
                    <a:pt x="76" y="2978"/>
                  </a:cubicBezTo>
                  <a:cubicBezTo>
                    <a:pt x="174" y="3034"/>
                    <a:pt x="282" y="3095"/>
                    <a:pt x="398" y="3154"/>
                  </a:cubicBezTo>
                  <a:cubicBezTo>
                    <a:pt x="372" y="3391"/>
                    <a:pt x="372" y="3629"/>
                    <a:pt x="398" y="3866"/>
                  </a:cubicBezTo>
                  <a:cubicBezTo>
                    <a:pt x="282" y="3925"/>
                    <a:pt x="174" y="3984"/>
                    <a:pt x="76" y="4041"/>
                  </a:cubicBezTo>
                  <a:cubicBezTo>
                    <a:pt x="27" y="4070"/>
                    <a:pt x="0" y="4129"/>
                    <a:pt x="11" y="4187"/>
                  </a:cubicBezTo>
                  <a:cubicBezTo>
                    <a:pt x="43" y="4352"/>
                    <a:pt x="86" y="4516"/>
                    <a:pt x="142" y="4678"/>
                  </a:cubicBezTo>
                  <a:cubicBezTo>
                    <a:pt x="160" y="4733"/>
                    <a:pt x="212" y="4770"/>
                    <a:pt x="270" y="4770"/>
                  </a:cubicBezTo>
                  <a:cubicBezTo>
                    <a:pt x="384" y="4770"/>
                    <a:pt x="507" y="4768"/>
                    <a:pt x="635" y="4762"/>
                  </a:cubicBezTo>
                  <a:cubicBezTo>
                    <a:pt x="729" y="4978"/>
                    <a:pt x="849" y="5185"/>
                    <a:pt x="993" y="5379"/>
                  </a:cubicBezTo>
                  <a:cubicBezTo>
                    <a:pt x="923" y="5487"/>
                    <a:pt x="859" y="5592"/>
                    <a:pt x="803" y="5690"/>
                  </a:cubicBezTo>
                  <a:cubicBezTo>
                    <a:pt x="775" y="5740"/>
                    <a:pt x="781" y="5804"/>
                    <a:pt x="819" y="5848"/>
                  </a:cubicBezTo>
                  <a:cubicBezTo>
                    <a:pt x="875" y="5912"/>
                    <a:pt x="933" y="5973"/>
                    <a:pt x="993" y="6034"/>
                  </a:cubicBezTo>
                  <a:cubicBezTo>
                    <a:pt x="1012" y="6052"/>
                    <a:pt x="1030" y="6071"/>
                    <a:pt x="1049" y="6088"/>
                  </a:cubicBezTo>
                  <a:lnTo>
                    <a:pt x="1615" y="5920"/>
                  </a:lnTo>
                  <a:lnTo>
                    <a:pt x="1615" y="5920"/>
                  </a:lnTo>
                  <a:cubicBezTo>
                    <a:pt x="1614" y="5924"/>
                    <a:pt x="2458" y="6535"/>
                    <a:pt x="3432" y="6535"/>
                  </a:cubicBezTo>
                  <a:cubicBezTo>
                    <a:pt x="5148" y="6535"/>
                    <a:pt x="6540" y="5143"/>
                    <a:pt x="6540" y="3428"/>
                  </a:cubicBezTo>
                  <a:cubicBezTo>
                    <a:pt x="6540" y="2447"/>
                    <a:pt x="5929" y="1608"/>
                    <a:pt x="5929" y="1608"/>
                  </a:cubicBezTo>
                  <a:lnTo>
                    <a:pt x="6096" y="1042"/>
                  </a:lnTo>
                  <a:cubicBezTo>
                    <a:pt x="6078" y="1023"/>
                    <a:pt x="6061" y="1005"/>
                    <a:pt x="6042" y="987"/>
                  </a:cubicBezTo>
                  <a:cubicBezTo>
                    <a:pt x="5981" y="926"/>
                    <a:pt x="5919" y="868"/>
                    <a:pt x="5856" y="812"/>
                  </a:cubicBezTo>
                  <a:cubicBezTo>
                    <a:pt x="5831" y="790"/>
                    <a:pt x="5798" y="779"/>
                    <a:pt x="5765" y="779"/>
                  </a:cubicBezTo>
                  <a:cubicBezTo>
                    <a:pt x="5742" y="779"/>
                    <a:pt x="5718" y="785"/>
                    <a:pt x="5698" y="797"/>
                  </a:cubicBezTo>
                  <a:cubicBezTo>
                    <a:pt x="5600" y="853"/>
                    <a:pt x="5494" y="917"/>
                    <a:pt x="5386" y="987"/>
                  </a:cubicBezTo>
                  <a:cubicBezTo>
                    <a:pt x="5192" y="843"/>
                    <a:pt x="4984" y="723"/>
                    <a:pt x="4769" y="629"/>
                  </a:cubicBezTo>
                  <a:cubicBezTo>
                    <a:pt x="4776" y="500"/>
                    <a:pt x="4779" y="378"/>
                    <a:pt x="4779" y="264"/>
                  </a:cubicBezTo>
                  <a:cubicBezTo>
                    <a:pt x="4779" y="206"/>
                    <a:pt x="4742" y="153"/>
                    <a:pt x="4686" y="135"/>
                  </a:cubicBezTo>
                  <a:cubicBezTo>
                    <a:pt x="4525" y="79"/>
                    <a:pt x="4360" y="36"/>
                    <a:pt x="4194" y="4"/>
                  </a:cubicBezTo>
                  <a:cubicBezTo>
                    <a:pt x="4186" y="3"/>
                    <a:pt x="4177" y="2"/>
                    <a:pt x="4169" y="2"/>
                  </a:cubicBezTo>
                  <a:cubicBezTo>
                    <a:pt x="4121" y="2"/>
                    <a:pt x="4075" y="27"/>
                    <a:pt x="4049" y="70"/>
                  </a:cubicBezTo>
                  <a:cubicBezTo>
                    <a:pt x="3993" y="168"/>
                    <a:pt x="3933" y="275"/>
                    <a:pt x="3873" y="390"/>
                  </a:cubicBezTo>
                  <a:cubicBezTo>
                    <a:pt x="3755" y="377"/>
                    <a:pt x="3636" y="371"/>
                    <a:pt x="3517" y="371"/>
                  </a:cubicBezTo>
                  <a:cubicBezTo>
                    <a:pt x="3398" y="371"/>
                    <a:pt x="3279" y="377"/>
                    <a:pt x="3161" y="390"/>
                  </a:cubicBezTo>
                  <a:cubicBezTo>
                    <a:pt x="3102" y="274"/>
                    <a:pt x="3043" y="167"/>
                    <a:pt x="2986" y="69"/>
                  </a:cubicBezTo>
                  <a:cubicBezTo>
                    <a:pt x="2961" y="26"/>
                    <a:pt x="2915" y="1"/>
                    <a:pt x="286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3540;p80">
              <a:extLst>
                <a:ext uri="{FF2B5EF4-FFF2-40B4-BE49-F238E27FC236}">
                  <a16:creationId xmlns:a16="http://schemas.microsoft.com/office/drawing/2014/main" id="{E411CECB-0581-8F03-C04A-AEBA88A50372}"/>
                </a:ext>
              </a:extLst>
            </p:cNvPr>
            <p:cNvSpPr/>
            <p:nvPr/>
          </p:nvSpPr>
          <p:spPr>
            <a:xfrm>
              <a:off x="3251584" y="3344862"/>
              <a:ext cx="245190" cy="244739"/>
            </a:xfrm>
            <a:custGeom>
              <a:avLst/>
              <a:gdLst/>
              <a:ahLst/>
              <a:cxnLst/>
              <a:rect l="l" t="t" r="r" b="b"/>
              <a:pathLst>
                <a:path w="5989" h="5978" extrusionOk="0">
                  <a:moveTo>
                    <a:pt x="5051" y="0"/>
                  </a:moveTo>
                  <a:cubicBezTo>
                    <a:pt x="4950" y="168"/>
                    <a:pt x="4835" y="343"/>
                    <a:pt x="4704" y="527"/>
                  </a:cubicBezTo>
                  <a:cubicBezTo>
                    <a:pt x="4741" y="573"/>
                    <a:pt x="4777" y="622"/>
                    <a:pt x="4811" y="670"/>
                  </a:cubicBezTo>
                  <a:lnTo>
                    <a:pt x="4351" y="1130"/>
                  </a:lnTo>
                  <a:cubicBezTo>
                    <a:pt x="4462" y="1286"/>
                    <a:pt x="4552" y="1454"/>
                    <a:pt x="4622" y="1634"/>
                  </a:cubicBezTo>
                  <a:lnTo>
                    <a:pt x="5091" y="1165"/>
                  </a:lnTo>
                  <a:cubicBezTo>
                    <a:pt x="5139" y="1273"/>
                    <a:pt x="5180" y="1386"/>
                    <a:pt x="5216" y="1500"/>
                  </a:cubicBezTo>
                  <a:cubicBezTo>
                    <a:pt x="5121" y="1566"/>
                    <a:pt x="4989" y="1666"/>
                    <a:pt x="4873" y="1782"/>
                  </a:cubicBezTo>
                  <a:cubicBezTo>
                    <a:pt x="4817" y="1837"/>
                    <a:pt x="4768" y="1895"/>
                    <a:pt x="4721" y="1953"/>
                  </a:cubicBezTo>
                  <a:cubicBezTo>
                    <a:pt x="4759" y="2120"/>
                    <a:pt x="4779" y="2293"/>
                    <a:pt x="4779" y="2469"/>
                  </a:cubicBezTo>
                  <a:cubicBezTo>
                    <a:pt x="4779" y="2527"/>
                    <a:pt x="4777" y="2585"/>
                    <a:pt x="4773" y="2642"/>
                  </a:cubicBezTo>
                  <a:cubicBezTo>
                    <a:pt x="4847" y="2483"/>
                    <a:pt x="4965" y="2285"/>
                    <a:pt x="5208" y="2042"/>
                  </a:cubicBezTo>
                  <a:cubicBezTo>
                    <a:pt x="5241" y="2009"/>
                    <a:pt x="5276" y="1977"/>
                    <a:pt x="5315" y="1942"/>
                  </a:cubicBezTo>
                  <a:cubicBezTo>
                    <a:pt x="5334" y="2082"/>
                    <a:pt x="5347" y="2226"/>
                    <a:pt x="5347" y="2370"/>
                  </a:cubicBezTo>
                  <a:cubicBezTo>
                    <a:pt x="5347" y="4011"/>
                    <a:pt x="4014" y="5343"/>
                    <a:pt x="2374" y="5343"/>
                  </a:cubicBezTo>
                  <a:cubicBezTo>
                    <a:pt x="1944" y="5343"/>
                    <a:pt x="1535" y="5253"/>
                    <a:pt x="1166" y="5087"/>
                  </a:cubicBezTo>
                  <a:lnTo>
                    <a:pt x="1634" y="4620"/>
                  </a:lnTo>
                  <a:cubicBezTo>
                    <a:pt x="1455" y="4549"/>
                    <a:pt x="1286" y="4458"/>
                    <a:pt x="1132" y="4347"/>
                  </a:cubicBezTo>
                  <a:lnTo>
                    <a:pt x="671" y="4807"/>
                  </a:lnTo>
                  <a:cubicBezTo>
                    <a:pt x="622" y="4774"/>
                    <a:pt x="575" y="4738"/>
                    <a:pt x="527" y="4701"/>
                  </a:cubicBezTo>
                  <a:cubicBezTo>
                    <a:pt x="344" y="4832"/>
                    <a:pt x="168" y="4948"/>
                    <a:pt x="1" y="5048"/>
                  </a:cubicBezTo>
                  <a:cubicBezTo>
                    <a:pt x="43" y="5089"/>
                    <a:pt x="88" y="5128"/>
                    <a:pt x="132" y="5166"/>
                  </a:cubicBezTo>
                  <a:cubicBezTo>
                    <a:pt x="157" y="5189"/>
                    <a:pt x="189" y="5200"/>
                    <a:pt x="222" y="5200"/>
                  </a:cubicBezTo>
                  <a:cubicBezTo>
                    <a:pt x="246" y="5200"/>
                    <a:pt x="269" y="5194"/>
                    <a:pt x="290" y="5182"/>
                  </a:cubicBezTo>
                  <a:cubicBezTo>
                    <a:pt x="388" y="5127"/>
                    <a:pt x="494" y="5063"/>
                    <a:pt x="601" y="4992"/>
                  </a:cubicBezTo>
                  <a:cubicBezTo>
                    <a:pt x="795" y="5137"/>
                    <a:pt x="1003" y="5256"/>
                    <a:pt x="1218" y="5350"/>
                  </a:cubicBezTo>
                  <a:cubicBezTo>
                    <a:pt x="1212" y="5479"/>
                    <a:pt x="1209" y="5602"/>
                    <a:pt x="1209" y="5715"/>
                  </a:cubicBezTo>
                  <a:cubicBezTo>
                    <a:pt x="1209" y="5773"/>
                    <a:pt x="1246" y="5826"/>
                    <a:pt x="1302" y="5845"/>
                  </a:cubicBezTo>
                  <a:cubicBezTo>
                    <a:pt x="1462" y="5899"/>
                    <a:pt x="1628" y="5944"/>
                    <a:pt x="1793" y="5975"/>
                  </a:cubicBezTo>
                  <a:cubicBezTo>
                    <a:pt x="1802" y="5977"/>
                    <a:pt x="1810" y="5978"/>
                    <a:pt x="1818" y="5978"/>
                  </a:cubicBezTo>
                  <a:cubicBezTo>
                    <a:pt x="1867" y="5978"/>
                    <a:pt x="1913" y="5952"/>
                    <a:pt x="1939" y="5909"/>
                  </a:cubicBezTo>
                  <a:cubicBezTo>
                    <a:pt x="1995" y="5812"/>
                    <a:pt x="2055" y="5703"/>
                    <a:pt x="2114" y="5587"/>
                  </a:cubicBezTo>
                  <a:cubicBezTo>
                    <a:pt x="2233" y="5600"/>
                    <a:pt x="2352" y="5607"/>
                    <a:pt x="2471" y="5607"/>
                  </a:cubicBezTo>
                  <a:cubicBezTo>
                    <a:pt x="2589" y="5607"/>
                    <a:pt x="2708" y="5600"/>
                    <a:pt x="2826" y="5587"/>
                  </a:cubicBezTo>
                  <a:cubicBezTo>
                    <a:pt x="2885" y="5703"/>
                    <a:pt x="2945" y="5812"/>
                    <a:pt x="3001" y="5909"/>
                  </a:cubicBezTo>
                  <a:cubicBezTo>
                    <a:pt x="3027" y="5952"/>
                    <a:pt x="3073" y="5978"/>
                    <a:pt x="3122" y="5978"/>
                  </a:cubicBezTo>
                  <a:cubicBezTo>
                    <a:pt x="3130" y="5978"/>
                    <a:pt x="3139" y="5977"/>
                    <a:pt x="3147" y="5975"/>
                  </a:cubicBezTo>
                  <a:cubicBezTo>
                    <a:pt x="3313" y="5944"/>
                    <a:pt x="3476" y="5899"/>
                    <a:pt x="3639" y="5845"/>
                  </a:cubicBezTo>
                  <a:cubicBezTo>
                    <a:pt x="3694" y="5826"/>
                    <a:pt x="3731" y="5773"/>
                    <a:pt x="3731" y="5715"/>
                  </a:cubicBezTo>
                  <a:cubicBezTo>
                    <a:pt x="3731" y="5602"/>
                    <a:pt x="3728" y="5479"/>
                    <a:pt x="3722" y="5350"/>
                  </a:cubicBezTo>
                  <a:cubicBezTo>
                    <a:pt x="3938" y="5256"/>
                    <a:pt x="4145" y="5138"/>
                    <a:pt x="4339" y="4992"/>
                  </a:cubicBezTo>
                  <a:cubicBezTo>
                    <a:pt x="4448" y="5063"/>
                    <a:pt x="4552" y="5127"/>
                    <a:pt x="4651" y="5182"/>
                  </a:cubicBezTo>
                  <a:cubicBezTo>
                    <a:pt x="4671" y="5194"/>
                    <a:pt x="4695" y="5200"/>
                    <a:pt x="4718" y="5200"/>
                  </a:cubicBezTo>
                  <a:cubicBezTo>
                    <a:pt x="4751" y="5200"/>
                    <a:pt x="4783" y="5189"/>
                    <a:pt x="4809" y="5166"/>
                  </a:cubicBezTo>
                  <a:cubicBezTo>
                    <a:pt x="4872" y="5111"/>
                    <a:pt x="4933" y="5053"/>
                    <a:pt x="4995" y="4992"/>
                  </a:cubicBezTo>
                  <a:cubicBezTo>
                    <a:pt x="5055" y="4932"/>
                    <a:pt x="5113" y="4870"/>
                    <a:pt x="5169" y="4806"/>
                  </a:cubicBezTo>
                  <a:cubicBezTo>
                    <a:pt x="5207" y="4763"/>
                    <a:pt x="5213" y="4698"/>
                    <a:pt x="5184" y="4648"/>
                  </a:cubicBezTo>
                  <a:cubicBezTo>
                    <a:pt x="5129" y="4551"/>
                    <a:pt x="5064" y="4446"/>
                    <a:pt x="4995" y="4337"/>
                  </a:cubicBezTo>
                  <a:cubicBezTo>
                    <a:pt x="5138" y="4143"/>
                    <a:pt x="5258" y="3935"/>
                    <a:pt x="5352" y="3720"/>
                  </a:cubicBezTo>
                  <a:cubicBezTo>
                    <a:pt x="5481" y="3726"/>
                    <a:pt x="5603" y="3729"/>
                    <a:pt x="5717" y="3729"/>
                  </a:cubicBezTo>
                  <a:cubicBezTo>
                    <a:pt x="5775" y="3729"/>
                    <a:pt x="5828" y="3692"/>
                    <a:pt x="5846" y="3636"/>
                  </a:cubicBezTo>
                  <a:cubicBezTo>
                    <a:pt x="5902" y="3476"/>
                    <a:pt x="5945" y="3311"/>
                    <a:pt x="5977" y="3145"/>
                  </a:cubicBezTo>
                  <a:cubicBezTo>
                    <a:pt x="5988" y="3088"/>
                    <a:pt x="5962" y="3030"/>
                    <a:pt x="5912" y="3001"/>
                  </a:cubicBezTo>
                  <a:cubicBezTo>
                    <a:pt x="5814" y="2944"/>
                    <a:pt x="5707" y="2885"/>
                    <a:pt x="5591" y="2826"/>
                  </a:cubicBezTo>
                  <a:cubicBezTo>
                    <a:pt x="5617" y="2589"/>
                    <a:pt x="5617" y="2349"/>
                    <a:pt x="5591" y="2114"/>
                  </a:cubicBezTo>
                  <a:cubicBezTo>
                    <a:pt x="5707" y="2054"/>
                    <a:pt x="5814" y="1995"/>
                    <a:pt x="5912" y="1938"/>
                  </a:cubicBezTo>
                  <a:cubicBezTo>
                    <a:pt x="5962" y="1909"/>
                    <a:pt x="5988" y="1851"/>
                    <a:pt x="5978" y="1793"/>
                  </a:cubicBezTo>
                  <a:cubicBezTo>
                    <a:pt x="5946" y="1626"/>
                    <a:pt x="5903" y="1463"/>
                    <a:pt x="5848" y="1301"/>
                  </a:cubicBezTo>
                  <a:cubicBezTo>
                    <a:pt x="5829" y="1245"/>
                    <a:pt x="5776" y="1209"/>
                    <a:pt x="5718" y="1209"/>
                  </a:cubicBezTo>
                  <a:cubicBezTo>
                    <a:pt x="5605" y="1209"/>
                    <a:pt x="5482" y="1212"/>
                    <a:pt x="5353" y="1218"/>
                  </a:cubicBezTo>
                  <a:cubicBezTo>
                    <a:pt x="5259" y="1002"/>
                    <a:pt x="5141" y="795"/>
                    <a:pt x="4996" y="601"/>
                  </a:cubicBezTo>
                  <a:cubicBezTo>
                    <a:pt x="5065" y="491"/>
                    <a:pt x="5131" y="387"/>
                    <a:pt x="5185" y="290"/>
                  </a:cubicBezTo>
                  <a:cubicBezTo>
                    <a:pt x="5214" y="239"/>
                    <a:pt x="5208" y="175"/>
                    <a:pt x="5170" y="131"/>
                  </a:cubicBezTo>
                  <a:cubicBezTo>
                    <a:pt x="5132" y="86"/>
                    <a:pt x="5092" y="43"/>
                    <a:pt x="50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3541;p80">
              <a:extLst>
                <a:ext uri="{FF2B5EF4-FFF2-40B4-BE49-F238E27FC236}">
                  <a16:creationId xmlns:a16="http://schemas.microsoft.com/office/drawing/2014/main" id="{1FB37545-388E-F7BE-5B2C-C1D5856E6CCE}"/>
                </a:ext>
              </a:extLst>
            </p:cNvPr>
            <p:cNvSpPr/>
            <p:nvPr/>
          </p:nvSpPr>
          <p:spPr>
            <a:xfrm>
              <a:off x="3161025" y="3596684"/>
              <a:ext cx="41513" cy="40490"/>
            </a:xfrm>
            <a:custGeom>
              <a:avLst/>
              <a:gdLst/>
              <a:ahLst/>
              <a:cxnLst/>
              <a:rect l="l" t="t" r="r" b="b"/>
              <a:pathLst>
                <a:path w="1014" h="989" extrusionOk="0">
                  <a:moveTo>
                    <a:pt x="863" y="1"/>
                  </a:moveTo>
                  <a:cubicBezTo>
                    <a:pt x="828" y="1"/>
                    <a:pt x="793" y="14"/>
                    <a:pt x="766" y="42"/>
                  </a:cubicBezTo>
                  <a:lnTo>
                    <a:pt x="54" y="754"/>
                  </a:lnTo>
                  <a:cubicBezTo>
                    <a:pt x="0" y="808"/>
                    <a:pt x="0" y="893"/>
                    <a:pt x="54" y="948"/>
                  </a:cubicBezTo>
                  <a:cubicBezTo>
                    <a:pt x="81" y="975"/>
                    <a:pt x="116" y="988"/>
                    <a:pt x="151" y="988"/>
                  </a:cubicBezTo>
                  <a:cubicBezTo>
                    <a:pt x="186" y="988"/>
                    <a:pt x="221" y="975"/>
                    <a:pt x="248" y="948"/>
                  </a:cubicBezTo>
                  <a:lnTo>
                    <a:pt x="961" y="236"/>
                  </a:lnTo>
                  <a:cubicBezTo>
                    <a:pt x="1013" y="181"/>
                    <a:pt x="1013" y="96"/>
                    <a:pt x="961" y="42"/>
                  </a:cubicBezTo>
                  <a:cubicBezTo>
                    <a:pt x="934" y="14"/>
                    <a:pt x="899" y="1"/>
                    <a:pt x="863"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3542;p80">
              <a:extLst>
                <a:ext uri="{FF2B5EF4-FFF2-40B4-BE49-F238E27FC236}">
                  <a16:creationId xmlns:a16="http://schemas.microsoft.com/office/drawing/2014/main" id="{B2B153D7-81F0-29DA-4517-8410B168EA26}"/>
                </a:ext>
              </a:extLst>
            </p:cNvPr>
            <p:cNvSpPr/>
            <p:nvPr/>
          </p:nvSpPr>
          <p:spPr>
            <a:xfrm>
              <a:off x="3186121" y="3577279"/>
              <a:ext cx="34881" cy="29600"/>
            </a:xfrm>
            <a:custGeom>
              <a:avLst/>
              <a:gdLst/>
              <a:ahLst/>
              <a:cxnLst/>
              <a:rect l="l" t="t" r="r" b="b"/>
              <a:pathLst>
                <a:path w="852" h="723" extrusionOk="0">
                  <a:moveTo>
                    <a:pt x="476" y="1"/>
                  </a:moveTo>
                  <a:lnTo>
                    <a:pt x="54" y="423"/>
                  </a:lnTo>
                  <a:cubicBezTo>
                    <a:pt x="0" y="478"/>
                    <a:pt x="0" y="563"/>
                    <a:pt x="54" y="617"/>
                  </a:cubicBezTo>
                  <a:cubicBezTo>
                    <a:pt x="97" y="659"/>
                    <a:pt x="215" y="723"/>
                    <a:pt x="290" y="723"/>
                  </a:cubicBezTo>
                  <a:cubicBezTo>
                    <a:pt x="310" y="723"/>
                    <a:pt x="327" y="718"/>
                    <a:pt x="339" y="707"/>
                  </a:cubicBezTo>
                  <a:lnTo>
                    <a:pt x="852" y="11"/>
                  </a:lnTo>
                  <a:lnTo>
                    <a:pt x="47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3543;p80">
              <a:extLst>
                <a:ext uri="{FF2B5EF4-FFF2-40B4-BE49-F238E27FC236}">
                  <a16:creationId xmlns:a16="http://schemas.microsoft.com/office/drawing/2014/main" id="{02C4A61D-51DB-5B34-D908-55769D8B4A92}"/>
                </a:ext>
              </a:extLst>
            </p:cNvPr>
            <p:cNvSpPr/>
            <p:nvPr/>
          </p:nvSpPr>
          <p:spPr>
            <a:xfrm>
              <a:off x="3188291" y="3577729"/>
              <a:ext cx="33202" cy="34349"/>
            </a:xfrm>
            <a:custGeom>
              <a:avLst/>
              <a:gdLst/>
              <a:ahLst/>
              <a:cxnLst/>
              <a:rect l="l" t="t" r="r" b="b"/>
              <a:pathLst>
                <a:path w="811" h="839" extrusionOk="0">
                  <a:moveTo>
                    <a:pt x="798" y="0"/>
                  </a:moveTo>
                  <a:lnTo>
                    <a:pt x="194" y="605"/>
                  </a:lnTo>
                  <a:cubicBezTo>
                    <a:pt x="167" y="632"/>
                    <a:pt x="132" y="645"/>
                    <a:pt x="97" y="645"/>
                  </a:cubicBezTo>
                  <a:cubicBezTo>
                    <a:pt x="62" y="645"/>
                    <a:pt x="27" y="632"/>
                    <a:pt x="0" y="605"/>
                  </a:cubicBezTo>
                  <a:lnTo>
                    <a:pt x="0" y="605"/>
                  </a:lnTo>
                  <a:lnTo>
                    <a:pt x="194" y="799"/>
                  </a:lnTo>
                  <a:cubicBezTo>
                    <a:pt x="221" y="825"/>
                    <a:pt x="256" y="839"/>
                    <a:pt x="291" y="839"/>
                  </a:cubicBezTo>
                  <a:cubicBezTo>
                    <a:pt x="326" y="839"/>
                    <a:pt x="361" y="825"/>
                    <a:pt x="388" y="799"/>
                  </a:cubicBezTo>
                  <a:lnTo>
                    <a:pt x="810" y="377"/>
                  </a:lnTo>
                  <a:lnTo>
                    <a:pt x="79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3544;p80">
              <a:extLst>
                <a:ext uri="{FF2B5EF4-FFF2-40B4-BE49-F238E27FC236}">
                  <a16:creationId xmlns:a16="http://schemas.microsoft.com/office/drawing/2014/main" id="{44C430C0-3CC5-440B-2B1B-0DB3398FA1A8}"/>
                </a:ext>
              </a:extLst>
            </p:cNvPr>
            <p:cNvSpPr/>
            <p:nvPr/>
          </p:nvSpPr>
          <p:spPr>
            <a:xfrm>
              <a:off x="3476590" y="3260362"/>
              <a:ext cx="62024" cy="53795"/>
            </a:xfrm>
            <a:custGeom>
              <a:avLst/>
              <a:gdLst/>
              <a:ahLst/>
              <a:cxnLst/>
              <a:rect l="l" t="t" r="r" b="b"/>
              <a:pathLst>
                <a:path w="1515" h="1314" extrusionOk="0">
                  <a:moveTo>
                    <a:pt x="1141" y="0"/>
                  </a:moveTo>
                  <a:cubicBezTo>
                    <a:pt x="1047" y="0"/>
                    <a:pt x="953" y="36"/>
                    <a:pt x="882" y="107"/>
                  </a:cubicBezTo>
                  <a:lnTo>
                    <a:pt x="1" y="988"/>
                  </a:lnTo>
                  <a:lnTo>
                    <a:pt x="326" y="1313"/>
                  </a:lnTo>
                  <a:cubicBezTo>
                    <a:pt x="326" y="1313"/>
                    <a:pt x="326" y="1313"/>
                    <a:pt x="326" y="1313"/>
                  </a:cubicBezTo>
                  <a:cubicBezTo>
                    <a:pt x="327" y="1313"/>
                    <a:pt x="1192" y="703"/>
                    <a:pt x="1334" y="560"/>
                  </a:cubicBezTo>
                  <a:cubicBezTo>
                    <a:pt x="1515" y="378"/>
                    <a:pt x="1400" y="107"/>
                    <a:pt x="1400" y="107"/>
                  </a:cubicBezTo>
                  <a:cubicBezTo>
                    <a:pt x="1329" y="36"/>
                    <a:pt x="1235" y="0"/>
                    <a:pt x="11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3545;p80">
              <a:extLst>
                <a:ext uri="{FF2B5EF4-FFF2-40B4-BE49-F238E27FC236}">
                  <a16:creationId xmlns:a16="http://schemas.microsoft.com/office/drawing/2014/main" id="{9B2C26E3-C063-A5B4-EB73-71D0C5C69A89}"/>
                </a:ext>
              </a:extLst>
            </p:cNvPr>
            <p:cNvSpPr/>
            <p:nvPr/>
          </p:nvSpPr>
          <p:spPr>
            <a:xfrm>
              <a:off x="3489896" y="3264784"/>
              <a:ext cx="49947" cy="57357"/>
            </a:xfrm>
            <a:custGeom>
              <a:avLst/>
              <a:gdLst/>
              <a:ahLst/>
              <a:cxnLst/>
              <a:rect l="l" t="t" r="r" b="b"/>
              <a:pathLst>
                <a:path w="1220" h="1401" extrusionOk="0">
                  <a:moveTo>
                    <a:pt x="1075" y="0"/>
                  </a:moveTo>
                  <a:cubicBezTo>
                    <a:pt x="1075" y="0"/>
                    <a:pt x="1063" y="145"/>
                    <a:pt x="882" y="325"/>
                  </a:cubicBezTo>
                  <a:lnTo>
                    <a:pt x="1" y="1206"/>
                  </a:lnTo>
                  <a:lnTo>
                    <a:pt x="194" y="1400"/>
                  </a:lnTo>
                  <a:lnTo>
                    <a:pt x="1075" y="519"/>
                  </a:lnTo>
                  <a:cubicBezTo>
                    <a:pt x="1219" y="375"/>
                    <a:pt x="1219" y="143"/>
                    <a:pt x="1075"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3546;p80">
              <a:extLst>
                <a:ext uri="{FF2B5EF4-FFF2-40B4-BE49-F238E27FC236}">
                  <a16:creationId xmlns:a16="http://schemas.microsoft.com/office/drawing/2014/main" id="{42F52150-D924-1C0A-9CE7-DB0B6A79791A}"/>
                </a:ext>
              </a:extLst>
            </p:cNvPr>
            <p:cNvSpPr/>
            <p:nvPr/>
          </p:nvSpPr>
          <p:spPr>
            <a:xfrm>
              <a:off x="3205568" y="3515091"/>
              <a:ext cx="70130" cy="70130"/>
            </a:xfrm>
            <a:custGeom>
              <a:avLst/>
              <a:gdLst/>
              <a:ahLst/>
              <a:cxnLst/>
              <a:rect l="l" t="t" r="r" b="b"/>
              <a:pathLst>
                <a:path w="1713" h="1713" extrusionOk="0">
                  <a:moveTo>
                    <a:pt x="979" y="1"/>
                  </a:moveTo>
                  <a:lnTo>
                    <a:pt x="0" y="1519"/>
                  </a:lnTo>
                  <a:lnTo>
                    <a:pt x="194" y="1713"/>
                  </a:lnTo>
                  <a:lnTo>
                    <a:pt x="979" y="1347"/>
                  </a:lnTo>
                  <a:lnTo>
                    <a:pt x="1713" y="734"/>
                  </a:lnTo>
                  <a:lnTo>
                    <a:pt x="97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3547;p80">
              <a:extLst>
                <a:ext uri="{FF2B5EF4-FFF2-40B4-BE49-F238E27FC236}">
                  <a16:creationId xmlns:a16="http://schemas.microsoft.com/office/drawing/2014/main" id="{5176576F-13E4-22DB-1CB8-F1A7158D2A33}"/>
                </a:ext>
              </a:extLst>
            </p:cNvPr>
            <p:cNvSpPr/>
            <p:nvPr/>
          </p:nvSpPr>
          <p:spPr>
            <a:xfrm>
              <a:off x="3213510" y="3545100"/>
              <a:ext cx="70089" cy="48104"/>
            </a:xfrm>
            <a:custGeom>
              <a:avLst/>
              <a:gdLst/>
              <a:ahLst/>
              <a:cxnLst/>
              <a:rect l="l" t="t" r="r" b="b"/>
              <a:pathLst>
                <a:path w="1712" h="1175" extrusionOk="0">
                  <a:moveTo>
                    <a:pt x="1519" y="1"/>
                  </a:moveTo>
                  <a:lnTo>
                    <a:pt x="0" y="980"/>
                  </a:lnTo>
                  <a:lnTo>
                    <a:pt x="194" y="1174"/>
                  </a:lnTo>
                  <a:lnTo>
                    <a:pt x="1712" y="195"/>
                  </a:lnTo>
                  <a:lnTo>
                    <a:pt x="1519"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3548;p80">
              <a:extLst>
                <a:ext uri="{FF2B5EF4-FFF2-40B4-BE49-F238E27FC236}">
                  <a16:creationId xmlns:a16="http://schemas.microsoft.com/office/drawing/2014/main" id="{D24D0960-F2AF-2BCF-EF8A-917F4A1B439F}"/>
                </a:ext>
              </a:extLst>
            </p:cNvPr>
            <p:cNvSpPr/>
            <p:nvPr/>
          </p:nvSpPr>
          <p:spPr>
            <a:xfrm>
              <a:off x="3245566" y="3287342"/>
              <a:ext cx="262958" cy="257799"/>
            </a:xfrm>
            <a:custGeom>
              <a:avLst/>
              <a:gdLst/>
              <a:ahLst/>
              <a:cxnLst/>
              <a:rect l="l" t="t" r="r" b="b"/>
              <a:pathLst>
                <a:path w="6423" h="6297" extrusionOk="0">
                  <a:moveTo>
                    <a:pt x="5622" y="1"/>
                  </a:moveTo>
                  <a:cubicBezTo>
                    <a:pt x="5587" y="1"/>
                    <a:pt x="5552" y="14"/>
                    <a:pt x="5526" y="40"/>
                  </a:cubicBezTo>
                  <a:lnTo>
                    <a:pt x="5326" y="240"/>
                  </a:lnTo>
                  <a:lnTo>
                    <a:pt x="5262" y="377"/>
                  </a:lnTo>
                  <a:lnTo>
                    <a:pt x="5132" y="433"/>
                  </a:lnTo>
                  <a:lnTo>
                    <a:pt x="0" y="5564"/>
                  </a:lnTo>
                  <a:lnTo>
                    <a:pt x="733" y="6297"/>
                  </a:lnTo>
                  <a:lnTo>
                    <a:pt x="6368" y="883"/>
                  </a:lnTo>
                  <a:cubicBezTo>
                    <a:pt x="6422" y="829"/>
                    <a:pt x="6313" y="634"/>
                    <a:pt x="6259" y="579"/>
                  </a:cubicBezTo>
                  <a:lnTo>
                    <a:pt x="5719" y="40"/>
                  </a:lnTo>
                  <a:cubicBezTo>
                    <a:pt x="5692" y="14"/>
                    <a:pt x="5657" y="1"/>
                    <a:pt x="5622"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3549;p80">
              <a:extLst>
                <a:ext uri="{FF2B5EF4-FFF2-40B4-BE49-F238E27FC236}">
                  <a16:creationId xmlns:a16="http://schemas.microsoft.com/office/drawing/2014/main" id="{0D1DDC34-AAB1-513C-5BB6-AC07572CB749}"/>
                </a:ext>
              </a:extLst>
            </p:cNvPr>
            <p:cNvSpPr/>
            <p:nvPr/>
          </p:nvSpPr>
          <p:spPr>
            <a:xfrm>
              <a:off x="3275657" y="3311046"/>
              <a:ext cx="236224" cy="242037"/>
            </a:xfrm>
            <a:custGeom>
              <a:avLst/>
              <a:gdLst/>
              <a:ahLst/>
              <a:cxnLst/>
              <a:rect l="l" t="t" r="r" b="b"/>
              <a:pathLst>
                <a:path w="5770" h="5912" extrusionOk="0">
                  <a:moveTo>
                    <a:pt x="5524" y="0"/>
                  </a:moveTo>
                  <a:lnTo>
                    <a:pt x="5526" y="3"/>
                  </a:lnTo>
                  <a:lnTo>
                    <a:pt x="5526" y="3"/>
                  </a:lnTo>
                  <a:cubicBezTo>
                    <a:pt x="5525" y="2"/>
                    <a:pt x="5525" y="1"/>
                    <a:pt x="5524" y="0"/>
                  </a:cubicBezTo>
                  <a:close/>
                  <a:moveTo>
                    <a:pt x="5526" y="3"/>
                  </a:moveTo>
                  <a:cubicBezTo>
                    <a:pt x="5578" y="56"/>
                    <a:pt x="5577" y="142"/>
                    <a:pt x="5524" y="194"/>
                  </a:cubicBezTo>
                  <a:lnTo>
                    <a:pt x="1" y="5718"/>
                  </a:lnTo>
                  <a:lnTo>
                    <a:pt x="194" y="5912"/>
                  </a:lnTo>
                  <a:lnTo>
                    <a:pt x="5717" y="389"/>
                  </a:lnTo>
                  <a:cubicBezTo>
                    <a:pt x="5770" y="335"/>
                    <a:pt x="5770" y="249"/>
                    <a:pt x="5717" y="194"/>
                  </a:cubicBezTo>
                  <a:lnTo>
                    <a:pt x="5526" y="3"/>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3550;p80">
              <a:extLst>
                <a:ext uri="{FF2B5EF4-FFF2-40B4-BE49-F238E27FC236}">
                  <a16:creationId xmlns:a16="http://schemas.microsoft.com/office/drawing/2014/main" id="{CB907D4F-7D3C-9D0E-7F5F-8F1002404250}"/>
                </a:ext>
              </a:extLst>
            </p:cNvPr>
            <p:cNvSpPr/>
            <p:nvPr/>
          </p:nvSpPr>
          <p:spPr>
            <a:xfrm>
              <a:off x="3424678" y="3297085"/>
              <a:ext cx="99320" cy="158356"/>
            </a:xfrm>
            <a:custGeom>
              <a:avLst/>
              <a:gdLst/>
              <a:ahLst/>
              <a:cxnLst/>
              <a:rect l="l" t="t" r="r" b="b"/>
              <a:pathLst>
                <a:path w="2426" h="3868" extrusionOk="0">
                  <a:moveTo>
                    <a:pt x="953" y="1"/>
                  </a:moveTo>
                  <a:lnTo>
                    <a:pt x="760" y="194"/>
                  </a:lnTo>
                  <a:lnTo>
                    <a:pt x="1493" y="927"/>
                  </a:lnTo>
                  <a:lnTo>
                    <a:pt x="1611" y="1014"/>
                  </a:lnTo>
                  <a:lnTo>
                    <a:pt x="1687" y="1121"/>
                  </a:lnTo>
                  <a:lnTo>
                    <a:pt x="2075" y="1509"/>
                  </a:lnTo>
                  <a:cubicBezTo>
                    <a:pt x="2120" y="1555"/>
                    <a:pt x="2141" y="1619"/>
                    <a:pt x="2133" y="1683"/>
                  </a:cubicBezTo>
                  <a:cubicBezTo>
                    <a:pt x="2123" y="1748"/>
                    <a:pt x="2086" y="1804"/>
                    <a:pt x="2029" y="1835"/>
                  </a:cubicBezTo>
                  <a:cubicBezTo>
                    <a:pt x="1565" y="2095"/>
                    <a:pt x="938" y="2477"/>
                    <a:pt x="593" y="2823"/>
                  </a:cubicBezTo>
                  <a:cubicBezTo>
                    <a:pt x="223" y="3194"/>
                    <a:pt x="107" y="3483"/>
                    <a:pt x="30" y="3674"/>
                  </a:cubicBezTo>
                  <a:lnTo>
                    <a:pt x="28" y="3680"/>
                  </a:lnTo>
                  <a:cubicBezTo>
                    <a:pt x="1" y="3749"/>
                    <a:pt x="34" y="3830"/>
                    <a:pt x="104" y="3858"/>
                  </a:cubicBezTo>
                  <a:cubicBezTo>
                    <a:pt x="120" y="3864"/>
                    <a:pt x="138" y="3867"/>
                    <a:pt x="155" y="3867"/>
                  </a:cubicBezTo>
                  <a:cubicBezTo>
                    <a:pt x="208" y="3867"/>
                    <a:pt x="260" y="3836"/>
                    <a:pt x="283" y="3780"/>
                  </a:cubicBezTo>
                  <a:lnTo>
                    <a:pt x="286" y="3775"/>
                  </a:lnTo>
                  <a:cubicBezTo>
                    <a:pt x="358" y="3594"/>
                    <a:pt x="457" y="3346"/>
                    <a:pt x="789" y="3015"/>
                  </a:cubicBezTo>
                  <a:cubicBezTo>
                    <a:pt x="1129" y="2674"/>
                    <a:pt x="1796" y="2278"/>
                    <a:pt x="2164" y="2073"/>
                  </a:cubicBezTo>
                  <a:cubicBezTo>
                    <a:pt x="2296" y="1999"/>
                    <a:pt x="2383" y="1870"/>
                    <a:pt x="2404" y="1720"/>
                  </a:cubicBezTo>
                  <a:cubicBezTo>
                    <a:pt x="2425" y="1569"/>
                    <a:pt x="2375" y="1422"/>
                    <a:pt x="2268" y="1315"/>
                  </a:cubicBezTo>
                  <a:lnTo>
                    <a:pt x="1881" y="927"/>
                  </a:lnTo>
                  <a:lnTo>
                    <a:pt x="1777" y="853"/>
                  </a:lnTo>
                  <a:lnTo>
                    <a:pt x="1687" y="734"/>
                  </a:lnTo>
                  <a:lnTo>
                    <a:pt x="9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3551;p80">
              <a:extLst>
                <a:ext uri="{FF2B5EF4-FFF2-40B4-BE49-F238E27FC236}">
                  <a16:creationId xmlns:a16="http://schemas.microsoft.com/office/drawing/2014/main" id="{A7A45DC4-325F-BC64-B069-6457C096F277}"/>
                </a:ext>
              </a:extLst>
            </p:cNvPr>
            <p:cNvSpPr/>
            <p:nvPr/>
          </p:nvSpPr>
          <p:spPr>
            <a:xfrm>
              <a:off x="3485679" y="3327135"/>
              <a:ext cx="15926" cy="15967"/>
            </a:xfrm>
            <a:custGeom>
              <a:avLst/>
              <a:gdLst/>
              <a:ahLst/>
              <a:cxnLst/>
              <a:rect l="l" t="t" r="r" b="b"/>
              <a:pathLst>
                <a:path w="389" h="390" extrusionOk="0">
                  <a:moveTo>
                    <a:pt x="194" y="1"/>
                  </a:moveTo>
                  <a:lnTo>
                    <a:pt x="0" y="195"/>
                  </a:lnTo>
                  <a:lnTo>
                    <a:pt x="194" y="389"/>
                  </a:lnTo>
                  <a:lnTo>
                    <a:pt x="389" y="195"/>
                  </a:lnTo>
                  <a:lnTo>
                    <a:pt x="194"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5" name="Google Shape;3552;p80">
            <a:extLst>
              <a:ext uri="{FF2B5EF4-FFF2-40B4-BE49-F238E27FC236}">
                <a16:creationId xmlns:a16="http://schemas.microsoft.com/office/drawing/2014/main" id="{530F3D8B-7B2C-2C8E-0AFD-7F7D47CE856A}"/>
              </a:ext>
            </a:extLst>
          </p:cNvPr>
          <p:cNvGrpSpPr/>
          <p:nvPr/>
        </p:nvGrpSpPr>
        <p:grpSpPr>
          <a:xfrm>
            <a:off x="6377301" y="2116924"/>
            <a:ext cx="1129810" cy="1055254"/>
            <a:chOff x="3179980" y="2055580"/>
            <a:chExt cx="339966" cy="376853"/>
          </a:xfrm>
        </p:grpSpPr>
        <p:sp>
          <p:nvSpPr>
            <p:cNvPr id="586" name="Google Shape;3553;p80">
              <a:extLst>
                <a:ext uri="{FF2B5EF4-FFF2-40B4-BE49-F238E27FC236}">
                  <a16:creationId xmlns:a16="http://schemas.microsoft.com/office/drawing/2014/main" id="{D075DBDD-095C-07D0-1FA0-E5625BAB6E9A}"/>
                </a:ext>
              </a:extLst>
            </p:cNvPr>
            <p:cNvSpPr/>
            <p:nvPr/>
          </p:nvSpPr>
          <p:spPr>
            <a:xfrm>
              <a:off x="3221739" y="2203496"/>
              <a:ext cx="238435" cy="211291"/>
            </a:xfrm>
            <a:custGeom>
              <a:avLst/>
              <a:gdLst/>
              <a:ahLst/>
              <a:cxnLst/>
              <a:rect l="l" t="t" r="r" b="b"/>
              <a:pathLst>
                <a:path w="5824" h="5161" extrusionOk="0">
                  <a:moveTo>
                    <a:pt x="4444" y="0"/>
                  </a:moveTo>
                  <a:cubicBezTo>
                    <a:pt x="3793" y="0"/>
                    <a:pt x="3772" y="516"/>
                    <a:pt x="3772" y="516"/>
                  </a:cubicBezTo>
                  <a:cubicBezTo>
                    <a:pt x="4602" y="788"/>
                    <a:pt x="5200" y="1577"/>
                    <a:pt x="5185" y="2503"/>
                  </a:cubicBezTo>
                  <a:cubicBezTo>
                    <a:pt x="5169" y="3619"/>
                    <a:pt x="4247" y="4523"/>
                    <a:pt x="3132" y="4523"/>
                  </a:cubicBezTo>
                  <a:cubicBezTo>
                    <a:pt x="3125" y="4523"/>
                    <a:pt x="3118" y="4523"/>
                    <a:pt x="3111" y="4523"/>
                  </a:cubicBezTo>
                  <a:cubicBezTo>
                    <a:pt x="1985" y="4513"/>
                    <a:pt x="1077" y="3596"/>
                    <a:pt x="1077" y="2469"/>
                  </a:cubicBezTo>
                  <a:cubicBezTo>
                    <a:pt x="1077" y="1559"/>
                    <a:pt x="1671" y="785"/>
                    <a:pt x="2492" y="517"/>
                  </a:cubicBezTo>
                  <a:cubicBezTo>
                    <a:pt x="2492" y="517"/>
                    <a:pt x="2476" y="2"/>
                    <a:pt x="1820" y="2"/>
                  </a:cubicBezTo>
                  <a:cubicBezTo>
                    <a:pt x="1698" y="67"/>
                    <a:pt x="1581" y="141"/>
                    <a:pt x="1468" y="224"/>
                  </a:cubicBezTo>
                  <a:cubicBezTo>
                    <a:pt x="1376" y="163"/>
                    <a:pt x="1286" y="109"/>
                    <a:pt x="1203" y="60"/>
                  </a:cubicBezTo>
                  <a:cubicBezTo>
                    <a:pt x="1181" y="48"/>
                    <a:pt x="1156" y="42"/>
                    <a:pt x="1132" y="42"/>
                  </a:cubicBezTo>
                  <a:cubicBezTo>
                    <a:pt x="1100" y="42"/>
                    <a:pt x="1067" y="53"/>
                    <a:pt x="1041" y="76"/>
                  </a:cubicBezTo>
                  <a:cubicBezTo>
                    <a:pt x="988" y="122"/>
                    <a:pt x="936" y="171"/>
                    <a:pt x="885" y="222"/>
                  </a:cubicBezTo>
                  <a:cubicBezTo>
                    <a:pt x="833" y="274"/>
                    <a:pt x="785" y="325"/>
                    <a:pt x="738" y="379"/>
                  </a:cubicBezTo>
                  <a:cubicBezTo>
                    <a:pt x="698" y="424"/>
                    <a:pt x="693" y="489"/>
                    <a:pt x="723" y="540"/>
                  </a:cubicBezTo>
                  <a:cubicBezTo>
                    <a:pt x="771" y="624"/>
                    <a:pt x="825" y="715"/>
                    <a:pt x="886" y="806"/>
                  </a:cubicBezTo>
                  <a:cubicBezTo>
                    <a:pt x="758" y="979"/>
                    <a:pt x="651" y="1164"/>
                    <a:pt x="568" y="1356"/>
                  </a:cubicBezTo>
                  <a:cubicBezTo>
                    <a:pt x="458" y="1351"/>
                    <a:pt x="352" y="1349"/>
                    <a:pt x="255" y="1349"/>
                  </a:cubicBezTo>
                  <a:cubicBezTo>
                    <a:pt x="196" y="1349"/>
                    <a:pt x="143" y="1387"/>
                    <a:pt x="123" y="1441"/>
                  </a:cubicBezTo>
                  <a:cubicBezTo>
                    <a:pt x="78" y="1578"/>
                    <a:pt x="41" y="1717"/>
                    <a:pt x="12" y="1856"/>
                  </a:cubicBezTo>
                  <a:cubicBezTo>
                    <a:pt x="1" y="1914"/>
                    <a:pt x="28" y="1973"/>
                    <a:pt x="80" y="2003"/>
                  </a:cubicBezTo>
                  <a:cubicBezTo>
                    <a:pt x="164" y="2051"/>
                    <a:pt x="257" y="2101"/>
                    <a:pt x="355" y="2153"/>
                  </a:cubicBezTo>
                  <a:cubicBezTo>
                    <a:pt x="332" y="2364"/>
                    <a:pt x="332" y="2576"/>
                    <a:pt x="355" y="2787"/>
                  </a:cubicBezTo>
                  <a:cubicBezTo>
                    <a:pt x="257" y="2838"/>
                    <a:pt x="164" y="2889"/>
                    <a:pt x="80" y="2938"/>
                  </a:cubicBezTo>
                  <a:cubicBezTo>
                    <a:pt x="28" y="2968"/>
                    <a:pt x="2" y="3026"/>
                    <a:pt x="12" y="3084"/>
                  </a:cubicBezTo>
                  <a:cubicBezTo>
                    <a:pt x="41" y="3223"/>
                    <a:pt x="78" y="3363"/>
                    <a:pt x="123" y="3498"/>
                  </a:cubicBezTo>
                  <a:cubicBezTo>
                    <a:pt x="143" y="3555"/>
                    <a:pt x="196" y="3592"/>
                    <a:pt x="255" y="3592"/>
                  </a:cubicBezTo>
                  <a:cubicBezTo>
                    <a:pt x="353" y="3592"/>
                    <a:pt x="458" y="3590"/>
                    <a:pt x="568" y="3583"/>
                  </a:cubicBezTo>
                  <a:cubicBezTo>
                    <a:pt x="651" y="3776"/>
                    <a:pt x="758" y="3961"/>
                    <a:pt x="886" y="4134"/>
                  </a:cubicBezTo>
                  <a:cubicBezTo>
                    <a:pt x="825" y="4227"/>
                    <a:pt x="771" y="4317"/>
                    <a:pt x="723" y="4400"/>
                  </a:cubicBezTo>
                  <a:cubicBezTo>
                    <a:pt x="693" y="4452"/>
                    <a:pt x="698" y="4516"/>
                    <a:pt x="738" y="4561"/>
                  </a:cubicBezTo>
                  <a:cubicBezTo>
                    <a:pt x="785" y="4614"/>
                    <a:pt x="833" y="4667"/>
                    <a:pt x="885" y="4717"/>
                  </a:cubicBezTo>
                  <a:cubicBezTo>
                    <a:pt x="901" y="4733"/>
                    <a:pt x="918" y="4751"/>
                    <a:pt x="935" y="4767"/>
                  </a:cubicBezTo>
                  <a:lnTo>
                    <a:pt x="1439" y="4617"/>
                  </a:lnTo>
                  <a:cubicBezTo>
                    <a:pt x="1439" y="4617"/>
                    <a:pt x="2190" y="5161"/>
                    <a:pt x="3058" y="5161"/>
                  </a:cubicBezTo>
                  <a:cubicBezTo>
                    <a:pt x="4585" y="5161"/>
                    <a:pt x="5824" y="3923"/>
                    <a:pt x="5824" y="2395"/>
                  </a:cubicBezTo>
                  <a:cubicBezTo>
                    <a:pt x="5824" y="1522"/>
                    <a:pt x="5279" y="775"/>
                    <a:pt x="5279" y="775"/>
                  </a:cubicBezTo>
                  <a:lnTo>
                    <a:pt x="5428" y="271"/>
                  </a:lnTo>
                  <a:cubicBezTo>
                    <a:pt x="5412" y="253"/>
                    <a:pt x="5396" y="238"/>
                    <a:pt x="5380" y="221"/>
                  </a:cubicBezTo>
                  <a:cubicBezTo>
                    <a:pt x="5328" y="169"/>
                    <a:pt x="5276" y="121"/>
                    <a:pt x="5222" y="74"/>
                  </a:cubicBezTo>
                  <a:cubicBezTo>
                    <a:pt x="5196" y="52"/>
                    <a:pt x="5164" y="40"/>
                    <a:pt x="5131" y="40"/>
                  </a:cubicBezTo>
                  <a:cubicBezTo>
                    <a:pt x="5107" y="40"/>
                    <a:pt x="5083" y="46"/>
                    <a:pt x="5061" y="58"/>
                  </a:cubicBezTo>
                  <a:cubicBezTo>
                    <a:pt x="4977" y="108"/>
                    <a:pt x="4887" y="162"/>
                    <a:pt x="4795" y="222"/>
                  </a:cubicBezTo>
                  <a:cubicBezTo>
                    <a:pt x="4683" y="138"/>
                    <a:pt x="4565" y="66"/>
                    <a:pt x="444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3554;p80">
              <a:extLst>
                <a:ext uri="{FF2B5EF4-FFF2-40B4-BE49-F238E27FC236}">
                  <a16:creationId xmlns:a16="http://schemas.microsoft.com/office/drawing/2014/main" id="{F839F3F9-AE96-697C-FBF4-C4EAF47725B4}"/>
                </a:ext>
              </a:extLst>
            </p:cNvPr>
            <p:cNvSpPr/>
            <p:nvPr/>
          </p:nvSpPr>
          <p:spPr>
            <a:xfrm>
              <a:off x="3296168" y="2176721"/>
              <a:ext cx="107508" cy="47941"/>
            </a:xfrm>
            <a:custGeom>
              <a:avLst/>
              <a:gdLst/>
              <a:ahLst/>
              <a:cxnLst/>
              <a:rect l="l" t="t" r="r" b="b"/>
              <a:pathLst>
                <a:path w="2626" h="1171" extrusionOk="0">
                  <a:moveTo>
                    <a:pt x="1901" y="1"/>
                  </a:moveTo>
                  <a:cubicBezTo>
                    <a:pt x="1852" y="1"/>
                    <a:pt x="1806" y="27"/>
                    <a:pt x="1781" y="71"/>
                  </a:cubicBezTo>
                  <a:cubicBezTo>
                    <a:pt x="1732" y="155"/>
                    <a:pt x="1681" y="247"/>
                    <a:pt x="1631" y="346"/>
                  </a:cubicBezTo>
                  <a:cubicBezTo>
                    <a:pt x="1525" y="334"/>
                    <a:pt x="1419" y="328"/>
                    <a:pt x="1313" y="328"/>
                  </a:cubicBezTo>
                  <a:cubicBezTo>
                    <a:pt x="1207" y="328"/>
                    <a:pt x="1101" y="334"/>
                    <a:pt x="996" y="346"/>
                  </a:cubicBezTo>
                  <a:cubicBezTo>
                    <a:pt x="945" y="247"/>
                    <a:pt x="894" y="155"/>
                    <a:pt x="846" y="71"/>
                  </a:cubicBezTo>
                  <a:cubicBezTo>
                    <a:pt x="820" y="27"/>
                    <a:pt x="774" y="1"/>
                    <a:pt x="725" y="1"/>
                  </a:cubicBezTo>
                  <a:cubicBezTo>
                    <a:pt x="716" y="1"/>
                    <a:pt x="708" y="2"/>
                    <a:pt x="699" y="3"/>
                  </a:cubicBezTo>
                  <a:cubicBezTo>
                    <a:pt x="560" y="31"/>
                    <a:pt x="421" y="68"/>
                    <a:pt x="286" y="114"/>
                  </a:cubicBezTo>
                  <a:cubicBezTo>
                    <a:pt x="229" y="133"/>
                    <a:pt x="192" y="186"/>
                    <a:pt x="192" y="246"/>
                  </a:cubicBezTo>
                  <a:cubicBezTo>
                    <a:pt x="192" y="343"/>
                    <a:pt x="194" y="447"/>
                    <a:pt x="199" y="558"/>
                  </a:cubicBezTo>
                  <a:cubicBezTo>
                    <a:pt x="133" y="587"/>
                    <a:pt x="66" y="620"/>
                    <a:pt x="1" y="654"/>
                  </a:cubicBezTo>
                  <a:cubicBezTo>
                    <a:pt x="201" y="775"/>
                    <a:pt x="430" y="940"/>
                    <a:pt x="673" y="1170"/>
                  </a:cubicBezTo>
                  <a:cubicBezTo>
                    <a:pt x="876" y="1105"/>
                    <a:pt x="1091" y="1069"/>
                    <a:pt x="1314" y="1069"/>
                  </a:cubicBezTo>
                  <a:cubicBezTo>
                    <a:pt x="1537" y="1069"/>
                    <a:pt x="1752" y="1105"/>
                    <a:pt x="1954" y="1170"/>
                  </a:cubicBezTo>
                  <a:cubicBezTo>
                    <a:pt x="2197" y="941"/>
                    <a:pt x="2425" y="775"/>
                    <a:pt x="2626" y="654"/>
                  </a:cubicBezTo>
                  <a:cubicBezTo>
                    <a:pt x="2560" y="620"/>
                    <a:pt x="2494" y="587"/>
                    <a:pt x="2427" y="558"/>
                  </a:cubicBezTo>
                  <a:cubicBezTo>
                    <a:pt x="2433" y="447"/>
                    <a:pt x="2435" y="342"/>
                    <a:pt x="2435" y="246"/>
                  </a:cubicBezTo>
                  <a:cubicBezTo>
                    <a:pt x="2435" y="186"/>
                    <a:pt x="2397" y="133"/>
                    <a:pt x="2341" y="114"/>
                  </a:cubicBezTo>
                  <a:cubicBezTo>
                    <a:pt x="2206" y="68"/>
                    <a:pt x="2067" y="31"/>
                    <a:pt x="1927" y="3"/>
                  </a:cubicBezTo>
                  <a:cubicBezTo>
                    <a:pt x="1918" y="1"/>
                    <a:pt x="1909" y="1"/>
                    <a:pt x="19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3555;p80">
              <a:extLst>
                <a:ext uri="{FF2B5EF4-FFF2-40B4-BE49-F238E27FC236}">
                  <a16:creationId xmlns:a16="http://schemas.microsoft.com/office/drawing/2014/main" id="{5D1E101C-B7EF-B70C-241C-36DB8F38DF98}"/>
                </a:ext>
              </a:extLst>
            </p:cNvPr>
            <p:cNvSpPr/>
            <p:nvPr/>
          </p:nvSpPr>
          <p:spPr>
            <a:xfrm>
              <a:off x="3260100" y="2214591"/>
              <a:ext cx="218087" cy="217842"/>
            </a:xfrm>
            <a:custGeom>
              <a:avLst/>
              <a:gdLst/>
              <a:ahLst/>
              <a:cxnLst/>
              <a:rect l="l" t="t" r="r" b="b"/>
              <a:pathLst>
                <a:path w="5327" h="5321" extrusionOk="0">
                  <a:moveTo>
                    <a:pt x="4492" y="0"/>
                  </a:moveTo>
                  <a:cubicBezTo>
                    <a:pt x="4418" y="124"/>
                    <a:pt x="4292" y="292"/>
                    <a:pt x="4186" y="435"/>
                  </a:cubicBezTo>
                  <a:cubicBezTo>
                    <a:pt x="4150" y="484"/>
                    <a:pt x="4150" y="551"/>
                    <a:pt x="4187" y="600"/>
                  </a:cubicBezTo>
                  <a:cubicBezTo>
                    <a:pt x="4497" y="1025"/>
                    <a:pt x="4681" y="1547"/>
                    <a:pt x="4681" y="2113"/>
                  </a:cubicBezTo>
                  <a:cubicBezTo>
                    <a:pt x="4681" y="3525"/>
                    <a:pt x="3526" y="4681"/>
                    <a:pt x="2113" y="4681"/>
                  </a:cubicBezTo>
                  <a:cubicBezTo>
                    <a:pt x="1547" y="4681"/>
                    <a:pt x="1025" y="4497"/>
                    <a:pt x="600" y="4187"/>
                  </a:cubicBezTo>
                  <a:cubicBezTo>
                    <a:pt x="575" y="4169"/>
                    <a:pt x="545" y="4160"/>
                    <a:pt x="516" y="4160"/>
                  </a:cubicBezTo>
                  <a:cubicBezTo>
                    <a:pt x="487" y="4160"/>
                    <a:pt x="459" y="4168"/>
                    <a:pt x="435" y="4186"/>
                  </a:cubicBezTo>
                  <a:cubicBezTo>
                    <a:pt x="292" y="4291"/>
                    <a:pt x="124" y="4418"/>
                    <a:pt x="1" y="4492"/>
                  </a:cubicBezTo>
                  <a:cubicBezTo>
                    <a:pt x="36" y="4527"/>
                    <a:pt x="71" y="4558"/>
                    <a:pt x="107" y="4590"/>
                  </a:cubicBezTo>
                  <a:cubicBezTo>
                    <a:pt x="133" y="4613"/>
                    <a:pt x="166" y="4624"/>
                    <a:pt x="198" y="4624"/>
                  </a:cubicBezTo>
                  <a:cubicBezTo>
                    <a:pt x="222" y="4624"/>
                    <a:pt x="246" y="4618"/>
                    <a:pt x="268" y="4606"/>
                  </a:cubicBezTo>
                  <a:cubicBezTo>
                    <a:pt x="349" y="4559"/>
                    <a:pt x="439" y="4503"/>
                    <a:pt x="531" y="4444"/>
                  </a:cubicBezTo>
                  <a:cubicBezTo>
                    <a:pt x="704" y="4572"/>
                    <a:pt x="889" y="4680"/>
                    <a:pt x="1082" y="4762"/>
                  </a:cubicBezTo>
                  <a:cubicBezTo>
                    <a:pt x="1077" y="4873"/>
                    <a:pt x="1074" y="4978"/>
                    <a:pt x="1074" y="5075"/>
                  </a:cubicBezTo>
                  <a:cubicBezTo>
                    <a:pt x="1074" y="5134"/>
                    <a:pt x="1112" y="5187"/>
                    <a:pt x="1168" y="5207"/>
                  </a:cubicBezTo>
                  <a:cubicBezTo>
                    <a:pt x="1304" y="5253"/>
                    <a:pt x="1442" y="5289"/>
                    <a:pt x="1581" y="5318"/>
                  </a:cubicBezTo>
                  <a:cubicBezTo>
                    <a:pt x="1590" y="5320"/>
                    <a:pt x="1599" y="5321"/>
                    <a:pt x="1608" y="5321"/>
                  </a:cubicBezTo>
                  <a:cubicBezTo>
                    <a:pt x="1657" y="5321"/>
                    <a:pt x="1703" y="5294"/>
                    <a:pt x="1728" y="5250"/>
                  </a:cubicBezTo>
                  <a:cubicBezTo>
                    <a:pt x="1776" y="5166"/>
                    <a:pt x="1827" y="5073"/>
                    <a:pt x="1879" y="4975"/>
                  </a:cubicBezTo>
                  <a:cubicBezTo>
                    <a:pt x="1984" y="4987"/>
                    <a:pt x="2090" y="4992"/>
                    <a:pt x="2196" y="4992"/>
                  </a:cubicBezTo>
                  <a:cubicBezTo>
                    <a:pt x="2302" y="4992"/>
                    <a:pt x="2407" y="4987"/>
                    <a:pt x="2513" y="4975"/>
                  </a:cubicBezTo>
                  <a:cubicBezTo>
                    <a:pt x="2565" y="5073"/>
                    <a:pt x="2614" y="5166"/>
                    <a:pt x="2663" y="5250"/>
                  </a:cubicBezTo>
                  <a:cubicBezTo>
                    <a:pt x="2689" y="5294"/>
                    <a:pt x="2736" y="5320"/>
                    <a:pt x="2786" y="5320"/>
                  </a:cubicBezTo>
                  <a:cubicBezTo>
                    <a:pt x="2794" y="5320"/>
                    <a:pt x="2801" y="5319"/>
                    <a:pt x="2809" y="5318"/>
                  </a:cubicBezTo>
                  <a:cubicBezTo>
                    <a:pt x="2950" y="5289"/>
                    <a:pt x="3088" y="5253"/>
                    <a:pt x="3224" y="5207"/>
                  </a:cubicBezTo>
                  <a:cubicBezTo>
                    <a:pt x="3280" y="5187"/>
                    <a:pt x="3317" y="5134"/>
                    <a:pt x="3317" y="5075"/>
                  </a:cubicBezTo>
                  <a:cubicBezTo>
                    <a:pt x="3317" y="4977"/>
                    <a:pt x="3315" y="4873"/>
                    <a:pt x="3309" y="4762"/>
                  </a:cubicBezTo>
                  <a:cubicBezTo>
                    <a:pt x="3501" y="4680"/>
                    <a:pt x="3686" y="4572"/>
                    <a:pt x="3859" y="4444"/>
                  </a:cubicBezTo>
                  <a:cubicBezTo>
                    <a:pt x="3953" y="4506"/>
                    <a:pt x="4043" y="4559"/>
                    <a:pt x="4125" y="4608"/>
                  </a:cubicBezTo>
                  <a:cubicBezTo>
                    <a:pt x="4147" y="4620"/>
                    <a:pt x="4171" y="4627"/>
                    <a:pt x="4195" y="4627"/>
                  </a:cubicBezTo>
                  <a:cubicBezTo>
                    <a:pt x="4228" y="4627"/>
                    <a:pt x="4260" y="4615"/>
                    <a:pt x="4286" y="4592"/>
                  </a:cubicBezTo>
                  <a:cubicBezTo>
                    <a:pt x="4339" y="4546"/>
                    <a:pt x="4392" y="4497"/>
                    <a:pt x="4444" y="4445"/>
                  </a:cubicBezTo>
                  <a:cubicBezTo>
                    <a:pt x="4494" y="4395"/>
                    <a:pt x="4544" y="4343"/>
                    <a:pt x="4589" y="4289"/>
                  </a:cubicBezTo>
                  <a:cubicBezTo>
                    <a:pt x="4629" y="4244"/>
                    <a:pt x="4635" y="4180"/>
                    <a:pt x="4605" y="4128"/>
                  </a:cubicBezTo>
                  <a:cubicBezTo>
                    <a:pt x="4557" y="4043"/>
                    <a:pt x="4503" y="3954"/>
                    <a:pt x="4442" y="3862"/>
                  </a:cubicBezTo>
                  <a:cubicBezTo>
                    <a:pt x="4570" y="3689"/>
                    <a:pt x="4677" y="3504"/>
                    <a:pt x="4760" y="3311"/>
                  </a:cubicBezTo>
                  <a:cubicBezTo>
                    <a:pt x="4871" y="3316"/>
                    <a:pt x="4976" y="3320"/>
                    <a:pt x="5072" y="3320"/>
                  </a:cubicBezTo>
                  <a:cubicBezTo>
                    <a:pt x="5132" y="3320"/>
                    <a:pt x="5184" y="3282"/>
                    <a:pt x="5204" y="3226"/>
                  </a:cubicBezTo>
                  <a:cubicBezTo>
                    <a:pt x="5251" y="3090"/>
                    <a:pt x="5288" y="2951"/>
                    <a:pt x="5315" y="2812"/>
                  </a:cubicBezTo>
                  <a:cubicBezTo>
                    <a:pt x="5327" y="2754"/>
                    <a:pt x="5299" y="2694"/>
                    <a:pt x="5248" y="2666"/>
                  </a:cubicBezTo>
                  <a:cubicBezTo>
                    <a:pt x="5163" y="2617"/>
                    <a:pt x="5071" y="2566"/>
                    <a:pt x="4972" y="2515"/>
                  </a:cubicBezTo>
                  <a:cubicBezTo>
                    <a:pt x="4995" y="2304"/>
                    <a:pt x="4995" y="2092"/>
                    <a:pt x="4972" y="1881"/>
                  </a:cubicBezTo>
                  <a:cubicBezTo>
                    <a:pt x="5071" y="1829"/>
                    <a:pt x="5163" y="1779"/>
                    <a:pt x="5248" y="1731"/>
                  </a:cubicBezTo>
                  <a:cubicBezTo>
                    <a:pt x="5299" y="1700"/>
                    <a:pt x="5326" y="1642"/>
                    <a:pt x="5315" y="1584"/>
                  </a:cubicBezTo>
                  <a:cubicBezTo>
                    <a:pt x="5288" y="1444"/>
                    <a:pt x="5251" y="1306"/>
                    <a:pt x="5204" y="1169"/>
                  </a:cubicBezTo>
                  <a:cubicBezTo>
                    <a:pt x="5184" y="1114"/>
                    <a:pt x="5132" y="1077"/>
                    <a:pt x="5072" y="1077"/>
                  </a:cubicBezTo>
                  <a:cubicBezTo>
                    <a:pt x="4975" y="1077"/>
                    <a:pt x="4871" y="1079"/>
                    <a:pt x="4760" y="1084"/>
                  </a:cubicBezTo>
                  <a:cubicBezTo>
                    <a:pt x="4677" y="892"/>
                    <a:pt x="4570" y="707"/>
                    <a:pt x="4442" y="534"/>
                  </a:cubicBezTo>
                  <a:cubicBezTo>
                    <a:pt x="4503" y="440"/>
                    <a:pt x="4557" y="351"/>
                    <a:pt x="4605" y="267"/>
                  </a:cubicBezTo>
                  <a:cubicBezTo>
                    <a:pt x="4635" y="217"/>
                    <a:pt x="4629" y="151"/>
                    <a:pt x="4589" y="107"/>
                  </a:cubicBezTo>
                  <a:cubicBezTo>
                    <a:pt x="4558" y="71"/>
                    <a:pt x="4525" y="34"/>
                    <a:pt x="449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3556;p80">
              <a:extLst>
                <a:ext uri="{FF2B5EF4-FFF2-40B4-BE49-F238E27FC236}">
                  <a16:creationId xmlns:a16="http://schemas.microsoft.com/office/drawing/2014/main" id="{FB58E518-174B-3FBF-3346-C318965F3914}"/>
                </a:ext>
              </a:extLst>
            </p:cNvPr>
            <p:cNvSpPr/>
            <p:nvPr/>
          </p:nvSpPr>
          <p:spPr>
            <a:xfrm>
              <a:off x="3267796" y="2132220"/>
              <a:ext cx="158970" cy="96496"/>
            </a:xfrm>
            <a:custGeom>
              <a:avLst/>
              <a:gdLst/>
              <a:ahLst/>
              <a:cxnLst/>
              <a:rect l="l" t="t" r="r" b="b"/>
              <a:pathLst>
                <a:path w="3883" h="2357" extrusionOk="0">
                  <a:moveTo>
                    <a:pt x="3882" y="0"/>
                  </a:moveTo>
                  <a:lnTo>
                    <a:pt x="1" y="29"/>
                  </a:lnTo>
                  <a:lnTo>
                    <a:pt x="1" y="1081"/>
                  </a:lnTo>
                  <a:cubicBezTo>
                    <a:pt x="1" y="1145"/>
                    <a:pt x="46" y="1202"/>
                    <a:pt x="110" y="1217"/>
                  </a:cubicBezTo>
                  <a:cubicBezTo>
                    <a:pt x="369" y="1275"/>
                    <a:pt x="1058" y="1501"/>
                    <a:pt x="1844" y="2356"/>
                  </a:cubicBezTo>
                  <a:cubicBezTo>
                    <a:pt x="2484" y="1712"/>
                    <a:pt x="3882" y="1066"/>
                    <a:pt x="3882" y="1066"/>
                  </a:cubicBezTo>
                  <a:lnTo>
                    <a:pt x="388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3557;p80">
              <a:extLst>
                <a:ext uri="{FF2B5EF4-FFF2-40B4-BE49-F238E27FC236}">
                  <a16:creationId xmlns:a16="http://schemas.microsoft.com/office/drawing/2014/main" id="{3A215303-B4E2-21F8-8FA7-A656E2CC3B58}"/>
                </a:ext>
              </a:extLst>
            </p:cNvPr>
            <p:cNvSpPr/>
            <p:nvPr/>
          </p:nvSpPr>
          <p:spPr>
            <a:xfrm>
              <a:off x="3267755" y="2115270"/>
              <a:ext cx="164865" cy="118398"/>
            </a:xfrm>
            <a:custGeom>
              <a:avLst/>
              <a:gdLst/>
              <a:ahLst/>
              <a:cxnLst/>
              <a:rect l="l" t="t" r="r" b="b"/>
              <a:pathLst>
                <a:path w="4027" h="2892" extrusionOk="0">
                  <a:moveTo>
                    <a:pt x="0" y="1"/>
                  </a:moveTo>
                  <a:lnTo>
                    <a:pt x="0" y="2"/>
                  </a:lnTo>
                  <a:lnTo>
                    <a:pt x="0" y="438"/>
                  </a:lnTo>
                  <a:lnTo>
                    <a:pt x="1957" y="879"/>
                  </a:lnTo>
                  <a:cubicBezTo>
                    <a:pt x="1977" y="883"/>
                    <a:pt x="1997" y="886"/>
                    <a:pt x="2018" y="886"/>
                  </a:cubicBezTo>
                  <a:cubicBezTo>
                    <a:pt x="2038" y="886"/>
                    <a:pt x="2058" y="883"/>
                    <a:pt x="2079" y="879"/>
                  </a:cubicBezTo>
                  <a:lnTo>
                    <a:pt x="3757" y="501"/>
                  </a:lnTo>
                  <a:lnTo>
                    <a:pt x="3757" y="1388"/>
                  </a:lnTo>
                  <a:cubicBezTo>
                    <a:pt x="3757" y="1388"/>
                    <a:pt x="2861" y="1574"/>
                    <a:pt x="1834" y="2769"/>
                  </a:cubicBezTo>
                  <a:cubicBezTo>
                    <a:pt x="1857" y="2794"/>
                    <a:pt x="1880" y="2820"/>
                    <a:pt x="1904" y="2845"/>
                  </a:cubicBezTo>
                  <a:cubicBezTo>
                    <a:pt x="1931" y="2876"/>
                    <a:pt x="1970" y="2892"/>
                    <a:pt x="2008" y="2892"/>
                  </a:cubicBezTo>
                  <a:cubicBezTo>
                    <a:pt x="2046" y="2892"/>
                    <a:pt x="2084" y="2876"/>
                    <a:pt x="2112" y="2845"/>
                  </a:cubicBezTo>
                  <a:cubicBezTo>
                    <a:pt x="2927" y="1926"/>
                    <a:pt x="3649" y="1689"/>
                    <a:pt x="3915" y="1628"/>
                  </a:cubicBezTo>
                  <a:cubicBezTo>
                    <a:pt x="3978" y="1614"/>
                    <a:pt x="4025" y="1558"/>
                    <a:pt x="4027" y="1493"/>
                  </a:cubicBezTo>
                  <a:lnTo>
                    <a:pt x="4027"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3558;p80">
              <a:extLst>
                <a:ext uri="{FF2B5EF4-FFF2-40B4-BE49-F238E27FC236}">
                  <a16:creationId xmlns:a16="http://schemas.microsoft.com/office/drawing/2014/main" id="{6DED913C-4D6C-4A94-5533-3005E210CA5B}"/>
                </a:ext>
              </a:extLst>
            </p:cNvPr>
            <p:cNvSpPr/>
            <p:nvPr/>
          </p:nvSpPr>
          <p:spPr>
            <a:xfrm>
              <a:off x="3475976" y="2092549"/>
              <a:ext cx="11054" cy="52239"/>
            </a:xfrm>
            <a:custGeom>
              <a:avLst/>
              <a:gdLst/>
              <a:ahLst/>
              <a:cxnLst/>
              <a:rect l="l" t="t" r="r" b="b"/>
              <a:pathLst>
                <a:path w="270" h="1276" extrusionOk="0">
                  <a:moveTo>
                    <a:pt x="1" y="1"/>
                  </a:moveTo>
                  <a:lnTo>
                    <a:pt x="1" y="1275"/>
                  </a:lnTo>
                  <a:lnTo>
                    <a:pt x="270" y="1275"/>
                  </a:lnTo>
                  <a:lnTo>
                    <a:pt x="27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3559;p80">
              <a:extLst>
                <a:ext uri="{FF2B5EF4-FFF2-40B4-BE49-F238E27FC236}">
                  <a16:creationId xmlns:a16="http://schemas.microsoft.com/office/drawing/2014/main" id="{12557C50-52BD-8E0C-CDBB-BDCA5C85D496}"/>
                </a:ext>
              </a:extLst>
            </p:cNvPr>
            <p:cNvSpPr/>
            <p:nvPr/>
          </p:nvSpPr>
          <p:spPr>
            <a:xfrm>
              <a:off x="3179980" y="2055580"/>
              <a:ext cx="339966" cy="84746"/>
            </a:xfrm>
            <a:custGeom>
              <a:avLst/>
              <a:gdLst/>
              <a:ahLst/>
              <a:cxnLst/>
              <a:rect l="l" t="t" r="r" b="b"/>
              <a:pathLst>
                <a:path w="8304" h="2070" extrusionOk="0">
                  <a:moveTo>
                    <a:pt x="4153" y="1"/>
                  </a:moveTo>
                  <a:cubicBezTo>
                    <a:pt x="4132" y="1"/>
                    <a:pt x="4112" y="3"/>
                    <a:pt x="4091" y="8"/>
                  </a:cubicBezTo>
                  <a:lnTo>
                    <a:pt x="145" y="900"/>
                  </a:lnTo>
                  <a:cubicBezTo>
                    <a:pt x="1" y="932"/>
                    <a:pt x="1" y="1138"/>
                    <a:pt x="145" y="1171"/>
                  </a:cubicBezTo>
                  <a:lnTo>
                    <a:pt x="4091" y="2062"/>
                  </a:lnTo>
                  <a:cubicBezTo>
                    <a:pt x="4112" y="2067"/>
                    <a:pt x="4132" y="2069"/>
                    <a:pt x="4153" y="2069"/>
                  </a:cubicBezTo>
                  <a:cubicBezTo>
                    <a:pt x="4173" y="2069"/>
                    <a:pt x="4193" y="2067"/>
                    <a:pt x="4213" y="2062"/>
                  </a:cubicBezTo>
                  <a:lnTo>
                    <a:pt x="8159" y="1171"/>
                  </a:lnTo>
                  <a:cubicBezTo>
                    <a:pt x="8304" y="1138"/>
                    <a:pt x="8304" y="932"/>
                    <a:pt x="8159" y="900"/>
                  </a:cubicBezTo>
                  <a:lnTo>
                    <a:pt x="4213" y="8"/>
                  </a:lnTo>
                  <a:cubicBezTo>
                    <a:pt x="4193" y="3"/>
                    <a:pt x="4173" y="1"/>
                    <a:pt x="41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3560;p80">
              <a:extLst>
                <a:ext uri="{FF2B5EF4-FFF2-40B4-BE49-F238E27FC236}">
                  <a16:creationId xmlns:a16="http://schemas.microsoft.com/office/drawing/2014/main" id="{34CFC9B1-F5A4-C0BC-AC30-D3380C415FD7}"/>
                </a:ext>
              </a:extLst>
            </p:cNvPr>
            <p:cNvSpPr/>
            <p:nvPr/>
          </p:nvSpPr>
          <p:spPr>
            <a:xfrm>
              <a:off x="3470122" y="2133611"/>
              <a:ext cx="16908" cy="86547"/>
            </a:xfrm>
            <a:custGeom>
              <a:avLst/>
              <a:gdLst/>
              <a:ahLst/>
              <a:cxnLst/>
              <a:rect l="l" t="t" r="r" b="b"/>
              <a:pathLst>
                <a:path w="413" h="2114" extrusionOk="0">
                  <a:moveTo>
                    <a:pt x="277" y="0"/>
                  </a:moveTo>
                  <a:cubicBezTo>
                    <a:pt x="269" y="0"/>
                    <a:pt x="262" y="0"/>
                    <a:pt x="254" y="1"/>
                  </a:cubicBezTo>
                  <a:cubicBezTo>
                    <a:pt x="109" y="13"/>
                    <a:pt x="0" y="139"/>
                    <a:pt x="0" y="285"/>
                  </a:cubicBezTo>
                  <a:lnTo>
                    <a:pt x="0" y="1790"/>
                  </a:lnTo>
                  <a:lnTo>
                    <a:pt x="413" y="2113"/>
                  </a:lnTo>
                  <a:lnTo>
                    <a:pt x="413" y="37"/>
                  </a:lnTo>
                  <a:cubicBezTo>
                    <a:pt x="374" y="14"/>
                    <a:pt x="327" y="0"/>
                    <a:pt x="277"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3561;p80">
              <a:extLst>
                <a:ext uri="{FF2B5EF4-FFF2-40B4-BE49-F238E27FC236}">
                  <a16:creationId xmlns:a16="http://schemas.microsoft.com/office/drawing/2014/main" id="{F68CA9B8-FCE0-038E-7C7B-C3DA4B387C7B}"/>
                </a:ext>
              </a:extLst>
            </p:cNvPr>
            <p:cNvSpPr/>
            <p:nvPr/>
          </p:nvSpPr>
          <p:spPr>
            <a:xfrm>
              <a:off x="3470122" y="2134512"/>
              <a:ext cx="22845" cy="91747"/>
            </a:xfrm>
            <a:custGeom>
              <a:avLst/>
              <a:gdLst/>
              <a:ahLst/>
              <a:cxnLst/>
              <a:rect l="l" t="t" r="r" b="b"/>
              <a:pathLst>
                <a:path w="558" h="2241" extrusionOk="0">
                  <a:moveTo>
                    <a:pt x="413" y="0"/>
                  </a:moveTo>
                  <a:cubicBezTo>
                    <a:pt x="339" y="49"/>
                    <a:pt x="270" y="148"/>
                    <a:pt x="270" y="306"/>
                  </a:cubicBezTo>
                  <a:lnTo>
                    <a:pt x="270" y="1804"/>
                  </a:lnTo>
                  <a:cubicBezTo>
                    <a:pt x="270" y="1842"/>
                    <a:pt x="239" y="1869"/>
                    <a:pt x="205" y="1869"/>
                  </a:cubicBezTo>
                  <a:cubicBezTo>
                    <a:pt x="195" y="1869"/>
                    <a:pt x="185" y="1867"/>
                    <a:pt x="176" y="1863"/>
                  </a:cubicBezTo>
                  <a:lnTo>
                    <a:pt x="0" y="1774"/>
                  </a:lnTo>
                  <a:lnTo>
                    <a:pt x="0" y="1917"/>
                  </a:lnTo>
                  <a:cubicBezTo>
                    <a:pt x="0" y="1970"/>
                    <a:pt x="31" y="2018"/>
                    <a:pt x="77" y="2042"/>
                  </a:cubicBezTo>
                  <a:lnTo>
                    <a:pt x="464" y="2234"/>
                  </a:lnTo>
                  <a:cubicBezTo>
                    <a:pt x="473" y="2239"/>
                    <a:pt x="483" y="2241"/>
                    <a:pt x="493" y="2241"/>
                  </a:cubicBezTo>
                  <a:cubicBezTo>
                    <a:pt x="527" y="2241"/>
                    <a:pt x="558" y="2214"/>
                    <a:pt x="558" y="2176"/>
                  </a:cubicBezTo>
                  <a:lnTo>
                    <a:pt x="558" y="247"/>
                  </a:lnTo>
                  <a:cubicBezTo>
                    <a:pt x="558" y="143"/>
                    <a:pt x="500" y="50"/>
                    <a:pt x="413"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5" name="Google Shape;3562;p80">
            <a:extLst>
              <a:ext uri="{FF2B5EF4-FFF2-40B4-BE49-F238E27FC236}">
                <a16:creationId xmlns:a16="http://schemas.microsoft.com/office/drawing/2014/main" id="{CC8CD6BA-7685-A28C-B012-9615F5E241C6}"/>
              </a:ext>
            </a:extLst>
          </p:cNvPr>
          <p:cNvGrpSpPr/>
          <p:nvPr/>
        </p:nvGrpSpPr>
        <p:grpSpPr>
          <a:xfrm>
            <a:off x="3806536" y="3578577"/>
            <a:ext cx="991241" cy="907792"/>
            <a:chOff x="3171792" y="2652649"/>
            <a:chExt cx="357365" cy="376894"/>
          </a:xfrm>
        </p:grpSpPr>
        <p:sp>
          <p:nvSpPr>
            <p:cNvPr id="596" name="Google Shape;3563;p80">
              <a:extLst>
                <a:ext uri="{FF2B5EF4-FFF2-40B4-BE49-F238E27FC236}">
                  <a16:creationId xmlns:a16="http://schemas.microsoft.com/office/drawing/2014/main" id="{9F980272-8904-B6AD-9919-AE6D7EC31269}"/>
                </a:ext>
              </a:extLst>
            </p:cNvPr>
            <p:cNvSpPr/>
            <p:nvPr/>
          </p:nvSpPr>
          <p:spPr>
            <a:xfrm>
              <a:off x="3219856" y="2652853"/>
              <a:ext cx="234054" cy="370671"/>
            </a:xfrm>
            <a:custGeom>
              <a:avLst/>
              <a:gdLst/>
              <a:ahLst/>
              <a:cxnLst/>
              <a:rect l="l" t="t" r="r" b="b"/>
              <a:pathLst>
                <a:path w="5717" h="9054" extrusionOk="0">
                  <a:moveTo>
                    <a:pt x="279" y="0"/>
                  </a:moveTo>
                  <a:cubicBezTo>
                    <a:pt x="126" y="0"/>
                    <a:pt x="0" y="124"/>
                    <a:pt x="0" y="279"/>
                  </a:cubicBezTo>
                  <a:lnTo>
                    <a:pt x="0" y="8925"/>
                  </a:lnTo>
                  <a:lnTo>
                    <a:pt x="5576" y="9054"/>
                  </a:lnTo>
                  <a:cubicBezTo>
                    <a:pt x="5655" y="9053"/>
                    <a:pt x="5717" y="8990"/>
                    <a:pt x="5717" y="8914"/>
                  </a:cubicBezTo>
                  <a:lnTo>
                    <a:pt x="55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3564;p80">
              <a:extLst>
                <a:ext uri="{FF2B5EF4-FFF2-40B4-BE49-F238E27FC236}">
                  <a16:creationId xmlns:a16="http://schemas.microsoft.com/office/drawing/2014/main" id="{EC2E685B-E1FA-3C12-E209-E7140703D7FE}"/>
                </a:ext>
              </a:extLst>
            </p:cNvPr>
            <p:cNvSpPr/>
            <p:nvPr/>
          </p:nvSpPr>
          <p:spPr>
            <a:xfrm>
              <a:off x="3219610" y="2652649"/>
              <a:ext cx="240400" cy="376894"/>
            </a:xfrm>
            <a:custGeom>
              <a:avLst/>
              <a:gdLst/>
              <a:ahLst/>
              <a:cxnLst/>
              <a:rect l="l" t="t" r="r" b="b"/>
              <a:pathLst>
                <a:path w="5872" h="9206" extrusionOk="0">
                  <a:moveTo>
                    <a:pt x="5579" y="1"/>
                  </a:moveTo>
                  <a:lnTo>
                    <a:pt x="5579" y="2"/>
                  </a:lnTo>
                  <a:lnTo>
                    <a:pt x="5579" y="6883"/>
                  </a:lnTo>
                  <a:cubicBezTo>
                    <a:pt x="5579" y="6883"/>
                    <a:pt x="5102" y="8313"/>
                    <a:pt x="5217" y="8313"/>
                  </a:cubicBezTo>
                  <a:cubicBezTo>
                    <a:pt x="5252" y="8313"/>
                    <a:pt x="5302" y="8311"/>
                    <a:pt x="5352" y="8293"/>
                  </a:cubicBezTo>
                  <a:cubicBezTo>
                    <a:pt x="5593" y="8200"/>
                    <a:pt x="5597" y="8200"/>
                    <a:pt x="5597" y="8200"/>
                  </a:cubicBezTo>
                  <a:lnTo>
                    <a:pt x="5597" y="8267"/>
                  </a:lnTo>
                  <a:lnTo>
                    <a:pt x="5597" y="8788"/>
                  </a:lnTo>
                  <a:cubicBezTo>
                    <a:pt x="5592" y="8864"/>
                    <a:pt x="5454" y="8936"/>
                    <a:pt x="5454" y="8936"/>
                  </a:cubicBezTo>
                  <a:lnTo>
                    <a:pt x="0" y="8936"/>
                  </a:lnTo>
                  <a:cubicBezTo>
                    <a:pt x="0" y="8936"/>
                    <a:pt x="125" y="9203"/>
                    <a:pt x="279" y="9205"/>
                  </a:cubicBezTo>
                  <a:lnTo>
                    <a:pt x="5593" y="9205"/>
                  </a:lnTo>
                  <a:cubicBezTo>
                    <a:pt x="5746" y="9202"/>
                    <a:pt x="5872" y="9079"/>
                    <a:pt x="5867" y="8926"/>
                  </a:cubicBezTo>
                  <a:lnTo>
                    <a:pt x="5867" y="279"/>
                  </a:lnTo>
                  <a:cubicBezTo>
                    <a:pt x="5872" y="127"/>
                    <a:pt x="5746" y="1"/>
                    <a:pt x="5593"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3565;p80">
              <a:extLst>
                <a:ext uri="{FF2B5EF4-FFF2-40B4-BE49-F238E27FC236}">
                  <a16:creationId xmlns:a16="http://schemas.microsoft.com/office/drawing/2014/main" id="{B0CAACB4-A164-4445-E34A-5C1F1520CB1C}"/>
                </a:ext>
              </a:extLst>
            </p:cNvPr>
            <p:cNvSpPr/>
            <p:nvPr/>
          </p:nvSpPr>
          <p:spPr>
            <a:xfrm>
              <a:off x="3198772" y="2781692"/>
              <a:ext cx="170351" cy="187055"/>
            </a:xfrm>
            <a:custGeom>
              <a:avLst/>
              <a:gdLst/>
              <a:ahLst/>
              <a:cxnLst/>
              <a:rect l="l" t="t" r="r" b="b"/>
              <a:pathLst>
                <a:path w="4161" h="4569" extrusionOk="0">
                  <a:moveTo>
                    <a:pt x="1866" y="929"/>
                  </a:moveTo>
                  <a:cubicBezTo>
                    <a:pt x="2615" y="929"/>
                    <a:pt x="3222" y="1536"/>
                    <a:pt x="3222" y="2286"/>
                  </a:cubicBezTo>
                  <a:cubicBezTo>
                    <a:pt x="3222" y="3033"/>
                    <a:pt x="2615" y="3642"/>
                    <a:pt x="1866" y="3642"/>
                  </a:cubicBezTo>
                  <a:cubicBezTo>
                    <a:pt x="1117" y="3642"/>
                    <a:pt x="510" y="3035"/>
                    <a:pt x="510" y="2286"/>
                  </a:cubicBezTo>
                  <a:cubicBezTo>
                    <a:pt x="510" y="1536"/>
                    <a:pt x="1117" y="929"/>
                    <a:pt x="1866" y="929"/>
                  </a:cubicBezTo>
                  <a:close/>
                  <a:moveTo>
                    <a:pt x="1876" y="1"/>
                  </a:moveTo>
                  <a:cubicBezTo>
                    <a:pt x="1770" y="1"/>
                    <a:pt x="1664" y="8"/>
                    <a:pt x="1557" y="24"/>
                  </a:cubicBezTo>
                  <a:cubicBezTo>
                    <a:pt x="1511" y="136"/>
                    <a:pt x="1469" y="269"/>
                    <a:pt x="1432" y="424"/>
                  </a:cubicBezTo>
                  <a:cubicBezTo>
                    <a:pt x="1231" y="471"/>
                    <a:pt x="1042" y="550"/>
                    <a:pt x="872" y="656"/>
                  </a:cubicBezTo>
                  <a:cubicBezTo>
                    <a:pt x="742" y="577"/>
                    <a:pt x="624" y="513"/>
                    <a:pt x="518" y="467"/>
                  </a:cubicBezTo>
                  <a:cubicBezTo>
                    <a:pt x="515" y="469"/>
                    <a:pt x="1" y="1111"/>
                    <a:pt x="1" y="2044"/>
                  </a:cubicBezTo>
                  <a:cubicBezTo>
                    <a:pt x="1" y="2977"/>
                    <a:pt x="518" y="3740"/>
                    <a:pt x="518" y="3740"/>
                  </a:cubicBezTo>
                  <a:lnTo>
                    <a:pt x="518" y="4103"/>
                  </a:lnTo>
                  <a:cubicBezTo>
                    <a:pt x="624" y="4056"/>
                    <a:pt x="742" y="3993"/>
                    <a:pt x="872" y="3914"/>
                  </a:cubicBezTo>
                  <a:cubicBezTo>
                    <a:pt x="1043" y="4019"/>
                    <a:pt x="1232" y="4098"/>
                    <a:pt x="1432" y="4146"/>
                  </a:cubicBezTo>
                  <a:cubicBezTo>
                    <a:pt x="1460" y="4264"/>
                    <a:pt x="1491" y="4371"/>
                    <a:pt x="1525" y="4464"/>
                  </a:cubicBezTo>
                  <a:cubicBezTo>
                    <a:pt x="1543" y="4514"/>
                    <a:pt x="1588" y="4550"/>
                    <a:pt x="1641" y="4556"/>
                  </a:cubicBezTo>
                  <a:cubicBezTo>
                    <a:pt x="1718" y="4564"/>
                    <a:pt x="1795" y="4568"/>
                    <a:pt x="1873" y="4568"/>
                  </a:cubicBezTo>
                  <a:cubicBezTo>
                    <a:pt x="1951" y="4568"/>
                    <a:pt x="2029" y="4564"/>
                    <a:pt x="2108" y="4556"/>
                  </a:cubicBezTo>
                  <a:cubicBezTo>
                    <a:pt x="2160" y="4551"/>
                    <a:pt x="2207" y="4515"/>
                    <a:pt x="2224" y="4464"/>
                  </a:cubicBezTo>
                  <a:cubicBezTo>
                    <a:pt x="2256" y="4371"/>
                    <a:pt x="2288" y="4264"/>
                    <a:pt x="2316" y="4146"/>
                  </a:cubicBezTo>
                  <a:cubicBezTo>
                    <a:pt x="2518" y="4098"/>
                    <a:pt x="2707" y="4019"/>
                    <a:pt x="2877" y="3914"/>
                  </a:cubicBezTo>
                  <a:cubicBezTo>
                    <a:pt x="2981" y="3977"/>
                    <a:pt x="3077" y="4032"/>
                    <a:pt x="3168" y="4074"/>
                  </a:cubicBezTo>
                  <a:cubicBezTo>
                    <a:pt x="3187" y="4083"/>
                    <a:pt x="3208" y="4087"/>
                    <a:pt x="3228" y="4087"/>
                  </a:cubicBezTo>
                  <a:cubicBezTo>
                    <a:pt x="3259" y="4087"/>
                    <a:pt x="3290" y="4077"/>
                    <a:pt x="3316" y="4056"/>
                  </a:cubicBezTo>
                  <a:cubicBezTo>
                    <a:pt x="3438" y="3958"/>
                    <a:pt x="3548" y="3847"/>
                    <a:pt x="3646" y="3726"/>
                  </a:cubicBezTo>
                  <a:cubicBezTo>
                    <a:pt x="3680" y="3685"/>
                    <a:pt x="3685" y="3627"/>
                    <a:pt x="3663" y="3579"/>
                  </a:cubicBezTo>
                  <a:cubicBezTo>
                    <a:pt x="3620" y="3490"/>
                    <a:pt x="3567" y="3391"/>
                    <a:pt x="3503" y="3289"/>
                  </a:cubicBezTo>
                  <a:cubicBezTo>
                    <a:pt x="3609" y="3117"/>
                    <a:pt x="3688" y="2929"/>
                    <a:pt x="3735" y="2729"/>
                  </a:cubicBezTo>
                  <a:cubicBezTo>
                    <a:pt x="3853" y="2700"/>
                    <a:pt x="3959" y="2669"/>
                    <a:pt x="4053" y="2636"/>
                  </a:cubicBezTo>
                  <a:cubicBezTo>
                    <a:pt x="4103" y="2618"/>
                    <a:pt x="4140" y="2573"/>
                    <a:pt x="4145" y="2520"/>
                  </a:cubicBezTo>
                  <a:cubicBezTo>
                    <a:pt x="4161" y="2366"/>
                    <a:pt x="4161" y="2210"/>
                    <a:pt x="4145" y="2054"/>
                  </a:cubicBezTo>
                  <a:cubicBezTo>
                    <a:pt x="4140" y="1998"/>
                    <a:pt x="4105" y="1953"/>
                    <a:pt x="4053" y="1934"/>
                  </a:cubicBezTo>
                  <a:cubicBezTo>
                    <a:pt x="3959" y="1902"/>
                    <a:pt x="3853" y="1870"/>
                    <a:pt x="3734" y="1843"/>
                  </a:cubicBezTo>
                  <a:cubicBezTo>
                    <a:pt x="3687" y="1640"/>
                    <a:pt x="3608" y="1452"/>
                    <a:pt x="3502" y="1281"/>
                  </a:cubicBezTo>
                  <a:cubicBezTo>
                    <a:pt x="3566" y="1178"/>
                    <a:pt x="3620" y="1081"/>
                    <a:pt x="3663" y="990"/>
                  </a:cubicBezTo>
                  <a:cubicBezTo>
                    <a:pt x="3685" y="942"/>
                    <a:pt x="3680" y="885"/>
                    <a:pt x="3645" y="842"/>
                  </a:cubicBezTo>
                  <a:cubicBezTo>
                    <a:pt x="3528" y="698"/>
                    <a:pt x="3394" y="569"/>
                    <a:pt x="3247" y="460"/>
                  </a:cubicBezTo>
                  <a:cubicBezTo>
                    <a:pt x="3136" y="508"/>
                    <a:pt x="3012" y="573"/>
                    <a:pt x="2878" y="656"/>
                  </a:cubicBezTo>
                  <a:cubicBezTo>
                    <a:pt x="2706" y="550"/>
                    <a:pt x="2518" y="471"/>
                    <a:pt x="2317" y="424"/>
                  </a:cubicBezTo>
                  <a:cubicBezTo>
                    <a:pt x="2289" y="305"/>
                    <a:pt x="2257" y="199"/>
                    <a:pt x="2225" y="105"/>
                  </a:cubicBezTo>
                  <a:cubicBezTo>
                    <a:pt x="2207" y="55"/>
                    <a:pt x="2161" y="19"/>
                    <a:pt x="2109" y="13"/>
                  </a:cubicBezTo>
                  <a:cubicBezTo>
                    <a:pt x="2032" y="5"/>
                    <a:pt x="1954" y="1"/>
                    <a:pt x="1876"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3566;p80">
              <a:extLst>
                <a:ext uri="{FF2B5EF4-FFF2-40B4-BE49-F238E27FC236}">
                  <a16:creationId xmlns:a16="http://schemas.microsoft.com/office/drawing/2014/main" id="{629FEF70-D520-FF27-E93D-7422EDC057A8}"/>
                </a:ext>
              </a:extLst>
            </p:cNvPr>
            <p:cNvSpPr/>
            <p:nvPr/>
          </p:nvSpPr>
          <p:spPr>
            <a:xfrm>
              <a:off x="3171792" y="2771866"/>
              <a:ext cx="166790" cy="166544"/>
            </a:xfrm>
            <a:custGeom>
              <a:avLst/>
              <a:gdLst/>
              <a:ahLst/>
              <a:cxnLst/>
              <a:rect l="l" t="t" r="r" b="b"/>
              <a:pathLst>
                <a:path w="4074" h="4068" extrusionOk="0">
                  <a:moveTo>
                    <a:pt x="2284" y="927"/>
                  </a:moveTo>
                  <a:cubicBezTo>
                    <a:pt x="3033" y="927"/>
                    <a:pt x="3640" y="1534"/>
                    <a:pt x="3640" y="2283"/>
                  </a:cubicBezTo>
                  <a:cubicBezTo>
                    <a:pt x="3640" y="3032"/>
                    <a:pt x="3033" y="3639"/>
                    <a:pt x="2284" y="3639"/>
                  </a:cubicBezTo>
                  <a:cubicBezTo>
                    <a:pt x="1535" y="3639"/>
                    <a:pt x="929" y="3032"/>
                    <a:pt x="929" y="2283"/>
                  </a:cubicBezTo>
                  <a:cubicBezTo>
                    <a:pt x="929" y="1534"/>
                    <a:pt x="1535" y="927"/>
                    <a:pt x="2284" y="927"/>
                  </a:cubicBezTo>
                  <a:close/>
                  <a:moveTo>
                    <a:pt x="2286" y="1"/>
                  </a:moveTo>
                  <a:cubicBezTo>
                    <a:pt x="2208" y="1"/>
                    <a:pt x="2130" y="5"/>
                    <a:pt x="2052" y="13"/>
                  </a:cubicBezTo>
                  <a:cubicBezTo>
                    <a:pt x="1999" y="18"/>
                    <a:pt x="1953" y="54"/>
                    <a:pt x="1936" y="105"/>
                  </a:cubicBezTo>
                  <a:cubicBezTo>
                    <a:pt x="1902" y="198"/>
                    <a:pt x="1871" y="306"/>
                    <a:pt x="1843" y="423"/>
                  </a:cubicBezTo>
                  <a:cubicBezTo>
                    <a:pt x="1642" y="470"/>
                    <a:pt x="1453" y="550"/>
                    <a:pt x="1283" y="655"/>
                  </a:cubicBezTo>
                  <a:cubicBezTo>
                    <a:pt x="1179" y="592"/>
                    <a:pt x="1083" y="538"/>
                    <a:pt x="993" y="496"/>
                  </a:cubicBezTo>
                  <a:cubicBezTo>
                    <a:pt x="973" y="486"/>
                    <a:pt x="952" y="482"/>
                    <a:pt x="931" y="482"/>
                  </a:cubicBezTo>
                  <a:cubicBezTo>
                    <a:pt x="901" y="482"/>
                    <a:pt x="870" y="492"/>
                    <a:pt x="845" y="513"/>
                  </a:cubicBezTo>
                  <a:cubicBezTo>
                    <a:pt x="723" y="612"/>
                    <a:pt x="613" y="723"/>
                    <a:pt x="515" y="842"/>
                  </a:cubicBezTo>
                  <a:cubicBezTo>
                    <a:pt x="481" y="884"/>
                    <a:pt x="476" y="941"/>
                    <a:pt x="498" y="990"/>
                  </a:cubicBezTo>
                  <a:cubicBezTo>
                    <a:pt x="540" y="1079"/>
                    <a:pt x="594" y="1177"/>
                    <a:pt x="657" y="1280"/>
                  </a:cubicBezTo>
                  <a:cubicBezTo>
                    <a:pt x="552" y="1452"/>
                    <a:pt x="473" y="1641"/>
                    <a:pt x="425" y="1841"/>
                  </a:cubicBezTo>
                  <a:cubicBezTo>
                    <a:pt x="308" y="1868"/>
                    <a:pt x="202" y="1900"/>
                    <a:pt x="108" y="1933"/>
                  </a:cubicBezTo>
                  <a:cubicBezTo>
                    <a:pt x="58" y="1952"/>
                    <a:pt x="21" y="1996"/>
                    <a:pt x="16" y="2049"/>
                  </a:cubicBezTo>
                  <a:cubicBezTo>
                    <a:pt x="0" y="2203"/>
                    <a:pt x="0" y="2359"/>
                    <a:pt x="16" y="2516"/>
                  </a:cubicBezTo>
                  <a:cubicBezTo>
                    <a:pt x="21" y="2569"/>
                    <a:pt x="56" y="2614"/>
                    <a:pt x="108" y="2632"/>
                  </a:cubicBezTo>
                  <a:cubicBezTo>
                    <a:pt x="202" y="2665"/>
                    <a:pt x="308" y="2697"/>
                    <a:pt x="425" y="2724"/>
                  </a:cubicBezTo>
                  <a:cubicBezTo>
                    <a:pt x="473" y="2926"/>
                    <a:pt x="552" y="3114"/>
                    <a:pt x="657" y="3284"/>
                  </a:cubicBezTo>
                  <a:cubicBezTo>
                    <a:pt x="594" y="3388"/>
                    <a:pt x="540" y="3485"/>
                    <a:pt x="498" y="3574"/>
                  </a:cubicBezTo>
                  <a:cubicBezTo>
                    <a:pt x="476" y="3624"/>
                    <a:pt x="481" y="3680"/>
                    <a:pt x="515" y="3722"/>
                  </a:cubicBezTo>
                  <a:cubicBezTo>
                    <a:pt x="575" y="3795"/>
                    <a:pt x="638" y="3864"/>
                    <a:pt x="704" y="3927"/>
                  </a:cubicBezTo>
                  <a:cubicBezTo>
                    <a:pt x="704" y="3927"/>
                    <a:pt x="1073" y="3869"/>
                    <a:pt x="1246" y="3761"/>
                  </a:cubicBezTo>
                  <a:cubicBezTo>
                    <a:pt x="1533" y="3955"/>
                    <a:pt x="1877" y="4067"/>
                    <a:pt x="2249" y="4067"/>
                  </a:cubicBezTo>
                  <a:cubicBezTo>
                    <a:pt x="2260" y="4067"/>
                    <a:pt x="2270" y="4067"/>
                    <a:pt x="2280" y="4067"/>
                  </a:cubicBezTo>
                  <a:cubicBezTo>
                    <a:pt x="3256" y="4051"/>
                    <a:pt x="4052" y="3255"/>
                    <a:pt x="4067" y="2280"/>
                  </a:cubicBezTo>
                  <a:cubicBezTo>
                    <a:pt x="4074" y="1896"/>
                    <a:pt x="3960" y="1540"/>
                    <a:pt x="3764" y="1244"/>
                  </a:cubicBezTo>
                  <a:cubicBezTo>
                    <a:pt x="3872" y="1072"/>
                    <a:pt x="3930" y="702"/>
                    <a:pt x="3930" y="702"/>
                  </a:cubicBezTo>
                  <a:cubicBezTo>
                    <a:pt x="3865" y="634"/>
                    <a:pt x="3796" y="571"/>
                    <a:pt x="3726" y="513"/>
                  </a:cubicBezTo>
                  <a:cubicBezTo>
                    <a:pt x="3700" y="492"/>
                    <a:pt x="3670" y="482"/>
                    <a:pt x="3639" y="482"/>
                  </a:cubicBezTo>
                  <a:cubicBezTo>
                    <a:pt x="3618" y="482"/>
                    <a:pt x="3597" y="486"/>
                    <a:pt x="3578" y="496"/>
                  </a:cubicBezTo>
                  <a:cubicBezTo>
                    <a:pt x="3488" y="538"/>
                    <a:pt x="3390" y="592"/>
                    <a:pt x="3288" y="655"/>
                  </a:cubicBezTo>
                  <a:cubicBezTo>
                    <a:pt x="3116" y="550"/>
                    <a:pt x="2928" y="470"/>
                    <a:pt x="2727" y="423"/>
                  </a:cubicBezTo>
                  <a:cubicBezTo>
                    <a:pt x="2699" y="306"/>
                    <a:pt x="2667" y="198"/>
                    <a:pt x="2635" y="105"/>
                  </a:cubicBezTo>
                  <a:cubicBezTo>
                    <a:pt x="2617" y="55"/>
                    <a:pt x="2571" y="18"/>
                    <a:pt x="2519" y="13"/>
                  </a:cubicBezTo>
                  <a:cubicBezTo>
                    <a:pt x="2442" y="5"/>
                    <a:pt x="2364" y="1"/>
                    <a:pt x="22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3567;p80">
              <a:extLst>
                <a:ext uri="{FF2B5EF4-FFF2-40B4-BE49-F238E27FC236}">
                  <a16:creationId xmlns:a16="http://schemas.microsoft.com/office/drawing/2014/main" id="{798A4B49-8E4D-A6CE-F033-644F5FC1BF1D}"/>
                </a:ext>
              </a:extLst>
            </p:cNvPr>
            <p:cNvSpPr/>
            <p:nvPr/>
          </p:nvSpPr>
          <p:spPr>
            <a:xfrm>
              <a:off x="3200409" y="2800647"/>
              <a:ext cx="158479" cy="158192"/>
            </a:xfrm>
            <a:custGeom>
              <a:avLst/>
              <a:gdLst/>
              <a:ahLst/>
              <a:cxnLst/>
              <a:rect l="l" t="t" r="r" b="b"/>
              <a:pathLst>
                <a:path w="3871" h="3864" extrusionOk="0">
                  <a:moveTo>
                    <a:pt x="3229" y="1"/>
                  </a:moveTo>
                  <a:cubicBezTo>
                    <a:pt x="3149" y="152"/>
                    <a:pt x="3065" y="298"/>
                    <a:pt x="2979" y="441"/>
                  </a:cubicBezTo>
                  <a:cubicBezTo>
                    <a:pt x="2952" y="485"/>
                    <a:pt x="2952" y="541"/>
                    <a:pt x="2979" y="585"/>
                  </a:cubicBezTo>
                  <a:cubicBezTo>
                    <a:pt x="3139" y="854"/>
                    <a:pt x="3231" y="1171"/>
                    <a:pt x="3224" y="1508"/>
                  </a:cubicBezTo>
                  <a:cubicBezTo>
                    <a:pt x="3208" y="2445"/>
                    <a:pt x="2445" y="3208"/>
                    <a:pt x="1508" y="3224"/>
                  </a:cubicBezTo>
                  <a:cubicBezTo>
                    <a:pt x="1499" y="3224"/>
                    <a:pt x="1490" y="3224"/>
                    <a:pt x="1480" y="3224"/>
                  </a:cubicBezTo>
                  <a:cubicBezTo>
                    <a:pt x="1153" y="3224"/>
                    <a:pt x="847" y="3135"/>
                    <a:pt x="585" y="2979"/>
                  </a:cubicBezTo>
                  <a:cubicBezTo>
                    <a:pt x="563" y="2966"/>
                    <a:pt x="538" y="2959"/>
                    <a:pt x="513" y="2959"/>
                  </a:cubicBezTo>
                  <a:cubicBezTo>
                    <a:pt x="488" y="2959"/>
                    <a:pt x="463" y="2966"/>
                    <a:pt x="441" y="2979"/>
                  </a:cubicBezTo>
                  <a:cubicBezTo>
                    <a:pt x="298" y="3066"/>
                    <a:pt x="152" y="3149"/>
                    <a:pt x="1" y="3229"/>
                  </a:cubicBezTo>
                  <a:cubicBezTo>
                    <a:pt x="47" y="3273"/>
                    <a:pt x="93" y="3316"/>
                    <a:pt x="142" y="3355"/>
                  </a:cubicBezTo>
                  <a:cubicBezTo>
                    <a:pt x="167" y="3376"/>
                    <a:pt x="198" y="3386"/>
                    <a:pt x="229" y="3386"/>
                  </a:cubicBezTo>
                  <a:cubicBezTo>
                    <a:pt x="249" y="3386"/>
                    <a:pt x="270" y="3381"/>
                    <a:pt x="290" y="3372"/>
                  </a:cubicBezTo>
                  <a:cubicBezTo>
                    <a:pt x="383" y="3326"/>
                    <a:pt x="479" y="3273"/>
                    <a:pt x="583" y="3210"/>
                  </a:cubicBezTo>
                  <a:cubicBezTo>
                    <a:pt x="754" y="3316"/>
                    <a:pt x="943" y="3395"/>
                    <a:pt x="1143" y="3442"/>
                  </a:cubicBezTo>
                  <a:cubicBezTo>
                    <a:pt x="1171" y="3559"/>
                    <a:pt x="1202" y="3666"/>
                    <a:pt x="1235" y="3760"/>
                  </a:cubicBezTo>
                  <a:cubicBezTo>
                    <a:pt x="1254" y="3809"/>
                    <a:pt x="1298" y="3846"/>
                    <a:pt x="1351" y="3852"/>
                  </a:cubicBezTo>
                  <a:cubicBezTo>
                    <a:pt x="1429" y="3860"/>
                    <a:pt x="1506" y="3864"/>
                    <a:pt x="1584" y="3864"/>
                  </a:cubicBezTo>
                  <a:cubicBezTo>
                    <a:pt x="1662" y="3864"/>
                    <a:pt x="1740" y="3860"/>
                    <a:pt x="1819" y="3852"/>
                  </a:cubicBezTo>
                  <a:cubicBezTo>
                    <a:pt x="1871" y="3846"/>
                    <a:pt x="1918" y="3812"/>
                    <a:pt x="1935" y="3760"/>
                  </a:cubicBezTo>
                  <a:cubicBezTo>
                    <a:pt x="1967" y="3666"/>
                    <a:pt x="1999" y="3559"/>
                    <a:pt x="2026" y="3442"/>
                  </a:cubicBezTo>
                  <a:cubicBezTo>
                    <a:pt x="2229" y="3395"/>
                    <a:pt x="2417" y="3316"/>
                    <a:pt x="2588" y="3210"/>
                  </a:cubicBezTo>
                  <a:cubicBezTo>
                    <a:pt x="2690" y="3273"/>
                    <a:pt x="2788" y="3327"/>
                    <a:pt x="2878" y="3369"/>
                  </a:cubicBezTo>
                  <a:cubicBezTo>
                    <a:pt x="2897" y="3378"/>
                    <a:pt x="2918" y="3383"/>
                    <a:pt x="2939" y="3383"/>
                  </a:cubicBezTo>
                  <a:cubicBezTo>
                    <a:pt x="2970" y="3383"/>
                    <a:pt x="3000" y="3373"/>
                    <a:pt x="3026" y="3353"/>
                  </a:cubicBezTo>
                  <a:cubicBezTo>
                    <a:pt x="3148" y="3253"/>
                    <a:pt x="3258" y="3143"/>
                    <a:pt x="3355" y="3022"/>
                  </a:cubicBezTo>
                  <a:cubicBezTo>
                    <a:pt x="3390" y="2980"/>
                    <a:pt x="3395" y="2923"/>
                    <a:pt x="3372" y="2875"/>
                  </a:cubicBezTo>
                  <a:cubicBezTo>
                    <a:pt x="3329" y="2785"/>
                    <a:pt x="3276" y="2688"/>
                    <a:pt x="3212" y="2584"/>
                  </a:cubicBezTo>
                  <a:cubicBezTo>
                    <a:pt x="3318" y="2414"/>
                    <a:pt x="3397" y="2225"/>
                    <a:pt x="3444" y="2024"/>
                  </a:cubicBezTo>
                  <a:cubicBezTo>
                    <a:pt x="3561" y="1997"/>
                    <a:pt x="3669" y="1965"/>
                    <a:pt x="3762" y="1931"/>
                  </a:cubicBezTo>
                  <a:cubicBezTo>
                    <a:pt x="3813" y="1913"/>
                    <a:pt x="3850" y="1868"/>
                    <a:pt x="3855" y="1815"/>
                  </a:cubicBezTo>
                  <a:cubicBezTo>
                    <a:pt x="3871" y="1661"/>
                    <a:pt x="3871" y="1506"/>
                    <a:pt x="3855" y="1349"/>
                  </a:cubicBezTo>
                  <a:cubicBezTo>
                    <a:pt x="3850" y="1296"/>
                    <a:pt x="3814" y="1250"/>
                    <a:pt x="3762" y="1233"/>
                  </a:cubicBezTo>
                  <a:cubicBezTo>
                    <a:pt x="3669" y="1200"/>
                    <a:pt x="3561" y="1169"/>
                    <a:pt x="3444" y="1140"/>
                  </a:cubicBezTo>
                  <a:cubicBezTo>
                    <a:pt x="3397" y="939"/>
                    <a:pt x="3318" y="750"/>
                    <a:pt x="3212" y="580"/>
                  </a:cubicBezTo>
                  <a:cubicBezTo>
                    <a:pt x="3276" y="478"/>
                    <a:pt x="3329" y="379"/>
                    <a:pt x="3372" y="290"/>
                  </a:cubicBezTo>
                  <a:cubicBezTo>
                    <a:pt x="3396" y="241"/>
                    <a:pt x="3390" y="184"/>
                    <a:pt x="3355" y="142"/>
                  </a:cubicBezTo>
                  <a:cubicBezTo>
                    <a:pt x="3316" y="93"/>
                    <a:pt x="3273" y="46"/>
                    <a:pt x="32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3568;p80">
              <a:extLst>
                <a:ext uri="{FF2B5EF4-FFF2-40B4-BE49-F238E27FC236}">
                  <a16:creationId xmlns:a16="http://schemas.microsoft.com/office/drawing/2014/main" id="{66AAE69F-FDD2-710E-0C86-BC35E04953C4}"/>
                </a:ext>
              </a:extLst>
            </p:cNvPr>
            <p:cNvSpPr/>
            <p:nvPr/>
          </p:nvSpPr>
          <p:spPr>
            <a:xfrm>
              <a:off x="3428609" y="2755777"/>
              <a:ext cx="92320" cy="203103"/>
            </a:xfrm>
            <a:custGeom>
              <a:avLst/>
              <a:gdLst/>
              <a:ahLst/>
              <a:cxnLst/>
              <a:rect l="l" t="t" r="r" b="b"/>
              <a:pathLst>
                <a:path w="2255" h="4961" extrusionOk="0">
                  <a:moveTo>
                    <a:pt x="1810" y="0"/>
                  </a:moveTo>
                  <a:cubicBezTo>
                    <a:pt x="1664" y="0"/>
                    <a:pt x="1549" y="52"/>
                    <a:pt x="1516" y="146"/>
                  </a:cubicBezTo>
                  <a:lnTo>
                    <a:pt x="1" y="4497"/>
                  </a:lnTo>
                  <a:lnTo>
                    <a:pt x="714" y="4960"/>
                  </a:lnTo>
                  <a:lnTo>
                    <a:pt x="2254" y="145"/>
                  </a:lnTo>
                  <a:cubicBezTo>
                    <a:pt x="2199" y="105"/>
                    <a:pt x="2132" y="70"/>
                    <a:pt x="2058" y="45"/>
                  </a:cubicBezTo>
                  <a:cubicBezTo>
                    <a:pt x="1972" y="15"/>
                    <a:pt x="1887" y="0"/>
                    <a:pt x="181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3569;p80">
              <a:extLst>
                <a:ext uri="{FF2B5EF4-FFF2-40B4-BE49-F238E27FC236}">
                  <a16:creationId xmlns:a16="http://schemas.microsoft.com/office/drawing/2014/main" id="{F2E04C5C-ED15-FBD8-8234-994F686B120C}"/>
                </a:ext>
              </a:extLst>
            </p:cNvPr>
            <p:cNvSpPr/>
            <p:nvPr/>
          </p:nvSpPr>
          <p:spPr>
            <a:xfrm>
              <a:off x="3455588" y="2761672"/>
              <a:ext cx="73569" cy="197208"/>
            </a:xfrm>
            <a:custGeom>
              <a:avLst/>
              <a:gdLst/>
              <a:ahLst/>
              <a:cxnLst/>
              <a:rect l="l" t="t" r="r" b="b"/>
              <a:pathLst>
                <a:path w="1797" h="4817" extrusionOk="0">
                  <a:moveTo>
                    <a:pt x="1596" y="1"/>
                  </a:moveTo>
                  <a:lnTo>
                    <a:pt x="1" y="4582"/>
                  </a:lnTo>
                  <a:lnTo>
                    <a:pt x="55" y="4816"/>
                  </a:lnTo>
                  <a:lnTo>
                    <a:pt x="246" y="4669"/>
                  </a:lnTo>
                  <a:lnTo>
                    <a:pt x="1762" y="317"/>
                  </a:lnTo>
                  <a:cubicBezTo>
                    <a:pt x="1797" y="216"/>
                    <a:pt x="1727" y="95"/>
                    <a:pt x="15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3570;p80">
              <a:extLst>
                <a:ext uri="{FF2B5EF4-FFF2-40B4-BE49-F238E27FC236}">
                  <a16:creationId xmlns:a16="http://schemas.microsoft.com/office/drawing/2014/main" id="{E4F4CB93-5E89-E583-BED1-5386DF677B9F}"/>
                </a:ext>
              </a:extLst>
            </p:cNvPr>
            <p:cNvSpPr/>
            <p:nvPr/>
          </p:nvSpPr>
          <p:spPr>
            <a:xfrm>
              <a:off x="3427340" y="2939884"/>
              <a:ext cx="30951" cy="49865"/>
            </a:xfrm>
            <a:custGeom>
              <a:avLst/>
              <a:gdLst/>
              <a:ahLst/>
              <a:cxnLst/>
              <a:rect l="l" t="t" r="r" b="b"/>
              <a:pathLst>
                <a:path w="756" h="1218" extrusionOk="0">
                  <a:moveTo>
                    <a:pt x="23" y="0"/>
                  </a:moveTo>
                  <a:lnTo>
                    <a:pt x="23" y="1"/>
                  </a:lnTo>
                  <a:cubicBezTo>
                    <a:pt x="9" y="43"/>
                    <a:pt x="1" y="89"/>
                    <a:pt x="1" y="134"/>
                  </a:cubicBezTo>
                  <a:lnTo>
                    <a:pt x="1" y="1173"/>
                  </a:lnTo>
                  <a:cubicBezTo>
                    <a:pt x="1" y="1189"/>
                    <a:pt x="4" y="1204"/>
                    <a:pt x="9" y="1218"/>
                  </a:cubicBezTo>
                  <a:lnTo>
                    <a:pt x="738" y="463"/>
                  </a:lnTo>
                  <a:cubicBezTo>
                    <a:pt x="755" y="438"/>
                    <a:pt x="740" y="316"/>
                    <a:pt x="683" y="229"/>
                  </a:cubicBezTo>
                  <a:lnTo>
                    <a:pt x="23"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3571;p80">
              <a:extLst>
                <a:ext uri="{FF2B5EF4-FFF2-40B4-BE49-F238E27FC236}">
                  <a16:creationId xmlns:a16="http://schemas.microsoft.com/office/drawing/2014/main" id="{F89728A6-7629-6BAA-3021-9231A8541231}"/>
                </a:ext>
              </a:extLst>
            </p:cNvPr>
            <p:cNvSpPr/>
            <p:nvPr/>
          </p:nvSpPr>
          <p:spPr>
            <a:xfrm>
              <a:off x="3427995" y="2949259"/>
              <a:ext cx="37706" cy="43724"/>
            </a:xfrm>
            <a:custGeom>
              <a:avLst/>
              <a:gdLst/>
              <a:ahLst/>
              <a:cxnLst/>
              <a:rect l="l" t="t" r="r" b="b"/>
              <a:pathLst>
                <a:path w="921" h="1068" extrusionOk="0">
                  <a:moveTo>
                    <a:pt x="675" y="0"/>
                  </a:moveTo>
                  <a:cubicBezTo>
                    <a:pt x="659" y="44"/>
                    <a:pt x="655" y="52"/>
                    <a:pt x="638" y="77"/>
                  </a:cubicBezTo>
                  <a:lnTo>
                    <a:pt x="1" y="989"/>
                  </a:lnTo>
                  <a:cubicBezTo>
                    <a:pt x="19" y="1037"/>
                    <a:pt x="67" y="1067"/>
                    <a:pt x="117" y="1067"/>
                  </a:cubicBezTo>
                  <a:cubicBezTo>
                    <a:pt x="151" y="1067"/>
                    <a:pt x="185" y="1053"/>
                    <a:pt x="211" y="1021"/>
                  </a:cubicBezTo>
                  <a:lnTo>
                    <a:pt x="855" y="208"/>
                  </a:lnTo>
                  <a:cubicBezTo>
                    <a:pt x="883" y="172"/>
                    <a:pt x="905" y="131"/>
                    <a:pt x="921" y="89"/>
                  </a:cubicBezTo>
                  <a:lnTo>
                    <a:pt x="921" y="88"/>
                  </a:lnTo>
                  <a:lnTo>
                    <a:pt x="675"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5" name="Google Shape;3572;p80">
            <a:extLst>
              <a:ext uri="{FF2B5EF4-FFF2-40B4-BE49-F238E27FC236}">
                <a16:creationId xmlns:a16="http://schemas.microsoft.com/office/drawing/2014/main" id="{F789F6F2-13CE-652A-2054-492B6CCCFEE7}"/>
              </a:ext>
            </a:extLst>
          </p:cNvPr>
          <p:cNvGrpSpPr/>
          <p:nvPr/>
        </p:nvGrpSpPr>
        <p:grpSpPr>
          <a:xfrm>
            <a:off x="5047607" y="5682248"/>
            <a:ext cx="785936" cy="638191"/>
            <a:chOff x="3159797" y="3886826"/>
            <a:chExt cx="380988" cy="318022"/>
          </a:xfrm>
        </p:grpSpPr>
        <p:sp>
          <p:nvSpPr>
            <p:cNvPr id="606" name="Google Shape;3573;p80">
              <a:extLst>
                <a:ext uri="{FF2B5EF4-FFF2-40B4-BE49-F238E27FC236}">
                  <a16:creationId xmlns:a16="http://schemas.microsoft.com/office/drawing/2014/main" id="{6C76B884-55E3-9B5D-9413-88C4D7678C1D}"/>
                </a:ext>
              </a:extLst>
            </p:cNvPr>
            <p:cNvSpPr/>
            <p:nvPr/>
          </p:nvSpPr>
          <p:spPr>
            <a:xfrm>
              <a:off x="3203807" y="3886826"/>
              <a:ext cx="271801" cy="271596"/>
            </a:xfrm>
            <a:custGeom>
              <a:avLst/>
              <a:gdLst/>
              <a:ahLst/>
              <a:cxnLst/>
              <a:rect l="l" t="t" r="r" b="b"/>
              <a:pathLst>
                <a:path w="6639" h="6634" extrusionOk="0">
                  <a:moveTo>
                    <a:pt x="3570" y="1221"/>
                  </a:moveTo>
                  <a:cubicBezTo>
                    <a:pt x="4864" y="1221"/>
                    <a:pt x="5913" y="2270"/>
                    <a:pt x="5913" y="3563"/>
                  </a:cubicBezTo>
                  <a:cubicBezTo>
                    <a:pt x="5913" y="4857"/>
                    <a:pt x="4864" y="5906"/>
                    <a:pt x="3570" y="5906"/>
                  </a:cubicBezTo>
                  <a:cubicBezTo>
                    <a:pt x="3378" y="5906"/>
                    <a:pt x="3193" y="5884"/>
                    <a:pt x="3014" y="5839"/>
                  </a:cubicBezTo>
                  <a:cubicBezTo>
                    <a:pt x="2594" y="5839"/>
                    <a:pt x="2454" y="5623"/>
                    <a:pt x="2454" y="5623"/>
                  </a:cubicBezTo>
                  <a:cubicBezTo>
                    <a:pt x="1724" y="5226"/>
                    <a:pt x="1228" y="4454"/>
                    <a:pt x="1228" y="3563"/>
                  </a:cubicBezTo>
                  <a:cubicBezTo>
                    <a:pt x="1228" y="2271"/>
                    <a:pt x="2276" y="1221"/>
                    <a:pt x="3570" y="1221"/>
                  </a:cubicBezTo>
                  <a:close/>
                  <a:moveTo>
                    <a:pt x="2911" y="0"/>
                  </a:moveTo>
                  <a:cubicBezTo>
                    <a:pt x="2903" y="0"/>
                    <a:pt x="2894" y="1"/>
                    <a:pt x="2886" y="3"/>
                  </a:cubicBezTo>
                  <a:cubicBezTo>
                    <a:pt x="2717" y="35"/>
                    <a:pt x="2550" y="79"/>
                    <a:pt x="2386" y="136"/>
                  </a:cubicBezTo>
                  <a:cubicBezTo>
                    <a:pt x="2330" y="156"/>
                    <a:pt x="2293" y="208"/>
                    <a:pt x="2293" y="267"/>
                  </a:cubicBezTo>
                  <a:cubicBezTo>
                    <a:pt x="2293" y="382"/>
                    <a:pt x="2296" y="506"/>
                    <a:pt x="2302" y="638"/>
                  </a:cubicBezTo>
                  <a:cubicBezTo>
                    <a:pt x="2084" y="733"/>
                    <a:pt x="1873" y="854"/>
                    <a:pt x="1675" y="1001"/>
                  </a:cubicBezTo>
                  <a:cubicBezTo>
                    <a:pt x="1565" y="930"/>
                    <a:pt x="1458" y="865"/>
                    <a:pt x="1359" y="809"/>
                  </a:cubicBezTo>
                  <a:cubicBezTo>
                    <a:pt x="1337" y="796"/>
                    <a:pt x="1313" y="790"/>
                    <a:pt x="1289" y="790"/>
                  </a:cubicBezTo>
                  <a:cubicBezTo>
                    <a:pt x="1257" y="790"/>
                    <a:pt x="1224" y="801"/>
                    <a:pt x="1198" y="824"/>
                  </a:cubicBezTo>
                  <a:cubicBezTo>
                    <a:pt x="1134" y="879"/>
                    <a:pt x="1071" y="938"/>
                    <a:pt x="1010" y="1001"/>
                  </a:cubicBezTo>
                  <a:cubicBezTo>
                    <a:pt x="947" y="1063"/>
                    <a:pt x="889" y="1125"/>
                    <a:pt x="833" y="1190"/>
                  </a:cubicBezTo>
                  <a:cubicBezTo>
                    <a:pt x="794" y="1234"/>
                    <a:pt x="788" y="1298"/>
                    <a:pt x="818" y="1350"/>
                  </a:cubicBezTo>
                  <a:cubicBezTo>
                    <a:pt x="874" y="1449"/>
                    <a:pt x="939" y="1556"/>
                    <a:pt x="1010" y="1666"/>
                  </a:cubicBezTo>
                  <a:cubicBezTo>
                    <a:pt x="863" y="1865"/>
                    <a:pt x="742" y="2075"/>
                    <a:pt x="647" y="2293"/>
                  </a:cubicBezTo>
                  <a:cubicBezTo>
                    <a:pt x="515" y="2287"/>
                    <a:pt x="391" y="2284"/>
                    <a:pt x="276" y="2284"/>
                  </a:cubicBezTo>
                  <a:cubicBezTo>
                    <a:pt x="217" y="2284"/>
                    <a:pt x="165" y="2322"/>
                    <a:pt x="144" y="2378"/>
                  </a:cubicBezTo>
                  <a:cubicBezTo>
                    <a:pt x="87" y="2541"/>
                    <a:pt x="44" y="2708"/>
                    <a:pt x="12" y="2876"/>
                  </a:cubicBezTo>
                  <a:cubicBezTo>
                    <a:pt x="1" y="2934"/>
                    <a:pt x="27" y="2994"/>
                    <a:pt x="79" y="3022"/>
                  </a:cubicBezTo>
                  <a:cubicBezTo>
                    <a:pt x="177" y="3080"/>
                    <a:pt x="287" y="3139"/>
                    <a:pt x="404" y="3201"/>
                  </a:cubicBezTo>
                  <a:cubicBezTo>
                    <a:pt x="377" y="3441"/>
                    <a:pt x="377" y="3684"/>
                    <a:pt x="404" y="3924"/>
                  </a:cubicBezTo>
                  <a:cubicBezTo>
                    <a:pt x="287" y="3985"/>
                    <a:pt x="177" y="4045"/>
                    <a:pt x="79" y="4103"/>
                  </a:cubicBezTo>
                  <a:cubicBezTo>
                    <a:pt x="27" y="4133"/>
                    <a:pt x="1" y="4191"/>
                    <a:pt x="12" y="4249"/>
                  </a:cubicBezTo>
                  <a:cubicBezTo>
                    <a:pt x="44" y="4418"/>
                    <a:pt x="87" y="4584"/>
                    <a:pt x="144" y="4747"/>
                  </a:cubicBezTo>
                  <a:cubicBezTo>
                    <a:pt x="165" y="4804"/>
                    <a:pt x="217" y="4841"/>
                    <a:pt x="276" y="4841"/>
                  </a:cubicBezTo>
                  <a:cubicBezTo>
                    <a:pt x="391" y="4841"/>
                    <a:pt x="515" y="4838"/>
                    <a:pt x="647" y="4832"/>
                  </a:cubicBezTo>
                  <a:cubicBezTo>
                    <a:pt x="742" y="5051"/>
                    <a:pt x="863" y="5262"/>
                    <a:pt x="1010" y="5458"/>
                  </a:cubicBezTo>
                  <a:cubicBezTo>
                    <a:pt x="939" y="5569"/>
                    <a:pt x="874" y="5676"/>
                    <a:pt x="818" y="5775"/>
                  </a:cubicBezTo>
                  <a:cubicBezTo>
                    <a:pt x="788" y="5827"/>
                    <a:pt x="793" y="5891"/>
                    <a:pt x="833" y="5935"/>
                  </a:cubicBezTo>
                  <a:cubicBezTo>
                    <a:pt x="888" y="6001"/>
                    <a:pt x="947" y="6064"/>
                    <a:pt x="1010" y="6124"/>
                  </a:cubicBezTo>
                  <a:cubicBezTo>
                    <a:pt x="1029" y="6143"/>
                    <a:pt x="1047" y="6161"/>
                    <a:pt x="1067" y="6180"/>
                  </a:cubicBezTo>
                  <a:lnTo>
                    <a:pt x="1642" y="6009"/>
                  </a:lnTo>
                  <a:lnTo>
                    <a:pt x="1642" y="6009"/>
                  </a:lnTo>
                  <a:cubicBezTo>
                    <a:pt x="1637" y="6012"/>
                    <a:pt x="2495" y="6634"/>
                    <a:pt x="3484" y="6634"/>
                  </a:cubicBezTo>
                  <a:cubicBezTo>
                    <a:pt x="5227" y="6634"/>
                    <a:pt x="6638" y="5221"/>
                    <a:pt x="6638" y="3479"/>
                  </a:cubicBezTo>
                  <a:cubicBezTo>
                    <a:pt x="6638" y="2483"/>
                    <a:pt x="6019" y="1633"/>
                    <a:pt x="6019" y="1633"/>
                  </a:cubicBezTo>
                  <a:lnTo>
                    <a:pt x="6189" y="1058"/>
                  </a:lnTo>
                  <a:cubicBezTo>
                    <a:pt x="6171" y="1039"/>
                    <a:pt x="6152" y="1020"/>
                    <a:pt x="6134" y="1001"/>
                  </a:cubicBezTo>
                  <a:cubicBezTo>
                    <a:pt x="6072" y="938"/>
                    <a:pt x="6010" y="880"/>
                    <a:pt x="5945" y="824"/>
                  </a:cubicBezTo>
                  <a:cubicBezTo>
                    <a:pt x="5919" y="802"/>
                    <a:pt x="5886" y="790"/>
                    <a:pt x="5853" y="790"/>
                  </a:cubicBezTo>
                  <a:cubicBezTo>
                    <a:pt x="5829" y="790"/>
                    <a:pt x="5805" y="796"/>
                    <a:pt x="5784" y="809"/>
                  </a:cubicBezTo>
                  <a:cubicBezTo>
                    <a:pt x="5686" y="865"/>
                    <a:pt x="5578" y="930"/>
                    <a:pt x="5467" y="1001"/>
                  </a:cubicBezTo>
                  <a:cubicBezTo>
                    <a:pt x="5270" y="854"/>
                    <a:pt x="5060" y="733"/>
                    <a:pt x="4842" y="638"/>
                  </a:cubicBezTo>
                  <a:cubicBezTo>
                    <a:pt x="4848" y="506"/>
                    <a:pt x="4850" y="382"/>
                    <a:pt x="4850" y="267"/>
                  </a:cubicBezTo>
                  <a:cubicBezTo>
                    <a:pt x="4850" y="208"/>
                    <a:pt x="4812" y="156"/>
                    <a:pt x="4757" y="136"/>
                  </a:cubicBezTo>
                  <a:cubicBezTo>
                    <a:pt x="4594" y="79"/>
                    <a:pt x="4427" y="35"/>
                    <a:pt x="4258" y="3"/>
                  </a:cubicBezTo>
                  <a:cubicBezTo>
                    <a:pt x="4250" y="1"/>
                    <a:pt x="4241" y="0"/>
                    <a:pt x="4233" y="0"/>
                  </a:cubicBezTo>
                  <a:cubicBezTo>
                    <a:pt x="4184" y="0"/>
                    <a:pt x="4137" y="26"/>
                    <a:pt x="4112" y="70"/>
                  </a:cubicBezTo>
                  <a:cubicBezTo>
                    <a:pt x="4053" y="168"/>
                    <a:pt x="3994" y="278"/>
                    <a:pt x="3933" y="395"/>
                  </a:cubicBezTo>
                  <a:cubicBezTo>
                    <a:pt x="3813" y="381"/>
                    <a:pt x="3693" y="375"/>
                    <a:pt x="3572" y="375"/>
                  </a:cubicBezTo>
                  <a:cubicBezTo>
                    <a:pt x="3451" y="375"/>
                    <a:pt x="3330" y="381"/>
                    <a:pt x="3209" y="395"/>
                  </a:cubicBezTo>
                  <a:cubicBezTo>
                    <a:pt x="3149" y="278"/>
                    <a:pt x="3089" y="168"/>
                    <a:pt x="3031" y="70"/>
                  </a:cubicBezTo>
                  <a:cubicBezTo>
                    <a:pt x="3006" y="26"/>
                    <a:pt x="2960" y="0"/>
                    <a:pt x="291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3574;p80">
              <a:extLst>
                <a:ext uri="{FF2B5EF4-FFF2-40B4-BE49-F238E27FC236}">
                  <a16:creationId xmlns:a16="http://schemas.microsoft.com/office/drawing/2014/main" id="{2C77FF6D-0D60-F4AB-33A9-F4C71A536F72}"/>
                </a:ext>
              </a:extLst>
            </p:cNvPr>
            <p:cNvSpPr/>
            <p:nvPr/>
          </p:nvSpPr>
          <p:spPr>
            <a:xfrm>
              <a:off x="3247245" y="3930100"/>
              <a:ext cx="248874" cy="248588"/>
            </a:xfrm>
            <a:custGeom>
              <a:avLst/>
              <a:gdLst/>
              <a:ahLst/>
              <a:cxnLst/>
              <a:rect l="l" t="t" r="r" b="b"/>
              <a:pathLst>
                <a:path w="6079" h="6072" extrusionOk="0">
                  <a:moveTo>
                    <a:pt x="5126" y="1"/>
                  </a:moveTo>
                  <a:cubicBezTo>
                    <a:pt x="5038" y="144"/>
                    <a:pt x="4941" y="296"/>
                    <a:pt x="4831" y="452"/>
                  </a:cubicBezTo>
                  <a:cubicBezTo>
                    <a:pt x="4797" y="502"/>
                    <a:pt x="4799" y="567"/>
                    <a:pt x="4834" y="615"/>
                  </a:cubicBezTo>
                  <a:cubicBezTo>
                    <a:pt x="5205" y="1116"/>
                    <a:pt x="5424" y="1734"/>
                    <a:pt x="5424" y="2406"/>
                  </a:cubicBezTo>
                  <a:cubicBezTo>
                    <a:pt x="5427" y="4049"/>
                    <a:pt x="4097" y="5401"/>
                    <a:pt x="2454" y="5426"/>
                  </a:cubicBezTo>
                  <a:cubicBezTo>
                    <a:pt x="2439" y="5426"/>
                    <a:pt x="2423" y="5426"/>
                    <a:pt x="2408" y="5426"/>
                  </a:cubicBezTo>
                  <a:cubicBezTo>
                    <a:pt x="2078" y="5426"/>
                    <a:pt x="1759" y="5373"/>
                    <a:pt x="1462" y="5274"/>
                  </a:cubicBezTo>
                  <a:lnTo>
                    <a:pt x="1952" y="4783"/>
                  </a:lnTo>
                  <a:cubicBezTo>
                    <a:pt x="1752" y="4735"/>
                    <a:pt x="1562" y="4661"/>
                    <a:pt x="1387" y="4565"/>
                  </a:cubicBezTo>
                  <a:lnTo>
                    <a:pt x="918" y="5033"/>
                  </a:lnTo>
                  <a:cubicBezTo>
                    <a:pt x="813" y="4973"/>
                    <a:pt x="711" y="4908"/>
                    <a:pt x="615" y="4835"/>
                  </a:cubicBezTo>
                  <a:cubicBezTo>
                    <a:pt x="591" y="4817"/>
                    <a:pt x="562" y="4807"/>
                    <a:pt x="533" y="4807"/>
                  </a:cubicBezTo>
                  <a:cubicBezTo>
                    <a:pt x="505" y="4807"/>
                    <a:pt x="477" y="4816"/>
                    <a:pt x="453" y="4833"/>
                  </a:cubicBezTo>
                  <a:cubicBezTo>
                    <a:pt x="296" y="4941"/>
                    <a:pt x="146" y="5040"/>
                    <a:pt x="0" y="5126"/>
                  </a:cubicBezTo>
                  <a:cubicBezTo>
                    <a:pt x="44" y="5168"/>
                    <a:pt x="89" y="5208"/>
                    <a:pt x="133" y="5248"/>
                  </a:cubicBezTo>
                  <a:cubicBezTo>
                    <a:pt x="160" y="5270"/>
                    <a:pt x="192" y="5282"/>
                    <a:pt x="225" y="5282"/>
                  </a:cubicBezTo>
                  <a:cubicBezTo>
                    <a:pt x="249" y="5282"/>
                    <a:pt x="273" y="5276"/>
                    <a:pt x="295" y="5263"/>
                  </a:cubicBezTo>
                  <a:cubicBezTo>
                    <a:pt x="394" y="5207"/>
                    <a:pt x="500" y="5142"/>
                    <a:pt x="611" y="5071"/>
                  </a:cubicBezTo>
                  <a:cubicBezTo>
                    <a:pt x="809" y="5218"/>
                    <a:pt x="1018" y="5339"/>
                    <a:pt x="1238" y="5434"/>
                  </a:cubicBezTo>
                  <a:cubicBezTo>
                    <a:pt x="1231" y="5566"/>
                    <a:pt x="1228" y="5690"/>
                    <a:pt x="1228" y="5805"/>
                  </a:cubicBezTo>
                  <a:cubicBezTo>
                    <a:pt x="1228" y="5864"/>
                    <a:pt x="1266" y="5916"/>
                    <a:pt x="1322" y="5936"/>
                  </a:cubicBezTo>
                  <a:cubicBezTo>
                    <a:pt x="1486" y="5993"/>
                    <a:pt x="1652" y="6037"/>
                    <a:pt x="1820" y="6069"/>
                  </a:cubicBezTo>
                  <a:cubicBezTo>
                    <a:pt x="1829" y="6071"/>
                    <a:pt x="1837" y="6072"/>
                    <a:pt x="1846" y="6072"/>
                  </a:cubicBezTo>
                  <a:cubicBezTo>
                    <a:pt x="1895" y="6072"/>
                    <a:pt x="1942" y="6046"/>
                    <a:pt x="1967" y="6002"/>
                  </a:cubicBezTo>
                  <a:cubicBezTo>
                    <a:pt x="2025" y="5904"/>
                    <a:pt x="2084" y="5794"/>
                    <a:pt x="2145" y="5677"/>
                  </a:cubicBezTo>
                  <a:cubicBezTo>
                    <a:pt x="2265" y="5691"/>
                    <a:pt x="2386" y="5698"/>
                    <a:pt x="2506" y="5698"/>
                  </a:cubicBezTo>
                  <a:cubicBezTo>
                    <a:pt x="2627" y="5698"/>
                    <a:pt x="2748" y="5691"/>
                    <a:pt x="2869" y="5677"/>
                  </a:cubicBezTo>
                  <a:cubicBezTo>
                    <a:pt x="2929" y="5794"/>
                    <a:pt x="2989" y="5904"/>
                    <a:pt x="3047" y="6002"/>
                  </a:cubicBezTo>
                  <a:cubicBezTo>
                    <a:pt x="3073" y="6046"/>
                    <a:pt x="3119" y="6072"/>
                    <a:pt x="3168" y="6072"/>
                  </a:cubicBezTo>
                  <a:cubicBezTo>
                    <a:pt x="3176" y="6072"/>
                    <a:pt x="3184" y="6071"/>
                    <a:pt x="3193" y="6069"/>
                  </a:cubicBezTo>
                  <a:cubicBezTo>
                    <a:pt x="3362" y="6037"/>
                    <a:pt x="3528" y="5993"/>
                    <a:pt x="3692" y="5936"/>
                  </a:cubicBezTo>
                  <a:cubicBezTo>
                    <a:pt x="3749" y="5916"/>
                    <a:pt x="3786" y="5864"/>
                    <a:pt x="3786" y="5805"/>
                  </a:cubicBezTo>
                  <a:cubicBezTo>
                    <a:pt x="3786" y="5690"/>
                    <a:pt x="3783" y="5566"/>
                    <a:pt x="3776" y="5434"/>
                  </a:cubicBezTo>
                  <a:cubicBezTo>
                    <a:pt x="3995" y="5339"/>
                    <a:pt x="4206" y="5218"/>
                    <a:pt x="4403" y="5071"/>
                  </a:cubicBezTo>
                  <a:cubicBezTo>
                    <a:pt x="4514" y="5142"/>
                    <a:pt x="4620" y="5207"/>
                    <a:pt x="4720" y="5263"/>
                  </a:cubicBezTo>
                  <a:cubicBezTo>
                    <a:pt x="4741" y="5276"/>
                    <a:pt x="4765" y="5282"/>
                    <a:pt x="4789" y="5282"/>
                  </a:cubicBezTo>
                  <a:cubicBezTo>
                    <a:pt x="4822" y="5282"/>
                    <a:pt x="4854" y="5271"/>
                    <a:pt x="4880" y="5248"/>
                  </a:cubicBezTo>
                  <a:cubicBezTo>
                    <a:pt x="4944" y="5193"/>
                    <a:pt x="5008" y="5134"/>
                    <a:pt x="5069" y="5071"/>
                  </a:cubicBezTo>
                  <a:cubicBezTo>
                    <a:pt x="5131" y="5009"/>
                    <a:pt x="5189" y="4947"/>
                    <a:pt x="5245" y="4882"/>
                  </a:cubicBezTo>
                  <a:cubicBezTo>
                    <a:pt x="5284" y="4838"/>
                    <a:pt x="5290" y="4773"/>
                    <a:pt x="5261" y="4722"/>
                  </a:cubicBezTo>
                  <a:cubicBezTo>
                    <a:pt x="5205" y="4623"/>
                    <a:pt x="5140" y="4516"/>
                    <a:pt x="5069" y="4406"/>
                  </a:cubicBezTo>
                  <a:cubicBezTo>
                    <a:pt x="5216" y="4207"/>
                    <a:pt x="5337" y="3997"/>
                    <a:pt x="5432" y="3779"/>
                  </a:cubicBezTo>
                  <a:cubicBezTo>
                    <a:pt x="5564" y="3785"/>
                    <a:pt x="5687" y="3788"/>
                    <a:pt x="5802" y="3788"/>
                  </a:cubicBezTo>
                  <a:cubicBezTo>
                    <a:pt x="5861" y="3788"/>
                    <a:pt x="5914" y="3749"/>
                    <a:pt x="5934" y="3694"/>
                  </a:cubicBezTo>
                  <a:cubicBezTo>
                    <a:pt x="5991" y="3531"/>
                    <a:pt x="6034" y="3364"/>
                    <a:pt x="6067" y="3195"/>
                  </a:cubicBezTo>
                  <a:cubicBezTo>
                    <a:pt x="6078" y="3137"/>
                    <a:pt x="6051" y="3078"/>
                    <a:pt x="5999" y="3050"/>
                  </a:cubicBezTo>
                  <a:cubicBezTo>
                    <a:pt x="5901" y="2992"/>
                    <a:pt x="5792" y="2932"/>
                    <a:pt x="5674" y="2872"/>
                  </a:cubicBezTo>
                  <a:cubicBezTo>
                    <a:pt x="5703" y="2629"/>
                    <a:pt x="5703" y="2386"/>
                    <a:pt x="5676" y="2145"/>
                  </a:cubicBezTo>
                  <a:cubicBezTo>
                    <a:pt x="5793" y="2084"/>
                    <a:pt x="5902" y="2024"/>
                    <a:pt x="6002" y="1967"/>
                  </a:cubicBezTo>
                  <a:cubicBezTo>
                    <a:pt x="6052" y="1937"/>
                    <a:pt x="6079" y="1879"/>
                    <a:pt x="6068" y="1821"/>
                  </a:cubicBezTo>
                  <a:cubicBezTo>
                    <a:pt x="6035" y="1652"/>
                    <a:pt x="5992" y="1485"/>
                    <a:pt x="5935" y="1322"/>
                  </a:cubicBezTo>
                  <a:cubicBezTo>
                    <a:pt x="5915" y="1266"/>
                    <a:pt x="5862" y="1229"/>
                    <a:pt x="5803" y="1229"/>
                  </a:cubicBezTo>
                  <a:cubicBezTo>
                    <a:pt x="5688" y="1229"/>
                    <a:pt x="5565" y="1231"/>
                    <a:pt x="5433" y="1237"/>
                  </a:cubicBezTo>
                  <a:cubicBezTo>
                    <a:pt x="5338" y="1019"/>
                    <a:pt x="5217" y="808"/>
                    <a:pt x="5070" y="612"/>
                  </a:cubicBezTo>
                  <a:cubicBezTo>
                    <a:pt x="5141" y="501"/>
                    <a:pt x="5206" y="393"/>
                    <a:pt x="5263" y="295"/>
                  </a:cubicBezTo>
                  <a:cubicBezTo>
                    <a:pt x="5291" y="243"/>
                    <a:pt x="5286" y="179"/>
                    <a:pt x="5247" y="134"/>
                  </a:cubicBezTo>
                  <a:cubicBezTo>
                    <a:pt x="5207" y="89"/>
                    <a:pt x="5168" y="44"/>
                    <a:pt x="512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3575;p80">
              <a:extLst>
                <a:ext uri="{FF2B5EF4-FFF2-40B4-BE49-F238E27FC236}">
                  <a16:creationId xmlns:a16="http://schemas.microsoft.com/office/drawing/2014/main" id="{9F9D06E3-E079-3B2E-7BDC-6644313B82D8}"/>
                </a:ext>
              </a:extLst>
            </p:cNvPr>
            <p:cNvSpPr/>
            <p:nvPr/>
          </p:nvSpPr>
          <p:spPr>
            <a:xfrm>
              <a:off x="3162826" y="4009073"/>
              <a:ext cx="371571" cy="189921"/>
            </a:xfrm>
            <a:custGeom>
              <a:avLst/>
              <a:gdLst/>
              <a:ahLst/>
              <a:cxnLst/>
              <a:rect l="l" t="t" r="r" b="b"/>
              <a:pathLst>
                <a:path w="9076" h="4639" extrusionOk="0">
                  <a:moveTo>
                    <a:pt x="4399" y="1904"/>
                  </a:moveTo>
                  <a:cubicBezTo>
                    <a:pt x="4497" y="1904"/>
                    <a:pt x="4646" y="1983"/>
                    <a:pt x="4701" y="2039"/>
                  </a:cubicBezTo>
                  <a:lnTo>
                    <a:pt x="5913" y="3251"/>
                  </a:lnTo>
                  <a:cubicBezTo>
                    <a:pt x="6002" y="3339"/>
                    <a:pt x="5940" y="3488"/>
                    <a:pt x="5816" y="3488"/>
                  </a:cubicBezTo>
                  <a:lnTo>
                    <a:pt x="3326" y="3488"/>
                  </a:lnTo>
                  <a:cubicBezTo>
                    <a:pt x="3103" y="3488"/>
                    <a:pt x="2980" y="3277"/>
                    <a:pt x="3116" y="3140"/>
                  </a:cubicBezTo>
                  <a:lnTo>
                    <a:pt x="4329" y="1928"/>
                  </a:lnTo>
                  <a:cubicBezTo>
                    <a:pt x="4345" y="1911"/>
                    <a:pt x="4370" y="1904"/>
                    <a:pt x="4399" y="1904"/>
                  </a:cubicBezTo>
                  <a:close/>
                  <a:moveTo>
                    <a:pt x="4567" y="1"/>
                  </a:moveTo>
                  <a:cubicBezTo>
                    <a:pt x="4519" y="1"/>
                    <a:pt x="4472" y="19"/>
                    <a:pt x="4435" y="55"/>
                  </a:cubicBezTo>
                  <a:lnTo>
                    <a:pt x="4073" y="418"/>
                  </a:lnTo>
                  <a:lnTo>
                    <a:pt x="4072" y="601"/>
                  </a:lnTo>
                  <a:lnTo>
                    <a:pt x="3878" y="610"/>
                  </a:lnTo>
                  <a:lnTo>
                    <a:pt x="3498" y="990"/>
                  </a:lnTo>
                  <a:lnTo>
                    <a:pt x="3497" y="1184"/>
                  </a:lnTo>
                  <a:lnTo>
                    <a:pt x="3303" y="1195"/>
                  </a:lnTo>
                  <a:lnTo>
                    <a:pt x="2923" y="1577"/>
                  </a:lnTo>
                  <a:lnTo>
                    <a:pt x="2915" y="1753"/>
                  </a:lnTo>
                  <a:lnTo>
                    <a:pt x="2728" y="1772"/>
                  </a:lnTo>
                  <a:lnTo>
                    <a:pt x="2348" y="2155"/>
                  </a:lnTo>
                  <a:lnTo>
                    <a:pt x="2346" y="2342"/>
                  </a:lnTo>
                  <a:lnTo>
                    <a:pt x="2153" y="2351"/>
                  </a:lnTo>
                  <a:lnTo>
                    <a:pt x="1773" y="2734"/>
                  </a:lnTo>
                  <a:lnTo>
                    <a:pt x="1766" y="2927"/>
                  </a:lnTo>
                  <a:lnTo>
                    <a:pt x="1565" y="2930"/>
                  </a:lnTo>
                  <a:lnTo>
                    <a:pt x="1182" y="3314"/>
                  </a:lnTo>
                  <a:lnTo>
                    <a:pt x="1175" y="3506"/>
                  </a:lnTo>
                  <a:lnTo>
                    <a:pt x="986" y="3511"/>
                  </a:lnTo>
                  <a:lnTo>
                    <a:pt x="603" y="3895"/>
                  </a:lnTo>
                  <a:lnTo>
                    <a:pt x="606" y="4077"/>
                  </a:lnTo>
                  <a:lnTo>
                    <a:pt x="408" y="4091"/>
                  </a:lnTo>
                  <a:lnTo>
                    <a:pt x="30" y="4471"/>
                  </a:lnTo>
                  <a:cubicBezTo>
                    <a:pt x="18" y="4482"/>
                    <a:pt x="9" y="4496"/>
                    <a:pt x="1" y="4509"/>
                  </a:cubicBezTo>
                  <a:lnTo>
                    <a:pt x="8965" y="4638"/>
                  </a:lnTo>
                  <a:cubicBezTo>
                    <a:pt x="8965" y="4638"/>
                    <a:pt x="8966" y="4638"/>
                    <a:pt x="8967" y="4638"/>
                  </a:cubicBezTo>
                  <a:cubicBezTo>
                    <a:pt x="9076" y="4638"/>
                    <a:pt x="9014" y="4386"/>
                    <a:pt x="8936" y="4307"/>
                  </a:cubicBezTo>
                  <a:lnTo>
                    <a:pt x="4698" y="55"/>
                  </a:lnTo>
                  <a:cubicBezTo>
                    <a:pt x="4661" y="19"/>
                    <a:pt x="4614" y="1"/>
                    <a:pt x="4567"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3576;p80">
              <a:extLst>
                <a:ext uri="{FF2B5EF4-FFF2-40B4-BE49-F238E27FC236}">
                  <a16:creationId xmlns:a16="http://schemas.microsoft.com/office/drawing/2014/main" id="{F38DC44D-5172-ED0E-D8B1-9D008B4651F5}"/>
                </a:ext>
              </a:extLst>
            </p:cNvPr>
            <p:cNvSpPr/>
            <p:nvPr/>
          </p:nvSpPr>
          <p:spPr>
            <a:xfrm>
              <a:off x="3179366" y="4168329"/>
              <a:ext cx="19528" cy="18955"/>
            </a:xfrm>
            <a:custGeom>
              <a:avLst/>
              <a:gdLst/>
              <a:ahLst/>
              <a:cxnLst/>
              <a:rect l="l" t="t" r="r" b="b"/>
              <a:pathLst>
                <a:path w="477" h="463" extrusionOk="0">
                  <a:moveTo>
                    <a:pt x="197" y="0"/>
                  </a:moveTo>
                  <a:lnTo>
                    <a:pt x="1" y="197"/>
                  </a:lnTo>
                  <a:lnTo>
                    <a:pt x="227" y="422"/>
                  </a:lnTo>
                  <a:cubicBezTo>
                    <a:pt x="254" y="449"/>
                    <a:pt x="289" y="463"/>
                    <a:pt x="325" y="463"/>
                  </a:cubicBezTo>
                  <a:cubicBezTo>
                    <a:pt x="360" y="463"/>
                    <a:pt x="396" y="449"/>
                    <a:pt x="423" y="422"/>
                  </a:cubicBezTo>
                  <a:cubicBezTo>
                    <a:pt x="477" y="369"/>
                    <a:pt x="477" y="280"/>
                    <a:pt x="423" y="226"/>
                  </a:cubicBezTo>
                  <a:lnTo>
                    <a:pt x="1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3577;p80">
              <a:extLst>
                <a:ext uri="{FF2B5EF4-FFF2-40B4-BE49-F238E27FC236}">
                  <a16:creationId xmlns:a16="http://schemas.microsoft.com/office/drawing/2014/main" id="{8D071B55-B6E9-5503-C5FA-6B445DFB9D40}"/>
                </a:ext>
              </a:extLst>
            </p:cNvPr>
            <p:cNvSpPr/>
            <p:nvPr/>
          </p:nvSpPr>
          <p:spPr>
            <a:xfrm>
              <a:off x="3203111" y="4144584"/>
              <a:ext cx="22558" cy="22026"/>
            </a:xfrm>
            <a:custGeom>
              <a:avLst/>
              <a:gdLst/>
              <a:ahLst/>
              <a:cxnLst/>
              <a:rect l="l" t="t" r="r" b="b"/>
              <a:pathLst>
                <a:path w="551" h="538" extrusionOk="0">
                  <a:moveTo>
                    <a:pt x="196" y="0"/>
                  </a:moveTo>
                  <a:lnTo>
                    <a:pt x="0" y="196"/>
                  </a:lnTo>
                  <a:lnTo>
                    <a:pt x="301" y="497"/>
                  </a:lnTo>
                  <a:cubicBezTo>
                    <a:pt x="328" y="524"/>
                    <a:pt x="363" y="537"/>
                    <a:pt x="399" y="537"/>
                  </a:cubicBezTo>
                  <a:cubicBezTo>
                    <a:pt x="434" y="537"/>
                    <a:pt x="470" y="524"/>
                    <a:pt x="497" y="497"/>
                  </a:cubicBezTo>
                  <a:cubicBezTo>
                    <a:pt x="551" y="443"/>
                    <a:pt x="551" y="355"/>
                    <a:pt x="497" y="301"/>
                  </a:cubicBezTo>
                  <a:lnTo>
                    <a:pt x="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3578;p80">
              <a:extLst>
                <a:ext uri="{FF2B5EF4-FFF2-40B4-BE49-F238E27FC236}">
                  <a16:creationId xmlns:a16="http://schemas.microsoft.com/office/drawing/2014/main" id="{1225C011-5F49-9B84-CCD8-F36B31C17B1B}"/>
                </a:ext>
              </a:extLst>
            </p:cNvPr>
            <p:cNvSpPr/>
            <p:nvPr/>
          </p:nvSpPr>
          <p:spPr>
            <a:xfrm>
              <a:off x="3226856" y="4120839"/>
              <a:ext cx="22599" cy="22067"/>
            </a:xfrm>
            <a:custGeom>
              <a:avLst/>
              <a:gdLst/>
              <a:ahLst/>
              <a:cxnLst/>
              <a:rect l="l" t="t" r="r" b="b"/>
              <a:pathLst>
                <a:path w="552" h="539" extrusionOk="0">
                  <a:moveTo>
                    <a:pt x="197" y="1"/>
                  </a:moveTo>
                  <a:lnTo>
                    <a:pt x="0" y="197"/>
                  </a:lnTo>
                  <a:lnTo>
                    <a:pt x="301" y="498"/>
                  </a:lnTo>
                  <a:cubicBezTo>
                    <a:pt x="328" y="525"/>
                    <a:pt x="364" y="539"/>
                    <a:pt x="399" y="539"/>
                  </a:cubicBezTo>
                  <a:cubicBezTo>
                    <a:pt x="435" y="539"/>
                    <a:pt x="470" y="525"/>
                    <a:pt x="497" y="498"/>
                  </a:cubicBezTo>
                  <a:cubicBezTo>
                    <a:pt x="551" y="444"/>
                    <a:pt x="551" y="355"/>
                    <a:pt x="497" y="302"/>
                  </a:cubicBezTo>
                  <a:lnTo>
                    <a:pt x="1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3579;p80">
              <a:extLst>
                <a:ext uri="{FF2B5EF4-FFF2-40B4-BE49-F238E27FC236}">
                  <a16:creationId xmlns:a16="http://schemas.microsoft.com/office/drawing/2014/main" id="{73ED962A-03EB-1015-FF08-A8205CDBF7BA}"/>
                </a:ext>
              </a:extLst>
            </p:cNvPr>
            <p:cNvSpPr/>
            <p:nvPr/>
          </p:nvSpPr>
          <p:spPr>
            <a:xfrm>
              <a:off x="3250520" y="4097135"/>
              <a:ext cx="22640" cy="22067"/>
            </a:xfrm>
            <a:custGeom>
              <a:avLst/>
              <a:gdLst/>
              <a:ahLst/>
              <a:cxnLst/>
              <a:rect l="l" t="t" r="r" b="b"/>
              <a:pathLst>
                <a:path w="553" h="539" extrusionOk="0">
                  <a:moveTo>
                    <a:pt x="198" y="1"/>
                  </a:moveTo>
                  <a:lnTo>
                    <a:pt x="1" y="198"/>
                  </a:lnTo>
                  <a:lnTo>
                    <a:pt x="301" y="499"/>
                  </a:lnTo>
                  <a:cubicBezTo>
                    <a:pt x="329" y="526"/>
                    <a:pt x="364" y="539"/>
                    <a:pt x="400" y="539"/>
                  </a:cubicBezTo>
                  <a:cubicBezTo>
                    <a:pt x="435" y="539"/>
                    <a:pt x="471" y="526"/>
                    <a:pt x="499" y="499"/>
                  </a:cubicBezTo>
                  <a:cubicBezTo>
                    <a:pt x="552" y="444"/>
                    <a:pt x="552" y="356"/>
                    <a:pt x="499" y="301"/>
                  </a:cubicBezTo>
                  <a:lnTo>
                    <a:pt x="19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3580;p80">
              <a:extLst>
                <a:ext uri="{FF2B5EF4-FFF2-40B4-BE49-F238E27FC236}">
                  <a16:creationId xmlns:a16="http://schemas.microsoft.com/office/drawing/2014/main" id="{3AB8EFA2-7768-B8AD-E784-90B8BB9C9C66}"/>
                </a:ext>
              </a:extLst>
            </p:cNvPr>
            <p:cNvSpPr/>
            <p:nvPr/>
          </p:nvSpPr>
          <p:spPr>
            <a:xfrm>
              <a:off x="3274224" y="4073431"/>
              <a:ext cx="22640" cy="22067"/>
            </a:xfrm>
            <a:custGeom>
              <a:avLst/>
              <a:gdLst/>
              <a:ahLst/>
              <a:cxnLst/>
              <a:rect l="l" t="t" r="r" b="b"/>
              <a:pathLst>
                <a:path w="553" h="539" extrusionOk="0">
                  <a:moveTo>
                    <a:pt x="197" y="0"/>
                  </a:moveTo>
                  <a:lnTo>
                    <a:pt x="1" y="198"/>
                  </a:lnTo>
                  <a:lnTo>
                    <a:pt x="301" y="498"/>
                  </a:lnTo>
                  <a:cubicBezTo>
                    <a:pt x="328" y="525"/>
                    <a:pt x="364" y="539"/>
                    <a:pt x="400" y="539"/>
                  </a:cubicBezTo>
                  <a:cubicBezTo>
                    <a:pt x="435" y="539"/>
                    <a:pt x="471" y="525"/>
                    <a:pt x="498" y="498"/>
                  </a:cubicBezTo>
                  <a:cubicBezTo>
                    <a:pt x="553" y="444"/>
                    <a:pt x="553" y="356"/>
                    <a:pt x="498" y="301"/>
                  </a:cubicBezTo>
                  <a:lnTo>
                    <a:pt x="1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3581;p80">
              <a:extLst>
                <a:ext uri="{FF2B5EF4-FFF2-40B4-BE49-F238E27FC236}">
                  <a16:creationId xmlns:a16="http://schemas.microsoft.com/office/drawing/2014/main" id="{A2A75D1F-ED57-F15F-1D6C-609E227AC152}"/>
                </a:ext>
              </a:extLst>
            </p:cNvPr>
            <p:cNvSpPr/>
            <p:nvPr/>
          </p:nvSpPr>
          <p:spPr>
            <a:xfrm>
              <a:off x="3298010" y="4049685"/>
              <a:ext cx="22599" cy="22067"/>
            </a:xfrm>
            <a:custGeom>
              <a:avLst/>
              <a:gdLst/>
              <a:ahLst/>
              <a:cxnLst/>
              <a:rect l="l" t="t" r="r" b="b"/>
              <a:pathLst>
                <a:path w="552" h="539" extrusionOk="0">
                  <a:moveTo>
                    <a:pt x="196" y="0"/>
                  </a:moveTo>
                  <a:lnTo>
                    <a:pt x="0" y="197"/>
                  </a:lnTo>
                  <a:lnTo>
                    <a:pt x="301" y="498"/>
                  </a:lnTo>
                  <a:cubicBezTo>
                    <a:pt x="328" y="525"/>
                    <a:pt x="363" y="538"/>
                    <a:pt x="399" y="538"/>
                  </a:cubicBezTo>
                  <a:cubicBezTo>
                    <a:pt x="434" y="538"/>
                    <a:pt x="470" y="525"/>
                    <a:pt x="497" y="498"/>
                  </a:cubicBezTo>
                  <a:cubicBezTo>
                    <a:pt x="552" y="443"/>
                    <a:pt x="552" y="356"/>
                    <a:pt x="497" y="301"/>
                  </a:cubicBezTo>
                  <a:lnTo>
                    <a:pt x="19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3582;p80">
              <a:extLst>
                <a:ext uri="{FF2B5EF4-FFF2-40B4-BE49-F238E27FC236}">
                  <a16:creationId xmlns:a16="http://schemas.microsoft.com/office/drawing/2014/main" id="{2E5AA6A5-CEAB-2E9A-A128-F120F46657D3}"/>
                </a:ext>
              </a:extLst>
            </p:cNvPr>
            <p:cNvSpPr/>
            <p:nvPr/>
          </p:nvSpPr>
          <p:spPr>
            <a:xfrm>
              <a:off x="3321714" y="4025981"/>
              <a:ext cx="22558" cy="22067"/>
            </a:xfrm>
            <a:custGeom>
              <a:avLst/>
              <a:gdLst/>
              <a:ahLst/>
              <a:cxnLst/>
              <a:rect l="l" t="t" r="r" b="b"/>
              <a:pathLst>
                <a:path w="551" h="539" extrusionOk="0">
                  <a:moveTo>
                    <a:pt x="197" y="1"/>
                  </a:moveTo>
                  <a:lnTo>
                    <a:pt x="0" y="197"/>
                  </a:lnTo>
                  <a:lnTo>
                    <a:pt x="301" y="498"/>
                  </a:lnTo>
                  <a:cubicBezTo>
                    <a:pt x="328" y="525"/>
                    <a:pt x="363" y="538"/>
                    <a:pt x="399" y="538"/>
                  </a:cubicBezTo>
                  <a:cubicBezTo>
                    <a:pt x="435" y="538"/>
                    <a:pt x="470" y="525"/>
                    <a:pt x="497" y="498"/>
                  </a:cubicBezTo>
                  <a:cubicBezTo>
                    <a:pt x="551" y="444"/>
                    <a:pt x="551" y="355"/>
                    <a:pt x="497" y="302"/>
                  </a:cubicBezTo>
                  <a:lnTo>
                    <a:pt x="19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3583;p80">
              <a:extLst>
                <a:ext uri="{FF2B5EF4-FFF2-40B4-BE49-F238E27FC236}">
                  <a16:creationId xmlns:a16="http://schemas.microsoft.com/office/drawing/2014/main" id="{433EB53E-F39E-2439-8E1A-E225567B94A2}"/>
                </a:ext>
              </a:extLst>
            </p:cNvPr>
            <p:cNvSpPr/>
            <p:nvPr/>
          </p:nvSpPr>
          <p:spPr>
            <a:xfrm>
              <a:off x="3159797" y="4185647"/>
              <a:ext cx="380988" cy="19201"/>
            </a:xfrm>
            <a:custGeom>
              <a:avLst/>
              <a:gdLst/>
              <a:ahLst/>
              <a:cxnLst/>
              <a:rect l="l" t="t" r="r" b="b"/>
              <a:pathLst>
                <a:path w="9306" h="469" extrusionOk="0">
                  <a:moveTo>
                    <a:pt x="9025" y="0"/>
                  </a:moveTo>
                  <a:lnTo>
                    <a:pt x="9026" y="1"/>
                  </a:lnTo>
                  <a:lnTo>
                    <a:pt x="9026" y="1"/>
                  </a:lnTo>
                  <a:cubicBezTo>
                    <a:pt x="9025" y="1"/>
                    <a:pt x="9025" y="1"/>
                    <a:pt x="9025" y="0"/>
                  </a:cubicBezTo>
                  <a:close/>
                  <a:moveTo>
                    <a:pt x="9026" y="1"/>
                  </a:moveTo>
                  <a:cubicBezTo>
                    <a:pt x="9104" y="78"/>
                    <a:pt x="9036" y="200"/>
                    <a:pt x="8925" y="200"/>
                  </a:cubicBezTo>
                  <a:lnTo>
                    <a:pt x="69" y="200"/>
                  </a:lnTo>
                  <a:cubicBezTo>
                    <a:pt x="1" y="313"/>
                    <a:pt x="83" y="469"/>
                    <a:pt x="231" y="469"/>
                  </a:cubicBezTo>
                  <a:lnTo>
                    <a:pt x="9067" y="469"/>
                  </a:lnTo>
                  <a:cubicBezTo>
                    <a:pt x="9226" y="469"/>
                    <a:pt x="9306" y="274"/>
                    <a:pt x="9191" y="163"/>
                  </a:cubicBezTo>
                  <a:lnTo>
                    <a:pt x="9026"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3584;p80">
              <a:extLst>
                <a:ext uri="{FF2B5EF4-FFF2-40B4-BE49-F238E27FC236}">
                  <a16:creationId xmlns:a16="http://schemas.microsoft.com/office/drawing/2014/main" id="{F2605E22-B394-3DAB-1DF6-4EC4B195D3B3}"/>
                </a:ext>
              </a:extLst>
            </p:cNvPr>
            <p:cNvSpPr/>
            <p:nvPr/>
          </p:nvSpPr>
          <p:spPr>
            <a:xfrm>
              <a:off x="3275329" y="4082274"/>
              <a:ext cx="80079" cy="69680"/>
            </a:xfrm>
            <a:custGeom>
              <a:avLst/>
              <a:gdLst/>
              <a:ahLst/>
              <a:cxnLst/>
              <a:rect l="l" t="t" r="r" b="b"/>
              <a:pathLst>
                <a:path w="1956" h="1702" extrusionOk="0">
                  <a:moveTo>
                    <a:pt x="1954" y="251"/>
                  </a:moveTo>
                  <a:lnTo>
                    <a:pt x="1955" y="252"/>
                  </a:lnTo>
                  <a:cubicBezTo>
                    <a:pt x="1955" y="252"/>
                    <a:pt x="1955" y="251"/>
                    <a:pt x="1954" y="251"/>
                  </a:cubicBezTo>
                  <a:close/>
                  <a:moveTo>
                    <a:pt x="1627" y="1"/>
                  </a:moveTo>
                  <a:cubicBezTo>
                    <a:pt x="1580" y="1"/>
                    <a:pt x="1532" y="19"/>
                    <a:pt x="1496" y="56"/>
                  </a:cubicBezTo>
                  <a:lnTo>
                    <a:pt x="88" y="1464"/>
                  </a:lnTo>
                  <a:cubicBezTo>
                    <a:pt x="0" y="1551"/>
                    <a:pt x="62" y="1701"/>
                    <a:pt x="185" y="1701"/>
                  </a:cubicBezTo>
                  <a:lnTo>
                    <a:pt x="578" y="1701"/>
                  </a:lnTo>
                  <a:cubicBezTo>
                    <a:pt x="454" y="1700"/>
                    <a:pt x="392" y="1551"/>
                    <a:pt x="480" y="1464"/>
                  </a:cubicBezTo>
                  <a:lnTo>
                    <a:pt x="1692" y="252"/>
                  </a:lnTo>
                  <a:cubicBezTo>
                    <a:pt x="1729" y="215"/>
                    <a:pt x="1776" y="197"/>
                    <a:pt x="1824" y="197"/>
                  </a:cubicBezTo>
                  <a:cubicBezTo>
                    <a:pt x="1871" y="197"/>
                    <a:pt x="1918" y="215"/>
                    <a:pt x="1954" y="251"/>
                  </a:cubicBezTo>
                  <a:lnTo>
                    <a:pt x="1954" y="251"/>
                  </a:lnTo>
                  <a:lnTo>
                    <a:pt x="1758" y="56"/>
                  </a:lnTo>
                  <a:cubicBezTo>
                    <a:pt x="1722" y="19"/>
                    <a:pt x="1675" y="1"/>
                    <a:pt x="1627"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8" name="Google Shape;3585;p80">
            <a:extLst>
              <a:ext uri="{FF2B5EF4-FFF2-40B4-BE49-F238E27FC236}">
                <a16:creationId xmlns:a16="http://schemas.microsoft.com/office/drawing/2014/main" id="{07DE0568-3B89-C8B5-BC2A-3DD99FB7AF1D}"/>
              </a:ext>
            </a:extLst>
          </p:cNvPr>
          <p:cNvGrpSpPr/>
          <p:nvPr/>
        </p:nvGrpSpPr>
        <p:grpSpPr>
          <a:xfrm>
            <a:off x="9459820" y="676853"/>
            <a:ext cx="1456535" cy="957766"/>
            <a:chOff x="2345254" y="2087677"/>
            <a:chExt cx="376689" cy="291411"/>
          </a:xfrm>
        </p:grpSpPr>
        <p:sp>
          <p:nvSpPr>
            <p:cNvPr id="619" name="Google Shape;3586;p80">
              <a:extLst>
                <a:ext uri="{FF2B5EF4-FFF2-40B4-BE49-F238E27FC236}">
                  <a16:creationId xmlns:a16="http://schemas.microsoft.com/office/drawing/2014/main" id="{3401A7F4-CE0A-DAE5-4048-B62B154CD756}"/>
                </a:ext>
              </a:extLst>
            </p:cNvPr>
            <p:cNvSpPr/>
            <p:nvPr/>
          </p:nvSpPr>
          <p:spPr>
            <a:xfrm>
              <a:off x="2345950" y="2087677"/>
              <a:ext cx="370466" cy="284942"/>
            </a:xfrm>
            <a:custGeom>
              <a:avLst/>
              <a:gdLst/>
              <a:ahLst/>
              <a:cxnLst/>
              <a:rect l="l" t="t" r="r" b="b"/>
              <a:pathLst>
                <a:path w="9049" h="6960" extrusionOk="0">
                  <a:moveTo>
                    <a:pt x="279" y="1"/>
                  </a:moveTo>
                  <a:cubicBezTo>
                    <a:pt x="126" y="1"/>
                    <a:pt x="0" y="125"/>
                    <a:pt x="0" y="279"/>
                  </a:cubicBezTo>
                  <a:lnTo>
                    <a:pt x="0" y="6831"/>
                  </a:lnTo>
                  <a:lnTo>
                    <a:pt x="9049" y="6960"/>
                  </a:lnTo>
                  <a:lnTo>
                    <a:pt x="89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3587;p80">
              <a:extLst>
                <a:ext uri="{FF2B5EF4-FFF2-40B4-BE49-F238E27FC236}">
                  <a16:creationId xmlns:a16="http://schemas.microsoft.com/office/drawing/2014/main" id="{D0287035-A0D1-BE1C-1E78-9F64C733E6D9}"/>
                </a:ext>
              </a:extLst>
            </p:cNvPr>
            <p:cNvSpPr/>
            <p:nvPr/>
          </p:nvSpPr>
          <p:spPr>
            <a:xfrm>
              <a:off x="2345254" y="2087677"/>
              <a:ext cx="376689" cy="291411"/>
            </a:xfrm>
            <a:custGeom>
              <a:avLst/>
              <a:gdLst/>
              <a:ahLst/>
              <a:cxnLst/>
              <a:rect l="l" t="t" r="r" b="b"/>
              <a:pathLst>
                <a:path w="9201" h="7118" extrusionOk="0">
                  <a:moveTo>
                    <a:pt x="8932" y="1"/>
                  </a:moveTo>
                  <a:lnTo>
                    <a:pt x="8932" y="6765"/>
                  </a:lnTo>
                  <a:cubicBezTo>
                    <a:pt x="8932" y="6801"/>
                    <a:pt x="8902" y="6829"/>
                    <a:pt x="8866" y="6829"/>
                  </a:cubicBezTo>
                  <a:lnTo>
                    <a:pt x="0" y="6829"/>
                  </a:lnTo>
                  <a:lnTo>
                    <a:pt x="0" y="6979"/>
                  </a:lnTo>
                  <a:cubicBezTo>
                    <a:pt x="0" y="7055"/>
                    <a:pt x="62" y="7117"/>
                    <a:pt x="139" y="7117"/>
                  </a:cubicBezTo>
                  <a:lnTo>
                    <a:pt x="9061" y="7117"/>
                  </a:lnTo>
                  <a:cubicBezTo>
                    <a:pt x="9138" y="7117"/>
                    <a:pt x="9201" y="7055"/>
                    <a:pt x="9201" y="6979"/>
                  </a:cubicBezTo>
                  <a:lnTo>
                    <a:pt x="9201" y="139"/>
                  </a:lnTo>
                  <a:cubicBezTo>
                    <a:pt x="9201" y="63"/>
                    <a:pt x="9138" y="1"/>
                    <a:pt x="90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3588;p80">
              <a:extLst>
                <a:ext uri="{FF2B5EF4-FFF2-40B4-BE49-F238E27FC236}">
                  <a16:creationId xmlns:a16="http://schemas.microsoft.com/office/drawing/2014/main" id="{2962F2C4-7091-7B02-5904-E0FBA5168802}"/>
                </a:ext>
              </a:extLst>
            </p:cNvPr>
            <p:cNvSpPr/>
            <p:nvPr/>
          </p:nvSpPr>
          <p:spPr>
            <a:xfrm>
              <a:off x="2382878" y="2110808"/>
              <a:ext cx="226562" cy="237575"/>
            </a:xfrm>
            <a:custGeom>
              <a:avLst/>
              <a:gdLst/>
              <a:ahLst/>
              <a:cxnLst/>
              <a:rect l="l" t="t" r="r" b="b"/>
              <a:pathLst>
                <a:path w="5534" h="5803" extrusionOk="0">
                  <a:moveTo>
                    <a:pt x="5397" y="1"/>
                  </a:moveTo>
                  <a:cubicBezTo>
                    <a:pt x="5396" y="1"/>
                    <a:pt x="5395" y="1"/>
                    <a:pt x="5394" y="1"/>
                  </a:cubicBezTo>
                  <a:cubicBezTo>
                    <a:pt x="4575" y="173"/>
                    <a:pt x="4232" y="1850"/>
                    <a:pt x="3706" y="2232"/>
                  </a:cubicBezTo>
                  <a:cubicBezTo>
                    <a:pt x="3152" y="2634"/>
                    <a:pt x="2681" y="2382"/>
                    <a:pt x="2100" y="2964"/>
                  </a:cubicBezTo>
                  <a:cubicBezTo>
                    <a:pt x="1511" y="3551"/>
                    <a:pt x="1045" y="4783"/>
                    <a:pt x="0" y="5708"/>
                  </a:cubicBezTo>
                  <a:lnTo>
                    <a:pt x="5533" y="5803"/>
                  </a:lnTo>
                  <a:lnTo>
                    <a:pt x="5533" y="173"/>
                  </a:lnTo>
                  <a:cubicBezTo>
                    <a:pt x="5486" y="173"/>
                    <a:pt x="5441" y="1"/>
                    <a:pt x="5397"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3589;p80">
              <a:extLst>
                <a:ext uri="{FF2B5EF4-FFF2-40B4-BE49-F238E27FC236}">
                  <a16:creationId xmlns:a16="http://schemas.microsoft.com/office/drawing/2014/main" id="{7B056D5B-F407-FCD7-9344-2E9F9C0EB06B}"/>
                </a:ext>
              </a:extLst>
            </p:cNvPr>
            <p:cNvSpPr/>
            <p:nvPr/>
          </p:nvSpPr>
          <p:spPr>
            <a:xfrm>
              <a:off x="2609399" y="2110767"/>
              <a:ext cx="84500" cy="238844"/>
            </a:xfrm>
            <a:custGeom>
              <a:avLst/>
              <a:gdLst/>
              <a:ahLst/>
              <a:cxnLst/>
              <a:rect l="l" t="t" r="r" b="b"/>
              <a:pathLst>
                <a:path w="2064" h="5834" extrusionOk="0">
                  <a:moveTo>
                    <a:pt x="144" y="1"/>
                  </a:moveTo>
                  <a:cubicBezTo>
                    <a:pt x="98" y="1"/>
                    <a:pt x="49" y="168"/>
                    <a:pt x="0" y="168"/>
                  </a:cubicBezTo>
                  <a:lnTo>
                    <a:pt x="0" y="5798"/>
                  </a:lnTo>
                  <a:lnTo>
                    <a:pt x="2064" y="5834"/>
                  </a:lnTo>
                  <a:lnTo>
                    <a:pt x="1934" y="2671"/>
                  </a:lnTo>
                  <a:cubicBezTo>
                    <a:pt x="1250" y="1720"/>
                    <a:pt x="871" y="189"/>
                    <a:pt x="149" y="1"/>
                  </a:cubicBezTo>
                  <a:cubicBezTo>
                    <a:pt x="147" y="1"/>
                    <a:pt x="146" y="1"/>
                    <a:pt x="144"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3590;p80">
              <a:extLst>
                <a:ext uri="{FF2B5EF4-FFF2-40B4-BE49-F238E27FC236}">
                  <a16:creationId xmlns:a16="http://schemas.microsoft.com/office/drawing/2014/main" id="{D72CCA52-358F-34F7-294F-529618E7ACB4}"/>
                </a:ext>
              </a:extLst>
            </p:cNvPr>
            <p:cNvSpPr/>
            <p:nvPr/>
          </p:nvSpPr>
          <p:spPr>
            <a:xfrm>
              <a:off x="2609031" y="2220404"/>
              <a:ext cx="90805" cy="135143"/>
            </a:xfrm>
            <a:custGeom>
              <a:avLst/>
              <a:gdLst/>
              <a:ahLst/>
              <a:cxnLst/>
              <a:rect l="l" t="t" r="r" b="b"/>
              <a:pathLst>
                <a:path w="2218" h="3301" extrusionOk="0">
                  <a:moveTo>
                    <a:pt x="1948" y="1"/>
                  </a:moveTo>
                  <a:lnTo>
                    <a:pt x="1948" y="2968"/>
                  </a:lnTo>
                  <a:cubicBezTo>
                    <a:pt x="1937" y="3002"/>
                    <a:pt x="1909" y="3030"/>
                    <a:pt x="1875" y="3030"/>
                  </a:cubicBezTo>
                  <a:cubicBezTo>
                    <a:pt x="1874" y="3030"/>
                    <a:pt x="1873" y="3030"/>
                    <a:pt x="1871" y="3030"/>
                  </a:cubicBezTo>
                  <a:lnTo>
                    <a:pt x="1" y="3030"/>
                  </a:lnTo>
                  <a:lnTo>
                    <a:pt x="139" y="3299"/>
                  </a:lnTo>
                  <a:lnTo>
                    <a:pt x="2074" y="3299"/>
                  </a:lnTo>
                  <a:cubicBezTo>
                    <a:pt x="2080" y="3300"/>
                    <a:pt x="2085" y="3300"/>
                    <a:pt x="2091" y="3300"/>
                  </a:cubicBezTo>
                  <a:cubicBezTo>
                    <a:pt x="2159" y="3300"/>
                    <a:pt x="2213" y="3242"/>
                    <a:pt x="2217" y="3171"/>
                  </a:cubicBezTo>
                  <a:lnTo>
                    <a:pt x="2217" y="441"/>
                  </a:lnTo>
                  <a:cubicBezTo>
                    <a:pt x="2215" y="372"/>
                    <a:pt x="2188" y="308"/>
                    <a:pt x="2141" y="256"/>
                  </a:cubicBezTo>
                  <a:cubicBezTo>
                    <a:pt x="2070" y="177"/>
                    <a:pt x="2001" y="92"/>
                    <a:pt x="19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3591;p80">
              <a:extLst>
                <a:ext uri="{FF2B5EF4-FFF2-40B4-BE49-F238E27FC236}">
                  <a16:creationId xmlns:a16="http://schemas.microsoft.com/office/drawing/2014/main" id="{2A237245-1A59-BBA9-D969-E765EBE12B16}"/>
                </a:ext>
              </a:extLst>
            </p:cNvPr>
            <p:cNvSpPr/>
            <p:nvPr/>
          </p:nvSpPr>
          <p:spPr>
            <a:xfrm>
              <a:off x="2370596" y="2168902"/>
              <a:ext cx="238844" cy="179440"/>
            </a:xfrm>
            <a:custGeom>
              <a:avLst/>
              <a:gdLst/>
              <a:ahLst/>
              <a:cxnLst/>
              <a:rect l="l" t="t" r="r" b="b"/>
              <a:pathLst>
                <a:path w="5834" h="4383" extrusionOk="0">
                  <a:moveTo>
                    <a:pt x="5833" y="0"/>
                  </a:moveTo>
                  <a:lnTo>
                    <a:pt x="94" y="4157"/>
                  </a:lnTo>
                  <a:lnTo>
                    <a:pt x="1" y="4383"/>
                  </a:lnTo>
                  <a:lnTo>
                    <a:pt x="384" y="4290"/>
                  </a:lnTo>
                  <a:lnTo>
                    <a:pt x="5833" y="343"/>
                  </a:lnTo>
                  <a:lnTo>
                    <a:pt x="583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3592;p80">
              <a:extLst>
                <a:ext uri="{FF2B5EF4-FFF2-40B4-BE49-F238E27FC236}">
                  <a16:creationId xmlns:a16="http://schemas.microsoft.com/office/drawing/2014/main" id="{103AFFEA-45BD-6E4D-ADF4-643AB5C33E2F}"/>
                </a:ext>
              </a:extLst>
            </p:cNvPr>
            <p:cNvSpPr/>
            <p:nvPr/>
          </p:nvSpPr>
          <p:spPr>
            <a:xfrm>
              <a:off x="2609399" y="2104585"/>
              <a:ext cx="97028" cy="78318"/>
            </a:xfrm>
            <a:custGeom>
              <a:avLst/>
              <a:gdLst/>
              <a:ahLst/>
              <a:cxnLst/>
              <a:rect l="l" t="t" r="r" b="b"/>
              <a:pathLst>
                <a:path w="2370" h="1913" extrusionOk="0">
                  <a:moveTo>
                    <a:pt x="2211" y="1"/>
                  </a:moveTo>
                  <a:cubicBezTo>
                    <a:pt x="2183" y="1"/>
                    <a:pt x="2155" y="9"/>
                    <a:pt x="2131" y="27"/>
                  </a:cubicBezTo>
                  <a:lnTo>
                    <a:pt x="0" y="1570"/>
                  </a:lnTo>
                  <a:lnTo>
                    <a:pt x="0" y="1913"/>
                  </a:lnTo>
                  <a:lnTo>
                    <a:pt x="2293" y="251"/>
                  </a:lnTo>
                  <a:cubicBezTo>
                    <a:pt x="2355" y="208"/>
                    <a:pt x="2370" y="120"/>
                    <a:pt x="2324" y="58"/>
                  </a:cubicBezTo>
                  <a:cubicBezTo>
                    <a:pt x="2297" y="21"/>
                    <a:pt x="2254" y="1"/>
                    <a:pt x="22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3593;p80">
              <a:extLst>
                <a:ext uri="{FF2B5EF4-FFF2-40B4-BE49-F238E27FC236}">
                  <a16:creationId xmlns:a16="http://schemas.microsoft.com/office/drawing/2014/main" id="{B61C3666-A4D1-A364-BF46-DBA29FCD99BC}"/>
                </a:ext>
              </a:extLst>
            </p:cNvPr>
            <p:cNvSpPr/>
            <p:nvPr/>
          </p:nvSpPr>
          <p:spPr>
            <a:xfrm>
              <a:off x="2362777" y="2104667"/>
              <a:ext cx="246336" cy="250880"/>
            </a:xfrm>
            <a:custGeom>
              <a:avLst/>
              <a:gdLst/>
              <a:ahLst/>
              <a:cxnLst/>
              <a:rect l="l" t="t" r="r" b="b"/>
              <a:pathLst>
                <a:path w="6017" h="6128" extrusionOk="0">
                  <a:moveTo>
                    <a:pt x="139" y="0"/>
                  </a:moveTo>
                  <a:cubicBezTo>
                    <a:pt x="63" y="0"/>
                    <a:pt x="1" y="61"/>
                    <a:pt x="3" y="138"/>
                  </a:cubicBezTo>
                  <a:lnTo>
                    <a:pt x="3" y="5998"/>
                  </a:lnTo>
                  <a:cubicBezTo>
                    <a:pt x="1" y="6069"/>
                    <a:pt x="54" y="6127"/>
                    <a:pt x="122" y="6127"/>
                  </a:cubicBezTo>
                  <a:cubicBezTo>
                    <a:pt x="128" y="6127"/>
                    <a:pt x="133" y="6127"/>
                    <a:pt x="139" y="6126"/>
                  </a:cubicBezTo>
                  <a:lnTo>
                    <a:pt x="5879" y="6126"/>
                  </a:lnTo>
                  <a:lnTo>
                    <a:pt x="6017" y="5857"/>
                  </a:lnTo>
                  <a:lnTo>
                    <a:pt x="272" y="5857"/>
                  </a:lnTo>
                  <a:lnTo>
                    <a:pt x="272" y="138"/>
                  </a:lnTo>
                  <a:cubicBezTo>
                    <a:pt x="277" y="61"/>
                    <a:pt x="216" y="0"/>
                    <a:pt x="13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3594;p80">
              <a:extLst>
                <a:ext uri="{FF2B5EF4-FFF2-40B4-BE49-F238E27FC236}">
                  <a16:creationId xmlns:a16="http://schemas.microsoft.com/office/drawing/2014/main" id="{73C35AEB-87D4-7378-20E7-C3FBA071008D}"/>
                </a:ext>
              </a:extLst>
            </p:cNvPr>
            <p:cNvSpPr/>
            <p:nvPr/>
          </p:nvSpPr>
          <p:spPr>
            <a:xfrm>
              <a:off x="2603422" y="2110317"/>
              <a:ext cx="11054" cy="239949"/>
            </a:xfrm>
            <a:custGeom>
              <a:avLst/>
              <a:gdLst/>
              <a:ahLst/>
              <a:cxnLst/>
              <a:rect l="l" t="t" r="r" b="b"/>
              <a:pathLst>
                <a:path w="270" h="5861" extrusionOk="0">
                  <a:moveTo>
                    <a:pt x="118" y="0"/>
                  </a:moveTo>
                  <a:cubicBezTo>
                    <a:pt x="79" y="0"/>
                    <a:pt x="39" y="5"/>
                    <a:pt x="1" y="11"/>
                  </a:cubicBezTo>
                  <a:lnTo>
                    <a:pt x="1" y="1531"/>
                  </a:lnTo>
                  <a:lnTo>
                    <a:pt x="65" y="1647"/>
                  </a:lnTo>
                  <a:lnTo>
                    <a:pt x="1" y="1874"/>
                  </a:lnTo>
                  <a:lnTo>
                    <a:pt x="1" y="5721"/>
                  </a:lnTo>
                  <a:lnTo>
                    <a:pt x="136" y="5860"/>
                  </a:lnTo>
                  <a:lnTo>
                    <a:pt x="270" y="5721"/>
                  </a:lnTo>
                  <a:lnTo>
                    <a:pt x="270" y="1674"/>
                  </a:lnTo>
                  <a:lnTo>
                    <a:pt x="190" y="1575"/>
                  </a:lnTo>
                  <a:lnTo>
                    <a:pt x="270" y="1331"/>
                  </a:lnTo>
                  <a:lnTo>
                    <a:pt x="270" y="22"/>
                  </a:lnTo>
                  <a:cubicBezTo>
                    <a:pt x="222" y="8"/>
                    <a:pt x="170" y="0"/>
                    <a:pt x="118" y="0"/>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3595;p80">
              <a:extLst>
                <a:ext uri="{FF2B5EF4-FFF2-40B4-BE49-F238E27FC236}">
                  <a16:creationId xmlns:a16="http://schemas.microsoft.com/office/drawing/2014/main" id="{5B153FEF-A0B3-2429-36CF-4F5022A212A0}"/>
                </a:ext>
              </a:extLst>
            </p:cNvPr>
            <p:cNvSpPr/>
            <p:nvPr/>
          </p:nvSpPr>
          <p:spPr>
            <a:xfrm>
              <a:off x="2603463" y="2165135"/>
              <a:ext cx="11054" cy="21616"/>
            </a:xfrm>
            <a:custGeom>
              <a:avLst/>
              <a:gdLst/>
              <a:ahLst/>
              <a:cxnLst/>
              <a:rect l="l" t="t" r="r" b="b"/>
              <a:pathLst>
                <a:path w="270" h="528" extrusionOk="0">
                  <a:moveTo>
                    <a:pt x="270" y="0"/>
                  </a:moveTo>
                  <a:lnTo>
                    <a:pt x="1" y="196"/>
                  </a:lnTo>
                  <a:lnTo>
                    <a:pt x="1" y="528"/>
                  </a:lnTo>
                  <a:lnTo>
                    <a:pt x="270" y="333"/>
                  </a:lnTo>
                  <a:lnTo>
                    <a:pt x="27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3596;p80">
              <a:extLst>
                <a:ext uri="{FF2B5EF4-FFF2-40B4-BE49-F238E27FC236}">
                  <a16:creationId xmlns:a16="http://schemas.microsoft.com/office/drawing/2014/main" id="{20FE5497-C01E-E67E-1F21-2B9B5DD7889C}"/>
                </a:ext>
              </a:extLst>
            </p:cNvPr>
            <p:cNvSpPr/>
            <p:nvPr/>
          </p:nvSpPr>
          <p:spPr>
            <a:xfrm>
              <a:off x="2603463" y="2344412"/>
              <a:ext cx="11054" cy="11054"/>
            </a:xfrm>
            <a:custGeom>
              <a:avLst/>
              <a:gdLst/>
              <a:ahLst/>
              <a:cxnLst/>
              <a:rect l="l" t="t" r="r" b="b"/>
              <a:pathLst>
                <a:path w="270" h="270" extrusionOk="0">
                  <a:moveTo>
                    <a:pt x="1" y="1"/>
                  </a:moveTo>
                  <a:lnTo>
                    <a:pt x="1" y="270"/>
                  </a:lnTo>
                  <a:lnTo>
                    <a:pt x="270" y="270"/>
                  </a:lnTo>
                  <a:lnTo>
                    <a:pt x="27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0" name="Google Shape;3597;p80">
            <a:extLst>
              <a:ext uri="{FF2B5EF4-FFF2-40B4-BE49-F238E27FC236}">
                <a16:creationId xmlns:a16="http://schemas.microsoft.com/office/drawing/2014/main" id="{FB859F0D-6B86-C078-3F5B-56C8B2BF0C65}"/>
              </a:ext>
            </a:extLst>
          </p:cNvPr>
          <p:cNvGrpSpPr/>
          <p:nvPr/>
        </p:nvGrpSpPr>
        <p:grpSpPr>
          <a:xfrm>
            <a:off x="3723591" y="5712332"/>
            <a:ext cx="778842" cy="626197"/>
            <a:chOff x="2343781" y="3889856"/>
            <a:chExt cx="377549" cy="312045"/>
          </a:xfrm>
        </p:grpSpPr>
        <p:sp>
          <p:nvSpPr>
            <p:cNvPr id="631" name="Google Shape;3598;p80">
              <a:extLst>
                <a:ext uri="{FF2B5EF4-FFF2-40B4-BE49-F238E27FC236}">
                  <a16:creationId xmlns:a16="http://schemas.microsoft.com/office/drawing/2014/main" id="{8B7CA9A0-025F-7991-AC2D-E32051211DB3}"/>
                </a:ext>
              </a:extLst>
            </p:cNvPr>
            <p:cNvSpPr/>
            <p:nvPr/>
          </p:nvSpPr>
          <p:spPr>
            <a:xfrm>
              <a:off x="2343781" y="3890429"/>
              <a:ext cx="289978" cy="289446"/>
            </a:xfrm>
            <a:custGeom>
              <a:avLst/>
              <a:gdLst/>
              <a:ahLst/>
              <a:cxnLst/>
              <a:rect l="l" t="t" r="r" b="b"/>
              <a:pathLst>
                <a:path w="7083" h="7070" extrusionOk="0">
                  <a:moveTo>
                    <a:pt x="3811" y="1301"/>
                  </a:moveTo>
                  <a:cubicBezTo>
                    <a:pt x="5191" y="1301"/>
                    <a:pt x="6310" y="2418"/>
                    <a:pt x="6310" y="3798"/>
                  </a:cubicBezTo>
                  <a:cubicBezTo>
                    <a:pt x="6310" y="5178"/>
                    <a:pt x="5191" y="6296"/>
                    <a:pt x="3811" y="6296"/>
                  </a:cubicBezTo>
                  <a:cubicBezTo>
                    <a:pt x="2432" y="6296"/>
                    <a:pt x="1314" y="5178"/>
                    <a:pt x="1314" y="3798"/>
                  </a:cubicBezTo>
                  <a:cubicBezTo>
                    <a:pt x="1314" y="2419"/>
                    <a:pt x="2432" y="1301"/>
                    <a:pt x="3811" y="1301"/>
                  </a:cubicBezTo>
                  <a:close/>
                  <a:moveTo>
                    <a:pt x="3106" y="0"/>
                  </a:moveTo>
                  <a:cubicBezTo>
                    <a:pt x="3096" y="0"/>
                    <a:pt x="3087" y="1"/>
                    <a:pt x="3077" y="3"/>
                  </a:cubicBezTo>
                  <a:cubicBezTo>
                    <a:pt x="2898" y="37"/>
                    <a:pt x="2719" y="84"/>
                    <a:pt x="2545" y="146"/>
                  </a:cubicBezTo>
                  <a:cubicBezTo>
                    <a:pt x="2486" y="167"/>
                    <a:pt x="2445" y="222"/>
                    <a:pt x="2445" y="285"/>
                  </a:cubicBezTo>
                  <a:cubicBezTo>
                    <a:pt x="2445" y="407"/>
                    <a:pt x="2448" y="539"/>
                    <a:pt x="2455" y="681"/>
                  </a:cubicBezTo>
                  <a:cubicBezTo>
                    <a:pt x="2221" y="782"/>
                    <a:pt x="1997" y="912"/>
                    <a:pt x="1786" y="1067"/>
                  </a:cubicBezTo>
                  <a:cubicBezTo>
                    <a:pt x="1668" y="991"/>
                    <a:pt x="1555" y="922"/>
                    <a:pt x="1448" y="861"/>
                  </a:cubicBezTo>
                  <a:cubicBezTo>
                    <a:pt x="1425" y="848"/>
                    <a:pt x="1400" y="841"/>
                    <a:pt x="1375" y="841"/>
                  </a:cubicBezTo>
                  <a:cubicBezTo>
                    <a:pt x="1340" y="841"/>
                    <a:pt x="1305" y="854"/>
                    <a:pt x="1277" y="879"/>
                  </a:cubicBezTo>
                  <a:cubicBezTo>
                    <a:pt x="1209" y="938"/>
                    <a:pt x="1141" y="1001"/>
                    <a:pt x="1075" y="1066"/>
                  </a:cubicBezTo>
                  <a:cubicBezTo>
                    <a:pt x="1009" y="1130"/>
                    <a:pt x="947" y="1199"/>
                    <a:pt x="888" y="1267"/>
                  </a:cubicBezTo>
                  <a:cubicBezTo>
                    <a:pt x="847" y="1315"/>
                    <a:pt x="840" y="1383"/>
                    <a:pt x="871" y="1439"/>
                  </a:cubicBezTo>
                  <a:cubicBezTo>
                    <a:pt x="931" y="1545"/>
                    <a:pt x="1000" y="1658"/>
                    <a:pt x="1077" y="1777"/>
                  </a:cubicBezTo>
                  <a:cubicBezTo>
                    <a:pt x="921" y="1988"/>
                    <a:pt x="792" y="2211"/>
                    <a:pt x="689" y="2446"/>
                  </a:cubicBezTo>
                  <a:cubicBezTo>
                    <a:pt x="567" y="2439"/>
                    <a:pt x="450" y="2436"/>
                    <a:pt x="341" y="2436"/>
                  </a:cubicBezTo>
                  <a:cubicBezTo>
                    <a:pt x="325" y="2436"/>
                    <a:pt x="309" y="2436"/>
                    <a:pt x="294" y="2436"/>
                  </a:cubicBezTo>
                  <a:cubicBezTo>
                    <a:pt x="231" y="2436"/>
                    <a:pt x="175" y="2477"/>
                    <a:pt x="155" y="2536"/>
                  </a:cubicBezTo>
                  <a:cubicBezTo>
                    <a:pt x="93" y="2711"/>
                    <a:pt x="48" y="2889"/>
                    <a:pt x="12" y="3068"/>
                  </a:cubicBezTo>
                  <a:cubicBezTo>
                    <a:pt x="1" y="3129"/>
                    <a:pt x="29" y="3192"/>
                    <a:pt x="83" y="3224"/>
                  </a:cubicBezTo>
                  <a:cubicBezTo>
                    <a:pt x="188" y="3287"/>
                    <a:pt x="307" y="3350"/>
                    <a:pt x="431" y="3414"/>
                  </a:cubicBezTo>
                  <a:cubicBezTo>
                    <a:pt x="403" y="3671"/>
                    <a:pt x="403" y="3930"/>
                    <a:pt x="431" y="4186"/>
                  </a:cubicBezTo>
                  <a:cubicBezTo>
                    <a:pt x="307" y="4251"/>
                    <a:pt x="190" y="4314"/>
                    <a:pt x="83" y="4375"/>
                  </a:cubicBezTo>
                  <a:cubicBezTo>
                    <a:pt x="29" y="4407"/>
                    <a:pt x="1" y="4470"/>
                    <a:pt x="12" y="4533"/>
                  </a:cubicBezTo>
                  <a:cubicBezTo>
                    <a:pt x="46" y="4712"/>
                    <a:pt x="93" y="4890"/>
                    <a:pt x="155" y="5064"/>
                  </a:cubicBezTo>
                  <a:cubicBezTo>
                    <a:pt x="176" y="5123"/>
                    <a:pt x="231" y="5165"/>
                    <a:pt x="294" y="5165"/>
                  </a:cubicBezTo>
                  <a:cubicBezTo>
                    <a:pt x="417" y="5165"/>
                    <a:pt x="549" y="5161"/>
                    <a:pt x="689" y="5155"/>
                  </a:cubicBezTo>
                  <a:cubicBezTo>
                    <a:pt x="792" y="5388"/>
                    <a:pt x="921" y="5613"/>
                    <a:pt x="1077" y="5824"/>
                  </a:cubicBezTo>
                  <a:cubicBezTo>
                    <a:pt x="1000" y="5942"/>
                    <a:pt x="931" y="6055"/>
                    <a:pt x="871" y="6162"/>
                  </a:cubicBezTo>
                  <a:cubicBezTo>
                    <a:pt x="839" y="6217"/>
                    <a:pt x="846" y="6285"/>
                    <a:pt x="888" y="6333"/>
                  </a:cubicBezTo>
                  <a:cubicBezTo>
                    <a:pt x="947" y="6401"/>
                    <a:pt x="1010" y="6469"/>
                    <a:pt x="1075" y="6535"/>
                  </a:cubicBezTo>
                  <a:cubicBezTo>
                    <a:pt x="1095" y="6554"/>
                    <a:pt x="1115" y="6574"/>
                    <a:pt x="1136" y="6593"/>
                  </a:cubicBezTo>
                  <a:lnTo>
                    <a:pt x="1748" y="6412"/>
                  </a:lnTo>
                  <a:cubicBezTo>
                    <a:pt x="1748" y="6412"/>
                    <a:pt x="1748" y="6412"/>
                    <a:pt x="1748" y="6412"/>
                  </a:cubicBezTo>
                  <a:cubicBezTo>
                    <a:pt x="1756" y="6412"/>
                    <a:pt x="2668" y="7069"/>
                    <a:pt x="3721" y="7069"/>
                  </a:cubicBezTo>
                  <a:cubicBezTo>
                    <a:pt x="5578" y="7069"/>
                    <a:pt x="7082" y="5564"/>
                    <a:pt x="7082" y="3708"/>
                  </a:cubicBezTo>
                  <a:cubicBezTo>
                    <a:pt x="7082" y="2646"/>
                    <a:pt x="6422" y="1739"/>
                    <a:pt x="6422" y="1739"/>
                  </a:cubicBezTo>
                  <a:lnTo>
                    <a:pt x="6602" y="1127"/>
                  </a:lnTo>
                  <a:cubicBezTo>
                    <a:pt x="6582" y="1107"/>
                    <a:pt x="6564" y="1086"/>
                    <a:pt x="6544" y="1066"/>
                  </a:cubicBezTo>
                  <a:cubicBezTo>
                    <a:pt x="6479" y="1000"/>
                    <a:pt x="6411" y="938"/>
                    <a:pt x="6343" y="879"/>
                  </a:cubicBezTo>
                  <a:cubicBezTo>
                    <a:pt x="6315" y="855"/>
                    <a:pt x="6279" y="842"/>
                    <a:pt x="6244" y="842"/>
                  </a:cubicBezTo>
                  <a:cubicBezTo>
                    <a:pt x="6219" y="842"/>
                    <a:pt x="6194" y="848"/>
                    <a:pt x="6171" y="861"/>
                  </a:cubicBezTo>
                  <a:cubicBezTo>
                    <a:pt x="6065" y="922"/>
                    <a:pt x="5952" y="991"/>
                    <a:pt x="5833" y="1067"/>
                  </a:cubicBezTo>
                  <a:cubicBezTo>
                    <a:pt x="5622" y="912"/>
                    <a:pt x="5398" y="782"/>
                    <a:pt x="5165" y="681"/>
                  </a:cubicBezTo>
                  <a:cubicBezTo>
                    <a:pt x="5171" y="539"/>
                    <a:pt x="5176" y="407"/>
                    <a:pt x="5174" y="285"/>
                  </a:cubicBezTo>
                  <a:cubicBezTo>
                    <a:pt x="5174" y="222"/>
                    <a:pt x="5133" y="165"/>
                    <a:pt x="5073" y="146"/>
                  </a:cubicBezTo>
                  <a:cubicBezTo>
                    <a:pt x="4899" y="84"/>
                    <a:pt x="4722" y="38"/>
                    <a:pt x="4543" y="3"/>
                  </a:cubicBezTo>
                  <a:cubicBezTo>
                    <a:pt x="4533" y="1"/>
                    <a:pt x="4523" y="0"/>
                    <a:pt x="4514" y="0"/>
                  </a:cubicBezTo>
                  <a:cubicBezTo>
                    <a:pt x="4462" y="0"/>
                    <a:pt x="4413" y="28"/>
                    <a:pt x="4385" y="74"/>
                  </a:cubicBezTo>
                  <a:cubicBezTo>
                    <a:pt x="4323" y="179"/>
                    <a:pt x="4260" y="297"/>
                    <a:pt x="4195" y="422"/>
                  </a:cubicBezTo>
                  <a:cubicBezTo>
                    <a:pt x="4067" y="408"/>
                    <a:pt x="3938" y="401"/>
                    <a:pt x="3809" y="401"/>
                  </a:cubicBezTo>
                  <a:cubicBezTo>
                    <a:pt x="3681" y="401"/>
                    <a:pt x="3552" y="408"/>
                    <a:pt x="3424" y="422"/>
                  </a:cubicBezTo>
                  <a:cubicBezTo>
                    <a:pt x="3359" y="297"/>
                    <a:pt x="3296" y="180"/>
                    <a:pt x="3234" y="74"/>
                  </a:cubicBezTo>
                  <a:cubicBezTo>
                    <a:pt x="3208" y="28"/>
                    <a:pt x="3158" y="0"/>
                    <a:pt x="3106"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3599;p80">
              <a:extLst>
                <a:ext uri="{FF2B5EF4-FFF2-40B4-BE49-F238E27FC236}">
                  <a16:creationId xmlns:a16="http://schemas.microsoft.com/office/drawing/2014/main" id="{EC876F0A-7821-5268-D6B0-F327366EB71B}"/>
                </a:ext>
              </a:extLst>
            </p:cNvPr>
            <p:cNvSpPr/>
            <p:nvPr/>
          </p:nvSpPr>
          <p:spPr>
            <a:xfrm>
              <a:off x="2390534" y="3936322"/>
              <a:ext cx="265373" cy="265046"/>
            </a:xfrm>
            <a:custGeom>
              <a:avLst/>
              <a:gdLst/>
              <a:ahLst/>
              <a:cxnLst/>
              <a:rect l="l" t="t" r="r" b="b"/>
              <a:pathLst>
                <a:path w="6482" h="6474" extrusionOk="0">
                  <a:moveTo>
                    <a:pt x="5464" y="1"/>
                  </a:moveTo>
                  <a:cubicBezTo>
                    <a:pt x="5373" y="155"/>
                    <a:pt x="5267" y="315"/>
                    <a:pt x="5151" y="482"/>
                  </a:cubicBezTo>
                  <a:cubicBezTo>
                    <a:pt x="5114" y="534"/>
                    <a:pt x="5115" y="603"/>
                    <a:pt x="5153" y="655"/>
                  </a:cubicBezTo>
                  <a:cubicBezTo>
                    <a:pt x="5549" y="1189"/>
                    <a:pt x="5784" y="1850"/>
                    <a:pt x="5784" y="2567"/>
                  </a:cubicBezTo>
                  <a:cubicBezTo>
                    <a:pt x="5784" y="4337"/>
                    <a:pt x="4336" y="5783"/>
                    <a:pt x="2567" y="5783"/>
                  </a:cubicBezTo>
                  <a:cubicBezTo>
                    <a:pt x="1851" y="5783"/>
                    <a:pt x="1190" y="5548"/>
                    <a:pt x="654" y="5153"/>
                  </a:cubicBezTo>
                  <a:cubicBezTo>
                    <a:pt x="628" y="5133"/>
                    <a:pt x="598" y="5123"/>
                    <a:pt x="567" y="5123"/>
                  </a:cubicBezTo>
                  <a:cubicBezTo>
                    <a:pt x="538" y="5123"/>
                    <a:pt x="508" y="5132"/>
                    <a:pt x="482" y="5150"/>
                  </a:cubicBezTo>
                  <a:cubicBezTo>
                    <a:pt x="316" y="5266"/>
                    <a:pt x="153" y="5372"/>
                    <a:pt x="0" y="5464"/>
                  </a:cubicBezTo>
                  <a:cubicBezTo>
                    <a:pt x="47" y="5509"/>
                    <a:pt x="94" y="5551"/>
                    <a:pt x="141" y="5594"/>
                  </a:cubicBezTo>
                  <a:cubicBezTo>
                    <a:pt x="169" y="5617"/>
                    <a:pt x="204" y="5630"/>
                    <a:pt x="239" y="5630"/>
                  </a:cubicBezTo>
                  <a:cubicBezTo>
                    <a:pt x="264" y="5630"/>
                    <a:pt x="290" y="5623"/>
                    <a:pt x="313" y="5610"/>
                  </a:cubicBezTo>
                  <a:cubicBezTo>
                    <a:pt x="416" y="5552"/>
                    <a:pt x="530" y="5484"/>
                    <a:pt x="648" y="5407"/>
                  </a:cubicBezTo>
                  <a:cubicBezTo>
                    <a:pt x="859" y="5563"/>
                    <a:pt x="1084" y="5693"/>
                    <a:pt x="1317" y="5794"/>
                  </a:cubicBezTo>
                  <a:cubicBezTo>
                    <a:pt x="1311" y="5934"/>
                    <a:pt x="1306" y="6066"/>
                    <a:pt x="1307" y="6190"/>
                  </a:cubicBezTo>
                  <a:cubicBezTo>
                    <a:pt x="1307" y="6253"/>
                    <a:pt x="1348" y="6309"/>
                    <a:pt x="1408" y="6329"/>
                  </a:cubicBezTo>
                  <a:cubicBezTo>
                    <a:pt x="1582" y="6390"/>
                    <a:pt x="1760" y="6435"/>
                    <a:pt x="1939" y="6471"/>
                  </a:cubicBezTo>
                  <a:cubicBezTo>
                    <a:pt x="1949" y="6473"/>
                    <a:pt x="1958" y="6474"/>
                    <a:pt x="1967" y="6474"/>
                  </a:cubicBezTo>
                  <a:cubicBezTo>
                    <a:pt x="2019" y="6474"/>
                    <a:pt x="2068" y="6446"/>
                    <a:pt x="2097" y="6401"/>
                  </a:cubicBezTo>
                  <a:cubicBezTo>
                    <a:pt x="2158" y="6295"/>
                    <a:pt x="2221" y="6177"/>
                    <a:pt x="2286" y="6054"/>
                  </a:cubicBezTo>
                  <a:cubicBezTo>
                    <a:pt x="2414" y="6068"/>
                    <a:pt x="2543" y="6076"/>
                    <a:pt x="2672" y="6076"/>
                  </a:cubicBezTo>
                  <a:cubicBezTo>
                    <a:pt x="2801" y="6076"/>
                    <a:pt x="2930" y="6068"/>
                    <a:pt x="3058" y="6054"/>
                  </a:cubicBezTo>
                  <a:cubicBezTo>
                    <a:pt x="3122" y="6179"/>
                    <a:pt x="3185" y="6295"/>
                    <a:pt x="3248" y="6401"/>
                  </a:cubicBezTo>
                  <a:cubicBezTo>
                    <a:pt x="3275" y="6446"/>
                    <a:pt x="3324" y="6474"/>
                    <a:pt x="3377" y="6474"/>
                  </a:cubicBezTo>
                  <a:cubicBezTo>
                    <a:pt x="3386" y="6474"/>
                    <a:pt x="3396" y="6473"/>
                    <a:pt x="3405" y="6471"/>
                  </a:cubicBezTo>
                  <a:cubicBezTo>
                    <a:pt x="3584" y="6438"/>
                    <a:pt x="3761" y="6390"/>
                    <a:pt x="3936" y="6329"/>
                  </a:cubicBezTo>
                  <a:cubicBezTo>
                    <a:pt x="3996" y="6308"/>
                    <a:pt x="4036" y="6253"/>
                    <a:pt x="4036" y="6190"/>
                  </a:cubicBezTo>
                  <a:cubicBezTo>
                    <a:pt x="4036" y="6066"/>
                    <a:pt x="4034" y="5934"/>
                    <a:pt x="4027" y="5794"/>
                  </a:cubicBezTo>
                  <a:cubicBezTo>
                    <a:pt x="4260" y="5692"/>
                    <a:pt x="4484" y="5563"/>
                    <a:pt x="4695" y="5407"/>
                  </a:cubicBezTo>
                  <a:cubicBezTo>
                    <a:pt x="4814" y="5484"/>
                    <a:pt x="4926" y="5552"/>
                    <a:pt x="5033" y="5614"/>
                  </a:cubicBezTo>
                  <a:cubicBezTo>
                    <a:pt x="5056" y="5626"/>
                    <a:pt x="5082" y="5633"/>
                    <a:pt x="5107" y="5633"/>
                  </a:cubicBezTo>
                  <a:cubicBezTo>
                    <a:pt x="5142" y="5633"/>
                    <a:pt x="5177" y="5620"/>
                    <a:pt x="5205" y="5596"/>
                  </a:cubicBezTo>
                  <a:cubicBezTo>
                    <a:pt x="5273" y="5537"/>
                    <a:pt x="5341" y="5473"/>
                    <a:pt x="5406" y="5409"/>
                  </a:cubicBezTo>
                  <a:cubicBezTo>
                    <a:pt x="5473" y="5343"/>
                    <a:pt x="5534" y="5275"/>
                    <a:pt x="5594" y="5207"/>
                  </a:cubicBezTo>
                  <a:cubicBezTo>
                    <a:pt x="5634" y="5160"/>
                    <a:pt x="5642" y="5091"/>
                    <a:pt x="5611" y="5035"/>
                  </a:cubicBezTo>
                  <a:cubicBezTo>
                    <a:pt x="5550" y="4930"/>
                    <a:pt x="5481" y="4817"/>
                    <a:pt x="5405" y="4698"/>
                  </a:cubicBezTo>
                  <a:cubicBezTo>
                    <a:pt x="5560" y="4487"/>
                    <a:pt x="5690" y="4263"/>
                    <a:pt x="5791" y="4029"/>
                  </a:cubicBezTo>
                  <a:cubicBezTo>
                    <a:pt x="5918" y="4035"/>
                    <a:pt x="6037" y="4039"/>
                    <a:pt x="6149" y="4039"/>
                  </a:cubicBezTo>
                  <a:cubicBezTo>
                    <a:pt x="6162" y="4039"/>
                    <a:pt x="6174" y="4038"/>
                    <a:pt x="6187" y="4038"/>
                  </a:cubicBezTo>
                  <a:cubicBezTo>
                    <a:pt x="6250" y="4038"/>
                    <a:pt x="6307" y="3997"/>
                    <a:pt x="6327" y="3938"/>
                  </a:cubicBezTo>
                  <a:cubicBezTo>
                    <a:pt x="6387" y="3764"/>
                    <a:pt x="6434" y="3586"/>
                    <a:pt x="6470" y="3406"/>
                  </a:cubicBezTo>
                  <a:cubicBezTo>
                    <a:pt x="6481" y="3345"/>
                    <a:pt x="6452" y="3283"/>
                    <a:pt x="6398" y="3250"/>
                  </a:cubicBezTo>
                  <a:cubicBezTo>
                    <a:pt x="6293" y="3188"/>
                    <a:pt x="6175" y="3125"/>
                    <a:pt x="6050" y="3060"/>
                  </a:cubicBezTo>
                  <a:cubicBezTo>
                    <a:pt x="6079" y="2804"/>
                    <a:pt x="6079" y="2544"/>
                    <a:pt x="6050" y="2288"/>
                  </a:cubicBezTo>
                  <a:cubicBezTo>
                    <a:pt x="6175" y="2224"/>
                    <a:pt x="6291" y="2160"/>
                    <a:pt x="6398" y="2098"/>
                  </a:cubicBezTo>
                  <a:cubicBezTo>
                    <a:pt x="6452" y="2066"/>
                    <a:pt x="6481" y="2003"/>
                    <a:pt x="6470" y="1942"/>
                  </a:cubicBezTo>
                  <a:cubicBezTo>
                    <a:pt x="6435" y="1763"/>
                    <a:pt x="6387" y="1584"/>
                    <a:pt x="6327" y="1410"/>
                  </a:cubicBezTo>
                  <a:cubicBezTo>
                    <a:pt x="6306" y="1351"/>
                    <a:pt x="6250" y="1310"/>
                    <a:pt x="6187" y="1310"/>
                  </a:cubicBezTo>
                  <a:cubicBezTo>
                    <a:pt x="6065" y="1310"/>
                    <a:pt x="5933" y="1312"/>
                    <a:pt x="5791" y="1319"/>
                  </a:cubicBezTo>
                  <a:cubicBezTo>
                    <a:pt x="5690" y="1085"/>
                    <a:pt x="5560" y="862"/>
                    <a:pt x="5405" y="651"/>
                  </a:cubicBezTo>
                  <a:cubicBezTo>
                    <a:pt x="5481" y="531"/>
                    <a:pt x="5550" y="419"/>
                    <a:pt x="5611" y="313"/>
                  </a:cubicBezTo>
                  <a:cubicBezTo>
                    <a:pt x="5643" y="257"/>
                    <a:pt x="5636" y="188"/>
                    <a:pt x="5594" y="141"/>
                  </a:cubicBezTo>
                  <a:cubicBezTo>
                    <a:pt x="5552" y="93"/>
                    <a:pt x="5510" y="46"/>
                    <a:pt x="54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3600;p80">
              <a:extLst>
                <a:ext uri="{FF2B5EF4-FFF2-40B4-BE49-F238E27FC236}">
                  <a16:creationId xmlns:a16="http://schemas.microsoft.com/office/drawing/2014/main" id="{0340E4D7-29E6-5543-870E-C52A720272D9}"/>
                </a:ext>
              </a:extLst>
            </p:cNvPr>
            <p:cNvSpPr/>
            <p:nvPr/>
          </p:nvSpPr>
          <p:spPr>
            <a:xfrm>
              <a:off x="2679325" y="3889856"/>
              <a:ext cx="37501" cy="308114"/>
            </a:xfrm>
            <a:custGeom>
              <a:avLst/>
              <a:gdLst/>
              <a:ahLst/>
              <a:cxnLst/>
              <a:rect l="l" t="t" r="r" b="b"/>
              <a:pathLst>
                <a:path w="916" h="7526" extrusionOk="0">
                  <a:moveTo>
                    <a:pt x="148" y="0"/>
                  </a:moveTo>
                  <a:cubicBezTo>
                    <a:pt x="67" y="0"/>
                    <a:pt x="0" y="67"/>
                    <a:pt x="0" y="149"/>
                  </a:cubicBezTo>
                  <a:lnTo>
                    <a:pt x="0" y="825"/>
                  </a:lnTo>
                  <a:lnTo>
                    <a:pt x="199" y="1121"/>
                  </a:lnTo>
                  <a:lnTo>
                    <a:pt x="0" y="1416"/>
                  </a:lnTo>
                  <a:lnTo>
                    <a:pt x="0" y="2450"/>
                  </a:lnTo>
                  <a:lnTo>
                    <a:pt x="199" y="2835"/>
                  </a:lnTo>
                  <a:lnTo>
                    <a:pt x="0" y="3220"/>
                  </a:lnTo>
                  <a:lnTo>
                    <a:pt x="0" y="4404"/>
                  </a:lnTo>
                  <a:lnTo>
                    <a:pt x="199" y="4788"/>
                  </a:lnTo>
                  <a:lnTo>
                    <a:pt x="0" y="5175"/>
                  </a:lnTo>
                  <a:lnTo>
                    <a:pt x="0" y="6206"/>
                  </a:lnTo>
                  <a:lnTo>
                    <a:pt x="199" y="6506"/>
                  </a:lnTo>
                  <a:lnTo>
                    <a:pt x="0" y="6798"/>
                  </a:lnTo>
                  <a:lnTo>
                    <a:pt x="0" y="7327"/>
                  </a:lnTo>
                  <a:lnTo>
                    <a:pt x="915" y="7525"/>
                  </a:lnTo>
                  <a:lnTo>
                    <a:pt x="717"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3601;p80">
              <a:extLst>
                <a:ext uri="{FF2B5EF4-FFF2-40B4-BE49-F238E27FC236}">
                  <a16:creationId xmlns:a16="http://schemas.microsoft.com/office/drawing/2014/main" id="{F3D2DFA0-5034-73E2-7F14-7F88A69E02FF}"/>
                </a:ext>
              </a:extLst>
            </p:cNvPr>
            <p:cNvSpPr/>
            <p:nvPr/>
          </p:nvSpPr>
          <p:spPr>
            <a:xfrm>
              <a:off x="2680103" y="3889897"/>
              <a:ext cx="41227" cy="312004"/>
            </a:xfrm>
            <a:custGeom>
              <a:avLst/>
              <a:gdLst/>
              <a:ahLst/>
              <a:cxnLst/>
              <a:rect l="l" t="t" r="r" b="b"/>
              <a:pathLst>
                <a:path w="1007" h="7621" extrusionOk="0">
                  <a:moveTo>
                    <a:pt x="702" y="0"/>
                  </a:moveTo>
                  <a:lnTo>
                    <a:pt x="702" y="7332"/>
                  </a:lnTo>
                  <a:lnTo>
                    <a:pt x="0" y="7332"/>
                  </a:lnTo>
                  <a:lnTo>
                    <a:pt x="0" y="7472"/>
                  </a:lnTo>
                  <a:cubicBezTo>
                    <a:pt x="0" y="7555"/>
                    <a:pt x="67" y="7620"/>
                    <a:pt x="148" y="7620"/>
                  </a:cubicBezTo>
                  <a:lnTo>
                    <a:pt x="859" y="7620"/>
                  </a:lnTo>
                  <a:cubicBezTo>
                    <a:pt x="940" y="7620"/>
                    <a:pt x="1007" y="7555"/>
                    <a:pt x="1007" y="7472"/>
                  </a:cubicBezTo>
                  <a:lnTo>
                    <a:pt x="1007" y="6803"/>
                  </a:lnTo>
                  <a:lnTo>
                    <a:pt x="803" y="6507"/>
                  </a:lnTo>
                  <a:lnTo>
                    <a:pt x="1007" y="6211"/>
                  </a:lnTo>
                  <a:lnTo>
                    <a:pt x="1007" y="5177"/>
                  </a:lnTo>
                  <a:lnTo>
                    <a:pt x="803" y="4793"/>
                  </a:lnTo>
                  <a:lnTo>
                    <a:pt x="1007" y="4408"/>
                  </a:lnTo>
                  <a:lnTo>
                    <a:pt x="1007" y="3225"/>
                  </a:lnTo>
                  <a:lnTo>
                    <a:pt x="803" y="2839"/>
                  </a:lnTo>
                  <a:lnTo>
                    <a:pt x="1007" y="2451"/>
                  </a:lnTo>
                  <a:lnTo>
                    <a:pt x="1007" y="1417"/>
                  </a:lnTo>
                  <a:lnTo>
                    <a:pt x="803" y="1141"/>
                  </a:lnTo>
                  <a:lnTo>
                    <a:pt x="1007" y="825"/>
                  </a:lnTo>
                  <a:lnTo>
                    <a:pt x="1007" y="148"/>
                  </a:lnTo>
                  <a:cubicBezTo>
                    <a:pt x="1007" y="66"/>
                    <a:pt x="940" y="0"/>
                    <a:pt x="85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3602;p80">
              <a:extLst>
                <a:ext uri="{FF2B5EF4-FFF2-40B4-BE49-F238E27FC236}">
                  <a16:creationId xmlns:a16="http://schemas.microsoft.com/office/drawing/2014/main" id="{D37DA1F6-F2BA-BA4D-D044-B48BC8C35430}"/>
                </a:ext>
              </a:extLst>
            </p:cNvPr>
            <p:cNvSpPr/>
            <p:nvPr/>
          </p:nvSpPr>
          <p:spPr>
            <a:xfrm>
              <a:off x="2679366" y="3923713"/>
              <a:ext cx="37501" cy="24359"/>
            </a:xfrm>
            <a:custGeom>
              <a:avLst/>
              <a:gdLst/>
              <a:ahLst/>
              <a:cxnLst/>
              <a:rect l="l" t="t" r="r" b="b"/>
              <a:pathLst>
                <a:path w="916" h="595" extrusionOk="0">
                  <a:moveTo>
                    <a:pt x="0" y="1"/>
                  </a:moveTo>
                  <a:lnTo>
                    <a:pt x="0" y="595"/>
                  </a:lnTo>
                  <a:lnTo>
                    <a:pt x="718" y="595"/>
                  </a:lnTo>
                  <a:lnTo>
                    <a:pt x="915" y="298"/>
                  </a:lnTo>
                  <a:lnTo>
                    <a:pt x="718"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3603;p80">
              <a:extLst>
                <a:ext uri="{FF2B5EF4-FFF2-40B4-BE49-F238E27FC236}">
                  <a16:creationId xmlns:a16="http://schemas.microsoft.com/office/drawing/2014/main" id="{BC4858A1-8FAC-C3CE-B443-E79C63E66FE2}"/>
                </a:ext>
              </a:extLst>
            </p:cNvPr>
            <p:cNvSpPr/>
            <p:nvPr/>
          </p:nvSpPr>
          <p:spPr>
            <a:xfrm>
              <a:off x="2679366" y="3989954"/>
              <a:ext cx="37501" cy="31729"/>
            </a:xfrm>
            <a:custGeom>
              <a:avLst/>
              <a:gdLst/>
              <a:ahLst/>
              <a:cxnLst/>
              <a:rect l="l" t="t" r="r" b="b"/>
              <a:pathLst>
                <a:path w="916" h="775" extrusionOk="0">
                  <a:moveTo>
                    <a:pt x="0" y="1"/>
                  </a:moveTo>
                  <a:lnTo>
                    <a:pt x="0" y="774"/>
                  </a:lnTo>
                  <a:lnTo>
                    <a:pt x="718" y="774"/>
                  </a:lnTo>
                  <a:lnTo>
                    <a:pt x="915" y="387"/>
                  </a:lnTo>
                  <a:lnTo>
                    <a:pt x="718"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3604;p80">
              <a:extLst>
                <a:ext uri="{FF2B5EF4-FFF2-40B4-BE49-F238E27FC236}">
                  <a16:creationId xmlns:a16="http://schemas.microsoft.com/office/drawing/2014/main" id="{67B90A9B-6E59-49EE-F9E2-11EEAA8ED112}"/>
                </a:ext>
              </a:extLst>
            </p:cNvPr>
            <p:cNvSpPr/>
            <p:nvPr/>
          </p:nvSpPr>
          <p:spPr>
            <a:xfrm>
              <a:off x="2679366" y="4143684"/>
              <a:ext cx="37501" cy="24318"/>
            </a:xfrm>
            <a:custGeom>
              <a:avLst/>
              <a:gdLst/>
              <a:ahLst/>
              <a:cxnLst/>
              <a:rect l="l" t="t" r="r" b="b"/>
              <a:pathLst>
                <a:path w="916" h="594" extrusionOk="0">
                  <a:moveTo>
                    <a:pt x="0" y="1"/>
                  </a:moveTo>
                  <a:lnTo>
                    <a:pt x="0" y="594"/>
                  </a:lnTo>
                  <a:lnTo>
                    <a:pt x="718" y="594"/>
                  </a:lnTo>
                  <a:lnTo>
                    <a:pt x="915" y="297"/>
                  </a:lnTo>
                  <a:lnTo>
                    <a:pt x="718"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3605;p80">
              <a:extLst>
                <a:ext uri="{FF2B5EF4-FFF2-40B4-BE49-F238E27FC236}">
                  <a16:creationId xmlns:a16="http://schemas.microsoft.com/office/drawing/2014/main" id="{C8B0B260-262E-EAAB-745B-4A995AD62A9A}"/>
                </a:ext>
              </a:extLst>
            </p:cNvPr>
            <p:cNvSpPr/>
            <p:nvPr/>
          </p:nvSpPr>
          <p:spPr>
            <a:xfrm>
              <a:off x="2679366" y="4070155"/>
              <a:ext cx="37501" cy="31688"/>
            </a:xfrm>
            <a:custGeom>
              <a:avLst/>
              <a:gdLst/>
              <a:ahLst/>
              <a:cxnLst/>
              <a:rect l="l" t="t" r="r" b="b"/>
              <a:pathLst>
                <a:path w="916" h="774" extrusionOk="0">
                  <a:moveTo>
                    <a:pt x="0" y="0"/>
                  </a:moveTo>
                  <a:lnTo>
                    <a:pt x="0" y="774"/>
                  </a:lnTo>
                  <a:lnTo>
                    <a:pt x="718" y="774"/>
                  </a:lnTo>
                  <a:lnTo>
                    <a:pt x="915" y="386"/>
                  </a:lnTo>
                  <a:lnTo>
                    <a:pt x="718"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3606;p80">
              <a:extLst>
                <a:ext uri="{FF2B5EF4-FFF2-40B4-BE49-F238E27FC236}">
                  <a16:creationId xmlns:a16="http://schemas.microsoft.com/office/drawing/2014/main" id="{D51B0360-5A4F-9908-55F0-764A39D060F5}"/>
                </a:ext>
              </a:extLst>
            </p:cNvPr>
            <p:cNvSpPr/>
            <p:nvPr/>
          </p:nvSpPr>
          <p:spPr>
            <a:xfrm>
              <a:off x="2708761" y="3923713"/>
              <a:ext cx="11791" cy="24359"/>
            </a:xfrm>
            <a:custGeom>
              <a:avLst/>
              <a:gdLst/>
              <a:ahLst/>
              <a:cxnLst/>
              <a:rect l="l" t="t" r="r" b="b"/>
              <a:pathLst>
                <a:path w="288" h="595" extrusionOk="0">
                  <a:moveTo>
                    <a:pt x="1" y="1"/>
                  </a:moveTo>
                  <a:lnTo>
                    <a:pt x="1" y="595"/>
                  </a:lnTo>
                  <a:lnTo>
                    <a:pt x="288" y="595"/>
                  </a:lnTo>
                  <a:lnTo>
                    <a:pt x="2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3607;p80">
              <a:extLst>
                <a:ext uri="{FF2B5EF4-FFF2-40B4-BE49-F238E27FC236}">
                  <a16:creationId xmlns:a16="http://schemas.microsoft.com/office/drawing/2014/main" id="{087FB882-C677-5289-D8D2-9873157D6D85}"/>
                </a:ext>
              </a:extLst>
            </p:cNvPr>
            <p:cNvSpPr/>
            <p:nvPr/>
          </p:nvSpPr>
          <p:spPr>
            <a:xfrm>
              <a:off x="2708761" y="3989954"/>
              <a:ext cx="11791" cy="31729"/>
            </a:xfrm>
            <a:custGeom>
              <a:avLst/>
              <a:gdLst/>
              <a:ahLst/>
              <a:cxnLst/>
              <a:rect l="l" t="t" r="r" b="b"/>
              <a:pathLst>
                <a:path w="288" h="775" extrusionOk="0">
                  <a:moveTo>
                    <a:pt x="1" y="1"/>
                  </a:moveTo>
                  <a:lnTo>
                    <a:pt x="1" y="774"/>
                  </a:lnTo>
                  <a:lnTo>
                    <a:pt x="288" y="774"/>
                  </a:lnTo>
                  <a:lnTo>
                    <a:pt x="2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3608;p80">
              <a:extLst>
                <a:ext uri="{FF2B5EF4-FFF2-40B4-BE49-F238E27FC236}">
                  <a16:creationId xmlns:a16="http://schemas.microsoft.com/office/drawing/2014/main" id="{0F40DB73-3168-96DA-4650-2617FEF2AE7D}"/>
                </a:ext>
              </a:extLst>
            </p:cNvPr>
            <p:cNvSpPr/>
            <p:nvPr/>
          </p:nvSpPr>
          <p:spPr>
            <a:xfrm>
              <a:off x="2708761" y="4070155"/>
              <a:ext cx="11791" cy="31688"/>
            </a:xfrm>
            <a:custGeom>
              <a:avLst/>
              <a:gdLst/>
              <a:ahLst/>
              <a:cxnLst/>
              <a:rect l="l" t="t" r="r" b="b"/>
              <a:pathLst>
                <a:path w="288" h="774" extrusionOk="0">
                  <a:moveTo>
                    <a:pt x="1" y="0"/>
                  </a:moveTo>
                  <a:lnTo>
                    <a:pt x="1" y="774"/>
                  </a:lnTo>
                  <a:lnTo>
                    <a:pt x="288" y="774"/>
                  </a:lnTo>
                  <a:lnTo>
                    <a:pt x="28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3609;p80">
              <a:extLst>
                <a:ext uri="{FF2B5EF4-FFF2-40B4-BE49-F238E27FC236}">
                  <a16:creationId xmlns:a16="http://schemas.microsoft.com/office/drawing/2014/main" id="{1B5C7F3F-5C37-3DF5-22FC-A75A6B1E1A2B}"/>
                </a:ext>
              </a:extLst>
            </p:cNvPr>
            <p:cNvSpPr/>
            <p:nvPr/>
          </p:nvSpPr>
          <p:spPr>
            <a:xfrm>
              <a:off x="2708761" y="4143684"/>
              <a:ext cx="11791" cy="24318"/>
            </a:xfrm>
            <a:custGeom>
              <a:avLst/>
              <a:gdLst/>
              <a:ahLst/>
              <a:cxnLst/>
              <a:rect l="l" t="t" r="r" b="b"/>
              <a:pathLst>
                <a:path w="288" h="594" extrusionOk="0">
                  <a:moveTo>
                    <a:pt x="1" y="1"/>
                  </a:moveTo>
                  <a:lnTo>
                    <a:pt x="1" y="594"/>
                  </a:lnTo>
                  <a:lnTo>
                    <a:pt x="288" y="594"/>
                  </a:lnTo>
                  <a:lnTo>
                    <a:pt x="28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 name="Google Shape;3610;p80">
            <a:extLst>
              <a:ext uri="{FF2B5EF4-FFF2-40B4-BE49-F238E27FC236}">
                <a16:creationId xmlns:a16="http://schemas.microsoft.com/office/drawing/2014/main" id="{388F0E55-8653-274A-2EB3-9B8F6EF67058}"/>
              </a:ext>
            </a:extLst>
          </p:cNvPr>
          <p:cNvGrpSpPr/>
          <p:nvPr/>
        </p:nvGrpSpPr>
        <p:grpSpPr>
          <a:xfrm>
            <a:off x="2602897" y="1339634"/>
            <a:ext cx="1145014" cy="966966"/>
            <a:chOff x="1527887" y="1466535"/>
            <a:chExt cx="376935" cy="339393"/>
          </a:xfrm>
        </p:grpSpPr>
        <p:sp>
          <p:nvSpPr>
            <p:cNvPr id="644" name="Google Shape;3611;p80">
              <a:extLst>
                <a:ext uri="{FF2B5EF4-FFF2-40B4-BE49-F238E27FC236}">
                  <a16:creationId xmlns:a16="http://schemas.microsoft.com/office/drawing/2014/main" id="{525310DC-6F60-9AF4-0764-59B8381A1D0B}"/>
                </a:ext>
              </a:extLst>
            </p:cNvPr>
            <p:cNvSpPr/>
            <p:nvPr/>
          </p:nvSpPr>
          <p:spPr>
            <a:xfrm>
              <a:off x="1706058" y="1732277"/>
              <a:ext cx="166585" cy="31401"/>
            </a:xfrm>
            <a:custGeom>
              <a:avLst/>
              <a:gdLst/>
              <a:ahLst/>
              <a:cxnLst/>
              <a:rect l="l" t="t" r="r" b="b"/>
              <a:pathLst>
                <a:path w="4069" h="767" extrusionOk="0">
                  <a:moveTo>
                    <a:pt x="3922" y="0"/>
                  </a:moveTo>
                  <a:cubicBezTo>
                    <a:pt x="3916" y="0"/>
                    <a:pt x="3910" y="1"/>
                    <a:pt x="3904" y="2"/>
                  </a:cubicBezTo>
                  <a:lnTo>
                    <a:pt x="129" y="489"/>
                  </a:lnTo>
                  <a:cubicBezTo>
                    <a:pt x="53" y="500"/>
                    <a:pt x="1" y="568"/>
                    <a:pt x="10" y="645"/>
                  </a:cubicBezTo>
                  <a:cubicBezTo>
                    <a:pt x="20" y="715"/>
                    <a:pt x="79" y="766"/>
                    <a:pt x="147" y="766"/>
                  </a:cubicBezTo>
                  <a:cubicBezTo>
                    <a:pt x="153" y="766"/>
                    <a:pt x="159" y="766"/>
                    <a:pt x="165" y="764"/>
                  </a:cubicBezTo>
                  <a:lnTo>
                    <a:pt x="3940" y="277"/>
                  </a:lnTo>
                  <a:cubicBezTo>
                    <a:pt x="4016" y="266"/>
                    <a:pt x="4069" y="198"/>
                    <a:pt x="4060" y="121"/>
                  </a:cubicBezTo>
                  <a:cubicBezTo>
                    <a:pt x="4050" y="51"/>
                    <a:pt x="3992" y="0"/>
                    <a:pt x="39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3612;p80">
              <a:extLst>
                <a:ext uri="{FF2B5EF4-FFF2-40B4-BE49-F238E27FC236}">
                  <a16:creationId xmlns:a16="http://schemas.microsoft.com/office/drawing/2014/main" id="{C9CE726D-804F-AF38-4016-20CB93CA9216}"/>
                </a:ext>
              </a:extLst>
            </p:cNvPr>
            <p:cNvSpPr/>
            <p:nvPr/>
          </p:nvSpPr>
          <p:spPr>
            <a:xfrm>
              <a:off x="1706058" y="1636723"/>
              <a:ext cx="166585" cy="31401"/>
            </a:xfrm>
            <a:custGeom>
              <a:avLst/>
              <a:gdLst/>
              <a:ahLst/>
              <a:cxnLst/>
              <a:rect l="l" t="t" r="r" b="b"/>
              <a:pathLst>
                <a:path w="4069" h="767" extrusionOk="0">
                  <a:moveTo>
                    <a:pt x="147" y="1"/>
                  </a:moveTo>
                  <a:cubicBezTo>
                    <a:pt x="79" y="1"/>
                    <a:pt x="20" y="52"/>
                    <a:pt x="10" y="122"/>
                  </a:cubicBezTo>
                  <a:cubicBezTo>
                    <a:pt x="1" y="199"/>
                    <a:pt x="53" y="268"/>
                    <a:pt x="129" y="278"/>
                  </a:cubicBezTo>
                  <a:lnTo>
                    <a:pt x="3904" y="766"/>
                  </a:lnTo>
                  <a:cubicBezTo>
                    <a:pt x="3910" y="766"/>
                    <a:pt x="3916" y="767"/>
                    <a:pt x="3922" y="767"/>
                  </a:cubicBezTo>
                  <a:cubicBezTo>
                    <a:pt x="3991" y="767"/>
                    <a:pt x="4050" y="716"/>
                    <a:pt x="4060" y="645"/>
                  </a:cubicBezTo>
                  <a:cubicBezTo>
                    <a:pt x="4069" y="569"/>
                    <a:pt x="4016" y="501"/>
                    <a:pt x="3940" y="490"/>
                  </a:cubicBezTo>
                  <a:lnTo>
                    <a:pt x="165" y="2"/>
                  </a:lnTo>
                  <a:cubicBezTo>
                    <a:pt x="159" y="1"/>
                    <a:pt x="153" y="1"/>
                    <a:pt x="14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3613;p80">
              <a:extLst>
                <a:ext uri="{FF2B5EF4-FFF2-40B4-BE49-F238E27FC236}">
                  <a16:creationId xmlns:a16="http://schemas.microsoft.com/office/drawing/2014/main" id="{D88A09BE-2F6D-6DC1-BFB0-37873F6FEB3D}"/>
                </a:ext>
              </a:extLst>
            </p:cNvPr>
            <p:cNvSpPr/>
            <p:nvPr/>
          </p:nvSpPr>
          <p:spPr>
            <a:xfrm>
              <a:off x="1527887" y="1594514"/>
              <a:ext cx="188324" cy="188160"/>
            </a:xfrm>
            <a:custGeom>
              <a:avLst/>
              <a:gdLst/>
              <a:ahLst/>
              <a:cxnLst/>
              <a:rect l="l" t="t" r="r" b="b"/>
              <a:pathLst>
                <a:path w="4600" h="4596" extrusionOk="0">
                  <a:moveTo>
                    <a:pt x="2581" y="1"/>
                  </a:moveTo>
                  <a:cubicBezTo>
                    <a:pt x="2482" y="1"/>
                    <a:pt x="2383" y="6"/>
                    <a:pt x="2284" y="19"/>
                  </a:cubicBezTo>
                  <a:cubicBezTo>
                    <a:pt x="2248" y="23"/>
                    <a:pt x="2217" y="46"/>
                    <a:pt x="2205" y="80"/>
                  </a:cubicBezTo>
                  <a:cubicBezTo>
                    <a:pt x="2162" y="194"/>
                    <a:pt x="2122" y="328"/>
                    <a:pt x="2086" y="478"/>
                  </a:cubicBezTo>
                  <a:cubicBezTo>
                    <a:pt x="1859" y="532"/>
                    <a:pt x="1646" y="621"/>
                    <a:pt x="1453" y="740"/>
                  </a:cubicBezTo>
                  <a:cubicBezTo>
                    <a:pt x="1321" y="660"/>
                    <a:pt x="1199" y="594"/>
                    <a:pt x="1088" y="542"/>
                  </a:cubicBezTo>
                  <a:cubicBezTo>
                    <a:pt x="1076" y="537"/>
                    <a:pt x="1063" y="535"/>
                    <a:pt x="1050" y="535"/>
                  </a:cubicBezTo>
                  <a:cubicBezTo>
                    <a:pt x="1029" y="535"/>
                    <a:pt x="1007" y="542"/>
                    <a:pt x="989" y="555"/>
                  </a:cubicBezTo>
                  <a:cubicBezTo>
                    <a:pt x="829" y="681"/>
                    <a:pt x="685" y="826"/>
                    <a:pt x="561" y="984"/>
                  </a:cubicBezTo>
                  <a:cubicBezTo>
                    <a:pt x="540" y="1012"/>
                    <a:pt x="534" y="1049"/>
                    <a:pt x="549" y="1080"/>
                  </a:cubicBezTo>
                  <a:cubicBezTo>
                    <a:pt x="601" y="1193"/>
                    <a:pt x="666" y="1315"/>
                    <a:pt x="746" y="1446"/>
                  </a:cubicBezTo>
                  <a:cubicBezTo>
                    <a:pt x="628" y="1638"/>
                    <a:pt x="538" y="1852"/>
                    <a:pt x="485" y="2079"/>
                  </a:cubicBezTo>
                  <a:cubicBezTo>
                    <a:pt x="334" y="2114"/>
                    <a:pt x="201" y="2154"/>
                    <a:pt x="86" y="2198"/>
                  </a:cubicBezTo>
                  <a:cubicBezTo>
                    <a:pt x="53" y="2209"/>
                    <a:pt x="29" y="2240"/>
                    <a:pt x="26" y="2275"/>
                  </a:cubicBezTo>
                  <a:cubicBezTo>
                    <a:pt x="1" y="2473"/>
                    <a:pt x="0" y="2678"/>
                    <a:pt x="26" y="2881"/>
                  </a:cubicBezTo>
                  <a:cubicBezTo>
                    <a:pt x="29" y="2916"/>
                    <a:pt x="53" y="2947"/>
                    <a:pt x="86" y="2958"/>
                  </a:cubicBezTo>
                  <a:cubicBezTo>
                    <a:pt x="201" y="3003"/>
                    <a:pt x="334" y="3042"/>
                    <a:pt x="485" y="3077"/>
                  </a:cubicBezTo>
                  <a:cubicBezTo>
                    <a:pt x="538" y="3304"/>
                    <a:pt x="628" y="3517"/>
                    <a:pt x="746" y="3710"/>
                  </a:cubicBezTo>
                  <a:cubicBezTo>
                    <a:pt x="666" y="3842"/>
                    <a:pt x="601" y="3965"/>
                    <a:pt x="549" y="4076"/>
                  </a:cubicBezTo>
                  <a:cubicBezTo>
                    <a:pt x="534" y="4107"/>
                    <a:pt x="538" y="4145"/>
                    <a:pt x="561" y="4172"/>
                  </a:cubicBezTo>
                  <a:cubicBezTo>
                    <a:pt x="634" y="4265"/>
                    <a:pt x="715" y="4353"/>
                    <a:pt x="799" y="4434"/>
                  </a:cubicBezTo>
                  <a:cubicBezTo>
                    <a:pt x="799" y="4434"/>
                    <a:pt x="1218" y="4369"/>
                    <a:pt x="1411" y="4248"/>
                  </a:cubicBezTo>
                  <a:cubicBezTo>
                    <a:pt x="1735" y="4469"/>
                    <a:pt x="2125" y="4596"/>
                    <a:pt x="2546" y="4596"/>
                  </a:cubicBezTo>
                  <a:cubicBezTo>
                    <a:pt x="3676" y="4596"/>
                    <a:pt x="4599" y="3672"/>
                    <a:pt x="4599" y="2541"/>
                  </a:cubicBezTo>
                  <a:cubicBezTo>
                    <a:pt x="4599" y="2122"/>
                    <a:pt x="4473" y="1731"/>
                    <a:pt x="4257" y="1405"/>
                  </a:cubicBezTo>
                  <a:cubicBezTo>
                    <a:pt x="4378" y="1211"/>
                    <a:pt x="4443" y="793"/>
                    <a:pt x="4443" y="793"/>
                  </a:cubicBezTo>
                  <a:cubicBezTo>
                    <a:pt x="4360" y="708"/>
                    <a:pt x="4273" y="627"/>
                    <a:pt x="4179" y="555"/>
                  </a:cubicBezTo>
                  <a:cubicBezTo>
                    <a:pt x="4162" y="542"/>
                    <a:pt x="4141" y="535"/>
                    <a:pt x="4120" y="535"/>
                  </a:cubicBezTo>
                  <a:cubicBezTo>
                    <a:pt x="4108" y="535"/>
                    <a:pt x="4095" y="537"/>
                    <a:pt x="4083" y="542"/>
                  </a:cubicBezTo>
                  <a:cubicBezTo>
                    <a:pt x="3972" y="594"/>
                    <a:pt x="3848" y="660"/>
                    <a:pt x="3718" y="740"/>
                  </a:cubicBezTo>
                  <a:cubicBezTo>
                    <a:pt x="3525" y="621"/>
                    <a:pt x="3312" y="532"/>
                    <a:pt x="3085" y="478"/>
                  </a:cubicBezTo>
                  <a:cubicBezTo>
                    <a:pt x="3050" y="328"/>
                    <a:pt x="3009" y="194"/>
                    <a:pt x="2966" y="80"/>
                  </a:cubicBezTo>
                  <a:cubicBezTo>
                    <a:pt x="2955" y="46"/>
                    <a:pt x="2924" y="23"/>
                    <a:pt x="2890" y="19"/>
                  </a:cubicBezTo>
                  <a:cubicBezTo>
                    <a:pt x="2788" y="7"/>
                    <a:pt x="2685" y="1"/>
                    <a:pt x="2581"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3614;p80">
              <a:extLst>
                <a:ext uri="{FF2B5EF4-FFF2-40B4-BE49-F238E27FC236}">
                  <a16:creationId xmlns:a16="http://schemas.microsoft.com/office/drawing/2014/main" id="{3E4CEFC9-3373-5D7A-64BD-1F9B22CC9AF8}"/>
                </a:ext>
              </a:extLst>
            </p:cNvPr>
            <p:cNvSpPr/>
            <p:nvPr/>
          </p:nvSpPr>
          <p:spPr>
            <a:xfrm>
              <a:off x="1560517" y="1665913"/>
              <a:ext cx="179072" cy="140015"/>
            </a:xfrm>
            <a:custGeom>
              <a:avLst/>
              <a:gdLst/>
              <a:ahLst/>
              <a:cxnLst/>
              <a:rect l="l" t="t" r="r" b="b"/>
              <a:pathLst>
                <a:path w="4374" h="3420" extrusionOk="0">
                  <a:moveTo>
                    <a:pt x="3629" y="1"/>
                  </a:moveTo>
                  <a:lnTo>
                    <a:pt x="3591" y="188"/>
                  </a:lnTo>
                  <a:cubicBezTo>
                    <a:pt x="3645" y="383"/>
                    <a:pt x="3671" y="591"/>
                    <a:pt x="3661" y="805"/>
                  </a:cubicBezTo>
                  <a:cubicBezTo>
                    <a:pt x="3617" y="1856"/>
                    <a:pt x="2749" y="2697"/>
                    <a:pt x="1699" y="2716"/>
                  </a:cubicBezTo>
                  <a:cubicBezTo>
                    <a:pt x="1688" y="2716"/>
                    <a:pt x="1677" y="2716"/>
                    <a:pt x="1666" y="2716"/>
                  </a:cubicBezTo>
                  <a:cubicBezTo>
                    <a:pt x="1278" y="2716"/>
                    <a:pt x="915" y="2605"/>
                    <a:pt x="607" y="2414"/>
                  </a:cubicBezTo>
                  <a:cubicBezTo>
                    <a:pt x="591" y="2404"/>
                    <a:pt x="574" y="2400"/>
                    <a:pt x="557" y="2400"/>
                  </a:cubicBezTo>
                  <a:cubicBezTo>
                    <a:pt x="540" y="2400"/>
                    <a:pt x="523" y="2404"/>
                    <a:pt x="507" y="2414"/>
                  </a:cubicBezTo>
                  <a:cubicBezTo>
                    <a:pt x="339" y="2517"/>
                    <a:pt x="184" y="2604"/>
                    <a:pt x="1" y="2700"/>
                  </a:cubicBezTo>
                  <a:cubicBezTo>
                    <a:pt x="62" y="2758"/>
                    <a:pt x="125" y="2815"/>
                    <a:pt x="191" y="2865"/>
                  </a:cubicBezTo>
                  <a:cubicBezTo>
                    <a:pt x="208" y="2880"/>
                    <a:pt x="229" y="2887"/>
                    <a:pt x="251" y="2887"/>
                  </a:cubicBezTo>
                  <a:cubicBezTo>
                    <a:pt x="264" y="2887"/>
                    <a:pt x="277" y="2884"/>
                    <a:pt x="290" y="2878"/>
                  </a:cubicBezTo>
                  <a:cubicBezTo>
                    <a:pt x="402" y="2826"/>
                    <a:pt x="525" y="2760"/>
                    <a:pt x="655" y="2680"/>
                  </a:cubicBezTo>
                  <a:cubicBezTo>
                    <a:pt x="848" y="2799"/>
                    <a:pt x="1061" y="2889"/>
                    <a:pt x="1288" y="2942"/>
                  </a:cubicBezTo>
                  <a:cubicBezTo>
                    <a:pt x="1324" y="3092"/>
                    <a:pt x="1363" y="3226"/>
                    <a:pt x="1407" y="3340"/>
                  </a:cubicBezTo>
                  <a:cubicBezTo>
                    <a:pt x="1419" y="3374"/>
                    <a:pt x="1450" y="3397"/>
                    <a:pt x="1483" y="3401"/>
                  </a:cubicBezTo>
                  <a:cubicBezTo>
                    <a:pt x="1585" y="3413"/>
                    <a:pt x="1688" y="3420"/>
                    <a:pt x="1792" y="3420"/>
                  </a:cubicBezTo>
                  <a:cubicBezTo>
                    <a:pt x="1891" y="3420"/>
                    <a:pt x="1991" y="3414"/>
                    <a:pt x="2090" y="3401"/>
                  </a:cubicBezTo>
                  <a:cubicBezTo>
                    <a:pt x="2126" y="3397"/>
                    <a:pt x="2156" y="3374"/>
                    <a:pt x="2168" y="3340"/>
                  </a:cubicBezTo>
                  <a:cubicBezTo>
                    <a:pt x="2211" y="3226"/>
                    <a:pt x="2251" y="3092"/>
                    <a:pt x="2287" y="2942"/>
                  </a:cubicBezTo>
                  <a:cubicBezTo>
                    <a:pt x="2514" y="2889"/>
                    <a:pt x="2727" y="2799"/>
                    <a:pt x="2920" y="2680"/>
                  </a:cubicBezTo>
                  <a:cubicBezTo>
                    <a:pt x="3052" y="2760"/>
                    <a:pt x="3175" y="2826"/>
                    <a:pt x="3285" y="2878"/>
                  </a:cubicBezTo>
                  <a:cubicBezTo>
                    <a:pt x="3298" y="2883"/>
                    <a:pt x="3310" y="2886"/>
                    <a:pt x="3323" y="2886"/>
                  </a:cubicBezTo>
                  <a:cubicBezTo>
                    <a:pt x="3345" y="2886"/>
                    <a:pt x="3366" y="2879"/>
                    <a:pt x="3385" y="2865"/>
                  </a:cubicBezTo>
                  <a:cubicBezTo>
                    <a:pt x="3545" y="2739"/>
                    <a:pt x="3688" y="2594"/>
                    <a:pt x="3813" y="2436"/>
                  </a:cubicBezTo>
                  <a:cubicBezTo>
                    <a:pt x="3834" y="2409"/>
                    <a:pt x="3839" y="2373"/>
                    <a:pt x="3825" y="2341"/>
                  </a:cubicBezTo>
                  <a:cubicBezTo>
                    <a:pt x="3773" y="2229"/>
                    <a:pt x="3707" y="2106"/>
                    <a:pt x="3627" y="1974"/>
                  </a:cubicBezTo>
                  <a:cubicBezTo>
                    <a:pt x="3745" y="1782"/>
                    <a:pt x="3835" y="1568"/>
                    <a:pt x="3889" y="1341"/>
                  </a:cubicBezTo>
                  <a:cubicBezTo>
                    <a:pt x="4040" y="1306"/>
                    <a:pt x="4174" y="1265"/>
                    <a:pt x="4289" y="1223"/>
                  </a:cubicBezTo>
                  <a:cubicBezTo>
                    <a:pt x="4320" y="1211"/>
                    <a:pt x="4345" y="1182"/>
                    <a:pt x="4348" y="1148"/>
                  </a:cubicBezTo>
                  <a:cubicBezTo>
                    <a:pt x="4372" y="947"/>
                    <a:pt x="4373" y="744"/>
                    <a:pt x="4350" y="539"/>
                  </a:cubicBezTo>
                  <a:cubicBezTo>
                    <a:pt x="4345" y="505"/>
                    <a:pt x="4320" y="475"/>
                    <a:pt x="4288" y="462"/>
                  </a:cubicBezTo>
                  <a:cubicBezTo>
                    <a:pt x="4173" y="418"/>
                    <a:pt x="4040" y="379"/>
                    <a:pt x="3889" y="343"/>
                  </a:cubicBezTo>
                  <a:cubicBezTo>
                    <a:pt x="3861" y="226"/>
                    <a:pt x="3824" y="111"/>
                    <a:pt x="377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3615;p80">
              <a:extLst>
                <a:ext uri="{FF2B5EF4-FFF2-40B4-BE49-F238E27FC236}">
                  <a16:creationId xmlns:a16="http://schemas.microsoft.com/office/drawing/2014/main" id="{2364C03B-2797-4AE5-3726-E2133476E3FE}"/>
                </a:ext>
              </a:extLst>
            </p:cNvPr>
            <p:cNvSpPr/>
            <p:nvPr/>
          </p:nvSpPr>
          <p:spPr>
            <a:xfrm>
              <a:off x="1602234" y="1675739"/>
              <a:ext cx="55883" cy="55883"/>
            </a:xfrm>
            <a:custGeom>
              <a:avLst/>
              <a:gdLst/>
              <a:ahLst/>
              <a:cxnLst/>
              <a:rect l="l" t="t" r="r" b="b"/>
              <a:pathLst>
                <a:path w="1365" h="1365" extrusionOk="0">
                  <a:moveTo>
                    <a:pt x="608" y="0"/>
                  </a:moveTo>
                  <a:lnTo>
                    <a:pt x="0" y="609"/>
                  </a:lnTo>
                  <a:lnTo>
                    <a:pt x="138" y="1127"/>
                  </a:lnTo>
                  <a:cubicBezTo>
                    <a:pt x="152" y="1175"/>
                    <a:pt x="189" y="1214"/>
                    <a:pt x="236" y="1225"/>
                  </a:cubicBezTo>
                  <a:lnTo>
                    <a:pt x="757" y="1365"/>
                  </a:lnTo>
                  <a:lnTo>
                    <a:pt x="1364" y="757"/>
                  </a:lnTo>
                  <a:lnTo>
                    <a:pt x="1219" y="146"/>
                  </a:lnTo>
                  <a:lnTo>
                    <a:pt x="60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3616;p80">
              <a:extLst>
                <a:ext uri="{FF2B5EF4-FFF2-40B4-BE49-F238E27FC236}">
                  <a16:creationId xmlns:a16="http://schemas.microsoft.com/office/drawing/2014/main" id="{7F405EFC-9318-59FD-20F5-E51C161E25C7}"/>
                </a:ext>
              </a:extLst>
            </p:cNvPr>
            <p:cNvSpPr/>
            <p:nvPr/>
          </p:nvSpPr>
          <p:spPr>
            <a:xfrm>
              <a:off x="1590607" y="1627020"/>
              <a:ext cx="121592" cy="131417"/>
            </a:xfrm>
            <a:custGeom>
              <a:avLst/>
              <a:gdLst/>
              <a:ahLst/>
              <a:cxnLst/>
              <a:rect l="l" t="t" r="r" b="b"/>
              <a:pathLst>
                <a:path w="2970" h="3210" extrusionOk="0">
                  <a:moveTo>
                    <a:pt x="2911" y="0"/>
                  </a:moveTo>
                  <a:lnTo>
                    <a:pt x="2214" y="698"/>
                  </a:lnTo>
                  <a:cubicBezTo>
                    <a:pt x="1954" y="509"/>
                    <a:pt x="1645" y="397"/>
                    <a:pt x="1339" y="397"/>
                  </a:cubicBezTo>
                  <a:cubicBezTo>
                    <a:pt x="1038" y="397"/>
                    <a:pt x="741" y="504"/>
                    <a:pt x="496" y="749"/>
                  </a:cubicBezTo>
                  <a:cubicBezTo>
                    <a:pt x="127" y="1119"/>
                    <a:pt x="0" y="1640"/>
                    <a:pt x="116" y="2113"/>
                  </a:cubicBezTo>
                  <a:cubicBezTo>
                    <a:pt x="133" y="2180"/>
                    <a:pt x="192" y="2218"/>
                    <a:pt x="253" y="2218"/>
                  </a:cubicBezTo>
                  <a:cubicBezTo>
                    <a:pt x="287" y="2218"/>
                    <a:pt x="323" y="2206"/>
                    <a:pt x="351" y="2178"/>
                  </a:cubicBezTo>
                  <a:lnTo>
                    <a:pt x="1116" y="1413"/>
                  </a:lnTo>
                  <a:lnTo>
                    <a:pt x="1713" y="1572"/>
                  </a:lnTo>
                  <a:lnTo>
                    <a:pt x="1872" y="2169"/>
                  </a:lnTo>
                  <a:lnTo>
                    <a:pt x="1107" y="2934"/>
                  </a:lnTo>
                  <a:cubicBezTo>
                    <a:pt x="1031" y="3011"/>
                    <a:pt x="1068" y="3141"/>
                    <a:pt x="1171" y="3168"/>
                  </a:cubicBezTo>
                  <a:cubicBezTo>
                    <a:pt x="1285" y="3195"/>
                    <a:pt x="1401" y="3209"/>
                    <a:pt x="1517" y="3209"/>
                  </a:cubicBezTo>
                  <a:cubicBezTo>
                    <a:pt x="1886" y="3209"/>
                    <a:pt x="2255" y="3069"/>
                    <a:pt x="2536" y="2788"/>
                  </a:cubicBezTo>
                  <a:cubicBezTo>
                    <a:pt x="2967" y="2357"/>
                    <a:pt x="2969" y="1762"/>
                    <a:pt x="2715" y="1277"/>
                  </a:cubicBezTo>
                  <a:lnTo>
                    <a:pt x="2856" y="1133"/>
                  </a:lnTo>
                  <a:lnTo>
                    <a:pt x="291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3617;p80">
              <a:extLst>
                <a:ext uri="{FF2B5EF4-FFF2-40B4-BE49-F238E27FC236}">
                  <a16:creationId xmlns:a16="http://schemas.microsoft.com/office/drawing/2014/main" id="{F8A3686A-777F-76BA-2F7A-483C5B62E5BC}"/>
                </a:ext>
              </a:extLst>
            </p:cNvPr>
            <p:cNvSpPr/>
            <p:nvPr/>
          </p:nvSpPr>
          <p:spPr>
            <a:xfrm>
              <a:off x="1697502" y="1627020"/>
              <a:ext cx="20061" cy="46467"/>
            </a:xfrm>
            <a:custGeom>
              <a:avLst/>
              <a:gdLst/>
              <a:ahLst/>
              <a:cxnLst/>
              <a:rect l="l" t="t" r="r" b="b"/>
              <a:pathLst>
                <a:path w="490" h="1135" extrusionOk="0">
                  <a:moveTo>
                    <a:pt x="300" y="0"/>
                  </a:moveTo>
                  <a:cubicBezTo>
                    <a:pt x="208" y="173"/>
                    <a:pt x="125" y="323"/>
                    <a:pt x="27" y="485"/>
                  </a:cubicBezTo>
                  <a:cubicBezTo>
                    <a:pt x="1" y="529"/>
                    <a:pt x="1" y="585"/>
                    <a:pt x="27" y="629"/>
                  </a:cubicBezTo>
                  <a:cubicBezTo>
                    <a:pt x="122" y="785"/>
                    <a:pt x="195" y="955"/>
                    <a:pt x="245" y="1134"/>
                  </a:cubicBezTo>
                  <a:lnTo>
                    <a:pt x="431" y="949"/>
                  </a:lnTo>
                  <a:cubicBezTo>
                    <a:pt x="389" y="845"/>
                    <a:pt x="337" y="747"/>
                    <a:pt x="281" y="654"/>
                  </a:cubicBezTo>
                  <a:cubicBezTo>
                    <a:pt x="355" y="533"/>
                    <a:pt x="418" y="420"/>
                    <a:pt x="467" y="316"/>
                  </a:cubicBezTo>
                  <a:cubicBezTo>
                    <a:pt x="489" y="268"/>
                    <a:pt x="483" y="210"/>
                    <a:pt x="449" y="169"/>
                  </a:cubicBezTo>
                  <a:cubicBezTo>
                    <a:pt x="403" y="111"/>
                    <a:pt x="352" y="54"/>
                    <a:pt x="30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3618;p80">
              <a:extLst>
                <a:ext uri="{FF2B5EF4-FFF2-40B4-BE49-F238E27FC236}">
                  <a16:creationId xmlns:a16="http://schemas.microsoft.com/office/drawing/2014/main" id="{D29ECD9E-7EA4-49C4-E574-DFD43FB77781}"/>
                </a:ext>
              </a:extLst>
            </p:cNvPr>
            <p:cNvSpPr/>
            <p:nvPr/>
          </p:nvSpPr>
          <p:spPr>
            <a:xfrm>
              <a:off x="1609276" y="1668124"/>
              <a:ext cx="49906" cy="56538"/>
            </a:xfrm>
            <a:custGeom>
              <a:avLst/>
              <a:gdLst/>
              <a:ahLst/>
              <a:cxnLst/>
              <a:rect l="l" t="t" r="r" b="b"/>
              <a:pathLst>
                <a:path w="1219" h="1381" extrusionOk="0">
                  <a:moveTo>
                    <a:pt x="436" y="1"/>
                  </a:moveTo>
                  <a:lnTo>
                    <a:pt x="0" y="623"/>
                  </a:lnTo>
                  <a:lnTo>
                    <a:pt x="118" y="1065"/>
                  </a:lnTo>
                  <a:lnTo>
                    <a:pt x="757" y="1381"/>
                  </a:lnTo>
                  <a:lnTo>
                    <a:pt x="1193" y="943"/>
                  </a:lnTo>
                  <a:lnTo>
                    <a:pt x="1219" y="161"/>
                  </a:lnTo>
                  <a:lnTo>
                    <a:pt x="4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3619;p80">
              <a:extLst>
                <a:ext uri="{FF2B5EF4-FFF2-40B4-BE49-F238E27FC236}">
                  <a16:creationId xmlns:a16="http://schemas.microsoft.com/office/drawing/2014/main" id="{D20C9A41-8E1C-2C16-8709-E6CBB23997D2}"/>
                </a:ext>
              </a:extLst>
            </p:cNvPr>
            <p:cNvSpPr/>
            <p:nvPr/>
          </p:nvSpPr>
          <p:spPr>
            <a:xfrm>
              <a:off x="1614107" y="1674715"/>
              <a:ext cx="51666" cy="49865"/>
            </a:xfrm>
            <a:custGeom>
              <a:avLst/>
              <a:gdLst/>
              <a:ahLst/>
              <a:cxnLst/>
              <a:rect l="l" t="t" r="r" b="b"/>
              <a:pathLst>
                <a:path w="1262" h="1218" extrusionOk="0">
                  <a:moveTo>
                    <a:pt x="1101" y="0"/>
                  </a:moveTo>
                  <a:lnTo>
                    <a:pt x="760" y="144"/>
                  </a:lnTo>
                  <a:lnTo>
                    <a:pt x="879" y="586"/>
                  </a:lnTo>
                  <a:lnTo>
                    <a:pt x="442" y="1022"/>
                  </a:lnTo>
                  <a:lnTo>
                    <a:pt x="0" y="903"/>
                  </a:lnTo>
                  <a:lnTo>
                    <a:pt x="41" y="1057"/>
                  </a:lnTo>
                  <a:lnTo>
                    <a:pt x="639" y="1218"/>
                  </a:lnTo>
                  <a:lnTo>
                    <a:pt x="1261" y="781"/>
                  </a:lnTo>
                  <a:lnTo>
                    <a:pt x="1101"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3620;p80">
              <a:extLst>
                <a:ext uri="{FF2B5EF4-FFF2-40B4-BE49-F238E27FC236}">
                  <a16:creationId xmlns:a16="http://schemas.microsoft.com/office/drawing/2014/main" id="{CBA48F89-9B1F-F982-9363-AA65C0401E26}"/>
                </a:ext>
              </a:extLst>
            </p:cNvPr>
            <p:cNvSpPr/>
            <p:nvPr/>
          </p:nvSpPr>
          <p:spPr>
            <a:xfrm>
              <a:off x="1649029" y="1531016"/>
              <a:ext cx="147589" cy="147548"/>
            </a:xfrm>
            <a:custGeom>
              <a:avLst/>
              <a:gdLst/>
              <a:ahLst/>
              <a:cxnLst/>
              <a:rect l="l" t="t" r="r" b="b"/>
              <a:pathLst>
                <a:path w="3605" h="3604" extrusionOk="0">
                  <a:moveTo>
                    <a:pt x="3000" y="1"/>
                  </a:moveTo>
                  <a:lnTo>
                    <a:pt x="1" y="2999"/>
                  </a:lnTo>
                  <a:lnTo>
                    <a:pt x="518" y="3604"/>
                  </a:lnTo>
                  <a:lnTo>
                    <a:pt x="2159" y="2159"/>
                  </a:lnTo>
                  <a:lnTo>
                    <a:pt x="3605" y="516"/>
                  </a:lnTo>
                  <a:lnTo>
                    <a:pt x="30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3621;p80">
              <a:extLst>
                <a:ext uri="{FF2B5EF4-FFF2-40B4-BE49-F238E27FC236}">
                  <a16:creationId xmlns:a16="http://schemas.microsoft.com/office/drawing/2014/main" id="{5C2C1CFE-6553-0D36-E58C-F2E19241A997}"/>
                </a:ext>
              </a:extLst>
            </p:cNvPr>
            <p:cNvSpPr/>
            <p:nvPr/>
          </p:nvSpPr>
          <p:spPr>
            <a:xfrm>
              <a:off x="1670154" y="1552182"/>
              <a:ext cx="134447" cy="134447"/>
            </a:xfrm>
            <a:custGeom>
              <a:avLst/>
              <a:gdLst/>
              <a:ahLst/>
              <a:cxnLst/>
              <a:rect l="l" t="t" r="r" b="b"/>
              <a:pathLst>
                <a:path w="3284" h="3284" extrusionOk="0">
                  <a:moveTo>
                    <a:pt x="3087" y="1"/>
                  </a:moveTo>
                  <a:lnTo>
                    <a:pt x="1" y="3087"/>
                  </a:lnTo>
                  <a:lnTo>
                    <a:pt x="197" y="3283"/>
                  </a:lnTo>
                  <a:lnTo>
                    <a:pt x="3283" y="197"/>
                  </a:lnTo>
                  <a:lnTo>
                    <a:pt x="308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3622;p80">
              <a:extLst>
                <a:ext uri="{FF2B5EF4-FFF2-40B4-BE49-F238E27FC236}">
                  <a16:creationId xmlns:a16="http://schemas.microsoft.com/office/drawing/2014/main" id="{BA4B31DD-83CA-7AF3-757A-01BDB97FC05B}"/>
                </a:ext>
              </a:extLst>
            </p:cNvPr>
            <p:cNvSpPr/>
            <p:nvPr/>
          </p:nvSpPr>
          <p:spPr>
            <a:xfrm>
              <a:off x="1582133" y="1634184"/>
              <a:ext cx="117539" cy="109105"/>
            </a:xfrm>
            <a:custGeom>
              <a:avLst/>
              <a:gdLst/>
              <a:ahLst/>
              <a:cxnLst/>
              <a:rect l="l" t="t" r="r" b="b"/>
              <a:pathLst>
                <a:path w="2871" h="2665" extrusionOk="0">
                  <a:moveTo>
                    <a:pt x="1324" y="1"/>
                  </a:moveTo>
                  <a:cubicBezTo>
                    <a:pt x="1024" y="1"/>
                    <a:pt x="727" y="108"/>
                    <a:pt x="483" y="353"/>
                  </a:cubicBezTo>
                  <a:cubicBezTo>
                    <a:pt x="132" y="702"/>
                    <a:pt x="1" y="1186"/>
                    <a:pt x="85" y="1639"/>
                  </a:cubicBezTo>
                  <a:lnTo>
                    <a:pt x="1043" y="937"/>
                  </a:lnTo>
                  <a:lnTo>
                    <a:pt x="1698" y="1177"/>
                  </a:lnTo>
                  <a:lnTo>
                    <a:pt x="1857" y="1775"/>
                  </a:lnTo>
                  <a:lnTo>
                    <a:pt x="1039" y="2594"/>
                  </a:lnTo>
                  <a:cubicBezTo>
                    <a:pt x="1155" y="2641"/>
                    <a:pt x="1296" y="2664"/>
                    <a:pt x="1447" y="2664"/>
                  </a:cubicBezTo>
                  <a:cubicBezTo>
                    <a:pt x="1791" y="2664"/>
                    <a:pt x="2183" y="2541"/>
                    <a:pt x="2426" y="2298"/>
                  </a:cubicBezTo>
                  <a:cubicBezTo>
                    <a:pt x="2818" y="1903"/>
                    <a:pt x="2870" y="1196"/>
                    <a:pt x="2568" y="669"/>
                  </a:cubicBezTo>
                  <a:cubicBezTo>
                    <a:pt x="2517" y="601"/>
                    <a:pt x="2461" y="535"/>
                    <a:pt x="2400" y="473"/>
                  </a:cubicBezTo>
                  <a:cubicBezTo>
                    <a:pt x="2108" y="181"/>
                    <a:pt x="1713" y="1"/>
                    <a:pt x="13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3623;p80">
              <a:extLst>
                <a:ext uri="{FF2B5EF4-FFF2-40B4-BE49-F238E27FC236}">
                  <a16:creationId xmlns:a16="http://schemas.microsoft.com/office/drawing/2014/main" id="{DCCE7834-D6D0-B00E-4C9B-F8457F8D969D}"/>
                </a:ext>
              </a:extLst>
            </p:cNvPr>
            <p:cNvSpPr/>
            <p:nvPr/>
          </p:nvSpPr>
          <p:spPr>
            <a:xfrm>
              <a:off x="1622541" y="1661573"/>
              <a:ext cx="83067" cy="87857"/>
            </a:xfrm>
            <a:custGeom>
              <a:avLst/>
              <a:gdLst/>
              <a:ahLst/>
              <a:cxnLst/>
              <a:rect l="l" t="t" r="r" b="b"/>
              <a:pathLst>
                <a:path w="2029" h="2146" extrusionOk="0">
                  <a:moveTo>
                    <a:pt x="1581" y="0"/>
                  </a:moveTo>
                  <a:cubicBezTo>
                    <a:pt x="1819" y="549"/>
                    <a:pt x="1729" y="1132"/>
                    <a:pt x="1337" y="1526"/>
                  </a:cubicBezTo>
                  <a:cubicBezTo>
                    <a:pt x="1055" y="1808"/>
                    <a:pt x="687" y="1948"/>
                    <a:pt x="318" y="1948"/>
                  </a:cubicBezTo>
                  <a:cubicBezTo>
                    <a:pt x="228" y="1948"/>
                    <a:pt x="139" y="1940"/>
                    <a:pt x="51" y="1924"/>
                  </a:cubicBezTo>
                  <a:lnTo>
                    <a:pt x="51" y="1924"/>
                  </a:lnTo>
                  <a:cubicBezTo>
                    <a:pt x="0" y="1973"/>
                    <a:pt x="21" y="2061"/>
                    <a:pt x="89" y="2082"/>
                  </a:cubicBezTo>
                  <a:cubicBezTo>
                    <a:pt x="227" y="2124"/>
                    <a:pt x="370" y="2145"/>
                    <a:pt x="513" y="2145"/>
                  </a:cubicBezTo>
                  <a:cubicBezTo>
                    <a:pt x="882" y="2145"/>
                    <a:pt x="1251" y="2005"/>
                    <a:pt x="1532" y="1723"/>
                  </a:cubicBezTo>
                  <a:cubicBezTo>
                    <a:pt x="2029" y="1225"/>
                    <a:pt x="1957" y="515"/>
                    <a:pt x="158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3624;p80">
              <a:extLst>
                <a:ext uri="{FF2B5EF4-FFF2-40B4-BE49-F238E27FC236}">
                  <a16:creationId xmlns:a16="http://schemas.microsoft.com/office/drawing/2014/main" id="{F8876AF0-9674-11B7-8268-7B5AB5C04238}"/>
                </a:ext>
              </a:extLst>
            </p:cNvPr>
            <p:cNvSpPr/>
            <p:nvPr/>
          </p:nvSpPr>
          <p:spPr>
            <a:xfrm>
              <a:off x="1585531" y="1668165"/>
              <a:ext cx="66118" cy="42332"/>
            </a:xfrm>
            <a:custGeom>
              <a:avLst/>
              <a:gdLst/>
              <a:ahLst/>
              <a:cxnLst/>
              <a:rect l="l" t="t" r="r" b="b"/>
              <a:pathLst>
                <a:path w="1615" h="1034" extrusionOk="0">
                  <a:moveTo>
                    <a:pt x="848" y="1"/>
                  </a:moveTo>
                  <a:cubicBezTo>
                    <a:pt x="823" y="1"/>
                    <a:pt x="800" y="10"/>
                    <a:pt x="782" y="28"/>
                  </a:cubicBezTo>
                  <a:lnTo>
                    <a:pt x="1" y="809"/>
                  </a:lnTo>
                  <a:cubicBezTo>
                    <a:pt x="11" y="862"/>
                    <a:pt x="23" y="914"/>
                    <a:pt x="39" y="966"/>
                  </a:cubicBezTo>
                  <a:cubicBezTo>
                    <a:pt x="52" y="1009"/>
                    <a:pt x="91" y="1033"/>
                    <a:pt x="130" y="1033"/>
                  </a:cubicBezTo>
                  <a:cubicBezTo>
                    <a:pt x="154" y="1033"/>
                    <a:pt x="178" y="1024"/>
                    <a:pt x="197" y="1005"/>
                  </a:cubicBezTo>
                  <a:lnTo>
                    <a:pt x="1017" y="186"/>
                  </a:lnTo>
                  <a:lnTo>
                    <a:pt x="1614" y="346"/>
                  </a:lnTo>
                  <a:lnTo>
                    <a:pt x="1587" y="244"/>
                  </a:lnTo>
                  <a:cubicBezTo>
                    <a:pt x="1577" y="212"/>
                    <a:pt x="1552" y="186"/>
                    <a:pt x="1519" y="177"/>
                  </a:cubicBezTo>
                  <a:lnTo>
                    <a:pt x="872" y="4"/>
                  </a:lnTo>
                  <a:cubicBezTo>
                    <a:pt x="864" y="2"/>
                    <a:pt x="856" y="1"/>
                    <a:pt x="8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3625;p80">
              <a:extLst>
                <a:ext uri="{FF2B5EF4-FFF2-40B4-BE49-F238E27FC236}">
                  <a16:creationId xmlns:a16="http://schemas.microsoft.com/office/drawing/2014/main" id="{51B33C89-C842-BAC0-BD3B-D3FCC11CF54A}"/>
                </a:ext>
              </a:extLst>
            </p:cNvPr>
            <p:cNvSpPr/>
            <p:nvPr/>
          </p:nvSpPr>
          <p:spPr>
            <a:xfrm>
              <a:off x="1743600" y="1466535"/>
              <a:ext cx="121182" cy="110661"/>
            </a:xfrm>
            <a:custGeom>
              <a:avLst/>
              <a:gdLst/>
              <a:ahLst/>
              <a:cxnLst/>
              <a:rect l="l" t="t" r="r" b="b"/>
              <a:pathLst>
                <a:path w="2960" h="2703" extrusionOk="0">
                  <a:moveTo>
                    <a:pt x="1582" y="0"/>
                  </a:moveTo>
                  <a:cubicBezTo>
                    <a:pt x="1213" y="0"/>
                    <a:pt x="845" y="141"/>
                    <a:pt x="564" y="422"/>
                  </a:cubicBezTo>
                  <a:cubicBezTo>
                    <a:pt x="0" y="985"/>
                    <a:pt x="166" y="1822"/>
                    <a:pt x="683" y="2339"/>
                  </a:cubicBezTo>
                  <a:cubicBezTo>
                    <a:pt x="745" y="2400"/>
                    <a:pt x="812" y="2457"/>
                    <a:pt x="880" y="2506"/>
                  </a:cubicBezTo>
                  <a:cubicBezTo>
                    <a:pt x="1107" y="2638"/>
                    <a:pt x="1366" y="2703"/>
                    <a:pt x="1621" y="2703"/>
                  </a:cubicBezTo>
                  <a:cubicBezTo>
                    <a:pt x="1957" y="2703"/>
                    <a:pt x="2283" y="2589"/>
                    <a:pt x="2508" y="2365"/>
                  </a:cubicBezTo>
                  <a:cubicBezTo>
                    <a:pt x="2859" y="2016"/>
                    <a:pt x="2960" y="1361"/>
                    <a:pt x="2804" y="978"/>
                  </a:cubicBezTo>
                  <a:lnTo>
                    <a:pt x="2804" y="978"/>
                  </a:lnTo>
                  <a:lnTo>
                    <a:pt x="1985" y="1797"/>
                  </a:lnTo>
                  <a:lnTo>
                    <a:pt x="1388" y="1637"/>
                  </a:lnTo>
                  <a:lnTo>
                    <a:pt x="1147" y="982"/>
                  </a:lnTo>
                  <a:lnTo>
                    <a:pt x="1849" y="25"/>
                  </a:lnTo>
                  <a:cubicBezTo>
                    <a:pt x="1761" y="8"/>
                    <a:pt x="1671" y="0"/>
                    <a:pt x="158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3626;p80">
              <a:extLst>
                <a:ext uri="{FF2B5EF4-FFF2-40B4-BE49-F238E27FC236}">
                  <a16:creationId xmlns:a16="http://schemas.microsoft.com/office/drawing/2014/main" id="{0CE45580-6BB5-C460-7733-AE0B127784BA}"/>
                </a:ext>
              </a:extLst>
            </p:cNvPr>
            <p:cNvSpPr/>
            <p:nvPr/>
          </p:nvSpPr>
          <p:spPr>
            <a:xfrm>
              <a:off x="1779627" y="1505387"/>
              <a:ext cx="91419" cy="76230"/>
            </a:xfrm>
            <a:custGeom>
              <a:avLst/>
              <a:gdLst/>
              <a:ahLst/>
              <a:cxnLst/>
              <a:rect l="l" t="t" r="r" b="b"/>
              <a:pathLst>
                <a:path w="2233" h="1862" extrusionOk="0">
                  <a:moveTo>
                    <a:pt x="1990" y="0"/>
                  </a:moveTo>
                  <a:cubicBezTo>
                    <a:pt x="1966" y="0"/>
                    <a:pt x="1942" y="9"/>
                    <a:pt x="1923" y="28"/>
                  </a:cubicBezTo>
                  <a:cubicBezTo>
                    <a:pt x="2007" y="480"/>
                    <a:pt x="1875" y="965"/>
                    <a:pt x="1526" y="1314"/>
                  </a:cubicBezTo>
                  <a:cubicBezTo>
                    <a:pt x="1277" y="1562"/>
                    <a:pt x="953" y="1689"/>
                    <a:pt x="610" y="1689"/>
                  </a:cubicBezTo>
                  <a:cubicBezTo>
                    <a:pt x="409" y="1689"/>
                    <a:pt x="203" y="1645"/>
                    <a:pt x="0" y="1557"/>
                  </a:cubicBezTo>
                  <a:lnTo>
                    <a:pt x="0" y="1557"/>
                  </a:lnTo>
                  <a:cubicBezTo>
                    <a:pt x="261" y="1749"/>
                    <a:pt x="571" y="1862"/>
                    <a:pt x="879" y="1862"/>
                  </a:cubicBezTo>
                  <a:cubicBezTo>
                    <a:pt x="1179" y="1862"/>
                    <a:pt x="1477" y="1754"/>
                    <a:pt x="1722" y="1509"/>
                  </a:cubicBezTo>
                  <a:cubicBezTo>
                    <a:pt x="2114" y="1119"/>
                    <a:pt x="2233" y="559"/>
                    <a:pt x="2081" y="66"/>
                  </a:cubicBezTo>
                  <a:cubicBezTo>
                    <a:pt x="2068" y="24"/>
                    <a:pt x="2029" y="0"/>
                    <a:pt x="1990"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3627;p80">
              <a:extLst>
                <a:ext uri="{FF2B5EF4-FFF2-40B4-BE49-F238E27FC236}">
                  <a16:creationId xmlns:a16="http://schemas.microsoft.com/office/drawing/2014/main" id="{B6750199-63CD-8F61-973A-9C0F0E5CFCBD}"/>
                </a:ext>
              </a:extLst>
            </p:cNvPr>
            <p:cNvSpPr/>
            <p:nvPr/>
          </p:nvSpPr>
          <p:spPr>
            <a:xfrm>
              <a:off x="1785973" y="1467436"/>
              <a:ext cx="43437" cy="66118"/>
            </a:xfrm>
            <a:custGeom>
              <a:avLst/>
              <a:gdLst/>
              <a:ahLst/>
              <a:cxnLst/>
              <a:rect l="l" t="t" r="r" b="b"/>
              <a:pathLst>
                <a:path w="1061" h="1615" extrusionOk="0">
                  <a:moveTo>
                    <a:pt x="814" y="1"/>
                  </a:moveTo>
                  <a:lnTo>
                    <a:pt x="33" y="782"/>
                  </a:lnTo>
                  <a:cubicBezTo>
                    <a:pt x="10" y="807"/>
                    <a:pt x="0" y="842"/>
                    <a:pt x="10" y="873"/>
                  </a:cubicBezTo>
                  <a:lnTo>
                    <a:pt x="183" y="1519"/>
                  </a:lnTo>
                  <a:cubicBezTo>
                    <a:pt x="191" y="1552"/>
                    <a:pt x="217" y="1577"/>
                    <a:pt x="249" y="1587"/>
                  </a:cubicBezTo>
                  <a:lnTo>
                    <a:pt x="352" y="1614"/>
                  </a:lnTo>
                  <a:lnTo>
                    <a:pt x="191" y="1017"/>
                  </a:lnTo>
                  <a:lnTo>
                    <a:pt x="1011" y="198"/>
                  </a:lnTo>
                  <a:cubicBezTo>
                    <a:pt x="1061" y="146"/>
                    <a:pt x="1040" y="61"/>
                    <a:pt x="971" y="40"/>
                  </a:cubicBezTo>
                  <a:cubicBezTo>
                    <a:pt x="919" y="24"/>
                    <a:pt x="867" y="11"/>
                    <a:pt x="814"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3628;p80">
              <a:extLst>
                <a:ext uri="{FF2B5EF4-FFF2-40B4-BE49-F238E27FC236}">
                  <a16:creationId xmlns:a16="http://schemas.microsoft.com/office/drawing/2014/main" id="{00C8C3C2-21DB-F4A8-F6E7-A5F120D4E835}"/>
                </a:ext>
              </a:extLst>
            </p:cNvPr>
            <p:cNvSpPr/>
            <p:nvPr/>
          </p:nvSpPr>
          <p:spPr>
            <a:xfrm>
              <a:off x="1816883" y="1656292"/>
              <a:ext cx="84173" cy="84091"/>
            </a:xfrm>
            <a:custGeom>
              <a:avLst/>
              <a:gdLst/>
              <a:ahLst/>
              <a:cxnLst/>
              <a:rect l="l" t="t" r="r" b="b"/>
              <a:pathLst>
                <a:path w="2056" h="2054" extrusionOk="0">
                  <a:moveTo>
                    <a:pt x="1074" y="1"/>
                  </a:moveTo>
                  <a:cubicBezTo>
                    <a:pt x="481" y="1"/>
                    <a:pt x="1" y="481"/>
                    <a:pt x="1" y="1073"/>
                  </a:cubicBezTo>
                  <a:cubicBezTo>
                    <a:pt x="1" y="1316"/>
                    <a:pt x="83" y="1542"/>
                    <a:pt x="220" y="1722"/>
                  </a:cubicBezTo>
                  <a:cubicBezTo>
                    <a:pt x="442" y="1944"/>
                    <a:pt x="737" y="2054"/>
                    <a:pt x="981" y="2054"/>
                  </a:cubicBezTo>
                  <a:cubicBezTo>
                    <a:pt x="1575" y="2053"/>
                    <a:pt x="2055" y="1573"/>
                    <a:pt x="2055" y="980"/>
                  </a:cubicBezTo>
                  <a:cubicBezTo>
                    <a:pt x="2055" y="736"/>
                    <a:pt x="1977" y="471"/>
                    <a:pt x="1724" y="219"/>
                  </a:cubicBezTo>
                  <a:cubicBezTo>
                    <a:pt x="1543" y="82"/>
                    <a:pt x="1319" y="1"/>
                    <a:pt x="1074"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3629;p80">
              <a:extLst>
                <a:ext uri="{FF2B5EF4-FFF2-40B4-BE49-F238E27FC236}">
                  <a16:creationId xmlns:a16="http://schemas.microsoft.com/office/drawing/2014/main" id="{50EDF86E-19A8-1352-5EC6-0E672E738032}"/>
                </a:ext>
              </a:extLst>
            </p:cNvPr>
            <p:cNvSpPr/>
            <p:nvPr/>
          </p:nvSpPr>
          <p:spPr>
            <a:xfrm>
              <a:off x="1825931" y="1665217"/>
              <a:ext cx="78891" cy="78932"/>
            </a:xfrm>
            <a:custGeom>
              <a:avLst/>
              <a:gdLst/>
              <a:ahLst/>
              <a:cxnLst/>
              <a:rect l="l" t="t" r="r" b="b"/>
              <a:pathLst>
                <a:path w="1927" h="1928" extrusionOk="0">
                  <a:moveTo>
                    <a:pt x="1504" y="1"/>
                  </a:moveTo>
                  <a:cubicBezTo>
                    <a:pt x="1641" y="181"/>
                    <a:pt x="1723" y="406"/>
                    <a:pt x="1723" y="651"/>
                  </a:cubicBezTo>
                  <a:cubicBezTo>
                    <a:pt x="1723" y="1244"/>
                    <a:pt x="1243" y="1724"/>
                    <a:pt x="650" y="1724"/>
                  </a:cubicBezTo>
                  <a:cubicBezTo>
                    <a:pt x="407" y="1724"/>
                    <a:pt x="181" y="1642"/>
                    <a:pt x="0" y="1504"/>
                  </a:cubicBezTo>
                  <a:lnTo>
                    <a:pt x="0" y="1504"/>
                  </a:lnTo>
                  <a:cubicBezTo>
                    <a:pt x="197" y="1762"/>
                    <a:pt x="506" y="1928"/>
                    <a:pt x="854" y="1928"/>
                  </a:cubicBezTo>
                  <a:cubicBezTo>
                    <a:pt x="1446" y="1928"/>
                    <a:pt x="1926" y="1448"/>
                    <a:pt x="1926" y="856"/>
                  </a:cubicBezTo>
                  <a:cubicBezTo>
                    <a:pt x="1927" y="506"/>
                    <a:pt x="1761" y="197"/>
                    <a:pt x="150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3630;p80">
              <a:extLst>
                <a:ext uri="{FF2B5EF4-FFF2-40B4-BE49-F238E27FC236}">
                  <a16:creationId xmlns:a16="http://schemas.microsoft.com/office/drawing/2014/main" id="{3C826E35-65FF-FE1B-67F3-3856ECF6F1C6}"/>
                </a:ext>
              </a:extLst>
            </p:cNvPr>
            <p:cNvSpPr/>
            <p:nvPr/>
          </p:nvSpPr>
          <p:spPr>
            <a:xfrm>
              <a:off x="1846237" y="1685523"/>
              <a:ext cx="25506" cy="25547"/>
            </a:xfrm>
            <a:custGeom>
              <a:avLst/>
              <a:gdLst/>
              <a:ahLst/>
              <a:cxnLst/>
              <a:rect l="l" t="t" r="r" b="b"/>
              <a:pathLst>
                <a:path w="623" h="624" extrusionOk="0">
                  <a:moveTo>
                    <a:pt x="358" y="1"/>
                  </a:moveTo>
                  <a:cubicBezTo>
                    <a:pt x="160" y="1"/>
                    <a:pt x="0" y="160"/>
                    <a:pt x="0" y="359"/>
                  </a:cubicBezTo>
                  <a:cubicBezTo>
                    <a:pt x="0" y="405"/>
                    <a:pt x="10" y="448"/>
                    <a:pt x="26" y="487"/>
                  </a:cubicBezTo>
                  <a:cubicBezTo>
                    <a:pt x="110" y="572"/>
                    <a:pt x="221" y="623"/>
                    <a:pt x="265" y="623"/>
                  </a:cubicBezTo>
                  <a:cubicBezTo>
                    <a:pt x="463" y="623"/>
                    <a:pt x="623" y="464"/>
                    <a:pt x="623" y="266"/>
                  </a:cubicBezTo>
                  <a:cubicBezTo>
                    <a:pt x="623" y="220"/>
                    <a:pt x="580" y="118"/>
                    <a:pt x="487" y="26"/>
                  </a:cubicBezTo>
                  <a:cubicBezTo>
                    <a:pt x="448" y="10"/>
                    <a:pt x="404" y="1"/>
                    <a:pt x="3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3631;p80">
              <a:extLst>
                <a:ext uri="{FF2B5EF4-FFF2-40B4-BE49-F238E27FC236}">
                  <a16:creationId xmlns:a16="http://schemas.microsoft.com/office/drawing/2014/main" id="{28243031-EC97-FC9E-A118-61DD11A282E3}"/>
                </a:ext>
              </a:extLst>
            </p:cNvPr>
            <p:cNvSpPr/>
            <p:nvPr/>
          </p:nvSpPr>
          <p:spPr>
            <a:xfrm>
              <a:off x="1847260" y="1686547"/>
              <a:ext cx="28330" cy="28249"/>
            </a:xfrm>
            <a:custGeom>
              <a:avLst/>
              <a:gdLst/>
              <a:ahLst/>
              <a:cxnLst/>
              <a:rect l="l" t="t" r="r" b="b"/>
              <a:pathLst>
                <a:path w="692" h="690" extrusionOk="0">
                  <a:moveTo>
                    <a:pt x="462" y="0"/>
                  </a:moveTo>
                  <a:lnTo>
                    <a:pt x="462" y="0"/>
                  </a:lnTo>
                  <a:cubicBezTo>
                    <a:pt x="477" y="39"/>
                    <a:pt x="487" y="82"/>
                    <a:pt x="487" y="129"/>
                  </a:cubicBezTo>
                  <a:cubicBezTo>
                    <a:pt x="487" y="327"/>
                    <a:pt x="328" y="487"/>
                    <a:pt x="129" y="487"/>
                  </a:cubicBezTo>
                  <a:cubicBezTo>
                    <a:pt x="84" y="487"/>
                    <a:pt x="40" y="477"/>
                    <a:pt x="1" y="461"/>
                  </a:cubicBezTo>
                  <a:lnTo>
                    <a:pt x="1" y="461"/>
                  </a:lnTo>
                  <a:cubicBezTo>
                    <a:pt x="52" y="594"/>
                    <a:pt x="181" y="689"/>
                    <a:pt x="334" y="689"/>
                  </a:cubicBezTo>
                  <a:cubicBezTo>
                    <a:pt x="532" y="689"/>
                    <a:pt x="692" y="530"/>
                    <a:pt x="692" y="332"/>
                  </a:cubicBezTo>
                  <a:cubicBezTo>
                    <a:pt x="691" y="182"/>
                    <a:pt x="597" y="53"/>
                    <a:pt x="462"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65" name="Google Shape;3632;p80">
            <a:extLst>
              <a:ext uri="{FF2B5EF4-FFF2-40B4-BE49-F238E27FC236}">
                <a16:creationId xmlns:a16="http://schemas.microsoft.com/office/drawing/2014/main" id="{85FAD2EB-6E49-96C6-03E9-73C9788184D5}"/>
              </a:ext>
            </a:extLst>
          </p:cNvPr>
          <p:cNvGrpSpPr/>
          <p:nvPr/>
        </p:nvGrpSpPr>
        <p:grpSpPr>
          <a:xfrm>
            <a:off x="4559665" y="2168749"/>
            <a:ext cx="1536335" cy="1172762"/>
            <a:chOff x="2344477" y="2671850"/>
            <a:chExt cx="377549" cy="338287"/>
          </a:xfrm>
        </p:grpSpPr>
        <p:sp>
          <p:nvSpPr>
            <p:cNvPr id="666" name="Google Shape;3633;p80">
              <a:extLst>
                <a:ext uri="{FF2B5EF4-FFF2-40B4-BE49-F238E27FC236}">
                  <a16:creationId xmlns:a16="http://schemas.microsoft.com/office/drawing/2014/main" id="{A821F37D-98CE-0D2F-7917-B79D6FE3B52B}"/>
                </a:ext>
              </a:extLst>
            </p:cNvPr>
            <p:cNvSpPr/>
            <p:nvPr/>
          </p:nvSpPr>
          <p:spPr>
            <a:xfrm>
              <a:off x="2344845" y="2690600"/>
              <a:ext cx="197740" cy="178335"/>
            </a:xfrm>
            <a:custGeom>
              <a:avLst/>
              <a:gdLst/>
              <a:ahLst/>
              <a:cxnLst/>
              <a:rect l="l" t="t" r="r" b="b"/>
              <a:pathLst>
                <a:path w="4830" h="4356" extrusionOk="0">
                  <a:moveTo>
                    <a:pt x="2789" y="0"/>
                  </a:moveTo>
                  <a:cubicBezTo>
                    <a:pt x="2783" y="0"/>
                    <a:pt x="2777" y="1"/>
                    <a:pt x="2772" y="1"/>
                  </a:cubicBezTo>
                  <a:cubicBezTo>
                    <a:pt x="2704" y="9"/>
                    <a:pt x="2654" y="71"/>
                    <a:pt x="2654" y="140"/>
                  </a:cubicBezTo>
                  <a:lnTo>
                    <a:pt x="2654" y="269"/>
                  </a:lnTo>
                  <a:lnTo>
                    <a:pt x="144" y="269"/>
                  </a:lnTo>
                  <a:cubicBezTo>
                    <a:pt x="65" y="269"/>
                    <a:pt x="1" y="339"/>
                    <a:pt x="11" y="420"/>
                  </a:cubicBezTo>
                  <a:cubicBezTo>
                    <a:pt x="19" y="488"/>
                    <a:pt x="81" y="538"/>
                    <a:pt x="150" y="538"/>
                  </a:cubicBezTo>
                  <a:lnTo>
                    <a:pt x="2654" y="538"/>
                  </a:lnTo>
                  <a:lnTo>
                    <a:pt x="2654" y="4217"/>
                  </a:lnTo>
                  <a:cubicBezTo>
                    <a:pt x="2654" y="4286"/>
                    <a:pt x="2704" y="4348"/>
                    <a:pt x="2772" y="4355"/>
                  </a:cubicBezTo>
                  <a:cubicBezTo>
                    <a:pt x="2778" y="4355"/>
                    <a:pt x="2784" y="4356"/>
                    <a:pt x="2789" y="4356"/>
                  </a:cubicBezTo>
                  <a:cubicBezTo>
                    <a:pt x="2864" y="4356"/>
                    <a:pt x="2923" y="4296"/>
                    <a:pt x="2923" y="4222"/>
                  </a:cubicBezTo>
                  <a:lnTo>
                    <a:pt x="2923" y="538"/>
                  </a:lnTo>
                  <a:lnTo>
                    <a:pt x="4686" y="538"/>
                  </a:lnTo>
                  <a:cubicBezTo>
                    <a:pt x="4766" y="538"/>
                    <a:pt x="4830" y="468"/>
                    <a:pt x="4819" y="386"/>
                  </a:cubicBezTo>
                  <a:cubicBezTo>
                    <a:pt x="4812" y="319"/>
                    <a:pt x="4750" y="269"/>
                    <a:pt x="4681" y="269"/>
                  </a:cubicBezTo>
                  <a:lnTo>
                    <a:pt x="2923" y="269"/>
                  </a:lnTo>
                  <a:lnTo>
                    <a:pt x="2923" y="134"/>
                  </a:lnTo>
                  <a:cubicBezTo>
                    <a:pt x="2923" y="61"/>
                    <a:pt x="2864" y="0"/>
                    <a:pt x="27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3634;p80">
              <a:extLst>
                <a:ext uri="{FF2B5EF4-FFF2-40B4-BE49-F238E27FC236}">
                  <a16:creationId xmlns:a16="http://schemas.microsoft.com/office/drawing/2014/main" id="{B454DE36-5C85-1B19-09C4-CD66788D0813}"/>
                </a:ext>
              </a:extLst>
            </p:cNvPr>
            <p:cNvSpPr/>
            <p:nvPr/>
          </p:nvSpPr>
          <p:spPr>
            <a:xfrm>
              <a:off x="2634987" y="2781978"/>
              <a:ext cx="11832" cy="11791"/>
            </a:xfrm>
            <a:custGeom>
              <a:avLst/>
              <a:gdLst/>
              <a:ahLst/>
              <a:cxnLst/>
              <a:rect l="l" t="t" r="r" b="b"/>
              <a:pathLst>
                <a:path w="289" h="288" extrusionOk="0">
                  <a:moveTo>
                    <a:pt x="144" y="1"/>
                  </a:moveTo>
                  <a:cubicBezTo>
                    <a:pt x="65" y="1"/>
                    <a:pt x="1" y="65"/>
                    <a:pt x="1" y="144"/>
                  </a:cubicBezTo>
                  <a:cubicBezTo>
                    <a:pt x="1" y="223"/>
                    <a:pt x="65" y="288"/>
                    <a:pt x="144" y="288"/>
                  </a:cubicBezTo>
                  <a:cubicBezTo>
                    <a:pt x="223" y="288"/>
                    <a:pt x="289" y="223"/>
                    <a:pt x="289" y="144"/>
                  </a:cubicBezTo>
                  <a:cubicBezTo>
                    <a:pt x="289" y="65"/>
                    <a:pt x="223" y="1"/>
                    <a:pt x="144"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3635;p80">
              <a:extLst>
                <a:ext uri="{FF2B5EF4-FFF2-40B4-BE49-F238E27FC236}">
                  <a16:creationId xmlns:a16="http://schemas.microsoft.com/office/drawing/2014/main" id="{7CE72EC0-9EA4-B540-A5F8-AD4B241B7C13}"/>
                </a:ext>
              </a:extLst>
            </p:cNvPr>
            <p:cNvSpPr/>
            <p:nvPr/>
          </p:nvSpPr>
          <p:spPr>
            <a:xfrm>
              <a:off x="2532596" y="2671850"/>
              <a:ext cx="189429" cy="79956"/>
            </a:xfrm>
            <a:custGeom>
              <a:avLst/>
              <a:gdLst/>
              <a:ahLst/>
              <a:cxnLst/>
              <a:rect l="l" t="t" r="r" b="b"/>
              <a:pathLst>
                <a:path w="4627" h="1953" extrusionOk="0">
                  <a:moveTo>
                    <a:pt x="2652" y="0"/>
                  </a:moveTo>
                  <a:cubicBezTo>
                    <a:pt x="2078" y="0"/>
                    <a:pt x="1525" y="170"/>
                    <a:pt x="1053" y="495"/>
                  </a:cubicBezTo>
                  <a:cubicBezTo>
                    <a:pt x="592" y="812"/>
                    <a:pt x="238" y="1252"/>
                    <a:pt x="30" y="1768"/>
                  </a:cubicBezTo>
                  <a:cubicBezTo>
                    <a:pt x="0" y="1836"/>
                    <a:pt x="35" y="1915"/>
                    <a:pt x="104" y="1943"/>
                  </a:cubicBezTo>
                  <a:cubicBezTo>
                    <a:pt x="119" y="1949"/>
                    <a:pt x="136" y="1952"/>
                    <a:pt x="153" y="1952"/>
                  </a:cubicBezTo>
                  <a:cubicBezTo>
                    <a:pt x="207" y="1952"/>
                    <a:pt x="258" y="1921"/>
                    <a:pt x="278" y="1870"/>
                  </a:cubicBezTo>
                  <a:cubicBezTo>
                    <a:pt x="466" y="1404"/>
                    <a:pt x="786" y="1005"/>
                    <a:pt x="1203" y="719"/>
                  </a:cubicBezTo>
                  <a:cubicBezTo>
                    <a:pt x="1630" y="425"/>
                    <a:pt x="2130" y="271"/>
                    <a:pt x="2650" y="271"/>
                  </a:cubicBezTo>
                  <a:cubicBezTo>
                    <a:pt x="3177" y="271"/>
                    <a:pt x="3686" y="432"/>
                    <a:pt x="4112" y="729"/>
                  </a:cubicBezTo>
                  <a:lnTo>
                    <a:pt x="3953" y="729"/>
                  </a:lnTo>
                  <a:cubicBezTo>
                    <a:pt x="3861" y="729"/>
                    <a:pt x="3789" y="822"/>
                    <a:pt x="3829" y="919"/>
                  </a:cubicBezTo>
                  <a:cubicBezTo>
                    <a:pt x="3848" y="968"/>
                    <a:pt x="3898" y="999"/>
                    <a:pt x="3950" y="999"/>
                  </a:cubicBezTo>
                  <a:lnTo>
                    <a:pt x="4500" y="999"/>
                  </a:lnTo>
                  <a:cubicBezTo>
                    <a:pt x="4570" y="999"/>
                    <a:pt x="4627" y="942"/>
                    <a:pt x="4627" y="872"/>
                  </a:cubicBezTo>
                  <a:lnTo>
                    <a:pt x="4627" y="324"/>
                  </a:lnTo>
                  <a:cubicBezTo>
                    <a:pt x="4627" y="250"/>
                    <a:pt x="4567" y="189"/>
                    <a:pt x="4492" y="189"/>
                  </a:cubicBezTo>
                  <a:cubicBezTo>
                    <a:pt x="4474" y="189"/>
                    <a:pt x="4456" y="193"/>
                    <a:pt x="4437" y="201"/>
                  </a:cubicBezTo>
                  <a:cubicBezTo>
                    <a:pt x="4388" y="221"/>
                    <a:pt x="4358" y="269"/>
                    <a:pt x="4358" y="322"/>
                  </a:cubicBezTo>
                  <a:lnTo>
                    <a:pt x="4358" y="574"/>
                  </a:lnTo>
                  <a:cubicBezTo>
                    <a:pt x="3868" y="202"/>
                    <a:pt x="3272" y="0"/>
                    <a:pt x="2652"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3636;p80">
              <a:extLst>
                <a:ext uri="{FF2B5EF4-FFF2-40B4-BE49-F238E27FC236}">
                  <a16:creationId xmlns:a16="http://schemas.microsoft.com/office/drawing/2014/main" id="{1847A20D-C96C-9EF9-C295-608A6DB66B87}"/>
                </a:ext>
              </a:extLst>
            </p:cNvPr>
            <p:cNvSpPr/>
            <p:nvPr/>
          </p:nvSpPr>
          <p:spPr>
            <a:xfrm>
              <a:off x="2344477" y="2883796"/>
              <a:ext cx="270450" cy="126341"/>
            </a:xfrm>
            <a:custGeom>
              <a:avLst/>
              <a:gdLst/>
              <a:ahLst/>
              <a:cxnLst/>
              <a:rect l="l" t="t" r="r" b="b"/>
              <a:pathLst>
                <a:path w="6606" h="3086" extrusionOk="0">
                  <a:moveTo>
                    <a:pt x="6189" y="0"/>
                  </a:moveTo>
                  <a:cubicBezTo>
                    <a:pt x="6167" y="0"/>
                    <a:pt x="6144" y="5"/>
                    <a:pt x="6124" y="16"/>
                  </a:cubicBezTo>
                  <a:lnTo>
                    <a:pt x="5653" y="279"/>
                  </a:lnTo>
                  <a:cubicBezTo>
                    <a:pt x="5587" y="315"/>
                    <a:pt x="5565" y="398"/>
                    <a:pt x="5601" y="463"/>
                  </a:cubicBezTo>
                  <a:cubicBezTo>
                    <a:pt x="5624" y="507"/>
                    <a:pt x="5671" y="532"/>
                    <a:pt x="5718" y="532"/>
                  </a:cubicBezTo>
                  <a:cubicBezTo>
                    <a:pt x="5740" y="532"/>
                    <a:pt x="5763" y="527"/>
                    <a:pt x="5783" y="516"/>
                  </a:cubicBezTo>
                  <a:lnTo>
                    <a:pt x="5988" y="402"/>
                  </a:lnTo>
                  <a:lnTo>
                    <a:pt x="5988" y="402"/>
                  </a:lnTo>
                  <a:cubicBezTo>
                    <a:pt x="5805" y="1043"/>
                    <a:pt x="5430" y="1622"/>
                    <a:pt x="4912" y="2052"/>
                  </a:cubicBezTo>
                  <a:cubicBezTo>
                    <a:pt x="4320" y="2543"/>
                    <a:pt x="3568" y="2816"/>
                    <a:pt x="2795" y="2816"/>
                  </a:cubicBezTo>
                  <a:cubicBezTo>
                    <a:pt x="1813" y="2816"/>
                    <a:pt x="887" y="2384"/>
                    <a:pt x="254" y="1631"/>
                  </a:cubicBezTo>
                  <a:cubicBezTo>
                    <a:pt x="227" y="1599"/>
                    <a:pt x="190" y="1583"/>
                    <a:pt x="151" y="1583"/>
                  </a:cubicBezTo>
                  <a:cubicBezTo>
                    <a:pt x="120" y="1583"/>
                    <a:pt x="89" y="1594"/>
                    <a:pt x="64" y="1615"/>
                  </a:cubicBezTo>
                  <a:cubicBezTo>
                    <a:pt x="7" y="1662"/>
                    <a:pt x="0" y="1748"/>
                    <a:pt x="48" y="1805"/>
                  </a:cubicBezTo>
                  <a:cubicBezTo>
                    <a:pt x="732" y="2619"/>
                    <a:pt x="1734" y="3086"/>
                    <a:pt x="2795" y="3086"/>
                  </a:cubicBezTo>
                  <a:cubicBezTo>
                    <a:pt x="3630" y="3086"/>
                    <a:pt x="4442" y="2793"/>
                    <a:pt x="5085" y="2257"/>
                  </a:cubicBezTo>
                  <a:cubicBezTo>
                    <a:pt x="5637" y="1800"/>
                    <a:pt x="6041" y="1184"/>
                    <a:pt x="6240" y="502"/>
                  </a:cubicBezTo>
                  <a:lnTo>
                    <a:pt x="6333" y="671"/>
                  </a:lnTo>
                  <a:cubicBezTo>
                    <a:pt x="6357" y="716"/>
                    <a:pt x="6403" y="740"/>
                    <a:pt x="6451" y="740"/>
                  </a:cubicBezTo>
                  <a:cubicBezTo>
                    <a:pt x="6473" y="740"/>
                    <a:pt x="6496" y="735"/>
                    <a:pt x="6517" y="723"/>
                  </a:cubicBezTo>
                  <a:cubicBezTo>
                    <a:pt x="6583" y="689"/>
                    <a:pt x="6605" y="605"/>
                    <a:pt x="6569" y="541"/>
                  </a:cubicBezTo>
                  <a:lnTo>
                    <a:pt x="6307" y="69"/>
                  </a:lnTo>
                  <a:cubicBezTo>
                    <a:pt x="6283" y="25"/>
                    <a:pt x="6236" y="0"/>
                    <a:pt x="6189"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3637;p80">
              <a:extLst>
                <a:ext uri="{FF2B5EF4-FFF2-40B4-BE49-F238E27FC236}">
                  <a16:creationId xmlns:a16="http://schemas.microsoft.com/office/drawing/2014/main" id="{C547C735-D258-B262-4170-5F3741AC69EA}"/>
                </a:ext>
              </a:extLst>
            </p:cNvPr>
            <p:cNvSpPr/>
            <p:nvPr/>
          </p:nvSpPr>
          <p:spPr>
            <a:xfrm>
              <a:off x="2565798" y="2710579"/>
              <a:ext cx="147752" cy="131254"/>
            </a:xfrm>
            <a:custGeom>
              <a:avLst/>
              <a:gdLst/>
              <a:ahLst/>
              <a:cxnLst/>
              <a:rect l="l" t="t" r="r" b="b"/>
              <a:pathLst>
                <a:path w="3609" h="3206" extrusionOk="0">
                  <a:moveTo>
                    <a:pt x="1834" y="1079"/>
                  </a:moveTo>
                  <a:cubicBezTo>
                    <a:pt x="2282" y="1079"/>
                    <a:pt x="2645" y="1441"/>
                    <a:pt x="2645" y="1888"/>
                  </a:cubicBezTo>
                  <a:cubicBezTo>
                    <a:pt x="2645" y="2336"/>
                    <a:pt x="2282" y="2698"/>
                    <a:pt x="1834" y="2698"/>
                  </a:cubicBezTo>
                  <a:cubicBezTo>
                    <a:pt x="1388" y="2698"/>
                    <a:pt x="1025" y="2336"/>
                    <a:pt x="1025" y="1888"/>
                  </a:cubicBezTo>
                  <a:cubicBezTo>
                    <a:pt x="1025" y="1441"/>
                    <a:pt x="1388" y="1079"/>
                    <a:pt x="1834" y="1079"/>
                  </a:cubicBezTo>
                  <a:close/>
                  <a:moveTo>
                    <a:pt x="1839" y="1"/>
                  </a:moveTo>
                  <a:cubicBezTo>
                    <a:pt x="1782" y="1"/>
                    <a:pt x="1732" y="38"/>
                    <a:pt x="1714" y="90"/>
                  </a:cubicBezTo>
                  <a:cubicBezTo>
                    <a:pt x="1675" y="200"/>
                    <a:pt x="1638" y="320"/>
                    <a:pt x="1604" y="448"/>
                  </a:cubicBezTo>
                  <a:cubicBezTo>
                    <a:pt x="1382" y="485"/>
                    <a:pt x="1169" y="574"/>
                    <a:pt x="984" y="706"/>
                  </a:cubicBezTo>
                  <a:cubicBezTo>
                    <a:pt x="868" y="639"/>
                    <a:pt x="757" y="580"/>
                    <a:pt x="653" y="530"/>
                  </a:cubicBezTo>
                  <a:cubicBezTo>
                    <a:pt x="634" y="521"/>
                    <a:pt x="614" y="517"/>
                    <a:pt x="594" y="517"/>
                  </a:cubicBezTo>
                  <a:cubicBezTo>
                    <a:pt x="560" y="517"/>
                    <a:pt x="526" y="530"/>
                    <a:pt x="500" y="555"/>
                  </a:cubicBezTo>
                  <a:cubicBezTo>
                    <a:pt x="387" y="669"/>
                    <a:pt x="288" y="797"/>
                    <a:pt x="204" y="940"/>
                  </a:cubicBezTo>
                  <a:cubicBezTo>
                    <a:pt x="176" y="989"/>
                    <a:pt x="182" y="1051"/>
                    <a:pt x="219" y="1095"/>
                  </a:cubicBezTo>
                  <a:cubicBezTo>
                    <a:pt x="296" y="1181"/>
                    <a:pt x="381" y="1274"/>
                    <a:pt x="474" y="1369"/>
                  </a:cubicBezTo>
                  <a:cubicBezTo>
                    <a:pt x="391" y="1588"/>
                    <a:pt x="364" y="1814"/>
                    <a:pt x="386" y="2034"/>
                  </a:cubicBezTo>
                  <a:cubicBezTo>
                    <a:pt x="271" y="2100"/>
                    <a:pt x="164" y="2167"/>
                    <a:pt x="69" y="2232"/>
                  </a:cubicBezTo>
                  <a:cubicBezTo>
                    <a:pt x="22" y="2264"/>
                    <a:pt x="1" y="2322"/>
                    <a:pt x="14" y="2378"/>
                  </a:cubicBezTo>
                  <a:cubicBezTo>
                    <a:pt x="44" y="2488"/>
                    <a:pt x="83" y="2593"/>
                    <a:pt x="132" y="2695"/>
                  </a:cubicBezTo>
                  <a:lnTo>
                    <a:pt x="666" y="2657"/>
                  </a:lnTo>
                  <a:cubicBezTo>
                    <a:pt x="921" y="2990"/>
                    <a:pt x="1322" y="3205"/>
                    <a:pt x="1773" y="3205"/>
                  </a:cubicBezTo>
                  <a:cubicBezTo>
                    <a:pt x="2543" y="3205"/>
                    <a:pt x="3167" y="2580"/>
                    <a:pt x="3167" y="1810"/>
                  </a:cubicBezTo>
                  <a:cubicBezTo>
                    <a:pt x="3167" y="1755"/>
                    <a:pt x="3163" y="1699"/>
                    <a:pt x="3156" y="1646"/>
                  </a:cubicBezTo>
                  <a:lnTo>
                    <a:pt x="3609" y="1255"/>
                  </a:lnTo>
                  <a:cubicBezTo>
                    <a:pt x="3571" y="1149"/>
                    <a:pt x="3522" y="1045"/>
                    <a:pt x="3468" y="948"/>
                  </a:cubicBezTo>
                  <a:cubicBezTo>
                    <a:pt x="3444" y="907"/>
                    <a:pt x="3398" y="882"/>
                    <a:pt x="3351" y="882"/>
                  </a:cubicBezTo>
                  <a:cubicBezTo>
                    <a:pt x="3343" y="882"/>
                    <a:pt x="3334" y="882"/>
                    <a:pt x="3326" y="884"/>
                  </a:cubicBezTo>
                  <a:cubicBezTo>
                    <a:pt x="3213" y="906"/>
                    <a:pt x="3091" y="933"/>
                    <a:pt x="2962" y="966"/>
                  </a:cubicBezTo>
                  <a:cubicBezTo>
                    <a:pt x="2824" y="795"/>
                    <a:pt x="2644" y="654"/>
                    <a:pt x="2430" y="559"/>
                  </a:cubicBezTo>
                  <a:cubicBezTo>
                    <a:pt x="2429" y="426"/>
                    <a:pt x="2426" y="300"/>
                    <a:pt x="2418" y="184"/>
                  </a:cubicBezTo>
                  <a:cubicBezTo>
                    <a:pt x="2414" y="127"/>
                    <a:pt x="2374" y="79"/>
                    <a:pt x="2321" y="64"/>
                  </a:cubicBezTo>
                  <a:cubicBezTo>
                    <a:pt x="2160" y="22"/>
                    <a:pt x="1999" y="1"/>
                    <a:pt x="1839"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3638;p80">
              <a:extLst>
                <a:ext uri="{FF2B5EF4-FFF2-40B4-BE49-F238E27FC236}">
                  <a16:creationId xmlns:a16="http://schemas.microsoft.com/office/drawing/2014/main" id="{528F2414-0676-9EAE-92BA-1C206E7806A1}"/>
                </a:ext>
              </a:extLst>
            </p:cNvPr>
            <p:cNvSpPr/>
            <p:nvPr/>
          </p:nvSpPr>
          <p:spPr>
            <a:xfrm>
              <a:off x="2571161" y="2761959"/>
              <a:ext cx="144887" cy="103087"/>
            </a:xfrm>
            <a:custGeom>
              <a:avLst/>
              <a:gdLst/>
              <a:ahLst/>
              <a:cxnLst/>
              <a:rect l="l" t="t" r="r" b="b"/>
              <a:pathLst>
                <a:path w="3539" h="2518" extrusionOk="0">
                  <a:moveTo>
                    <a:pt x="3478" y="0"/>
                  </a:moveTo>
                  <a:cubicBezTo>
                    <a:pt x="3304" y="111"/>
                    <a:pt x="3135" y="212"/>
                    <a:pt x="2968" y="309"/>
                  </a:cubicBezTo>
                  <a:cubicBezTo>
                    <a:pt x="2925" y="334"/>
                    <a:pt x="2899" y="381"/>
                    <a:pt x="2902" y="432"/>
                  </a:cubicBezTo>
                  <a:cubicBezTo>
                    <a:pt x="2903" y="457"/>
                    <a:pt x="2904" y="481"/>
                    <a:pt x="2904" y="508"/>
                  </a:cubicBezTo>
                  <a:cubicBezTo>
                    <a:pt x="2904" y="1240"/>
                    <a:pt x="2310" y="1835"/>
                    <a:pt x="1577" y="1835"/>
                  </a:cubicBezTo>
                  <a:cubicBezTo>
                    <a:pt x="1176" y="1835"/>
                    <a:pt x="817" y="1657"/>
                    <a:pt x="574" y="1377"/>
                  </a:cubicBezTo>
                  <a:cubicBezTo>
                    <a:pt x="549" y="1348"/>
                    <a:pt x="512" y="1332"/>
                    <a:pt x="474" y="1332"/>
                  </a:cubicBezTo>
                  <a:cubicBezTo>
                    <a:pt x="463" y="1332"/>
                    <a:pt x="451" y="1333"/>
                    <a:pt x="440" y="1336"/>
                  </a:cubicBezTo>
                  <a:cubicBezTo>
                    <a:pt x="298" y="1373"/>
                    <a:pt x="151" y="1408"/>
                    <a:pt x="0" y="1442"/>
                  </a:cubicBezTo>
                  <a:cubicBezTo>
                    <a:pt x="22" y="1487"/>
                    <a:pt x="44" y="1530"/>
                    <a:pt x="68" y="1572"/>
                  </a:cubicBezTo>
                  <a:cubicBezTo>
                    <a:pt x="92" y="1614"/>
                    <a:pt x="138" y="1639"/>
                    <a:pt x="185" y="1639"/>
                  </a:cubicBezTo>
                  <a:cubicBezTo>
                    <a:pt x="193" y="1639"/>
                    <a:pt x="201" y="1638"/>
                    <a:pt x="209" y="1637"/>
                  </a:cubicBezTo>
                  <a:cubicBezTo>
                    <a:pt x="324" y="1615"/>
                    <a:pt x="447" y="1587"/>
                    <a:pt x="575" y="1552"/>
                  </a:cubicBezTo>
                  <a:cubicBezTo>
                    <a:pt x="714" y="1724"/>
                    <a:pt x="894" y="1866"/>
                    <a:pt x="1106" y="1961"/>
                  </a:cubicBezTo>
                  <a:cubicBezTo>
                    <a:pt x="1108" y="2094"/>
                    <a:pt x="1111" y="2219"/>
                    <a:pt x="1120" y="2334"/>
                  </a:cubicBezTo>
                  <a:cubicBezTo>
                    <a:pt x="1124" y="2391"/>
                    <a:pt x="1163" y="2440"/>
                    <a:pt x="1217" y="2454"/>
                  </a:cubicBezTo>
                  <a:cubicBezTo>
                    <a:pt x="1377" y="2497"/>
                    <a:pt x="1539" y="2518"/>
                    <a:pt x="1699" y="2518"/>
                  </a:cubicBezTo>
                  <a:cubicBezTo>
                    <a:pt x="1755" y="2518"/>
                    <a:pt x="1806" y="2481"/>
                    <a:pt x="1824" y="2428"/>
                  </a:cubicBezTo>
                  <a:cubicBezTo>
                    <a:pt x="1862" y="2319"/>
                    <a:pt x="1900" y="2199"/>
                    <a:pt x="1933" y="2070"/>
                  </a:cubicBezTo>
                  <a:cubicBezTo>
                    <a:pt x="2156" y="2033"/>
                    <a:pt x="2369" y="1946"/>
                    <a:pt x="2554" y="1814"/>
                  </a:cubicBezTo>
                  <a:cubicBezTo>
                    <a:pt x="2670" y="1879"/>
                    <a:pt x="2781" y="1938"/>
                    <a:pt x="2884" y="1989"/>
                  </a:cubicBezTo>
                  <a:cubicBezTo>
                    <a:pt x="2903" y="1998"/>
                    <a:pt x="2923" y="2003"/>
                    <a:pt x="2943" y="2003"/>
                  </a:cubicBezTo>
                  <a:cubicBezTo>
                    <a:pt x="2977" y="2003"/>
                    <a:pt x="3011" y="1989"/>
                    <a:pt x="3037" y="1964"/>
                  </a:cubicBezTo>
                  <a:cubicBezTo>
                    <a:pt x="3151" y="1851"/>
                    <a:pt x="3250" y="1721"/>
                    <a:pt x="3332" y="1579"/>
                  </a:cubicBezTo>
                  <a:cubicBezTo>
                    <a:pt x="3362" y="1530"/>
                    <a:pt x="3356" y="1468"/>
                    <a:pt x="3319" y="1425"/>
                  </a:cubicBezTo>
                  <a:cubicBezTo>
                    <a:pt x="3242" y="1338"/>
                    <a:pt x="3156" y="1245"/>
                    <a:pt x="3063" y="1150"/>
                  </a:cubicBezTo>
                  <a:cubicBezTo>
                    <a:pt x="3147" y="932"/>
                    <a:pt x="3174" y="705"/>
                    <a:pt x="3152" y="486"/>
                  </a:cubicBezTo>
                  <a:cubicBezTo>
                    <a:pt x="3267" y="418"/>
                    <a:pt x="3373" y="353"/>
                    <a:pt x="3468" y="286"/>
                  </a:cubicBezTo>
                  <a:cubicBezTo>
                    <a:pt x="3516" y="255"/>
                    <a:pt x="3538" y="197"/>
                    <a:pt x="3522" y="142"/>
                  </a:cubicBezTo>
                  <a:cubicBezTo>
                    <a:pt x="3510" y="94"/>
                    <a:pt x="3495" y="47"/>
                    <a:pt x="347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3639;p80">
              <a:extLst>
                <a:ext uri="{FF2B5EF4-FFF2-40B4-BE49-F238E27FC236}">
                  <a16:creationId xmlns:a16="http://schemas.microsoft.com/office/drawing/2014/main" id="{EC84EF1B-8A45-464F-72B5-EE7248FB02A9}"/>
                </a:ext>
              </a:extLst>
            </p:cNvPr>
            <p:cNvSpPr/>
            <p:nvPr/>
          </p:nvSpPr>
          <p:spPr>
            <a:xfrm>
              <a:off x="2447891" y="2852231"/>
              <a:ext cx="18382" cy="18382"/>
            </a:xfrm>
            <a:custGeom>
              <a:avLst/>
              <a:gdLst/>
              <a:ahLst/>
              <a:cxnLst/>
              <a:rect l="l" t="t" r="r" b="b"/>
              <a:pathLst>
                <a:path w="449" h="449" extrusionOk="0">
                  <a:moveTo>
                    <a:pt x="269" y="0"/>
                  </a:moveTo>
                  <a:cubicBezTo>
                    <a:pt x="121" y="0"/>
                    <a:pt x="0" y="122"/>
                    <a:pt x="0" y="269"/>
                  </a:cubicBezTo>
                  <a:cubicBezTo>
                    <a:pt x="0" y="297"/>
                    <a:pt x="4" y="323"/>
                    <a:pt x="12" y="348"/>
                  </a:cubicBezTo>
                  <a:cubicBezTo>
                    <a:pt x="91" y="427"/>
                    <a:pt x="153" y="449"/>
                    <a:pt x="180" y="449"/>
                  </a:cubicBezTo>
                  <a:cubicBezTo>
                    <a:pt x="328" y="449"/>
                    <a:pt x="449" y="329"/>
                    <a:pt x="449" y="180"/>
                  </a:cubicBezTo>
                  <a:cubicBezTo>
                    <a:pt x="449" y="152"/>
                    <a:pt x="439" y="104"/>
                    <a:pt x="347" y="12"/>
                  </a:cubicBezTo>
                  <a:cubicBezTo>
                    <a:pt x="322" y="5"/>
                    <a:pt x="296" y="0"/>
                    <a:pt x="269"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3640;p80">
              <a:extLst>
                <a:ext uri="{FF2B5EF4-FFF2-40B4-BE49-F238E27FC236}">
                  <a16:creationId xmlns:a16="http://schemas.microsoft.com/office/drawing/2014/main" id="{C3D7B74A-4D81-0E36-A9FB-CA18F5F9D8FA}"/>
                </a:ext>
              </a:extLst>
            </p:cNvPr>
            <p:cNvSpPr/>
            <p:nvPr/>
          </p:nvSpPr>
          <p:spPr>
            <a:xfrm>
              <a:off x="2448341" y="2852641"/>
              <a:ext cx="21657" cy="21616"/>
            </a:xfrm>
            <a:custGeom>
              <a:avLst/>
              <a:gdLst/>
              <a:ahLst/>
              <a:cxnLst/>
              <a:rect l="l" t="t" r="r" b="b"/>
              <a:pathLst>
                <a:path w="529" h="528" extrusionOk="0">
                  <a:moveTo>
                    <a:pt x="336" y="1"/>
                  </a:moveTo>
                  <a:lnTo>
                    <a:pt x="336" y="1"/>
                  </a:lnTo>
                  <a:cubicBezTo>
                    <a:pt x="344" y="26"/>
                    <a:pt x="348" y="53"/>
                    <a:pt x="348" y="79"/>
                  </a:cubicBezTo>
                  <a:cubicBezTo>
                    <a:pt x="348" y="228"/>
                    <a:pt x="227" y="348"/>
                    <a:pt x="79" y="348"/>
                  </a:cubicBezTo>
                  <a:cubicBezTo>
                    <a:pt x="51" y="348"/>
                    <a:pt x="25" y="344"/>
                    <a:pt x="1" y="336"/>
                  </a:cubicBezTo>
                  <a:lnTo>
                    <a:pt x="1" y="336"/>
                  </a:lnTo>
                  <a:cubicBezTo>
                    <a:pt x="34" y="447"/>
                    <a:pt x="137" y="527"/>
                    <a:pt x="259" y="527"/>
                  </a:cubicBezTo>
                  <a:cubicBezTo>
                    <a:pt x="408" y="527"/>
                    <a:pt x="528" y="406"/>
                    <a:pt x="528" y="258"/>
                  </a:cubicBezTo>
                  <a:cubicBezTo>
                    <a:pt x="527" y="138"/>
                    <a:pt x="447" y="36"/>
                    <a:pt x="3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3641;p80">
              <a:extLst>
                <a:ext uri="{FF2B5EF4-FFF2-40B4-BE49-F238E27FC236}">
                  <a16:creationId xmlns:a16="http://schemas.microsoft.com/office/drawing/2014/main" id="{9180990E-DB12-F1B6-6438-F05FB4887E8F}"/>
                </a:ext>
              </a:extLst>
            </p:cNvPr>
            <p:cNvSpPr/>
            <p:nvPr/>
          </p:nvSpPr>
          <p:spPr>
            <a:xfrm>
              <a:off x="2350495" y="2754999"/>
              <a:ext cx="192991" cy="192868"/>
            </a:xfrm>
            <a:custGeom>
              <a:avLst/>
              <a:gdLst/>
              <a:ahLst/>
              <a:cxnLst/>
              <a:rect l="l" t="t" r="r" b="b"/>
              <a:pathLst>
                <a:path w="4714" h="4711" extrusionOk="0">
                  <a:moveTo>
                    <a:pt x="2648" y="1073"/>
                  </a:moveTo>
                  <a:cubicBezTo>
                    <a:pt x="3516" y="1073"/>
                    <a:pt x="4219" y="1777"/>
                    <a:pt x="4219" y="2644"/>
                  </a:cubicBezTo>
                  <a:cubicBezTo>
                    <a:pt x="4219" y="3513"/>
                    <a:pt x="3516" y="4215"/>
                    <a:pt x="2648" y="4215"/>
                  </a:cubicBezTo>
                  <a:cubicBezTo>
                    <a:pt x="1780" y="4215"/>
                    <a:pt x="1077" y="3513"/>
                    <a:pt x="1077" y="2644"/>
                  </a:cubicBezTo>
                  <a:cubicBezTo>
                    <a:pt x="1077" y="1777"/>
                    <a:pt x="1780" y="1073"/>
                    <a:pt x="2648" y="1073"/>
                  </a:cubicBezTo>
                  <a:close/>
                  <a:moveTo>
                    <a:pt x="2650" y="0"/>
                  </a:moveTo>
                  <a:cubicBezTo>
                    <a:pt x="2555" y="0"/>
                    <a:pt x="2458" y="6"/>
                    <a:pt x="2362" y="16"/>
                  </a:cubicBezTo>
                  <a:cubicBezTo>
                    <a:pt x="2311" y="22"/>
                    <a:pt x="2267" y="55"/>
                    <a:pt x="2249" y="105"/>
                  </a:cubicBezTo>
                  <a:cubicBezTo>
                    <a:pt x="2209" y="217"/>
                    <a:pt x="2170" y="345"/>
                    <a:pt x="2137" y="490"/>
                  </a:cubicBezTo>
                  <a:cubicBezTo>
                    <a:pt x="1903" y="545"/>
                    <a:pt x="1685" y="636"/>
                    <a:pt x="1488" y="759"/>
                  </a:cubicBezTo>
                  <a:cubicBezTo>
                    <a:pt x="1362" y="681"/>
                    <a:pt x="1244" y="618"/>
                    <a:pt x="1135" y="566"/>
                  </a:cubicBezTo>
                  <a:cubicBezTo>
                    <a:pt x="1117" y="557"/>
                    <a:pt x="1097" y="553"/>
                    <a:pt x="1078" y="553"/>
                  </a:cubicBezTo>
                  <a:cubicBezTo>
                    <a:pt x="1048" y="553"/>
                    <a:pt x="1018" y="563"/>
                    <a:pt x="994" y="583"/>
                  </a:cubicBezTo>
                  <a:cubicBezTo>
                    <a:pt x="843" y="704"/>
                    <a:pt x="708" y="841"/>
                    <a:pt x="588" y="989"/>
                  </a:cubicBezTo>
                  <a:cubicBezTo>
                    <a:pt x="556" y="1029"/>
                    <a:pt x="550" y="1084"/>
                    <a:pt x="571" y="1130"/>
                  </a:cubicBezTo>
                  <a:cubicBezTo>
                    <a:pt x="622" y="1238"/>
                    <a:pt x="686" y="1357"/>
                    <a:pt x="764" y="1483"/>
                  </a:cubicBezTo>
                  <a:cubicBezTo>
                    <a:pt x="640" y="1680"/>
                    <a:pt x="550" y="1900"/>
                    <a:pt x="495" y="2132"/>
                  </a:cubicBezTo>
                  <a:cubicBezTo>
                    <a:pt x="350" y="2165"/>
                    <a:pt x="223" y="2203"/>
                    <a:pt x="110" y="2245"/>
                  </a:cubicBezTo>
                  <a:cubicBezTo>
                    <a:pt x="60" y="2262"/>
                    <a:pt x="26" y="2306"/>
                    <a:pt x="21" y="2357"/>
                  </a:cubicBezTo>
                  <a:cubicBezTo>
                    <a:pt x="0" y="2545"/>
                    <a:pt x="0" y="2738"/>
                    <a:pt x="21" y="2930"/>
                  </a:cubicBezTo>
                  <a:cubicBezTo>
                    <a:pt x="26" y="2982"/>
                    <a:pt x="60" y="3025"/>
                    <a:pt x="110" y="3043"/>
                  </a:cubicBezTo>
                  <a:cubicBezTo>
                    <a:pt x="222" y="3083"/>
                    <a:pt x="350" y="3122"/>
                    <a:pt x="495" y="3156"/>
                  </a:cubicBezTo>
                  <a:cubicBezTo>
                    <a:pt x="550" y="3389"/>
                    <a:pt x="640" y="3608"/>
                    <a:pt x="764" y="3805"/>
                  </a:cubicBezTo>
                  <a:cubicBezTo>
                    <a:pt x="686" y="3931"/>
                    <a:pt x="623" y="4049"/>
                    <a:pt x="571" y="4157"/>
                  </a:cubicBezTo>
                  <a:cubicBezTo>
                    <a:pt x="549" y="4204"/>
                    <a:pt x="555" y="4259"/>
                    <a:pt x="588" y="4300"/>
                  </a:cubicBezTo>
                  <a:cubicBezTo>
                    <a:pt x="659" y="4388"/>
                    <a:pt x="735" y="4471"/>
                    <a:pt x="818" y="4549"/>
                  </a:cubicBezTo>
                  <a:cubicBezTo>
                    <a:pt x="818" y="4549"/>
                    <a:pt x="1246" y="4481"/>
                    <a:pt x="1446" y="4356"/>
                  </a:cubicBezTo>
                  <a:cubicBezTo>
                    <a:pt x="1777" y="4579"/>
                    <a:pt x="2178" y="4710"/>
                    <a:pt x="2608" y="4710"/>
                  </a:cubicBezTo>
                  <a:cubicBezTo>
                    <a:pt x="3767" y="4710"/>
                    <a:pt x="4713" y="3763"/>
                    <a:pt x="4713" y="2605"/>
                  </a:cubicBezTo>
                  <a:cubicBezTo>
                    <a:pt x="4713" y="2174"/>
                    <a:pt x="4584" y="1774"/>
                    <a:pt x="4362" y="1441"/>
                  </a:cubicBezTo>
                  <a:cubicBezTo>
                    <a:pt x="4486" y="1241"/>
                    <a:pt x="4554" y="813"/>
                    <a:pt x="4554" y="813"/>
                  </a:cubicBezTo>
                  <a:cubicBezTo>
                    <a:pt x="4475" y="731"/>
                    <a:pt x="4391" y="655"/>
                    <a:pt x="4304" y="583"/>
                  </a:cubicBezTo>
                  <a:cubicBezTo>
                    <a:pt x="4279" y="564"/>
                    <a:pt x="4249" y="554"/>
                    <a:pt x="4219" y="554"/>
                  </a:cubicBezTo>
                  <a:cubicBezTo>
                    <a:pt x="4200" y="554"/>
                    <a:pt x="4180" y="558"/>
                    <a:pt x="4162" y="566"/>
                  </a:cubicBezTo>
                  <a:cubicBezTo>
                    <a:pt x="4054" y="617"/>
                    <a:pt x="3935" y="681"/>
                    <a:pt x="3810" y="759"/>
                  </a:cubicBezTo>
                  <a:cubicBezTo>
                    <a:pt x="3613" y="636"/>
                    <a:pt x="3393" y="545"/>
                    <a:pt x="3161" y="490"/>
                  </a:cubicBezTo>
                  <a:cubicBezTo>
                    <a:pt x="3127" y="345"/>
                    <a:pt x="3088" y="218"/>
                    <a:pt x="3048" y="105"/>
                  </a:cubicBezTo>
                  <a:cubicBezTo>
                    <a:pt x="3030" y="55"/>
                    <a:pt x="2987" y="22"/>
                    <a:pt x="2935" y="16"/>
                  </a:cubicBezTo>
                  <a:cubicBezTo>
                    <a:pt x="2841" y="6"/>
                    <a:pt x="2746" y="0"/>
                    <a:pt x="2650"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3642;p80">
              <a:extLst>
                <a:ext uri="{FF2B5EF4-FFF2-40B4-BE49-F238E27FC236}">
                  <a16:creationId xmlns:a16="http://schemas.microsoft.com/office/drawing/2014/main" id="{B543C30D-8C64-CFBE-24B5-EC41D5CDB26E}"/>
                </a:ext>
              </a:extLst>
            </p:cNvPr>
            <p:cNvSpPr/>
            <p:nvPr/>
          </p:nvSpPr>
          <p:spPr>
            <a:xfrm>
              <a:off x="2383943" y="2788242"/>
              <a:ext cx="183411" cy="183288"/>
            </a:xfrm>
            <a:custGeom>
              <a:avLst/>
              <a:gdLst/>
              <a:ahLst/>
              <a:cxnLst/>
              <a:rect l="l" t="t" r="r" b="b"/>
              <a:pathLst>
                <a:path w="4480" h="4477" extrusionOk="0">
                  <a:moveTo>
                    <a:pt x="3736" y="1"/>
                  </a:moveTo>
                  <a:cubicBezTo>
                    <a:pt x="3639" y="181"/>
                    <a:pt x="3581" y="333"/>
                    <a:pt x="3485" y="502"/>
                  </a:cubicBezTo>
                  <a:cubicBezTo>
                    <a:pt x="3459" y="544"/>
                    <a:pt x="3462" y="597"/>
                    <a:pt x="3488" y="639"/>
                  </a:cubicBezTo>
                  <a:cubicBezTo>
                    <a:pt x="3680" y="952"/>
                    <a:pt x="3791" y="1323"/>
                    <a:pt x="3791" y="1717"/>
                  </a:cubicBezTo>
                  <a:cubicBezTo>
                    <a:pt x="3791" y="2860"/>
                    <a:pt x="2858" y="3793"/>
                    <a:pt x="1716" y="3793"/>
                  </a:cubicBezTo>
                  <a:cubicBezTo>
                    <a:pt x="1321" y="3793"/>
                    <a:pt x="951" y="3682"/>
                    <a:pt x="637" y="3489"/>
                  </a:cubicBezTo>
                  <a:cubicBezTo>
                    <a:pt x="615" y="3476"/>
                    <a:pt x="590" y="3469"/>
                    <a:pt x="565" y="3469"/>
                  </a:cubicBezTo>
                  <a:cubicBezTo>
                    <a:pt x="543" y="3469"/>
                    <a:pt x="520" y="3475"/>
                    <a:pt x="500" y="3487"/>
                  </a:cubicBezTo>
                  <a:cubicBezTo>
                    <a:pt x="333" y="3583"/>
                    <a:pt x="180" y="3641"/>
                    <a:pt x="1" y="3737"/>
                  </a:cubicBezTo>
                  <a:cubicBezTo>
                    <a:pt x="57" y="3791"/>
                    <a:pt x="117" y="3843"/>
                    <a:pt x="177" y="3893"/>
                  </a:cubicBezTo>
                  <a:cubicBezTo>
                    <a:pt x="201" y="3912"/>
                    <a:pt x="231" y="3922"/>
                    <a:pt x="261" y="3922"/>
                  </a:cubicBezTo>
                  <a:cubicBezTo>
                    <a:pt x="281" y="3922"/>
                    <a:pt x="300" y="3918"/>
                    <a:pt x="318" y="3910"/>
                  </a:cubicBezTo>
                  <a:cubicBezTo>
                    <a:pt x="425" y="3859"/>
                    <a:pt x="544" y="3795"/>
                    <a:pt x="670" y="3719"/>
                  </a:cubicBezTo>
                  <a:cubicBezTo>
                    <a:pt x="867" y="3841"/>
                    <a:pt x="1086" y="3932"/>
                    <a:pt x="1317" y="3987"/>
                  </a:cubicBezTo>
                  <a:cubicBezTo>
                    <a:pt x="1352" y="4131"/>
                    <a:pt x="1390" y="4259"/>
                    <a:pt x="1431" y="4372"/>
                  </a:cubicBezTo>
                  <a:cubicBezTo>
                    <a:pt x="1448" y="4422"/>
                    <a:pt x="1492" y="4455"/>
                    <a:pt x="1543" y="4461"/>
                  </a:cubicBezTo>
                  <a:cubicBezTo>
                    <a:pt x="1638" y="4471"/>
                    <a:pt x="1733" y="4476"/>
                    <a:pt x="1829" y="4476"/>
                  </a:cubicBezTo>
                  <a:cubicBezTo>
                    <a:pt x="1924" y="4476"/>
                    <a:pt x="2021" y="4471"/>
                    <a:pt x="2117" y="4461"/>
                  </a:cubicBezTo>
                  <a:cubicBezTo>
                    <a:pt x="2169" y="4455"/>
                    <a:pt x="2212" y="4422"/>
                    <a:pt x="2229" y="4372"/>
                  </a:cubicBezTo>
                  <a:cubicBezTo>
                    <a:pt x="2270" y="4260"/>
                    <a:pt x="2308" y="4131"/>
                    <a:pt x="2343" y="3987"/>
                  </a:cubicBezTo>
                  <a:cubicBezTo>
                    <a:pt x="2576" y="3932"/>
                    <a:pt x="2794" y="3841"/>
                    <a:pt x="2992" y="3719"/>
                  </a:cubicBezTo>
                  <a:cubicBezTo>
                    <a:pt x="3116" y="3796"/>
                    <a:pt x="3236" y="3859"/>
                    <a:pt x="3343" y="3911"/>
                  </a:cubicBezTo>
                  <a:cubicBezTo>
                    <a:pt x="3362" y="3920"/>
                    <a:pt x="3381" y="3924"/>
                    <a:pt x="3401" y="3924"/>
                  </a:cubicBezTo>
                  <a:cubicBezTo>
                    <a:pt x="3431" y="3924"/>
                    <a:pt x="3461" y="3914"/>
                    <a:pt x="3485" y="3894"/>
                  </a:cubicBezTo>
                  <a:cubicBezTo>
                    <a:pt x="3637" y="3773"/>
                    <a:pt x="3771" y="3636"/>
                    <a:pt x="3891" y="3488"/>
                  </a:cubicBezTo>
                  <a:cubicBezTo>
                    <a:pt x="3922" y="3448"/>
                    <a:pt x="3929" y="3393"/>
                    <a:pt x="3908" y="3346"/>
                  </a:cubicBezTo>
                  <a:cubicBezTo>
                    <a:pt x="3858" y="3239"/>
                    <a:pt x="3794" y="3120"/>
                    <a:pt x="3716" y="2994"/>
                  </a:cubicBezTo>
                  <a:cubicBezTo>
                    <a:pt x="3838" y="2797"/>
                    <a:pt x="3929" y="2577"/>
                    <a:pt x="3985" y="2345"/>
                  </a:cubicBezTo>
                  <a:cubicBezTo>
                    <a:pt x="4128" y="2311"/>
                    <a:pt x="4257" y="2273"/>
                    <a:pt x="4370" y="2232"/>
                  </a:cubicBezTo>
                  <a:cubicBezTo>
                    <a:pt x="4418" y="2215"/>
                    <a:pt x="4453" y="2171"/>
                    <a:pt x="4458" y="2120"/>
                  </a:cubicBezTo>
                  <a:cubicBezTo>
                    <a:pt x="4480" y="1932"/>
                    <a:pt x="4480" y="1739"/>
                    <a:pt x="4458" y="1547"/>
                  </a:cubicBezTo>
                  <a:cubicBezTo>
                    <a:pt x="4453" y="1495"/>
                    <a:pt x="4418" y="1452"/>
                    <a:pt x="4370" y="1435"/>
                  </a:cubicBezTo>
                  <a:cubicBezTo>
                    <a:pt x="4258" y="1394"/>
                    <a:pt x="4128" y="1356"/>
                    <a:pt x="3985" y="1321"/>
                  </a:cubicBezTo>
                  <a:cubicBezTo>
                    <a:pt x="3929" y="1088"/>
                    <a:pt x="3838" y="870"/>
                    <a:pt x="3716" y="672"/>
                  </a:cubicBezTo>
                  <a:cubicBezTo>
                    <a:pt x="3794" y="546"/>
                    <a:pt x="3857" y="428"/>
                    <a:pt x="3908" y="319"/>
                  </a:cubicBezTo>
                  <a:cubicBezTo>
                    <a:pt x="3931" y="274"/>
                    <a:pt x="3923" y="218"/>
                    <a:pt x="3891" y="177"/>
                  </a:cubicBezTo>
                  <a:cubicBezTo>
                    <a:pt x="3841" y="116"/>
                    <a:pt x="3789" y="57"/>
                    <a:pt x="3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6" name="Google Shape;3643;p80">
            <a:extLst>
              <a:ext uri="{FF2B5EF4-FFF2-40B4-BE49-F238E27FC236}">
                <a16:creationId xmlns:a16="http://schemas.microsoft.com/office/drawing/2014/main" id="{96D8357C-4DDB-81F7-FA79-2B6DE73C51B3}"/>
              </a:ext>
            </a:extLst>
          </p:cNvPr>
          <p:cNvGrpSpPr/>
          <p:nvPr/>
        </p:nvGrpSpPr>
        <p:grpSpPr>
          <a:xfrm>
            <a:off x="4713877" y="952214"/>
            <a:ext cx="1122478" cy="921742"/>
            <a:chOff x="1527846" y="2079407"/>
            <a:chExt cx="378900" cy="307951"/>
          </a:xfrm>
        </p:grpSpPr>
        <p:sp>
          <p:nvSpPr>
            <p:cNvPr id="677" name="Google Shape;3644;p80">
              <a:extLst>
                <a:ext uri="{FF2B5EF4-FFF2-40B4-BE49-F238E27FC236}">
                  <a16:creationId xmlns:a16="http://schemas.microsoft.com/office/drawing/2014/main" id="{3907A77D-B0A9-8F1F-FC00-C734424CDD5F}"/>
                </a:ext>
              </a:extLst>
            </p:cNvPr>
            <p:cNvSpPr/>
            <p:nvPr/>
          </p:nvSpPr>
          <p:spPr>
            <a:xfrm>
              <a:off x="1527846" y="2095210"/>
              <a:ext cx="272169" cy="271923"/>
            </a:xfrm>
            <a:custGeom>
              <a:avLst/>
              <a:gdLst/>
              <a:ahLst/>
              <a:cxnLst/>
              <a:rect l="l" t="t" r="r" b="b"/>
              <a:pathLst>
                <a:path w="6648" h="6642" extrusionOk="0">
                  <a:moveTo>
                    <a:pt x="3574" y="1221"/>
                  </a:moveTo>
                  <a:cubicBezTo>
                    <a:pt x="4870" y="1221"/>
                    <a:pt x="5920" y="2273"/>
                    <a:pt x="5920" y="3567"/>
                  </a:cubicBezTo>
                  <a:cubicBezTo>
                    <a:pt x="5920" y="4863"/>
                    <a:pt x="4869" y="5914"/>
                    <a:pt x="3574" y="5914"/>
                  </a:cubicBezTo>
                  <a:cubicBezTo>
                    <a:pt x="2279" y="5914"/>
                    <a:pt x="1228" y="4863"/>
                    <a:pt x="1228" y="3567"/>
                  </a:cubicBezTo>
                  <a:cubicBezTo>
                    <a:pt x="1228" y="2273"/>
                    <a:pt x="2278" y="1221"/>
                    <a:pt x="3574" y="1221"/>
                  </a:cubicBezTo>
                  <a:close/>
                  <a:moveTo>
                    <a:pt x="2913" y="0"/>
                  </a:moveTo>
                  <a:cubicBezTo>
                    <a:pt x="2905" y="0"/>
                    <a:pt x="2897" y="1"/>
                    <a:pt x="2888" y="2"/>
                  </a:cubicBezTo>
                  <a:cubicBezTo>
                    <a:pt x="2719" y="36"/>
                    <a:pt x="2553" y="79"/>
                    <a:pt x="2389" y="136"/>
                  </a:cubicBezTo>
                  <a:cubicBezTo>
                    <a:pt x="2332" y="155"/>
                    <a:pt x="2295" y="208"/>
                    <a:pt x="2295" y="268"/>
                  </a:cubicBezTo>
                  <a:cubicBezTo>
                    <a:pt x="2295" y="382"/>
                    <a:pt x="2297" y="508"/>
                    <a:pt x="2305" y="640"/>
                  </a:cubicBezTo>
                  <a:cubicBezTo>
                    <a:pt x="2085" y="735"/>
                    <a:pt x="1874" y="856"/>
                    <a:pt x="1677" y="1003"/>
                  </a:cubicBezTo>
                  <a:cubicBezTo>
                    <a:pt x="1566" y="931"/>
                    <a:pt x="1458" y="865"/>
                    <a:pt x="1360" y="808"/>
                  </a:cubicBezTo>
                  <a:cubicBezTo>
                    <a:pt x="1338" y="796"/>
                    <a:pt x="1314" y="790"/>
                    <a:pt x="1290" y="790"/>
                  </a:cubicBezTo>
                  <a:cubicBezTo>
                    <a:pt x="1258" y="790"/>
                    <a:pt x="1225" y="802"/>
                    <a:pt x="1199" y="824"/>
                  </a:cubicBezTo>
                  <a:cubicBezTo>
                    <a:pt x="1135" y="881"/>
                    <a:pt x="1071" y="939"/>
                    <a:pt x="1009" y="1000"/>
                  </a:cubicBezTo>
                  <a:cubicBezTo>
                    <a:pt x="947" y="1063"/>
                    <a:pt x="889" y="1126"/>
                    <a:pt x="833" y="1190"/>
                  </a:cubicBezTo>
                  <a:cubicBezTo>
                    <a:pt x="794" y="1236"/>
                    <a:pt x="787" y="1300"/>
                    <a:pt x="817" y="1352"/>
                  </a:cubicBezTo>
                  <a:cubicBezTo>
                    <a:pt x="873" y="1452"/>
                    <a:pt x="938" y="1557"/>
                    <a:pt x="1010" y="1668"/>
                  </a:cubicBezTo>
                  <a:cubicBezTo>
                    <a:pt x="864" y="1866"/>
                    <a:pt x="743" y="2077"/>
                    <a:pt x="648" y="2296"/>
                  </a:cubicBezTo>
                  <a:cubicBezTo>
                    <a:pt x="516" y="2290"/>
                    <a:pt x="391" y="2287"/>
                    <a:pt x="276" y="2287"/>
                  </a:cubicBezTo>
                  <a:cubicBezTo>
                    <a:pt x="217" y="2287"/>
                    <a:pt x="164" y="2325"/>
                    <a:pt x="144" y="2380"/>
                  </a:cubicBezTo>
                  <a:cubicBezTo>
                    <a:pt x="87" y="2544"/>
                    <a:pt x="44" y="2712"/>
                    <a:pt x="11" y="2881"/>
                  </a:cubicBezTo>
                  <a:cubicBezTo>
                    <a:pt x="0" y="2939"/>
                    <a:pt x="27" y="2998"/>
                    <a:pt x="78" y="3027"/>
                  </a:cubicBezTo>
                  <a:cubicBezTo>
                    <a:pt x="177" y="3084"/>
                    <a:pt x="286" y="3144"/>
                    <a:pt x="405" y="3204"/>
                  </a:cubicBezTo>
                  <a:cubicBezTo>
                    <a:pt x="377" y="3446"/>
                    <a:pt x="377" y="3689"/>
                    <a:pt x="405" y="3928"/>
                  </a:cubicBezTo>
                  <a:cubicBezTo>
                    <a:pt x="287" y="3989"/>
                    <a:pt x="179" y="4049"/>
                    <a:pt x="78" y="4107"/>
                  </a:cubicBezTo>
                  <a:cubicBezTo>
                    <a:pt x="27" y="4137"/>
                    <a:pt x="0" y="4195"/>
                    <a:pt x="11" y="4253"/>
                  </a:cubicBezTo>
                  <a:cubicBezTo>
                    <a:pt x="44" y="4422"/>
                    <a:pt x="87" y="4590"/>
                    <a:pt x="144" y="4753"/>
                  </a:cubicBezTo>
                  <a:cubicBezTo>
                    <a:pt x="164" y="4810"/>
                    <a:pt x="217" y="4847"/>
                    <a:pt x="276" y="4847"/>
                  </a:cubicBezTo>
                  <a:cubicBezTo>
                    <a:pt x="391" y="4847"/>
                    <a:pt x="516" y="4844"/>
                    <a:pt x="648" y="4838"/>
                  </a:cubicBezTo>
                  <a:cubicBezTo>
                    <a:pt x="743" y="5056"/>
                    <a:pt x="864" y="5267"/>
                    <a:pt x="1010" y="5465"/>
                  </a:cubicBezTo>
                  <a:cubicBezTo>
                    <a:pt x="939" y="5576"/>
                    <a:pt x="873" y="5683"/>
                    <a:pt x="817" y="5782"/>
                  </a:cubicBezTo>
                  <a:cubicBezTo>
                    <a:pt x="787" y="5834"/>
                    <a:pt x="793" y="5898"/>
                    <a:pt x="833" y="5942"/>
                  </a:cubicBezTo>
                  <a:cubicBezTo>
                    <a:pt x="889" y="6008"/>
                    <a:pt x="947" y="6071"/>
                    <a:pt x="1009" y="6132"/>
                  </a:cubicBezTo>
                  <a:cubicBezTo>
                    <a:pt x="1028" y="6151"/>
                    <a:pt x="1046" y="6169"/>
                    <a:pt x="1066" y="6188"/>
                  </a:cubicBezTo>
                  <a:lnTo>
                    <a:pt x="1641" y="6018"/>
                  </a:lnTo>
                  <a:lnTo>
                    <a:pt x="1641" y="6018"/>
                  </a:lnTo>
                  <a:cubicBezTo>
                    <a:pt x="1639" y="6020"/>
                    <a:pt x="2498" y="6642"/>
                    <a:pt x="3488" y="6642"/>
                  </a:cubicBezTo>
                  <a:cubicBezTo>
                    <a:pt x="5233" y="6642"/>
                    <a:pt x="6647" y="5228"/>
                    <a:pt x="6647" y="3483"/>
                  </a:cubicBezTo>
                  <a:cubicBezTo>
                    <a:pt x="6647" y="2486"/>
                    <a:pt x="6026" y="1632"/>
                    <a:pt x="6026" y="1632"/>
                  </a:cubicBezTo>
                  <a:lnTo>
                    <a:pt x="6196" y="1057"/>
                  </a:lnTo>
                  <a:cubicBezTo>
                    <a:pt x="6178" y="1039"/>
                    <a:pt x="6159" y="1019"/>
                    <a:pt x="6141" y="1000"/>
                  </a:cubicBezTo>
                  <a:cubicBezTo>
                    <a:pt x="6079" y="939"/>
                    <a:pt x="6015" y="881"/>
                    <a:pt x="5951" y="824"/>
                  </a:cubicBezTo>
                  <a:cubicBezTo>
                    <a:pt x="5924" y="802"/>
                    <a:pt x="5892" y="791"/>
                    <a:pt x="5858" y="791"/>
                  </a:cubicBezTo>
                  <a:cubicBezTo>
                    <a:pt x="5835" y="791"/>
                    <a:pt x="5811" y="796"/>
                    <a:pt x="5789" y="808"/>
                  </a:cubicBezTo>
                  <a:cubicBezTo>
                    <a:pt x="5689" y="865"/>
                    <a:pt x="5584" y="930"/>
                    <a:pt x="5473" y="1003"/>
                  </a:cubicBezTo>
                  <a:cubicBezTo>
                    <a:pt x="5276" y="856"/>
                    <a:pt x="5065" y="735"/>
                    <a:pt x="4845" y="640"/>
                  </a:cubicBezTo>
                  <a:cubicBezTo>
                    <a:pt x="4853" y="508"/>
                    <a:pt x="4855" y="382"/>
                    <a:pt x="4855" y="268"/>
                  </a:cubicBezTo>
                  <a:cubicBezTo>
                    <a:pt x="4855" y="208"/>
                    <a:pt x="4817" y="155"/>
                    <a:pt x="4761" y="136"/>
                  </a:cubicBezTo>
                  <a:cubicBezTo>
                    <a:pt x="4597" y="79"/>
                    <a:pt x="4431" y="36"/>
                    <a:pt x="4262" y="2"/>
                  </a:cubicBezTo>
                  <a:cubicBezTo>
                    <a:pt x="4253" y="1"/>
                    <a:pt x="4245" y="0"/>
                    <a:pt x="4236" y="0"/>
                  </a:cubicBezTo>
                  <a:cubicBezTo>
                    <a:pt x="4187" y="0"/>
                    <a:pt x="4139" y="26"/>
                    <a:pt x="4115" y="70"/>
                  </a:cubicBezTo>
                  <a:cubicBezTo>
                    <a:pt x="4057" y="169"/>
                    <a:pt x="3998" y="279"/>
                    <a:pt x="3937" y="397"/>
                  </a:cubicBezTo>
                  <a:cubicBezTo>
                    <a:pt x="3816" y="383"/>
                    <a:pt x="3695" y="376"/>
                    <a:pt x="3574" y="376"/>
                  </a:cubicBezTo>
                  <a:cubicBezTo>
                    <a:pt x="3453" y="376"/>
                    <a:pt x="3333" y="383"/>
                    <a:pt x="3213" y="397"/>
                  </a:cubicBezTo>
                  <a:cubicBezTo>
                    <a:pt x="3152" y="280"/>
                    <a:pt x="3093" y="170"/>
                    <a:pt x="3035" y="70"/>
                  </a:cubicBezTo>
                  <a:cubicBezTo>
                    <a:pt x="3009" y="26"/>
                    <a:pt x="2962" y="0"/>
                    <a:pt x="2913"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3645;p80">
              <a:extLst>
                <a:ext uri="{FF2B5EF4-FFF2-40B4-BE49-F238E27FC236}">
                  <a16:creationId xmlns:a16="http://schemas.microsoft.com/office/drawing/2014/main" id="{F169708A-435D-B158-62AB-E975C00C022D}"/>
                </a:ext>
              </a:extLst>
            </p:cNvPr>
            <p:cNvSpPr/>
            <p:nvPr/>
          </p:nvSpPr>
          <p:spPr>
            <a:xfrm>
              <a:off x="1571284" y="2138606"/>
              <a:ext cx="249202" cy="248751"/>
            </a:xfrm>
            <a:custGeom>
              <a:avLst/>
              <a:gdLst/>
              <a:ahLst/>
              <a:cxnLst/>
              <a:rect l="l" t="t" r="r" b="b"/>
              <a:pathLst>
                <a:path w="6087" h="6076" extrusionOk="0">
                  <a:moveTo>
                    <a:pt x="5133" y="1"/>
                  </a:moveTo>
                  <a:cubicBezTo>
                    <a:pt x="5045" y="145"/>
                    <a:pt x="4947" y="296"/>
                    <a:pt x="4838" y="453"/>
                  </a:cubicBezTo>
                  <a:cubicBezTo>
                    <a:pt x="4804" y="502"/>
                    <a:pt x="4805" y="567"/>
                    <a:pt x="4841" y="615"/>
                  </a:cubicBezTo>
                  <a:cubicBezTo>
                    <a:pt x="5213" y="1118"/>
                    <a:pt x="5433" y="1738"/>
                    <a:pt x="5433" y="2411"/>
                  </a:cubicBezTo>
                  <a:cubicBezTo>
                    <a:pt x="5433" y="4074"/>
                    <a:pt x="4074" y="5433"/>
                    <a:pt x="2412" y="5433"/>
                  </a:cubicBezTo>
                  <a:cubicBezTo>
                    <a:pt x="1739" y="5433"/>
                    <a:pt x="1118" y="5213"/>
                    <a:pt x="616" y="4840"/>
                  </a:cubicBezTo>
                  <a:cubicBezTo>
                    <a:pt x="591" y="4822"/>
                    <a:pt x="562" y="4813"/>
                    <a:pt x="532" y="4813"/>
                  </a:cubicBezTo>
                  <a:cubicBezTo>
                    <a:pt x="505" y="4813"/>
                    <a:pt x="477" y="4821"/>
                    <a:pt x="453" y="4838"/>
                  </a:cubicBezTo>
                  <a:cubicBezTo>
                    <a:pt x="296" y="4948"/>
                    <a:pt x="144" y="5046"/>
                    <a:pt x="1" y="5132"/>
                  </a:cubicBezTo>
                  <a:cubicBezTo>
                    <a:pt x="44" y="5175"/>
                    <a:pt x="89" y="5214"/>
                    <a:pt x="134" y="5254"/>
                  </a:cubicBezTo>
                  <a:cubicBezTo>
                    <a:pt x="160" y="5276"/>
                    <a:pt x="192" y="5288"/>
                    <a:pt x="225" y="5288"/>
                  </a:cubicBezTo>
                  <a:cubicBezTo>
                    <a:pt x="249" y="5288"/>
                    <a:pt x="273" y="5282"/>
                    <a:pt x="295" y="5270"/>
                  </a:cubicBezTo>
                  <a:cubicBezTo>
                    <a:pt x="396" y="5209"/>
                    <a:pt x="502" y="5145"/>
                    <a:pt x="613" y="5074"/>
                  </a:cubicBezTo>
                  <a:cubicBezTo>
                    <a:pt x="811" y="5220"/>
                    <a:pt x="1022" y="5341"/>
                    <a:pt x="1240" y="5436"/>
                  </a:cubicBezTo>
                  <a:cubicBezTo>
                    <a:pt x="1234" y="5568"/>
                    <a:pt x="1231" y="5694"/>
                    <a:pt x="1231" y="5809"/>
                  </a:cubicBezTo>
                  <a:cubicBezTo>
                    <a:pt x="1231" y="5868"/>
                    <a:pt x="1270" y="5921"/>
                    <a:pt x="1325" y="5941"/>
                  </a:cubicBezTo>
                  <a:cubicBezTo>
                    <a:pt x="1488" y="5998"/>
                    <a:pt x="1656" y="6041"/>
                    <a:pt x="1825" y="6074"/>
                  </a:cubicBezTo>
                  <a:cubicBezTo>
                    <a:pt x="1833" y="6075"/>
                    <a:pt x="1842" y="6076"/>
                    <a:pt x="1850" y="6076"/>
                  </a:cubicBezTo>
                  <a:cubicBezTo>
                    <a:pt x="1900" y="6076"/>
                    <a:pt x="1946" y="6050"/>
                    <a:pt x="1972" y="6006"/>
                  </a:cubicBezTo>
                  <a:cubicBezTo>
                    <a:pt x="2030" y="5908"/>
                    <a:pt x="2089" y="5798"/>
                    <a:pt x="2149" y="5679"/>
                  </a:cubicBezTo>
                  <a:cubicBezTo>
                    <a:pt x="2270" y="5693"/>
                    <a:pt x="2391" y="5700"/>
                    <a:pt x="2512" y="5700"/>
                  </a:cubicBezTo>
                  <a:cubicBezTo>
                    <a:pt x="2633" y="5700"/>
                    <a:pt x="2753" y="5693"/>
                    <a:pt x="2874" y="5679"/>
                  </a:cubicBezTo>
                  <a:cubicBezTo>
                    <a:pt x="2934" y="5796"/>
                    <a:pt x="2993" y="5906"/>
                    <a:pt x="3051" y="6006"/>
                  </a:cubicBezTo>
                  <a:cubicBezTo>
                    <a:pt x="3077" y="6050"/>
                    <a:pt x="3123" y="6076"/>
                    <a:pt x="3172" y="6076"/>
                  </a:cubicBezTo>
                  <a:cubicBezTo>
                    <a:pt x="3181" y="6076"/>
                    <a:pt x="3189" y="6075"/>
                    <a:pt x="3198" y="6074"/>
                  </a:cubicBezTo>
                  <a:cubicBezTo>
                    <a:pt x="3366" y="6041"/>
                    <a:pt x="3534" y="5998"/>
                    <a:pt x="3698" y="5941"/>
                  </a:cubicBezTo>
                  <a:cubicBezTo>
                    <a:pt x="3755" y="5921"/>
                    <a:pt x="3792" y="5868"/>
                    <a:pt x="3792" y="5809"/>
                  </a:cubicBezTo>
                  <a:cubicBezTo>
                    <a:pt x="3792" y="5694"/>
                    <a:pt x="3788" y="5568"/>
                    <a:pt x="3782" y="5436"/>
                  </a:cubicBezTo>
                  <a:cubicBezTo>
                    <a:pt x="4000" y="5341"/>
                    <a:pt x="4211" y="5220"/>
                    <a:pt x="4410" y="5074"/>
                  </a:cubicBezTo>
                  <a:cubicBezTo>
                    <a:pt x="4521" y="5145"/>
                    <a:pt x="4627" y="5212"/>
                    <a:pt x="4726" y="5267"/>
                  </a:cubicBezTo>
                  <a:cubicBezTo>
                    <a:pt x="4748" y="5280"/>
                    <a:pt x="4772" y="5286"/>
                    <a:pt x="4796" y="5286"/>
                  </a:cubicBezTo>
                  <a:cubicBezTo>
                    <a:pt x="4829" y="5286"/>
                    <a:pt x="4861" y="5275"/>
                    <a:pt x="4887" y="5252"/>
                  </a:cubicBezTo>
                  <a:cubicBezTo>
                    <a:pt x="4952" y="5196"/>
                    <a:pt x="5015" y="5138"/>
                    <a:pt x="5077" y="5075"/>
                  </a:cubicBezTo>
                  <a:cubicBezTo>
                    <a:pt x="5139" y="5013"/>
                    <a:pt x="5197" y="4950"/>
                    <a:pt x="5254" y="4886"/>
                  </a:cubicBezTo>
                  <a:cubicBezTo>
                    <a:pt x="5292" y="4840"/>
                    <a:pt x="5298" y="4776"/>
                    <a:pt x="5270" y="4724"/>
                  </a:cubicBezTo>
                  <a:cubicBezTo>
                    <a:pt x="5213" y="4624"/>
                    <a:pt x="5148" y="4518"/>
                    <a:pt x="5076" y="4408"/>
                  </a:cubicBezTo>
                  <a:cubicBezTo>
                    <a:pt x="5222" y="4210"/>
                    <a:pt x="5344" y="3999"/>
                    <a:pt x="5439" y="3780"/>
                  </a:cubicBezTo>
                  <a:cubicBezTo>
                    <a:pt x="5570" y="3787"/>
                    <a:pt x="5696" y="3789"/>
                    <a:pt x="5810" y="3789"/>
                  </a:cubicBezTo>
                  <a:cubicBezTo>
                    <a:pt x="5870" y="3789"/>
                    <a:pt x="5923" y="3751"/>
                    <a:pt x="5942" y="3695"/>
                  </a:cubicBezTo>
                  <a:cubicBezTo>
                    <a:pt x="5999" y="3532"/>
                    <a:pt x="6042" y="3365"/>
                    <a:pt x="6076" y="3196"/>
                  </a:cubicBezTo>
                  <a:cubicBezTo>
                    <a:pt x="6086" y="3138"/>
                    <a:pt x="6060" y="3078"/>
                    <a:pt x="6008" y="3050"/>
                  </a:cubicBezTo>
                  <a:cubicBezTo>
                    <a:pt x="5909" y="2992"/>
                    <a:pt x="5799" y="2933"/>
                    <a:pt x="5681" y="2871"/>
                  </a:cubicBezTo>
                  <a:cubicBezTo>
                    <a:pt x="5709" y="2630"/>
                    <a:pt x="5709" y="2387"/>
                    <a:pt x="5681" y="2148"/>
                  </a:cubicBezTo>
                  <a:cubicBezTo>
                    <a:pt x="5798" y="2086"/>
                    <a:pt x="5908" y="2027"/>
                    <a:pt x="6008" y="1969"/>
                  </a:cubicBezTo>
                  <a:cubicBezTo>
                    <a:pt x="6060" y="1939"/>
                    <a:pt x="6086" y="1881"/>
                    <a:pt x="6076" y="1823"/>
                  </a:cubicBezTo>
                  <a:cubicBezTo>
                    <a:pt x="6042" y="1654"/>
                    <a:pt x="5999" y="1487"/>
                    <a:pt x="5942" y="1324"/>
                  </a:cubicBezTo>
                  <a:cubicBezTo>
                    <a:pt x="5923" y="1267"/>
                    <a:pt x="5870" y="1230"/>
                    <a:pt x="5810" y="1230"/>
                  </a:cubicBezTo>
                  <a:cubicBezTo>
                    <a:pt x="5696" y="1230"/>
                    <a:pt x="5570" y="1232"/>
                    <a:pt x="5439" y="1239"/>
                  </a:cubicBezTo>
                  <a:cubicBezTo>
                    <a:pt x="5344" y="1020"/>
                    <a:pt x="5222" y="809"/>
                    <a:pt x="5076" y="611"/>
                  </a:cubicBezTo>
                  <a:cubicBezTo>
                    <a:pt x="5147" y="501"/>
                    <a:pt x="5213" y="393"/>
                    <a:pt x="5270" y="295"/>
                  </a:cubicBezTo>
                  <a:cubicBezTo>
                    <a:pt x="5298" y="243"/>
                    <a:pt x="5293" y="178"/>
                    <a:pt x="5254" y="133"/>
                  </a:cubicBezTo>
                  <a:cubicBezTo>
                    <a:pt x="5214" y="89"/>
                    <a:pt x="5175" y="44"/>
                    <a:pt x="513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3646;p80">
              <a:extLst>
                <a:ext uri="{FF2B5EF4-FFF2-40B4-BE49-F238E27FC236}">
                  <a16:creationId xmlns:a16="http://schemas.microsoft.com/office/drawing/2014/main" id="{B1377E96-0173-3A4F-1AD8-27078BED6891}"/>
                </a:ext>
              </a:extLst>
            </p:cNvPr>
            <p:cNvSpPr/>
            <p:nvPr/>
          </p:nvSpPr>
          <p:spPr>
            <a:xfrm>
              <a:off x="1831335" y="2270515"/>
              <a:ext cx="70581" cy="107590"/>
            </a:xfrm>
            <a:custGeom>
              <a:avLst/>
              <a:gdLst/>
              <a:ahLst/>
              <a:cxnLst/>
              <a:rect l="l" t="t" r="r" b="b"/>
              <a:pathLst>
                <a:path w="1724" h="2628" extrusionOk="0">
                  <a:moveTo>
                    <a:pt x="469" y="1"/>
                  </a:moveTo>
                  <a:lnTo>
                    <a:pt x="0" y="239"/>
                  </a:lnTo>
                  <a:cubicBezTo>
                    <a:pt x="0" y="239"/>
                    <a:pt x="710" y="1834"/>
                    <a:pt x="958" y="2375"/>
                  </a:cubicBezTo>
                  <a:cubicBezTo>
                    <a:pt x="1039" y="2511"/>
                    <a:pt x="1187" y="2628"/>
                    <a:pt x="1346" y="2628"/>
                  </a:cubicBezTo>
                  <a:cubicBezTo>
                    <a:pt x="1395" y="2628"/>
                    <a:pt x="1446" y="2617"/>
                    <a:pt x="1496" y="2591"/>
                  </a:cubicBezTo>
                  <a:cubicBezTo>
                    <a:pt x="1703" y="2485"/>
                    <a:pt x="1723" y="2227"/>
                    <a:pt x="1640" y="2035"/>
                  </a:cubicBezTo>
                  <a:cubicBezTo>
                    <a:pt x="1351" y="1523"/>
                    <a:pt x="469" y="1"/>
                    <a:pt x="469"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3647;p80">
              <a:extLst>
                <a:ext uri="{FF2B5EF4-FFF2-40B4-BE49-F238E27FC236}">
                  <a16:creationId xmlns:a16="http://schemas.microsoft.com/office/drawing/2014/main" id="{F2FA7EBB-5712-60A1-2CA4-7BDA7DA35754}"/>
                </a:ext>
              </a:extLst>
            </p:cNvPr>
            <p:cNvSpPr/>
            <p:nvPr/>
          </p:nvSpPr>
          <p:spPr>
            <a:xfrm>
              <a:off x="1870473" y="2353787"/>
              <a:ext cx="36273" cy="30869"/>
            </a:xfrm>
            <a:custGeom>
              <a:avLst/>
              <a:gdLst/>
              <a:ahLst/>
              <a:cxnLst/>
              <a:rect l="l" t="t" r="r" b="b"/>
              <a:pathLst>
                <a:path w="886" h="754" extrusionOk="0">
                  <a:moveTo>
                    <a:pt x="684" y="1"/>
                  </a:moveTo>
                  <a:lnTo>
                    <a:pt x="684" y="1"/>
                  </a:lnTo>
                  <a:cubicBezTo>
                    <a:pt x="732" y="175"/>
                    <a:pt x="653" y="365"/>
                    <a:pt x="485" y="451"/>
                  </a:cubicBezTo>
                  <a:cubicBezTo>
                    <a:pt x="429" y="480"/>
                    <a:pt x="369" y="494"/>
                    <a:pt x="310" y="494"/>
                  </a:cubicBezTo>
                  <a:cubicBezTo>
                    <a:pt x="191" y="494"/>
                    <a:pt x="75" y="438"/>
                    <a:pt x="0" y="341"/>
                  </a:cubicBezTo>
                  <a:lnTo>
                    <a:pt x="0" y="341"/>
                  </a:lnTo>
                  <a:cubicBezTo>
                    <a:pt x="47" y="441"/>
                    <a:pt x="79" y="512"/>
                    <a:pt x="95" y="542"/>
                  </a:cubicBezTo>
                  <a:cubicBezTo>
                    <a:pt x="164" y="677"/>
                    <a:pt x="300" y="753"/>
                    <a:pt x="441" y="753"/>
                  </a:cubicBezTo>
                  <a:cubicBezTo>
                    <a:pt x="500" y="753"/>
                    <a:pt x="561" y="740"/>
                    <a:pt x="617" y="711"/>
                  </a:cubicBezTo>
                  <a:cubicBezTo>
                    <a:pt x="809" y="615"/>
                    <a:pt x="885" y="381"/>
                    <a:pt x="788" y="190"/>
                  </a:cubicBezTo>
                  <a:cubicBezTo>
                    <a:pt x="773" y="161"/>
                    <a:pt x="737" y="94"/>
                    <a:pt x="684"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3648;p80">
              <a:extLst>
                <a:ext uri="{FF2B5EF4-FFF2-40B4-BE49-F238E27FC236}">
                  <a16:creationId xmlns:a16="http://schemas.microsoft.com/office/drawing/2014/main" id="{47C8F488-347A-E885-4835-D2659F6B715B}"/>
                </a:ext>
              </a:extLst>
            </p:cNvPr>
            <p:cNvSpPr/>
            <p:nvPr/>
          </p:nvSpPr>
          <p:spPr>
            <a:xfrm>
              <a:off x="1687717" y="2079407"/>
              <a:ext cx="213338" cy="213256"/>
            </a:xfrm>
            <a:custGeom>
              <a:avLst/>
              <a:gdLst/>
              <a:ahLst/>
              <a:cxnLst/>
              <a:rect l="l" t="t" r="r" b="b"/>
              <a:pathLst>
                <a:path w="5211" h="5209" extrusionOk="0">
                  <a:moveTo>
                    <a:pt x="2651" y="0"/>
                  </a:moveTo>
                  <a:cubicBezTo>
                    <a:pt x="2505" y="0"/>
                    <a:pt x="2361" y="12"/>
                    <a:pt x="2220" y="34"/>
                  </a:cubicBezTo>
                  <a:cubicBezTo>
                    <a:pt x="1307" y="365"/>
                    <a:pt x="437" y="1172"/>
                    <a:pt x="89" y="1968"/>
                  </a:cubicBezTo>
                  <a:cubicBezTo>
                    <a:pt x="31" y="2185"/>
                    <a:pt x="0" y="2414"/>
                    <a:pt x="0" y="2650"/>
                  </a:cubicBezTo>
                  <a:cubicBezTo>
                    <a:pt x="0" y="3331"/>
                    <a:pt x="256" y="3951"/>
                    <a:pt x="679" y="4421"/>
                  </a:cubicBezTo>
                  <a:cubicBezTo>
                    <a:pt x="1186" y="4928"/>
                    <a:pt x="1879" y="5209"/>
                    <a:pt x="2559" y="5209"/>
                  </a:cubicBezTo>
                  <a:cubicBezTo>
                    <a:pt x="2559" y="5209"/>
                    <a:pt x="2560" y="5209"/>
                    <a:pt x="2561" y="5209"/>
                  </a:cubicBezTo>
                  <a:cubicBezTo>
                    <a:pt x="4024" y="5209"/>
                    <a:pt x="5210" y="4022"/>
                    <a:pt x="5210" y="2559"/>
                  </a:cubicBezTo>
                  <a:cubicBezTo>
                    <a:pt x="5210" y="1878"/>
                    <a:pt x="4975" y="1230"/>
                    <a:pt x="4421" y="677"/>
                  </a:cubicBezTo>
                  <a:cubicBezTo>
                    <a:pt x="3951" y="256"/>
                    <a:pt x="3332" y="0"/>
                    <a:pt x="265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3649;p80">
              <a:extLst>
                <a:ext uri="{FF2B5EF4-FFF2-40B4-BE49-F238E27FC236}">
                  <a16:creationId xmlns:a16="http://schemas.microsoft.com/office/drawing/2014/main" id="{B5880E03-D670-36F4-5C37-3025A1E16AF7}"/>
                </a:ext>
              </a:extLst>
            </p:cNvPr>
            <p:cNvSpPr/>
            <p:nvPr/>
          </p:nvSpPr>
          <p:spPr>
            <a:xfrm>
              <a:off x="1715474" y="2107082"/>
              <a:ext cx="189307" cy="187096"/>
            </a:xfrm>
            <a:custGeom>
              <a:avLst/>
              <a:gdLst/>
              <a:ahLst/>
              <a:cxnLst/>
              <a:rect l="l" t="t" r="r" b="b"/>
              <a:pathLst>
                <a:path w="4624" h="4570" extrusionOk="0">
                  <a:moveTo>
                    <a:pt x="3743" y="0"/>
                  </a:moveTo>
                  <a:lnTo>
                    <a:pt x="3743" y="0"/>
                  </a:lnTo>
                  <a:cubicBezTo>
                    <a:pt x="4164" y="470"/>
                    <a:pt x="4421" y="1089"/>
                    <a:pt x="4421" y="1770"/>
                  </a:cubicBezTo>
                  <a:cubicBezTo>
                    <a:pt x="4421" y="3235"/>
                    <a:pt x="3234" y="4422"/>
                    <a:pt x="1770" y="4422"/>
                  </a:cubicBezTo>
                  <a:cubicBezTo>
                    <a:pt x="1089" y="4422"/>
                    <a:pt x="470" y="4167"/>
                    <a:pt x="1" y="3745"/>
                  </a:cubicBezTo>
                  <a:lnTo>
                    <a:pt x="1" y="3745"/>
                  </a:lnTo>
                  <a:cubicBezTo>
                    <a:pt x="320" y="4101"/>
                    <a:pt x="736" y="4370"/>
                    <a:pt x="1206" y="4513"/>
                  </a:cubicBezTo>
                  <a:cubicBezTo>
                    <a:pt x="1206" y="4513"/>
                    <a:pt x="1707" y="4570"/>
                    <a:pt x="1973" y="4570"/>
                  </a:cubicBezTo>
                  <a:cubicBezTo>
                    <a:pt x="3089" y="4570"/>
                    <a:pt x="3971" y="3716"/>
                    <a:pt x="3971" y="3716"/>
                  </a:cubicBezTo>
                  <a:cubicBezTo>
                    <a:pt x="4377" y="3251"/>
                    <a:pt x="4624" y="2640"/>
                    <a:pt x="4624" y="1974"/>
                  </a:cubicBezTo>
                  <a:cubicBezTo>
                    <a:pt x="4624" y="1192"/>
                    <a:pt x="4284" y="486"/>
                    <a:pt x="3743"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3650;p80">
              <a:extLst>
                <a:ext uri="{FF2B5EF4-FFF2-40B4-BE49-F238E27FC236}">
                  <a16:creationId xmlns:a16="http://schemas.microsoft.com/office/drawing/2014/main" id="{D26B2646-FD93-FC06-624C-72614B7C1EA7}"/>
                </a:ext>
              </a:extLst>
            </p:cNvPr>
            <p:cNvSpPr/>
            <p:nvPr/>
          </p:nvSpPr>
          <p:spPr>
            <a:xfrm>
              <a:off x="1743355" y="2190109"/>
              <a:ext cx="80201" cy="100303"/>
            </a:xfrm>
            <a:custGeom>
              <a:avLst/>
              <a:gdLst/>
              <a:ahLst/>
              <a:cxnLst/>
              <a:rect l="l" t="t" r="r" b="b"/>
              <a:pathLst>
                <a:path w="1959" h="2450" extrusionOk="0">
                  <a:moveTo>
                    <a:pt x="1146" y="0"/>
                  </a:moveTo>
                  <a:lnTo>
                    <a:pt x="892" y="367"/>
                  </a:lnTo>
                  <a:cubicBezTo>
                    <a:pt x="865" y="405"/>
                    <a:pt x="821" y="426"/>
                    <a:pt x="773" y="426"/>
                  </a:cubicBezTo>
                  <a:cubicBezTo>
                    <a:pt x="728" y="425"/>
                    <a:pt x="684" y="401"/>
                    <a:pt x="659" y="362"/>
                  </a:cubicBezTo>
                  <a:lnTo>
                    <a:pt x="501" y="114"/>
                  </a:lnTo>
                  <a:lnTo>
                    <a:pt x="15" y="810"/>
                  </a:lnTo>
                  <a:cubicBezTo>
                    <a:pt x="2" y="831"/>
                    <a:pt x="0" y="855"/>
                    <a:pt x="12" y="876"/>
                  </a:cubicBezTo>
                  <a:cubicBezTo>
                    <a:pt x="242" y="1326"/>
                    <a:pt x="408" y="1814"/>
                    <a:pt x="500" y="2329"/>
                  </a:cubicBezTo>
                  <a:cubicBezTo>
                    <a:pt x="616" y="2355"/>
                    <a:pt x="885" y="2449"/>
                    <a:pt x="1197" y="2449"/>
                  </a:cubicBezTo>
                  <a:cubicBezTo>
                    <a:pt x="1398" y="2449"/>
                    <a:pt x="1617" y="2411"/>
                    <a:pt x="1824" y="2290"/>
                  </a:cubicBezTo>
                  <a:cubicBezTo>
                    <a:pt x="1958" y="1285"/>
                    <a:pt x="1591" y="374"/>
                    <a:pt x="11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3651;p80">
              <a:extLst>
                <a:ext uri="{FF2B5EF4-FFF2-40B4-BE49-F238E27FC236}">
                  <a16:creationId xmlns:a16="http://schemas.microsoft.com/office/drawing/2014/main" id="{554A92BD-105F-6F58-3511-2127E7D31DA9}"/>
                </a:ext>
              </a:extLst>
            </p:cNvPr>
            <p:cNvSpPr/>
            <p:nvPr/>
          </p:nvSpPr>
          <p:spPr>
            <a:xfrm>
              <a:off x="1691320" y="2080881"/>
              <a:ext cx="100999" cy="130558"/>
            </a:xfrm>
            <a:custGeom>
              <a:avLst/>
              <a:gdLst/>
              <a:ahLst/>
              <a:cxnLst/>
              <a:rect l="l" t="t" r="r" b="b"/>
              <a:pathLst>
                <a:path w="2467" h="3189" extrusionOk="0">
                  <a:moveTo>
                    <a:pt x="2132" y="1"/>
                  </a:moveTo>
                  <a:cubicBezTo>
                    <a:pt x="1098" y="170"/>
                    <a:pt x="266" y="936"/>
                    <a:pt x="1" y="1933"/>
                  </a:cubicBezTo>
                  <a:cubicBezTo>
                    <a:pt x="414" y="2283"/>
                    <a:pt x="772" y="2696"/>
                    <a:pt x="1061" y="3158"/>
                  </a:cubicBezTo>
                  <a:cubicBezTo>
                    <a:pt x="1074" y="3178"/>
                    <a:pt x="1095" y="3188"/>
                    <a:pt x="1116" y="3188"/>
                  </a:cubicBezTo>
                  <a:cubicBezTo>
                    <a:pt x="1136" y="3188"/>
                    <a:pt x="1156" y="3179"/>
                    <a:pt x="1169" y="3160"/>
                  </a:cubicBezTo>
                  <a:lnTo>
                    <a:pt x="1662" y="2452"/>
                  </a:lnTo>
                  <a:cubicBezTo>
                    <a:pt x="1689" y="2415"/>
                    <a:pt x="1731" y="2393"/>
                    <a:pt x="1776" y="2393"/>
                  </a:cubicBezTo>
                  <a:lnTo>
                    <a:pt x="1780" y="2393"/>
                  </a:lnTo>
                  <a:cubicBezTo>
                    <a:pt x="1826" y="2393"/>
                    <a:pt x="1868" y="2418"/>
                    <a:pt x="1892" y="2456"/>
                  </a:cubicBezTo>
                  <a:lnTo>
                    <a:pt x="2051" y="2705"/>
                  </a:lnTo>
                  <a:lnTo>
                    <a:pt x="2267" y="2394"/>
                  </a:lnTo>
                  <a:cubicBezTo>
                    <a:pt x="2245" y="2062"/>
                    <a:pt x="2088" y="1612"/>
                    <a:pt x="2088" y="1612"/>
                  </a:cubicBezTo>
                  <a:lnTo>
                    <a:pt x="2466" y="330"/>
                  </a:lnTo>
                  <a:cubicBezTo>
                    <a:pt x="2425" y="288"/>
                    <a:pt x="2385" y="246"/>
                    <a:pt x="2344" y="205"/>
                  </a:cubicBezTo>
                  <a:cubicBezTo>
                    <a:pt x="2274" y="135"/>
                    <a:pt x="2203" y="66"/>
                    <a:pt x="21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3652;p80">
              <a:extLst>
                <a:ext uri="{FF2B5EF4-FFF2-40B4-BE49-F238E27FC236}">
                  <a16:creationId xmlns:a16="http://schemas.microsoft.com/office/drawing/2014/main" id="{22BFE927-0D63-05A7-569A-354AEA7CF02E}"/>
                </a:ext>
              </a:extLst>
            </p:cNvPr>
            <p:cNvSpPr/>
            <p:nvPr/>
          </p:nvSpPr>
          <p:spPr>
            <a:xfrm>
              <a:off x="1762269" y="2094350"/>
              <a:ext cx="45525" cy="84541"/>
            </a:xfrm>
            <a:custGeom>
              <a:avLst/>
              <a:gdLst/>
              <a:ahLst/>
              <a:cxnLst/>
              <a:rect l="l" t="t" r="r" b="b"/>
              <a:pathLst>
                <a:path w="1112" h="2065" extrusionOk="0">
                  <a:moveTo>
                    <a:pt x="737" y="0"/>
                  </a:moveTo>
                  <a:cubicBezTo>
                    <a:pt x="539" y="327"/>
                    <a:pt x="316" y="671"/>
                    <a:pt x="69" y="1026"/>
                  </a:cubicBezTo>
                  <a:cubicBezTo>
                    <a:pt x="0" y="1124"/>
                    <a:pt x="2" y="1256"/>
                    <a:pt x="73" y="1352"/>
                  </a:cubicBezTo>
                  <a:cubicBezTo>
                    <a:pt x="241" y="1578"/>
                    <a:pt x="396" y="1817"/>
                    <a:pt x="536" y="2065"/>
                  </a:cubicBezTo>
                  <a:lnTo>
                    <a:pt x="794" y="1696"/>
                  </a:lnTo>
                  <a:cubicBezTo>
                    <a:pt x="808" y="1673"/>
                    <a:pt x="808" y="1645"/>
                    <a:pt x="795" y="1622"/>
                  </a:cubicBezTo>
                  <a:cubicBezTo>
                    <a:pt x="736" y="1534"/>
                    <a:pt x="673" y="1447"/>
                    <a:pt x="610" y="1361"/>
                  </a:cubicBezTo>
                  <a:cubicBezTo>
                    <a:pt x="775" y="1105"/>
                    <a:pt x="923" y="861"/>
                    <a:pt x="1053" y="633"/>
                  </a:cubicBezTo>
                  <a:cubicBezTo>
                    <a:pt x="1111" y="532"/>
                    <a:pt x="1098" y="403"/>
                    <a:pt x="1023" y="314"/>
                  </a:cubicBezTo>
                  <a:cubicBezTo>
                    <a:pt x="930" y="208"/>
                    <a:pt x="835" y="102"/>
                    <a:pt x="737"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3653;p80">
              <a:extLst>
                <a:ext uri="{FF2B5EF4-FFF2-40B4-BE49-F238E27FC236}">
                  <a16:creationId xmlns:a16="http://schemas.microsoft.com/office/drawing/2014/main" id="{05E75238-EF88-CDD0-1FA9-35B1D1D1BEFD}"/>
                </a:ext>
              </a:extLst>
            </p:cNvPr>
            <p:cNvSpPr/>
            <p:nvPr/>
          </p:nvSpPr>
          <p:spPr>
            <a:xfrm>
              <a:off x="1790190" y="2174961"/>
              <a:ext cx="84623" cy="109023"/>
            </a:xfrm>
            <a:custGeom>
              <a:avLst/>
              <a:gdLst/>
              <a:ahLst/>
              <a:cxnLst/>
              <a:rect l="l" t="t" r="r" b="b"/>
              <a:pathLst>
                <a:path w="2067" h="2663" extrusionOk="0">
                  <a:moveTo>
                    <a:pt x="294" y="1"/>
                  </a:moveTo>
                  <a:cubicBezTo>
                    <a:pt x="274" y="1"/>
                    <a:pt x="253" y="10"/>
                    <a:pt x="240" y="29"/>
                  </a:cubicBezTo>
                  <a:lnTo>
                    <a:pt x="1" y="373"/>
                  </a:lnTo>
                  <a:cubicBezTo>
                    <a:pt x="355" y="1075"/>
                    <a:pt x="590" y="1846"/>
                    <a:pt x="679" y="2663"/>
                  </a:cubicBezTo>
                  <a:cubicBezTo>
                    <a:pt x="1223" y="2663"/>
                    <a:pt x="1940" y="2272"/>
                    <a:pt x="2067" y="1704"/>
                  </a:cubicBezTo>
                  <a:cubicBezTo>
                    <a:pt x="2006" y="1451"/>
                    <a:pt x="1934" y="1202"/>
                    <a:pt x="1848" y="956"/>
                  </a:cubicBezTo>
                  <a:cubicBezTo>
                    <a:pt x="1810" y="845"/>
                    <a:pt x="1706" y="771"/>
                    <a:pt x="1589" y="771"/>
                  </a:cubicBezTo>
                  <a:cubicBezTo>
                    <a:pt x="1559" y="771"/>
                    <a:pt x="1529" y="771"/>
                    <a:pt x="1499" y="771"/>
                  </a:cubicBezTo>
                  <a:cubicBezTo>
                    <a:pt x="1261" y="771"/>
                    <a:pt x="1006" y="778"/>
                    <a:pt x="735" y="791"/>
                  </a:cubicBezTo>
                  <a:cubicBezTo>
                    <a:pt x="623" y="533"/>
                    <a:pt x="494" y="279"/>
                    <a:pt x="350" y="33"/>
                  </a:cubicBezTo>
                  <a:cubicBezTo>
                    <a:pt x="337" y="12"/>
                    <a:pt x="316" y="1"/>
                    <a:pt x="294"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3654;p80">
              <a:extLst>
                <a:ext uri="{FF2B5EF4-FFF2-40B4-BE49-F238E27FC236}">
                  <a16:creationId xmlns:a16="http://schemas.microsoft.com/office/drawing/2014/main" id="{441CCA29-49F5-AC53-06BE-FA8A5166C149}"/>
                </a:ext>
              </a:extLst>
            </p:cNvPr>
            <p:cNvSpPr/>
            <p:nvPr/>
          </p:nvSpPr>
          <p:spPr>
            <a:xfrm>
              <a:off x="1763865" y="2283902"/>
              <a:ext cx="60960" cy="12610"/>
            </a:xfrm>
            <a:custGeom>
              <a:avLst/>
              <a:gdLst/>
              <a:ahLst/>
              <a:cxnLst/>
              <a:rect l="l" t="t" r="r" b="b"/>
              <a:pathLst>
                <a:path w="1489" h="308" extrusionOk="0">
                  <a:moveTo>
                    <a:pt x="1324" y="1"/>
                  </a:moveTo>
                  <a:cubicBezTo>
                    <a:pt x="1090" y="67"/>
                    <a:pt x="842" y="104"/>
                    <a:pt x="588" y="104"/>
                  </a:cubicBezTo>
                  <a:cubicBezTo>
                    <a:pt x="386" y="104"/>
                    <a:pt x="188" y="82"/>
                    <a:pt x="0" y="39"/>
                  </a:cubicBezTo>
                  <a:lnTo>
                    <a:pt x="0" y="39"/>
                  </a:lnTo>
                  <a:cubicBezTo>
                    <a:pt x="9" y="92"/>
                    <a:pt x="18" y="142"/>
                    <a:pt x="27" y="195"/>
                  </a:cubicBezTo>
                  <a:lnTo>
                    <a:pt x="28" y="195"/>
                  </a:lnTo>
                  <a:cubicBezTo>
                    <a:pt x="270" y="268"/>
                    <a:pt x="528" y="308"/>
                    <a:pt x="793" y="308"/>
                  </a:cubicBezTo>
                  <a:cubicBezTo>
                    <a:pt x="982" y="308"/>
                    <a:pt x="1168" y="288"/>
                    <a:pt x="1348" y="250"/>
                  </a:cubicBezTo>
                  <a:cubicBezTo>
                    <a:pt x="1489" y="108"/>
                    <a:pt x="1324" y="1"/>
                    <a:pt x="1324"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3655;p80">
              <a:extLst>
                <a:ext uri="{FF2B5EF4-FFF2-40B4-BE49-F238E27FC236}">
                  <a16:creationId xmlns:a16="http://schemas.microsoft.com/office/drawing/2014/main" id="{834FE86E-5AF8-14D1-7673-CBEE886CCCF4}"/>
                </a:ext>
              </a:extLst>
            </p:cNvPr>
            <p:cNvSpPr/>
            <p:nvPr/>
          </p:nvSpPr>
          <p:spPr>
            <a:xfrm>
              <a:off x="1817988" y="2244600"/>
              <a:ext cx="60059" cy="49496"/>
            </a:xfrm>
            <a:custGeom>
              <a:avLst/>
              <a:gdLst/>
              <a:ahLst/>
              <a:cxnLst/>
              <a:rect l="l" t="t" r="r" b="b"/>
              <a:pathLst>
                <a:path w="1467" h="1209" extrusionOk="0">
                  <a:moveTo>
                    <a:pt x="1388" y="1"/>
                  </a:moveTo>
                  <a:cubicBezTo>
                    <a:pt x="1047" y="455"/>
                    <a:pt x="563" y="798"/>
                    <a:pt x="0" y="959"/>
                  </a:cubicBezTo>
                  <a:cubicBezTo>
                    <a:pt x="10" y="1042"/>
                    <a:pt x="18" y="1125"/>
                    <a:pt x="23" y="1209"/>
                  </a:cubicBezTo>
                  <a:cubicBezTo>
                    <a:pt x="595" y="1088"/>
                    <a:pt x="1097" y="782"/>
                    <a:pt x="1467" y="359"/>
                  </a:cubicBezTo>
                  <a:cubicBezTo>
                    <a:pt x="1444" y="239"/>
                    <a:pt x="1417" y="119"/>
                    <a:pt x="13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6" name="Google Shape;3663;p80">
            <a:extLst>
              <a:ext uri="{FF2B5EF4-FFF2-40B4-BE49-F238E27FC236}">
                <a16:creationId xmlns:a16="http://schemas.microsoft.com/office/drawing/2014/main" id="{B51789E2-9D81-3C6F-2755-4DC1C06885AF}"/>
              </a:ext>
            </a:extLst>
          </p:cNvPr>
          <p:cNvGrpSpPr/>
          <p:nvPr/>
        </p:nvGrpSpPr>
        <p:grpSpPr>
          <a:xfrm>
            <a:off x="2433114" y="3626300"/>
            <a:ext cx="1100308" cy="900543"/>
            <a:chOff x="1527437" y="3260157"/>
            <a:chExt cx="378122" cy="376976"/>
          </a:xfrm>
        </p:grpSpPr>
        <p:sp>
          <p:nvSpPr>
            <p:cNvPr id="697" name="Google Shape;3664;p80">
              <a:extLst>
                <a:ext uri="{FF2B5EF4-FFF2-40B4-BE49-F238E27FC236}">
                  <a16:creationId xmlns:a16="http://schemas.microsoft.com/office/drawing/2014/main" id="{2C225C05-0B5A-A58E-7F35-C197D2FC5F97}"/>
                </a:ext>
              </a:extLst>
            </p:cNvPr>
            <p:cNvSpPr/>
            <p:nvPr/>
          </p:nvSpPr>
          <p:spPr>
            <a:xfrm>
              <a:off x="1527437" y="3260157"/>
              <a:ext cx="378122" cy="376976"/>
            </a:xfrm>
            <a:custGeom>
              <a:avLst/>
              <a:gdLst/>
              <a:ahLst/>
              <a:cxnLst/>
              <a:rect l="l" t="t" r="r" b="b"/>
              <a:pathLst>
                <a:path w="9236" h="9208" extrusionOk="0">
                  <a:moveTo>
                    <a:pt x="3996" y="2498"/>
                  </a:moveTo>
                  <a:cubicBezTo>
                    <a:pt x="4299" y="2498"/>
                    <a:pt x="4641" y="2584"/>
                    <a:pt x="5006" y="2793"/>
                  </a:cubicBezTo>
                  <a:lnTo>
                    <a:pt x="5504" y="3081"/>
                  </a:lnTo>
                  <a:lnTo>
                    <a:pt x="4929" y="3081"/>
                  </a:lnTo>
                  <a:cubicBezTo>
                    <a:pt x="3915" y="3081"/>
                    <a:pt x="3093" y="3903"/>
                    <a:pt x="3093" y="4917"/>
                  </a:cubicBezTo>
                  <a:lnTo>
                    <a:pt x="3093" y="5492"/>
                  </a:lnTo>
                  <a:lnTo>
                    <a:pt x="2806" y="4993"/>
                  </a:lnTo>
                  <a:cubicBezTo>
                    <a:pt x="2282" y="4088"/>
                    <a:pt x="2532" y="3333"/>
                    <a:pt x="2940" y="2928"/>
                  </a:cubicBezTo>
                  <a:cubicBezTo>
                    <a:pt x="3182" y="2686"/>
                    <a:pt x="3548" y="2498"/>
                    <a:pt x="3996" y="2498"/>
                  </a:cubicBezTo>
                  <a:close/>
                  <a:moveTo>
                    <a:pt x="5503" y="3351"/>
                  </a:moveTo>
                  <a:lnTo>
                    <a:pt x="5005" y="3639"/>
                  </a:lnTo>
                  <a:cubicBezTo>
                    <a:pt x="4443" y="3963"/>
                    <a:pt x="3974" y="4432"/>
                    <a:pt x="3650" y="4993"/>
                  </a:cubicBezTo>
                  <a:lnTo>
                    <a:pt x="3362" y="5492"/>
                  </a:lnTo>
                  <a:lnTo>
                    <a:pt x="3362" y="4917"/>
                  </a:lnTo>
                  <a:cubicBezTo>
                    <a:pt x="3362" y="4053"/>
                    <a:pt x="4063" y="3351"/>
                    <a:pt x="4928" y="3351"/>
                  </a:cubicBezTo>
                  <a:close/>
                  <a:moveTo>
                    <a:pt x="3212" y="976"/>
                  </a:moveTo>
                  <a:cubicBezTo>
                    <a:pt x="3307" y="976"/>
                    <a:pt x="3402" y="983"/>
                    <a:pt x="3499" y="994"/>
                  </a:cubicBezTo>
                  <a:cubicBezTo>
                    <a:pt x="4246" y="1095"/>
                    <a:pt x="4903" y="1578"/>
                    <a:pt x="5350" y="2352"/>
                  </a:cubicBezTo>
                  <a:lnTo>
                    <a:pt x="5638" y="2850"/>
                  </a:lnTo>
                  <a:lnTo>
                    <a:pt x="5638" y="2850"/>
                  </a:lnTo>
                  <a:lnTo>
                    <a:pt x="5139" y="2563"/>
                  </a:lnTo>
                  <a:cubicBezTo>
                    <a:pt x="4760" y="2345"/>
                    <a:pt x="4367" y="2231"/>
                    <a:pt x="3991" y="2231"/>
                  </a:cubicBezTo>
                  <a:cubicBezTo>
                    <a:pt x="3926" y="2231"/>
                    <a:pt x="3861" y="2235"/>
                    <a:pt x="3797" y="2241"/>
                  </a:cubicBezTo>
                  <a:cubicBezTo>
                    <a:pt x="3393" y="2284"/>
                    <a:pt x="3030" y="2456"/>
                    <a:pt x="2749" y="2739"/>
                  </a:cubicBezTo>
                  <a:cubicBezTo>
                    <a:pt x="2464" y="3022"/>
                    <a:pt x="2291" y="3383"/>
                    <a:pt x="2249" y="3788"/>
                  </a:cubicBezTo>
                  <a:cubicBezTo>
                    <a:pt x="2203" y="4223"/>
                    <a:pt x="2316" y="4687"/>
                    <a:pt x="2571" y="5130"/>
                  </a:cubicBezTo>
                  <a:lnTo>
                    <a:pt x="2859" y="5629"/>
                  </a:lnTo>
                  <a:lnTo>
                    <a:pt x="2859" y="5629"/>
                  </a:lnTo>
                  <a:lnTo>
                    <a:pt x="2360" y="5341"/>
                  </a:lnTo>
                  <a:cubicBezTo>
                    <a:pt x="1584" y="4895"/>
                    <a:pt x="1103" y="4238"/>
                    <a:pt x="1003" y="3492"/>
                  </a:cubicBezTo>
                  <a:cubicBezTo>
                    <a:pt x="912" y="2818"/>
                    <a:pt x="1148" y="2121"/>
                    <a:pt x="1635" y="1630"/>
                  </a:cubicBezTo>
                  <a:cubicBezTo>
                    <a:pt x="2057" y="1210"/>
                    <a:pt x="2631" y="976"/>
                    <a:pt x="3212" y="976"/>
                  </a:cubicBezTo>
                  <a:close/>
                  <a:moveTo>
                    <a:pt x="5635" y="3587"/>
                  </a:moveTo>
                  <a:lnTo>
                    <a:pt x="5348" y="4085"/>
                  </a:lnTo>
                  <a:cubicBezTo>
                    <a:pt x="5046" y="4606"/>
                    <a:pt x="4611" y="5041"/>
                    <a:pt x="4090" y="5341"/>
                  </a:cubicBezTo>
                  <a:lnTo>
                    <a:pt x="3592" y="5629"/>
                  </a:lnTo>
                  <a:lnTo>
                    <a:pt x="3879" y="5130"/>
                  </a:lnTo>
                  <a:cubicBezTo>
                    <a:pt x="4180" y="4609"/>
                    <a:pt x="4616" y="4174"/>
                    <a:pt x="5137" y="3874"/>
                  </a:cubicBezTo>
                  <a:lnTo>
                    <a:pt x="5635" y="3587"/>
                  </a:lnTo>
                  <a:close/>
                  <a:moveTo>
                    <a:pt x="5861" y="3727"/>
                  </a:moveTo>
                  <a:lnTo>
                    <a:pt x="5861" y="4302"/>
                  </a:lnTo>
                  <a:cubicBezTo>
                    <a:pt x="5861" y="5167"/>
                    <a:pt x="5160" y="5868"/>
                    <a:pt x="4295" y="5868"/>
                  </a:cubicBezTo>
                  <a:lnTo>
                    <a:pt x="3720" y="5868"/>
                  </a:lnTo>
                  <a:lnTo>
                    <a:pt x="4218" y="5580"/>
                  </a:lnTo>
                  <a:cubicBezTo>
                    <a:pt x="4780" y="5256"/>
                    <a:pt x="5249" y="4787"/>
                    <a:pt x="5573" y="4226"/>
                  </a:cubicBezTo>
                  <a:lnTo>
                    <a:pt x="5861" y="3727"/>
                  </a:lnTo>
                  <a:close/>
                  <a:moveTo>
                    <a:pt x="6131" y="3727"/>
                  </a:moveTo>
                  <a:lnTo>
                    <a:pt x="6419" y="4226"/>
                  </a:lnTo>
                  <a:cubicBezTo>
                    <a:pt x="6942" y="5131"/>
                    <a:pt x="6693" y="5886"/>
                    <a:pt x="6284" y="6291"/>
                  </a:cubicBezTo>
                  <a:cubicBezTo>
                    <a:pt x="6042" y="6533"/>
                    <a:pt x="5676" y="6721"/>
                    <a:pt x="5228" y="6721"/>
                  </a:cubicBezTo>
                  <a:cubicBezTo>
                    <a:pt x="4924" y="6721"/>
                    <a:pt x="4584" y="6635"/>
                    <a:pt x="4219" y="6424"/>
                  </a:cubicBezTo>
                  <a:lnTo>
                    <a:pt x="3720" y="6137"/>
                  </a:lnTo>
                  <a:lnTo>
                    <a:pt x="3720" y="6137"/>
                  </a:lnTo>
                  <a:lnTo>
                    <a:pt x="4295" y="6138"/>
                  </a:lnTo>
                  <a:cubicBezTo>
                    <a:pt x="5309" y="6138"/>
                    <a:pt x="6131" y="5316"/>
                    <a:pt x="6131" y="4302"/>
                  </a:cubicBezTo>
                  <a:lnTo>
                    <a:pt x="6131" y="3727"/>
                  </a:lnTo>
                  <a:close/>
                  <a:moveTo>
                    <a:pt x="6371" y="3588"/>
                  </a:moveTo>
                  <a:lnTo>
                    <a:pt x="6869" y="3875"/>
                  </a:lnTo>
                  <a:cubicBezTo>
                    <a:pt x="7645" y="4322"/>
                    <a:pt x="8126" y="4978"/>
                    <a:pt x="8226" y="5725"/>
                  </a:cubicBezTo>
                  <a:cubicBezTo>
                    <a:pt x="8318" y="6399"/>
                    <a:pt x="8082" y="7096"/>
                    <a:pt x="7595" y="7588"/>
                  </a:cubicBezTo>
                  <a:cubicBezTo>
                    <a:pt x="7171" y="8005"/>
                    <a:pt x="6597" y="8240"/>
                    <a:pt x="6016" y="8240"/>
                  </a:cubicBezTo>
                  <a:cubicBezTo>
                    <a:pt x="5921" y="8240"/>
                    <a:pt x="5826" y="8233"/>
                    <a:pt x="5731" y="8221"/>
                  </a:cubicBezTo>
                  <a:cubicBezTo>
                    <a:pt x="4985" y="8120"/>
                    <a:pt x="4328" y="7638"/>
                    <a:pt x="3881" y="6864"/>
                  </a:cubicBezTo>
                  <a:lnTo>
                    <a:pt x="3593" y="6365"/>
                  </a:lnTo>
                  <a:lnTo>
                    <a:pt x="4090" y="6654"/>
                  </a:lnTo>
                  <a:cubicBezTo>
                    <a:pt x="4470" y="6872"/>
                    <a:pt x="4864" y="6986"/>
                    <a:pt x="5241" y="6986"/>
                  </a:cubicBezTo>
                  <a:cubicBezTo>
                    <a:pt x="5305" y="6986"/>
                    <a:pt x="5370" y="6982"/>
                    <a:pt x="5433" y="6976"/>
                  </a:cubicBezTo>
                  <a:cubicBezTo>
                    <a:pt x="5836" y="6933"/>
                    <a:pt x="6199" y="6760"/>
                    <a:pt x="6480" y="6477"/>
                  </a:cubicBezTo>
                  <a:cubicBezTo>
                    <a:pt x="6765" y="6195"/>
                    <a:pt x="6938" y="5833"/>
                    <a:pt x="6980" y="5429"/>
                  </a:cubicBezTo>
                  <a:cubicBezTo>
                    <a:pt x="7027" y="4993"/>
                    <a:pt x="6915" y="4529"/>
                    <a:pt x="6658" y="4086"/>
                  </a:cubicBezTo>
                  <a:lnTo>
                    <a:pt x="6371" y="3588"/>
                  </a:lnTo>
                  <a:close/>
                  <a:moveTo>
                    <a:pt x="5285" y="1"/>
                  </a:moveTo>
                  <a:cubicBezTo>
                    <a:pt x="5254" y="1"/>
                    <a:pt x="5223" y="11"/>
                    <a:pt x="5197" y="33"/>
                  </a:cubicBezTo>
                  <a:cubicBezTo>
                    <a:pt x="5140" y="81"/>
                    <a:pt x="5134" y="166"/>
                    <a:pt x="5182" y="223"/>
                  </a:cubicBezTo>
                  <a:cubicBezTo>
                    <a:pt x="5512" y="609"/>
                    <a:pt x="5862" y="1413"/>
                    <a:pt x="5862" y="2138"/>
                  </a:cubicBezTo>
                  <a:lnTo>
                    <a:pt x="5862" y="2714"/>
                  </a:lnTo>
                  <a:lnTo>
                    <a:pt x="5575" y="2215"/>
                  </a:lnTo>
                  <a:cubicBezTo>
                    <a:pt x="5084" y="1364"/>
                    <a:pt x="4357" y="834"/>
                    <a:pt x="3526" y="722"/>
                  </a:cubicBezTo>
                  <a:cubicBezTo>
                    <a:pt x="3418" y="707"/>
                    <a:pt x="3310" y="700"/>
                    <a:pt x="3203" y="700"/>
                  </a:cubicBezTo>
                  <a:cubicBezTo>
                    <a:pt x="2552" y="700"/>
                    <a:pt x="1910" y="963"/>
                    <a:pt x="1436" y="1432"/>
                  </a:cubicBezTo>
                  <a:cubicBezTo>
                    <a:pt x="891" y="1985"/>
                    <a:pt x="626" y="2769"/>
                    <a:pt x="728" y="3527"/>
                  </a:cubicBezTo>
                  <a:cubicBezTo>
                    <a:pt x="840" y="4360"/>
                    <a:pt x="1368" y="5090"/>
                    <a:pt x="2216" y="5581"/>
                  </a:cubicBezTo>
                  <a:lnTo>
                    <a:pt x="2715" y="5869"/>
                  </a:lnTo>
                  <a:lnTo>
                    <a:pt x="2151" y="5869"/>
                  </a:lnTo>
                  <a:cubicBezTo>
                    <a:pt x="1426" y="5869"/>
                    <a:pt x="626" y="5520"/>
                    <a:pt x="239" y="5190"/>
                  </a:cubicBezTo>
                  <a:cubicBezTo>
                    <a:pt x="214" y="5168"/>
                    <a:pt x="183" y="5157"/>
                    <a:pt x="152" y="5157"/>
                  </a:cubicBezTo>
                  <a:cubicBezTo>
                    <a:pt x="114" y="5157"/>
                    <a:pt x="77" y="5173"/>
                    <a:pt x="49" y="5204"/>
                  </a:cubicBezTo>
                  <a:cubicBezTo>
                    <a:pt x="1" y="5261"/>
                    <a:pt x="7" y="5345"/>
                    <a:pt x="64" y="5394"/>
                  </a:cubicBezTo>
                  <a:cubicBezTo>
                    <a:pt x="497" y="5763"/>
                    <a:pt x="1352" y="6138"/>
                    <a:pt x="2149" y="6138"/>
                  </a:cubicBezTo>
                  <a:lnTo>
                    <a:pt x="3092" y="6138"/>
                  </a:lnTo>
                  <a:lnTo>
                    <a:pt x="3092" y="7075"/>
                  </a:lnTo>
                  <a:cubicBezTo>
                    <a:pt x="3092" y="7871"/>
                    <a:pt x="3467" y="8727"/>
                    <a:pt x="3836" y="9160"/>
                  </a:cubicBezTo>
                  <a:cubicBezTo>
                    <a:pt x="3862" y="9191"/>
                    <a:pt x="3900" y="9207"/>
                    <a:pt x="3939" y="9207"/>
                  </a:cubicBezTo>
                  <a:cubicBezTo>
                    <a:pt x="3970" y="9207"/>
                    <a:pt x="4001" y="9196"/>
                    <a:pt x="4029" y="9175"/>
                  </a:cubicBezTo>
                  <a:cubicBezTo>
                    <a:pt x="4085" y="9127"/>
                    <a:pt x="4092" y="9042"/>
                    <a:pt x="4043" y="8985"/>
                  </a:cubicBezTo>
                  <a:cubicBezTo>
                    <a:pt x="3714" y="8599"/>
                    <a:pt x="3364" y="7799"/>
                    <a:pt x="3364" y="7075"/>
                  </a:cubicBezTo>
                  <a:lnTo>
                    <a:pt x="3364" y="6500"/>
                  </a:lnTo>
                  <a:lnTo>
                    <a:pt x="3651" y="6998"/>
                  </a:lnTo>
                  <a:cubicBezTo>
                    <a:pt x="4141" y="7846"/>
                    <a:pt x="4869" y="8375"/>
                    <a:pt x="5699" y="8486"/>
                  </a:cubicBezTo>
                  <a:cubicBezTo>
                    <a:pt x="5806" y="8501"/>
                    <a:pt x="5914" y="8508"/>
                    <a:pt x="6021" y="8508"/>
                  </a:cubicBezTo>
                  <a:cubicBezTo>
                    <a:pt x="6673" y="8508"/>
                    <a:pt x="7316" y="8246"/>
                    <a:pt x="7790" y="7777"/>
                  </a:cubicBezTo>
                  <a:cubicBezTo>
                    <a:pt x="8335" y="7227"/>
                    <a:pt x="8600" y="6445"/>
                    <a:pt x="8498" y="5688"/>
                  </a:cubicBezTo>
                  <a:cubicBezTo>
                    <a:pt x="8386" y="4857"/>
                    <a:pt x="7857" y="4130"/>
                    <a:pt x="7010" y="3640"/>
                  </a:cubicBezTo>
                  <a:lnTo>
                    <a:pt x="6511" y="3352"/>
                  </a:lnTo>
                  <a:lnTo>
                    <a:pt x="7086" y="3352"/>
                  </a:lnTo>
                  <a:cubicBezTo>
                    <a:pt x="7809" y="3352"/>
                    <a:pt x="8610" y="3703"/>
                    <a:pt x="8996" y="4032"/>
                  </a:cubicBezTo>
                  <a:cubicBezTo>
                    <a:pt x="9022" y="4054"/>
                    <a:pt x="9053" y="4064"/>
                    <a:pt x="9084" y="4064"/>
                  </a:cubicBezTo>
                  <a:cubicBezTo>
                    <a:pt x="9122" y="4064"/>
                    <a:pt x="9160" y="4048"/>
                    <a:pt x="9186" y="4017"/>
                  </a:cubicBezTo>
                  <a:cubicBezTo>
                    <a:pt x="9236" y="3961"/>
                    <a:pt x="9228" y="3877"/>
                    <a:pt x="9173" y="3827"/>
                  </a:cubicBezTo>
                  <a:cubicBezTo>
                    <a:pt x="8738" y="3458"/>
                    <a:pt x="7882" y="3083"/>
                    <a:pt x="7086" y="3083"/>
                  </a:cubicBezTo>
                  <a:lnTo>
                    <a:pt x="6131" y="3083"/>
                  </a:lnTo>
                  <a:lnTo>
                    <a:pt x="6131" y="2138"/>
                  </a:lnTo>
                  <a:cubicBezTo>
                    <a:pt x="6131" y="1339"/>
                    <a:pt x="5756" y="482"/>
                    <a:pt x="5387" y="48"/>
                  </a:cubicBezTo>
                  <a:cubicBezTo>
                    <a:pt x="5360" y="17"/>
                    <a:pt x="5323" y="1"/>
                    <a:pt x="5285"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3665;p80">
              <a:extLst>
                <a:ext uri="{FF2B5EF4-FFF2-40B4-BE49-F238E27FC236}">
                  <a16:creationId xmlns:a16="http://schemas.microsoft.com/office/drawing/2014/main" id="{ACF9D96E-7D7F-9220-B193-B71BB7EFC314}"/>
                </a:ext>
              </a:extLst>
            </p:cNvPr>
            <p:cNvSpPr/>
            <p:nvPr/>
          </p:nvSpPr>
          <p:spPr>
            <a:xfrm>
              <a:off x="1615212" y="3461500"/>
              <a:ext cx="84746" cy="84705"/>
            </a:xfrm>
            <a:custGeom>
              <a:avLst/>
              <a:gdLst/>
              <a:ahLst/>
              <a:cxnLst/>
              <a:rect l="l" t="t" r="r" b="b"/>
              <a:pathLst>
                <a:path w="2070" h="2069" extrusionOk="0">
                  <a:moveTo>
                    <a:pt x="1080" y="0"/>
                  </a:moveTo>
                  <a:cubicBezTo>
                    <a:pt x="484" y="0"/>
                    <a:pt x="1" y="483"/>
                    <a:pt x="1" y="1078"/>
                  </a:cubicBezTo>
                  <a:cubicBezTo>
                    <a:pt x="1" y="1321"/>
                    <a:pt x="82" y="1546"/>
                    <a:pt x="217" y="1726"/>
                  </a:cubicBezTo>
                  <a:cubicBezTo>
                    <a:pt x="456" y="1966"/>
                    <a:pt x="748" y="2068"/>
                    <a:pt x="990" y="2068"/>
                  </a:cubicBezTo>
                  <a:cubicBezTo>
                    <a:pt x="1586" y="2067"/>
                    <a:pt x="2070" y="1584"/>
                    <a:pt x="2070" y="990"/>
                  </a:cubicBezTo>
                  <a:cubicBezTo>
                    <a:pt x="2070" y="747"/>
                    <a:pt x="2007" y="496"/>
                    <a:pt x="1728" y="216"/>
                  </a:cubicBezTo>
                  <a:cubicBezTo>
                    <a:pt x="1547" y="80"/>
                    <a:pt x="1324" y="0"/>
                    <a:pt x="1080"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3666;p80">
              <a:extLst>
                <a:ext uri="{FF2B5EF4-FFF2-40B4-BE49-F238E27FC236}">
                  <a16:creationId xmlns:a16="http://schemas.microsoft.com/office/drawing/2014/main" id="{8630A3C3-5D92-F113-C5D8-31D953014045}"/>
                </a:ext>
              </a:extLst>
            </p:cNvPr>
            <p:cNvSpPr/>
            <p:nvPr/>
          </p:nvSpPr>
          <p:spPr>
            <a:xfrm>
              <a:off x="1624055" y="3470343"/>
              <a:ext cx="79587" cy="79505"/>
            </a:xfrm>
            <a:custGeom>
              <a:avLst/>
              <a:gdLst/>
              <a:ahLst/>
              <a:cxnLst/>
              <a:rect l="l" t="t" r="r" b="b"/>
              <a:pathLst>
                <a:path w="1944" h="1942" extrusionOk="0">
                  <a:moveTo>
                    <a:pt x="1512" y="0"/>
                  </a:moveTo>
                  <a:lnTo>
                    <a:pt x="1512" y="0"/>
                  </a:lnTo>
                  <a:cubicBezTo>
                    <a:pt x="1648" y="181"/>
                    <a:pt x="1728" y="405"/>
                    <a:pt x="1728" y="648"/>
                  </a:cubicBezTo>
                  <a:cubicBezTo>
                    <a:pt x="1728" y="1244"/>
                    <a:pt x="1245" y="1727"/>
                    <a:pt x="649" y="1727"/>
                  </a:cubicBezTo>
                  <a:cubicBezTo>
                    <a:pt x="406" y="1727"/>
                    <a:pt x="182" y="1646"/>
                    <a:pt x="1" y="1510"/>
                  </a:cubicBezTo>
                  <a:lnTo>
                    <a:pt x="1" y="1510"/>
                  </a:lnTo>
                  <a:cubicBezTo>
                    <a:pt x="198" y="1773"/>
                    <a:pt x="512" y="1942"/>
                    <a:pt x="864" y="1942"/>
                  </a:cubicBezTo>
                  <a:cubicBezTo>
                    <a:pt x="1460" y="1942"/>
                    <a:pt x="1943" y="1460"/>
                    <a:pt x="1943" y="864"/>
                  </a:cubicBezTo>
                  <a:cubicBezTo>
                    <a:pt x="1943" y="510"/>
                    <a:pt x="1775" y="197"/>
                    <a:pt x="1512"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3667;p80">
              <a:extLst>
                <a:ext uri="{FF2B5EF4-FFF2-40B4-BE49-F238E27FC236}">
                  <a16:creationId xmlns:a16="http://schemas.microsoft.com/office/drawing/2014/main" id="{4D142E3E-E949-A708-67ED-EAF24DA3AE36}"/>
                </a:ext>
              </a:extLst>
            </p:cNvPr>
            <p:cNvSpPr/>
            <p:nvPr/>
          </p:nvSpPr>
          <p:spPr>
            <a:xfrm>
              <a:off x="1728985" y="3347728"/>
              <a:ext cx="84705" cy="84705"/>
            </a:xfrm>
            <a:custGeom>
              <a:avLst/>
              <a:gdLst/>
              <a:ahLst/>
              <a:cxnLst/>
              <a:rect l="l" t="t" r="r" b="b"/>
              <a:pathLst>
                <a:path w="2069" h="2069" extrusionOk="0">
                  <a:moveTo>
                    <a:pt x="1080" y="0"/>
                  </a:moveTo>
                  <a:cubicBezTo>
                    <a:pt x="484" y="0"/>
                    <a:pt x="1" y="483"/>
                    <a:pt x="1" y="1079"/>
                  </a:cubicBezTo>
                  <a:cubicBezTo>
                    <a:pt x="1" y="1322"/>
                    <a:pt x="82" y="1546"/>
                    <a:pt x="217" y="1727"/>
                  </a:cubicBezTo>
                  <a:cubicBezTo>
                    <a:pt x="517" y="2026"/>
                    <a:pt x="748" y="2068"/>
                    <a:pt x="990" y="2068"/>
                  </a:cubicBezTo>
                  <a:cubicBezTo>
                    <a:pt x="1587" y="2067"/>
                    <a:pt x="2069" y="1584"/>
                    <a:pt x="2069" y="990"/>
                  </a:cubicBezTo>
                  <a:cubicBezTo>
                    <a:pt x="2069" y="747"/>
                    <a:pt x="2066" y="554"/>
                    <a:pt x="1728" y="216"/>
                  </a:cubicBezTo>
                  <a:cubicBezTo>
                    <a:pt x="1546" y="81"/>
                    <a:pt x="1324" y="0"/>
                    <a:pt x="108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3668;p80">
              <a:extLst>
                <a:ext uri="{FF2B5EF4-FFF2-40B4-BE49-F238E27FC236}">
                  <a16:creationId xmlns:a16="http://schemas.microsoft.com/office/drawing/2014/main" id="{3A43C8F0-35A1-44D0-EAA7-48C6834E4234}"/>
                </a:ext>
              </a:extLst>
            </p:cNvPr>
            <p:cNvSpPr/>
            <p:nvPr/>
          </p:nvSpPr>
          <p:spPr>
            <a:xfrm>
              <a:off x="1737869" y="3356571"/>
              <a:ext cx="79505" cy="79505"/>
            </a:xfrm>
            <a:custGeom>
              <a:avLst/>
              <a:gdLst/>
              <a:ahLst/>
              <a:cxnLst/>
              <a:rect l="l" t="t" r="r" b="b"/>
              <a:pathLst>
                <a:path w="1942" h="1942" extrusionOk="0">
                  <a:moveTo>
                    <a:pt x="1511" y="0"/>
                  </a:moveTo>
                  <a:lnTo>
                    <a:pt x="1511" y="0"/>
                  </a:lnTo>
                  <a:cubicBezTo>
                    <a:pt x="1646" y="182"/>
                    <a:pt x="1727" y="404"/>
                    <a:pt x="1727" y="648"/>
                  </a:cubicBezTo>
                  <a:cubicBezTo>
                    <a:pt x="1727" y="1244"/>
                    <a:pt x="1244" y="1728"/>
                    <a:pt x="648" y="1728"/>
                  </a:cubicBezTo>
                  <a:cubicBezTo>
                    <a:pt x="405" y="1728"/>
                    <a:pt x="182" y="1646"/>
                    <a:pt x="0" y="1511"/>
                  </a:cubicBezTo>
                  <a:lnTo>
                    <a:pt x="0" y="1511"/>
                  </a:lnTo>
                  <a:cubicBezTo>
                    <a:pt x="197" y="1773"/>
                    <a:pt x="511" y="1942"/>
                    <a:pt x="863" y="1942"/>
                  </a:cubicBezTo>
                  <a:cubicBezTo>
                    <a:pt x="1459" y="1942"/>
                    <a:pt x="1941" y="1460"/>
                    <a:pt x="1941" y="863"/>
                  </a:cubicBezTo>
                  <a:cubicBezTo>
                    <a:pt x="1941" y="510"/>
                    <a:pt x="1773" y="198"/>
                    <a:pt x="15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3669;p80">
              <a:extLst>
                <a:ext uri="{FF2B5EF4-FFF2-40B4-BE49-F238E27FC236}">
                  <a16:creationId xmlns:a16="http://schemas.microsoft.com/office/drawing/2014/main" id="{9CACA295-2F49-E3A5-CB4F-F18A4258BC8D}"/>
                </a:ext>
              </a:extLst>
            </p:cNvPr>
            <p:cNvSpPr/>
            <p:nvPr/>
          </p:nvSpPr>
          <p:spPr>
            <a:xfrm>
              <a:off x="1639080" y="3485819"/>
              <a:ext cx="40940" cy="40162"/>
            </a:xfrm>
            <a:custGeom>
              <a:avLst/>
              <a:gdLst/>
              <a:ahLst/>
              <a:cxnLst/>
              <a:rect l="l" t="t" r="r" b="b"/>
              <a:pathLst>
                <a:path w="1000" h="981" extrusionOk="0">
                  <a:moveTo>
                    <a:pt x="500" y="0"/>
                  </a:moveTo>
                  <a:cubicBezTo>
                    <a:pt x="494" y="0"/>
                    <a:pt x="488" y="0"/>
                    <a:pt x="482" y="1"/>
                  </a:cubicBezTo>
                  <a:cubicBezTo>
                    <a:pt x="416" y="9"/>
                    <a:pt x="365" y="71"/>
                    <a:pt x="365" y="139"/>
                  </a:cubicBezTo>
                  <a:lnTo>
                    <a:pt x="365" y="356"/>
                  </a:lnTo>
                  <a:lnTo>
                    <a:pt x="144" y="356"/>
                  </a:lnTo>
                  <a:cubicBezTo>
                    <a:pt x="64" y="356"/>
                    <a:pt x="0" y="425"/>
                    <a:pt x="11" y="508"/>
                  </a:cubicBezTo>
                  <a:cubicBezTo>
                    <a:pt x="18" y="575"/>
                    <a:pt x="80" y="625"/>
                    <a:pt x="149" y="625"/>
                  </a:cubicBezTo>
                  <a:lnTo>
                    <a:pt x="365" y="625"/>
                  </a:lnTo>
                  <a:lnTo>
                    <a:pt x="365" y="841"/>
                  </a:lnTo>
                  <a:cubicBezTo>
                    <a:pt x="365" y="910"/>
                    <a:pt x="416" y="972"/>
                    <a:pt x="482" y="979"/>
                  </a:cubicBezTo>
                  <a:cubicBezTo>
                    <a:pt x="488" y="980"/>
                    <a:pt x="494" y="980"/>
                    <a:pt x="500" y="980"/>
                  </a:cubicBezTo>
                  <a:cubicBezTo>
                    <a:pt x="574" y="980"/>
                    <a:pt x="634" y="921"/>
                    <a:pt x="634" y="846"/>
                  </a:cubicBezTo>
                  <a:lnTo>
                    <a:pt x="634" y="625"/>
                  </a:lnTo>
                  <a:lnTo>
                    <a:pt x="856" y="625"/>
                  </a:lnTo>
                  <a:cubicBezTo>
                    <a:pt x="935" y="625"/>
                    <a:pt x="999" y="555"/>
                    <a:pt x="989" y="473"/>
                  </a:cubicBezTo>
                  <a:cubicBezTo>
                    <a:pt x="981" y="405"/>
                    <a:pt x="919" y="356"/>
                    <a:pt x="850" y="356"/>
                  </a:cubicBezTo>
                  <a:lnTo>
                    <a:pt x="634" y="356"/>
                  </a:lnTo>
                  <a:lnTo>
                    <a:pt x="634" y="134"/>
                  </a:lnTo>
                  <a:cubicBezTo>
                    <a:pt x="634" y="61"/>
                    <a:pt x="574" y="0"/>
                    <a:pt x="50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3670;p80">
              <a:extLst>
                <a:ext uri="{FF2B5EF4-FFF2-40B4-BE49-F238E27FC236}">
                  <a16:creationId xmlns:a16="http://schemas.microsoft.com/office/drawing/2014/main" id="{FE752F1F-DF6F-E662-79A6-06A08610AB42}"/>
                </a:ext>
              </a:extLst>
            </p:cNvPr>
            <p:cNvSpPr/>
            <p:nvPr/>
          </p:nvSpPr>
          <p:spPr>
            <a:xfrm>
              <a:off x="1753549" y="3386335"/>
              <a:ext cx="40940" cy="11054"/>
            </a:xfrm>
            <a:custGeom>
              <a:avLst/>
              <a:gdLst/>
              <a:ahLst/>
              <a:cxnLst/>
              <a:rect l="l" t="t" r="r" b="b"/>
              <a:pathLst>
                <a:path w="1000" h="270" extrusionOk="0">
                  <a:moveTo>
                    <a:pt x="144" y="0"/>
                  </a:moveTo>
                  <a:cubicBezTo>
                    <a:pt x="64" y="0"/>
                    <a:pt x="0" y="70"/>
                    <a:pt x="11" y="152"/>
                  </a:cubicBezTo>
                  <a:cubicBezTo>
                    <a:pt x="18" y="220"/>
                    <a:pt x="80" y="269"/>
                    <a:pt x="149" y="269"/>
                  </a:cubicBezTo>
                  <a:lnTo>
                    <a:pt x="856" y="269"/>
                  </a:lnTo>
                  <a:cubicBezTo>
                    <a:pt x="936" y="269"/>
                    <a:pt x="999" y="201"/>
                    <a:pt x="989" y="117"/>
                  </a:cubicBezTo>
                  <a:cubicBezTo>
                    <a:pt x="981" y="51"/>
                    <a:pt x="919" y="0"/>
                    <a:pt x="8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4" name="Google Shape;3671;p80">
            <a:extLst>
              <a:ext uri="{FF2B5EF4-FFF2-40B4-BE49-F238E27FC236}">
                <a16:creationId xmlns:a16="http://schemas.microsoft.com/office/drawing/2014/main" id="{B8B41AAC-7BBC-DF1D-235F-805D3A9A377F}"/>
              </a:ext>
            </a:extLst>
          </p:cNvPr>
          <p:cNvGrpSpPr/>
          <p:nvPr/>
        </p:nvGrpSpPr>
        <p:grpSpPr>
          <a:xfrm>
            <a:off x="2603101" y="5642684"/>
            <a:ext cx="777153" cy="756003"/>
            <a:chOff x="1528092" y="3857349"/>
            <a:chExt cx="376730" cy="376730"/>
          </a:xfrm>
        </p:grpSpPr>
        <p:sp>
          <p:nvSpPr>
            <p:cNvPr id="705" name="Google Shape;3672;p80">
              <a:extLst>
                <a:ext uri="{FF2B5EF4-FFF2-40B4-BE49-F238E27FC236}">
                  <a16:creationId xmlns:a16="http://schemas.microsoft.com/office/drawing/2014/main" id="{2FB4B7F5-2662-9C8D-E3D0-EDA8D4E2E1C7}"/>
                </a:ext>
              </a:extLst>
            </p:cNvPr>
            <p:cNvSpPr/>
            <p:nvPr/>
          </p:nvSpPr>
          <p:spPr>
            <a:xfrm>
              <a:off x="1528092" y="4143110"/>
              <a:ext cx="87202" cy="87202"/>
            </a:xfrm>
            <a:custGeom>
              <a:avLst/>
              <a:gdLst/>
              <a:ahLst/>
              <a:cxnLst/>
              <a:rect l="l" t="t" r="r" b="b"/>
              <a:pathLst>
                <a:path w="2130" h="2130" extrusionOk="0">
                  <a:moveTo>
                    <a:pt x="1112" y="0"/>
                  </a:moveTo>
                  <a:cubicBezTo>
                    <a:pt x="498" y="0"/>
                    <a:pt x="1" y="497"/>
                    <a:pt x="1" y="1111"/>
                  </a:cubicBezTo>
                  <a:cubicBezTo>
                    <a:pt x="1" y="1361"/>
                    <a:pt x="84" y="1592"/>
                    <a:pt x="222" y="1777"/>
                  </a:cubicBezTo>
                  <a:cubicBezTo>
                    <a:pt x="468" y="2022"/>
                    <a:pt x="769" y="2129"/>
                    <a:pt x="1019" y="2129"/>
                  </a:cubicBezTo>
                  <a:cubicBezTo>
                    <a:pt x="1632" y="2129"/>
                    <a:pt x="2130" y="1631"/>
                    <a:pt x="2130" y="1018"/>
                  </a:cubicBezTo>
                  <a:cubicBezTo>
                    <a:pt x="2130" y="768"/>
                    <a:pt x="2066" y="511"/>
                    <a:pt x="1777" y="222"/>
                  </a:cubicBezTo>
                  <a:cubicBezTo>
                    <a:pt x="1592" y="83"/>
                    <a:pt x="1361" y="0"/>
                    <a:pt x="1112"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3673;p80">
              <a:extLst>
                <a:ext uri="{FF2B5EF4-FFF2-40B4-BE49-F238E27FC236}">
                  <a16:creationId xmlns:a16="http://schemas.microsoft.com/office/drawing/2014/main" id="{D1E37644-7AB9-1894-9987-8094DA72663B}"/>
                </a:ext>
              </a:extLst>
            </p:cNvPr>
            <p:cNvSpPr/>
            <p:nvPr/>
          </p:nvSpPr>
          <p:spPr>
            <a:xfrm>
              <a:off x="1537222" y="4152158"/>
              <a:ext cx="81880" cy="81921"/>
            </a:xfrm>
            <a:custGeom>
              <a:avLst/>
              <a:gdLst/>
              <a:ahLst/>
              <a:cxnLst/>
              <a:rect l="l" t="t" r="r" b="b"/>
              <a:pathLst>
                <a:path w="2000" h="2001" extrusionOk="0">
                  <a:moveTo>
                    <a:pt x="1555" y="1"/>
                  </a:moveTo>
                  <a:cubicBezTo>
                    <a:pt x="1695" y="186"/>
                    <a:pt x="1777" y="418"/>
                    <a:pt x="1777" y="667"/>
                  </a:cubicBezTo>
                  <a:cubicBezTo>
                    <a:pt x="1777" y="1281"/>
                    <a:pt x="1280" y="1778"/>
                    <a:pt x="667" y="1778"/>
                  </a:cubicBezTo>
                  <a:cubicBezTo>
                    <a:pt x="416" y="1778"/>
                    <a:pt x="185" y="1694"/>
                    <a:pt x="0" y="1556"/>
                  </a:cubicBezTo>
                  <a:lnTo>
                    <a:pt x="0" y="1556"/>
                  </a:lnTo>
                  <a:cubicBezTo>
                    <a:pt x="204" y="1826"/>
                    <a:pt x="526" y="2000"/>
                    <a:pt x="890" y="2000"/>
                  </a:cubicBezTo>
                  <a:cubicBezTo>
                    <a:pt x="1503" y="2000"/>
                    <a:pt x="2000" y="1503"/>
                    <a:pt x="2000" y="890"/>
                  </a:cubicBezTo>
                  <a:cubicBezTo>
                    <a:pt x="1999" y="527"/>
                    <a:pt x="1824" y="204"/>
                    <a:pt x="155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3674;p80">
              <a:extLst>
                <a:ext uri="{FF2B5EF4-FFF2-40B4-BE49-F238E27FC236}">
                  <a16:creationId xmlns:a16="http://schemas.microsoft.com/office/drawing/2014/main" id="{0BEBCDC1-3628-0B56-F6CB-25365F1DE11C}"/>
                </a:ext>
              </a:extLst>
            </p:cNvPr>
            <p:cNvSpPr/>
            <p:nvPr/>
          </p:nvSpPr>
          <p:spPr>
            <a:xfrm>
              <a:off x="1813812" y="3857349"/>
              <a:ext cx="87243" cy="87243"/>
            </a:xfrm>
            <a:custGeom>
              <a:avLst/>
              <a:gdLst/>
              <a:ahLst/>
              <a:cxnLst/>
              <a:rect l="l" t="t" r="r" b="b"/>
              <a:pathLst>
                <a:path w="2131" h="2131" extrusionOk="0">
                  <a:moveTo>
                    <a:pt x="1112" y="1"/>
                  </a:moveTo>
                  <a:cubicBezTo>
                    <a:pt x="498" y="1"/>
                    <a:pt x="1" y="498"/>
                    <a:pt x="1" y="1112"/>
                  </a:cubicBezTo>
                  <a:cubicBezTo>
                    <a:pt x="1" y="1362"/>
                    <a:pt x="84" y="1593"/>
                    <a:pt x="222" y="1778"/>
                  </a:cubicBezTo>
                  <a:cubicBezTo>
                    <a:pt x="532" y="2086"/>
                    <a:pt x="769" y="2130"/>
                    <a:pt x="1019" y="2130"/>
                  </a:cubicBezTo>
                  <a:cubicBezTo>
                    <a:pt x="1632" y="2130"/>
                    <a:pt x="2130" y="1632"/>
                    <a:pt x="2130" y="1019"/>
                  </a:cubicBezTo>
                  <a:cubicBezTo>
                    <a:pt x="2130" y="768"/>
                    <a:pt x="2126" y="571"/>
                    <a:pt x="1778" y="222"/>
                  </a:cubicBezTo>
                  <a:cubicBezTo>
                    <a:pt x="1592" y="82"/>
                    <a:pt x="1361" y="1"/>
                    <a:pt x="111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3675;p80">
              <a:extLst>
                <a:ext uri="{FF2B5EF4-FFF2-40B4-BE49-F238E27FC236}">
                  <a16:creationId xmlns:a16="http://schemas.microsoft.com/office/drawing/2014/main" id="{CD0F1E89-BA03-BC02-3326-775687560D6F}"/>
                </a:ext>
              </a:extLst>
            </p:cNvPr>
            <p:cNvSpPr/>
            <p:nvPr/>
          </p:nvSpPr>
          <p:spPr>
            <a:xfrm>
              <a:off x="1822942" y="3866438"/>
              <a:ext cx="81880" cy="81880"/>
            </a:xfrm>
            <a:custGeom>
              <a:avLst/>
              <a:gdLst/>
              <a:ahLst/>
              <a:cxnLst/>
              <a:rect l="l" t="t" r="r" b="b"/>
              <a:pathLst>
                <a:path w="2000" h="2000" extrusionOk="0">
                  <a:moveTo>
                    <a:pt x="1556" y="0"/>
                  </a:moveTo>
                  <a:lnTo>
                    <a:pt x="1556" y="0"/>
                  </a:lnTo>
                  <a:cubicBezTo>
                    <a:pt x="1696" y="186"/>
                    <a:pt x="1777" y="417"/>
                    <a:pt x="1777" y="666"/>
                  </a:cubicBezTo>
                  <a:cubicBezTo>
                    <a:pt x="1777" y="1280"/>
                    <a:pt x="1280" y="1777"/>
                    <a:pt x="667" y="1777"/>
                  </a:cubicBezTo>
                  <a:cubicBezTo>
                    <a:pt x="416" y="1777"/>
                    <a:pt x="185" y="1694"/>
                    <a:pt x="1" y="1556"/>
                  </a:cubicBezTo>
                  <a:lnTo>
                    <a:pt x="1" y="1556"/>
                  </a:lnTo>
                  <a:cubicBezTo>
                    <a:pt x="204" y="1826"/>
                    <a:pt x="526" y="2000"/>
                    <a:pt x="890" y="2000"/>
                  </a:cubicBezTo>
                  <a:cubicBezTo>
                    <a:pt x="1503" y="2000"/>
                    <a:pt x="2000" y="1503"/>
                    <a:pt x="2000" y="890"/>
                  </a:cubicBezTo>
                  <a:cubicBezTo>
                    <a:pt x="2000" y="526"/>
                    <a:pt x="1825" y="203"/>
                    <a:pt x="1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3676;p80">
              <a:extLst>
                <a:ext uri="{FF2B5EF4-FFF2-40B4-BE49-F238E27FC236}">
                  <a16:creationId xmlns:a16="http://schemas.microsoft.com/office/drawing/2014/main" id="{91557187-35B3-44C8-7CA4-7EEDC2F8EA4A}"/>
                </a:ext>
              </a:extLst>
            </p:cNvPr>
            <p:cNvSpPr/>
            <p:nvPr/>
          </p:nvSpPr>
          <p:spPr>
            <a:xfrm>
              <a:off x="1603708" y="3934726"/>
              <a:ext cx="225498" cy="222059"/>
            </a:xfrm>
            <a:custGeom>
              <a:avLst/>
              <a:gdLst/>
              <a:ahLst/>
              <a:cxnLst/>
              <a:rect l="l" t="t" r="r" b="b"/>
              <a:pathLst>
                <a:path w="5508" h="5424" extrusionOk="0">
                  <a:moveTo>
                    <a:pt x="5421" y="0"/>
                  </a:moveTo>
                  <a:cubicBezTo>
                    <a:pt x="5401" y="0"/>
                    <a:pt x="5381" y="9"/>
                    <a:pt x="5366" y="30"/>
                  </a:cubicBezTo>
                  <a:lnTo>
                    <a:pt x="4051" y="1952"/>
                  </a:lnTo>
                  <a:lnTo>
                    <a:pt x="3512" y="750"/>
                  </a:lnTo>
                  <a:cubicBezTo>
                    <a:pt x="3501" y="725"/>
                    <a:pt x="3477" y="712"/>
                    <a:pt x="3453" y="712"/>
                  </a:cubicBezTo>
                  <a:cubicBezTo>
                    <a:pt x="3430" y="712"/>
                    <a:pt x="3408" y="723"/>
                    <a:pt x="3396" y="746"/>
                  </a:cubicBezTo>
                  <a:lnTo>
                    <a:pt x="2051" y="3313"/>
                  </a:lnTo>
                  <a:lnTo>
                    <a:pt x="1516" y="2124"/>
                  </a:lnTo>
                  <a:cubicBezTo>
                    <a:pt x="1505" y="2099"/>
                    <a:pt x="1481" y="2086"/>
                    <a:pt x="1457" y="2086"/>
                  </a:cubicBezTo>
                  <a:cubicBezTo>
                    <a:pt x="1433" y="2086"/>
                    <a:pt x="1409" y="2099"/>
                    <a:pt x="1398" y="2125"/>
                  </a:cubicBezTo>
                  <a:lnTo>
                    <a:pt x="22" y="5329"/>
                  </a:lnTo>
                  <a:cubicBezTo>
                    <a:pt x="0" y="5381"/>
                    <a:pt x="42" y="5423"/>
                    <a:pt x="86" y="5423"/>
                  </a:cubicBezTo>
                  <a:cubicBezTo>
                    <a:pt x="106" y="5423"/>
                    <a:pt x="126" y="5414"/>
                    <a:pt x="141" y="5393"/>
                  </a:cubicBezTo>
                  <a:lnTo>
                    <a:pt x="1510" y="3223"/>
                  </a:lnTo>
                  <a:lnTo>
                    <a:pt x="2072" y="4476"/>
                  </a:lnTo>
                  <a:lnTo>
                    <a:pt x="3479" y="1791"/>
                  </a:lnTo>
                  <a:lnTo>
                    <a:pt x="4051" y="3100"/>
                  </a:lnTo>
                  <a:lnTo>
                    <a:pt x="5485" y="94"/>
                  </a:lnTo>
                  <a:cubicBezTo>
                    <a:pt x="5507" y="43"/>
                    <a:pt x="5465" y="0"/>
                    <a:pt x="5421" y="0"/>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3677;p80">
              <a:extLst>
                <a:ext uri="{FF2B5EF4-FFF2-40B4-BE49-F238E27FC236}">
                  <a16:creationId xmlns:a16="http://schemas.microsoft.com/office/drawing/2014/main" id="{F41124FE-2125-6D2D-B430-98C4CB96A245}"/>
                </a:ext>
              </a:extLst>
            </p:cNvPr>
            <p:cNvSpPr/>
            <p:nvPr/>
          </p:nvSpPr>
          <p:spPr>
            <a:xfrm>
              <a:off x="1609481" y="3938533"/>
              <a:ext cx="218824" cy="216941"/>
            </a:xfrm>
            <a:custGeom>
              <a:avLst/>
              <a:gdLst/>
              <a:ahLst/>
              <a:cxnLst/>
              <a:rect l="l" t="t" r="r" b="b"/>
              <a:pathLst>
                <a:path w="5345" h="5299" extrusionOk="0">
                  <a:moveTo>
                    <a:pt x="5344" y="0"/>
                  </a:moveTo>
                  <a:lnTo>
                    <a:pt x="3932" y="2707"/>
                  </a:lnTo>
                  <a:lnTo>
                    <a:pt x="3392" y="1504"/>
                  </a:lnTo>
                  <a:cubicBezTo>
                    <a:pt x="3381" y="1478"/>
                    <a:pt x="3357" y="1465"/>
                    <a:pt x="3333" y="1465"/>
                  </a:cubicBezTo>
                  <a:cubicBezTo>
                    <a:pt x="3310" y="1465"/>
                    <a:pt x="3288" y="1477"/>
                    <a:pt x="3276" y="1500"/>
                  </a:cubicBezTo>
                  <a:lnTo>
                    <a:pt x="1931" y="4068"/>
                  </a:lnTo>
                  <a:lnTo>
                    <a:pt x="1435" y="2962"/>
                  </a:lnTo>
                  <a:cubicBezTo>
                    <a:pt x="1424" y="2937"/>
                    <a:pt x="1400" y="2924"/>
                    <a:pt x="1376" y="2924"/>
                  </a:cubicBezTo>
                  <a:cubicBezTo>
                    <a:pt x="1355" y="2924"/>
                    <a:pt x="1333" y="2935"/>
                    <a:pt x="1320" y="2956"/>
                  </a:cubicBezTo>
                  <a:lnTo>
                    <a:pt x="0" y="5299"/>
                  </a:lnTo>
                  <a:lnTo>
                    <a:pt x="0" y="5299"/>
                  </a:lnTo>
                  <a:lnTo>
                    <a:pt x="1315" y="3377"/>
                  </a:lnTo>
                  <a:lnTo>
                    <a:pt x="1854" y="4579"/>
                  </a:lnTo>
                  <a:cubicBezTo>
                    <a:pt x="1866" y="4605"/>
                    <a:pt x="1890" y="4618"/>
                    <a:pt x="1914" y="4618"/>
                  </a:cubicBezTo>
                  <a:cubicBezTo>
                    <a:pt x="1936" y="4618"/>
                    <a:pt x="1959" y="4606"/>
                    <a:pt x="1970" y="4584"/>
                  </a:cubicBezTo>
                  <a:lnTo>
                    <a:pt x="3315" y="2016"/>
                  </a:lnTo>
                  <a:lnTo>
                    <a:pt x="3850" y="3205"/>
                  </a:lnTo>
                  <a:cubicBezTo>
                    <a:pt x="3862" y="3230"/>
                    <a:pt x="3886" y="3243"/>
                    <a:pt x="3909" y="3243"/>
                  </a:cubicBezTo>
                  <a:cubicBezTo>
                    <a:pt x="3933" y="3243"/>
                    <a:pt x="3957" y="3230"/>
                    <a:pt x="3968" y="3204"/>
                  </a:cubicBezTo>
                  <a:lnTo>
                    <a:pt x="5344"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3678;p80">
              <a:extLst>
                <a:ext uri="{FF2B5EF4-FFF2-40B4-BE49-F238E27FC236}">
                  <a16:creationId xmlns:a16="http://schemas.microsoft.com/office/drawing/2014/main" id="{FD7E288A-8DC9-2340-9A17-6A3A1DA8319E}"/>
                </a:ext>
              </a:extLst>
            </p:cNvPr>
            <p:cNvSpPr/>
            <p:nvPr/>
          </p:nvSpPr>
          <p:spPr>
            <a:xfrm>
              <a:off x="1553393" y="4168739"/>
              <a:ext cx="40367" cy="40285"/>
            </a:xfrm>
            <a:custGeom>
              <a:avLst/>
              <a:gdLst/>
              <a:ahLst/>
              <a:cxnLst/>
              <a:rect l="l" t="t" r="r" b="b"/>
              <a:pathLst>
                <a:path w="986" h="984" extrusionOk="0">
                  <a:moveTo>
                    <a:pt x="491" y="1"/>
                  </a:moveTo>
                  <a:cubicBezTo>
                    <a:pt x="491" y="1"/>
                    <a:pt x="490" y="1"/>
                    <a:pt x="489" y="1"/>
                  </a:cubicBezTo>
                  <a:cubicBezTo>
                    <a:pt x="416" y="3"/>
                    <a:pt x="359" y="68"/>
                    <a:pt x="359" y="142"/>
                  </a:cubicBezTo>
                  <a:lnTo>
                    <a:pt x="359" y="356"/>
                  </a:lnTo>
                  <a:lnTo>
                    <a:pt x="137" y="356"/>
                  </a:lnTo>
                  <a:cubicBezTo>
                    <a:pt x="62" y="356"/>
                    <a:pt x="1" y="419"/>
                    <a:pt x="3" y="496"/>
                  </a:cubicBezTo>
                  <a:cubicBezTo>
                    <a:pt x="5" y="571"/>
                    <a:pt x="69" y="628"/>
                    <a:pt x="143" y="628"/>
                  </a:cubicBezTo>
                  <a:lnTo>
                    <a:pt x="359" y="628"/>
                  </a:lnTo>
                  <a:lnTo>
                    <a:pt x="359" y="842"/>
                  </a:lnTo>
                  <a:cubicBezTo>
                    <a:pt x="359" y="917"/>
                    <a:pt x="417" y="982"/>
                    <a:pt x="489" y="983"/>
                  </a:cubicBezTo>
                  <a:cubicBezTo>
                    <a:pt x="491" y="983"/>
                    <a:pt x="493" y="983"/>
                    <a:pt x="495" y="983"/>
                  </a:cubicBezTo>
                  <a:cubicBezTo>
                    <a:pt x="568" y="983"/>
                    <a:pt x="628" y="922"/>
                    <a:pt x="628" y="849"/>
                  </a:cubicBezTo>
                  <a:lnTo>
                    <a:pt x="628" y="628"/>
                  </a:lnTo>
                  <a:lnTo>
                    <a:pt x="849" y="628"/>
                  </a:lnTo>
                  <a:cubicBezTo>
                    <a:pt x="924" y="628"/>
                    <a:pt x="985" y="565"/>
                    <a:pt x="984" y="488"/>
                  </a:cubicBezTo>
                  <a:cubicBezTo>
                    <a:pt x="981" y="413"/>
                    <a:pt x="917" y="356"/>
                    <a:pt x="843" y="356"/>
                  </a:cubicBezTo>
                  <a:lnTo>
                    <a:pt x="628" y="356"/>
                  </a:lnTo>
                  <a:lnTo>
                    <a:pt x="628" y="135"/>
                  </a:lnTo>
                  <a:cubicBezTo>
                    <a:pt x="628" y="61"/>
                    <a:pt x="566" y="1"/>
                    <a:pt x="491"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3679;p80">
              <a:extLst>
                <a:ext uri="{FF2B5EF4-FFF2-40B4-BE49-F238E27FC236}">
                  <a16:creationId xmlns:a16="http://schemas.microsoft.com/office/drawing/2014/main" id="{00FFCBF3-6DD9-C9B0-E5A7-DF48D234A32D}"/>
                </a:ext>
              </a:extLst>
            </p:cNvPr>
            <p:cNvSpPr/>
            <p:nvPr/>
          </p:nvSpPr>
          <p:spPr>
            <a:xfrm>
              <a:off x="1839973" y="3897143"/>
              <a:ext cx="40367" cy="11095"/>
            </a:xfrm>
            <a:custGeom>
              <a:avLst/>
              <a:gdLst/>
              <a:ahLst/>
              <a:cxnLst/>
              <a:rect l="l" t="t" r="r" b="b"/>
              <a:pathLst>
                <a:path w="986" h="271" extrusionOk="0">
                  <a:moveTo>
                    <a:pt x="136" y="1"/>
                  </a:moveTo>
                  <a:cubicBezTo>
                    <a:pt x="61" y="1"/>
                    <a:pt x="0" y="63"/>
                    <a:pt x="1" y="139"/>
                  </a:cubicBezTo>
                  <a:cubicBezTo>
                    <a:pt x="4" y="215"/>
                    <a:pt x="69" y="271"/>
                    <a:pt x="143" y="271"/>
                  </a:cubicBezTo>
                  <a:lnTo>
                    <a:pt x="848" y="271"/>
                  </a:lnTo>
                  <a:cubicBezTo>
                    <a:pt x="924" y="271"/>
                    <a:pt x="986" y="210"/>
                    <a:pt x="982" y="133"/>
                  </a:cubicBezTo>
                  <a:cubicBezTo>
                    <a:pt x="980" y="58"/>
                    <a:pt x="916" y="1"/>
                    <a:pt x="8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3" name="Google Shape;3680;p80">
            <a:extLst>
              <a:ext uri="{FF2B5EF4-FFF2-40B4-BE49-F238E27FC236}">
                <a16:creationId xmlns:a16="http://schemas.microsoft.com/office/drawing/2014/main" id="{3CA73C00-9A5D-2641-6A04-672859A02614}"/>
              </a:ext>
            </a:extLst>
          </p:cNvPr>
          <p:cNvGrpSpPr/>
          <p:nvPr/>
        </p:nvGrpSpPr>
        <p:grpSpPr>
          <a:xfrm>
            <a:off x="1277214" y="5687839"/>
            <a:ext cx="777238" cy="756003"/>
            <a:chOff x="721492" y="3857349"/>
            <a:chExt cx="376771" cy="376730"/>
          </a:xfrm>
        </p:grpSpPr>
        <p:sp>
          <p:nvSpPr>
            <p:cNvPr id="714" name="Google Shape;3681;p80">
              <a:extLst>
                <a:ext uri="{FF2B5EF4-FFF2-40B4-BE49-F238E27FC236}">
                  <a16:creationId xmlns:a16="http://schemas.microsoft.com/office/drawing/2014/main" id="{AF697F7C-30E5-C18E-6553-2621E9186B6E}"/>
                </a:ext>
              </a:extLst>
            </p:cNvPr>
            <p:cNvSpPr/>
            <p:nvPr/>
          </p:nvSpPr>
          <p:spPr>
            <a:xfrm>
              <a:off x="721492" y="3857349"/>
              <a:ext cx="372104" cy="372145"/>
            </a:xfrm>
            <a:custGeom>
              <a:avLst/>
              <a:gdLst/>
              <a:ahLst/>
              <a:cxnLst/>
              <a:rect l="l" t="t" r="r" b="b"/>
              <a:pathLst>
                <a:path w="9089" h="9090" extrusionOk="0">
                  <a:moveTo>
                    <a:pt x="4600" y="1"/>
                  </a:moveTo>
                  <a:cubicBezTo>
                    <a:pt x="2059" y="1"/>
                    <a:pt x="0" y="2061"/>
                    <a:pt x="0" y="4601"/>
                  </a:cubicBezTo>
                  <a:cubicBezTo>
                    <a:pt x="0" y="5814"/>
                    <a:pt x="472" y="6918"/>
                    <a:pt x="1239" y="7740"/>
                  </a:cubicBezTo>
                  <a:cubicBezTo>
                    <a:pt x="2203" y="8704"/>
                    <a:pt x="3276" y="9089"/>
                    <a:pt x="4490" y="9089"/>
                  </a:cubicBezTo>
                  <a:cubicBezTo>
                    <a:pt x="4490" y="9089"/>
                    <a:pt x="4491" y="9089"/>
                    <a:pt x="4492" y="9089"/>
                  </a:cubicBezTo>
                  <a:cubicBezTo>
                    <a:pt x="7030" y="9089"/>
                    <a:pt x="9089" y="7030"/>
                    <a:pt x="9089" y="4490"/>
                  </a:cubicBezTo>
                  <a:cubicBezTo>
                    <a:pt x="9089" y="3277"/>
                    <a:pt x="8647" y="2147"/>
                    <a:pt x="7739" y="1240"/>
                  </a:cubicBezTo>
                  <a:cubicBezTo>
                    <a:pt x="6918" y="471"/>
                    <a:pt x="5814" y="1"/>
                    <a:pt x="4600"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3682;p80">
              <a:extLst>
                <a:ext uri="{FF2B5EF4-FFF2-40B4-BE49-F238E27FC236}">
                  <a16:creationId xmlns:a16="http://schemas.microsoft.com/office/drawing/2014/main" id="{0CFE0D55-6C95-FAF2-8EE3-1B324AF57E02}"/>
                </a:ext>
              </a:extLst>
            </p:cNvPr>
            <p:cNvSpPr/>
            <p:nvPr/>
          </p:nvSpPr>
          <p:spPr>
            <a:xfrm>
              <a:off x="772176" y="3908074"/>
              <a:ext cx="326087" cy="326005"/>
            </a:xfrm>
            <a:custGeom>
              <a:avLst/>
              <a:gdLst/>
              <a:ahLst/>
              <a:cxnLst/>
              <a:rect l="l" t="t" r="r" b="b"/>
              <a:pathLst>
                <a:path w="7965" h="7963" extrusionOk="0">
                  <a:moveTo>
                    <a:pt x="6501" y="1"/>
                  </a:moveTo>
                  <a:lnTo>
                    <a:pt x="6501" y="1"/>
                  </a:lnTo>
                  <a:cubicBezTo>
                    <a:pt x="7269" y="821"/>
                    <a:pt x="7740" y="1926"/>
                    <a:pt x="7740" y="3139"/>
                  </a:cubicBezTo>
                  <a:cubicBezTo>
                    <a:pt x="7740" y="5681"/>
                    <a:pt x="5680" y="7740"/>
                    <a:pt x="3140" y="7740"/>
                  </a:cubicBezTo>
                  <a:cubicBezTo>
                    <a:pt x="1926" y="7740"/>
                    <a:pt x="823" y="7268"/>
                    <a:pt x="1" y="6501"/>
                  </a:cubicBezTo>
                  <a:lnTo>
                    <a:pt x="1" y="6501"/>
                  </a:lnTo>
                  <a:cubicBezTo>
                    <a:pt x="841" y="7401"/>
                    <a:pt x="2036" y="7962"/>
                    <a:pt x="3365" y="7962"/>
                  </a:cubicBezTo>
                  <a:cubicBezTo>
                    <a:pt x="5905" y="7962"/>
                    <a:pt x="7965" y="5902"/>
                    <a:pt x="7965" y="3362"/>
                  </a:cubicBezTo>
                  <a:cubicBezTo>
                    <a:pt x="7962" y="2035"/>
                    <a:pt x="7401" y="839"/>
                    <a:pt x="65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3683;p80">
              <a:extLst>
                <a:ext uri="{FF2B5EF4-FFF2-40B4-BE49-F238E27FC236}">
                  <a16:creationId xmlns:a16="http://schemas.microsoft.com/office/drawing/2014/main" id="{76AB4147-F4D6-ED9F-2E0D-1165AFB80D75}"/>
                </a:ext>
              </a:extLst>
            </p:cNvPr>
            <p:cNvSpPr/>
            <p:nvPr/>
          </p:nvSpPr>
          <p:spPr>
            <a:xfrm>
              <a:off x="879889" y="3995767"/>
              <a:ext cx="62474" cy="98215"/>
            </a:xfrm>
            <a:custGeom>
              <a:avLst/>
              <a:gdLst/>
              <a:ahLst/>
              <a:cxnLst/>
              <a:rect l="l" t="t" r="r" b="b"/>
              <a:pathLst>
                <a:path w="1526" h="2399" extrusionOk="0">
                  <a:moveTo>
                    <a:pt x="739" y="286"/>
                  </a:moveTo>
                  <a:cubicBezTo>
                    <a:pt x="994" y="286"/>
                    <a:pt x="1209" y="497"/>
                    <a:pt x="1209" y="745"/>
                  </a:cubicBezTo>
                  <a:cubicBezTo>
                    <a:pt x="1209" y="994"/>
                    <a:pt x="993" y="1204"/>
                    <a:pt x="739" y="1204"/>
                  </a:cubicBezTo>
                  <a:cubicBezTo>
                    <a:pt x="628" y="1204"/>
                    <a:pt x="413" y="1205"/>
                    <a:pt x="287" y="1207"/>
                  </a:cubicBezTo>
                  <a:lnTo>
                    <a:pt x="287" y="287"/>
                  </a:lnTo>
                  <a:lnTo>
                    <a:pt x="287" y="286"/>
                  </a:lnTo>
                  <a:close/>
                  <a:moveTo>
                    <a:pt x="140" y="0"/>
                  </a:moveTo>
                  <a:cubicBezTo>
                    <a:pt x="61" y="0"/>
                    <a:pt x="0" y="64"/>
                    <a:pt x="0" y="140"/>
                  </a:cubicBezTo>
                  <a:lnTo>
                    <a:pt x="0" y="2259"/>
                  </a:lnTo>
                  <a:cubicBezTo>
                    <a:pt x="0" y="2336"/>
                    <a:pt x="64" y="2397"/>
                    <a:pt x="140" y="2399"/>
                  </a:cubicBezTo>
                  <a:lnTo>
                    <a:pt x="149" y="2399"/>
                  </a:lnTo>
                  <a:cubicBezTo>
                    <a:pt x="227" y="2399"/>
                    <a:pt x="288" y="2335"/>
                    <a:pt x="288" y="2259"/>
                  </a:cubicBezTo>
                  <a:lnTo>
                    <a:pt x="288" y="1477"/>
                  </a:lnTo>
                  <a:cubicBezTo>
                    <a:pt x="418" y="1475"/>
                    <a:pt x="639" y="1474"/>
                    <a:pt x="752" y="1474"/>
                  </a:cubicBezTo>
                  <a:cubicBezTo>
                    <a:pt x="1179" y="1474"/>
                    <a:pt x="1526" y="1143"/>
                    <a:pt x="1526" y="737"/>
                  </a:cubicBezTo>
                  <a:cubicBezTo>
                    <a:pt x="1526" y="332"/>
                    <a:pt x="1179" y="0"/>
                    <a:pt x="75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3684;p80">
              <a:extLst>
                <a:ext uri="{FF2B5EF4-FFF2-40B4-BE49-F238E27FC236}">
                  <a16:creationId xmlns:a16="http://schemas.microsoft.com/office/drawing/2014/main" id="{49B88795-A9D4-A828-18FF-731548221155}"/>
                </a:ext>
              </a:extLst>
            </p:cNvPr>
            <p:cNvSpPr/>
            <p:nvPr/>
          </p:nvSpPr>
          <p:spPr>
            <a:xfrm>
              <a:off x="879357" y="4139999"/>
              <a:ext cx="62843" cy="76803"/>
            </a:xfrm>
            <a:custGeom>
              <a:avLst/>
              <a:gdLst/>
              <a:ahLst/>
              <a:cxnLst/>
              <a:rect l="l" t="t" r="r" b="b"/>
              <a:pathLst>
                <a:path w="1535" h="1876" extrusionOk="0">
                  <a:moveTo>
                    <a:pt x="769" y="0"/>
                  </a:moveTo>
                  <a:cubicBezTo>
                    <a:pt x="690" y="0"/>
                    <a:pt x="624" y="64"/>
                    <a:pt x="624" y="140"/>
                  </a:cubicBezTo>
                  <a:lnTo>
                    <a:pt x="624" y="1399"/>
                  </a:lnTo>
                  <a:lnTo>
                    <a:pt x="260" y="1046"/>
                  </a:lnTo>
                  <a:cubicBezTo>
                    <a:pt x="233" y="1019"/>
                    <a:pt x="196" y="1005"/>
                    <a:pt x="160" y="1005"/>
                  </a:cubicBezTo>
                  <a:cubicBezTo>
                    <a:pt x="123" y="1005"/>
                    <a:pt x="86" y="1019"/>
                    <a:pt x="58" y="1046"/>
                  </a:cubicBezTo>
                  <a:cubicBezTo>
                    <a:pt x="1" y="1101"/>
                    <a:pt x="1" y="1189"/>
                    <a:pt x="58" y="1243"/>
                  </a:cubicBezTo>
                  <a:lnTo>
                    <a:pt x="666" y="1834"/>
                  </a:lnTo>
                  <a:cubicBezTo>
                    <a:pt x="695" y="1862"/>
                    <a:pt x="732" y="1875"/>
                    <a:pt x="769" y="1875"/>
                  </a:cubicBezTo>
                  <a:cubicBezTo>
                    <a:pt x="806" y="1875"/>
                    <a:pt x="840" y="1862"/>
                    <a:pt x="871" y="1836"/>
                  </a:cubicBezTo>
                  <a:lnTo>
                    <a:pt x="1476" y="1248"/>
                  </a:lnTo>
                  <a:cubicBezTo>
                    <a:pt x="1534" y="1192"/>
                    <a:pt x="1535" y="1093"/>
                    <a:pt x="1472" y="1041"/>
                  </a:cubicBezTo>
                  <a:cubicBezTo>
                    <a:pt x="1445" y="1018"/>
                    <a:pt x="1411" y="1006"/>
                    <a:pt x="1377" y="1006"/>
                  </a:cubicBezTo>
                  <a:cubicBezTo>
                    <a:pt x="1340" y="1006"/>
                    <a:pt x="1304" y="1020"/>
                    <a:pt x="1276" y="1047"/>
                  </a:cubicBezTo>
                  <a:lnTo>
                    <a:pt x="912" y="1400"/>
                  </a:lnTo>
                  <a:lnTo>
                    <a:pt x="912" y="140"/>
                  </a:lnTo>
                  <a:cubicBezTo>
                    <a:pt x="912" y="61"/>
                    <a:pt x="848" y="0"/>
                    <a:pt x="7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3685;p80">
              <a:extLst>
                <a:ext uri="{FF2B5EF4-FFF2-40B4-BE49-F238E27FC236}">
                  <a16:creationId xmlns:a16="http://schemas.microsoft.com/office/drawing/2014/main" id="{3EBD5218-0808-6828-77FE-0BE15DDA7A45}"/>
                </a:ext>
              </a:extLst>
            </p:cNvPr>
            <p:cNvSpPr/>
            <p:nvPr/>
          </p:nvSpPr>
          <p:spPr>
            <a:xfrm>
              <a:off x="787160" y="4109949"/>
              <a:ext cx="60141" cy="59486"/>
            </a:xfrm>
            <a:custGeom>
              <a:avLst/>
              <a:gdLst/>
              <a:ahLst/>
              <a:cxnLst/>
              <a:rect l="l" t="t" r="r" b="b"/>
              <a:pathLst>
                <a:path w="1469" h="1453" extrusionOk="0">
                  <a:moveTo>
                    <a:pt x="1310" y="0"/>
                  </a:moveTo>
                  <a:cubicBezTo>
                    <a:pt x="1273" y="0"/>
                    <a:pt x="1236" y="14"/>
                    <a:pt x="1208" y="42"/>
                  </a:cubicBezTo>
                  <a:lnTo>
                    <a:pt x="289" y="960"/>
                  </a:lnTo>
                  <a:lnTo>
                    <a:pt x="289" y="445"/>
                  </a:lnTo>
                  <a:cubicBezTo>
                    <a:pt x="289" y="366"/>
                    <a:pt x="224" y="302"/>
                    <a:pt x="145" y="302"/>
                  </a:cubicBezTo>
                  <a:cubicBezTo>
                    <a:pt x="129" y="302"/>
                    <a:pt x="114" y="304"/>
                    <a:pt x="98" y="309"/>
                  </a:cubicBezTo>
                  <a:cubicBezTo>
                    <a:pt x="38" y="329"/>
                    <a:pt x="0" y="384"/>
                    <a:pt x="0" y="446"/>
                  </a:cubicBezTo>
                  <a:lnTo>
                    <a:pt x="0" y="1312"/>
                  </a:lnTo>
                  <a:cubicBezTo>
                    <a:pt x="0" y="1391"/>
                    <a:pt x="63" y="1453"/>
                    <a:pt x="140" y="1453"/>
                  </a:cubicBezTo>
                  <a:lnTo>
                    <a:pt x="1007" y="1453"/>
                  </a:lnTo>
                  <a:cubicBezTo>
                    <a:pt x="1101" y="1453"/>
                    <a:pt x="1175" y="1362"/>
                    <a:pt x="1145" y="1261"/>
                  </a:cubicBezTo>
                  <a:cubicBezTo>
                    <a:pt x="1125" y="1203"/>
                    <a:pt x="1070" y="1165"/>
                    <a:pt x="1008" y="1165"/>
                  </a:cubicBezTo>
                  <a:lnTo>
                    <a:pt x="492" y="1165"/>
                  </a:lnTo>
                  <a:lnTo>
                    <a:pt x="1412" y="247"/>
                  </a:lnTo>
                  <a:cubicBezTo>
                    <a:pt x="1455" y="204"/>
                    <a:pt x="1469" y="136"/>
                    <a:pt x="1439" y="81"/>
                  </a:cubicBezTo>
                  <a:cubicBezTo>
                    <a:pt x="1412" y="27"/>
                    <a:pt x="1361" y="0"/>
                    <a:pt x="13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3686;p80">
              <a:extLst>
                <a:ext uri="{FF2B5EF4-FFF2-40B4-BE49-F238E27FC236}">
                  <a16:creationId xmlns:a16="http://schemas.microsoft.com/office/drawing/2014/main" id="{44FD26EA-F11E-D386-B4E6-B54BE57B6E26}"/>
                </a:ext>
              </a:extLst>
            </p:cNvPr>
            <p:cNvSpPr/>
            <p:nvPr/>
          </p:nvSpPr>
          <p:spPr>
            <a:xfrm>
              <a:off x="972454" y="4108393"/>
              <a:ext cx="60550" cy="59568"/>
            </a:xfrm>
            <a:custGeom>
              <a:avLst/>
              <a:gdLst/>
              <a:ahLst/>
              <a:cxnLst/>
              <a:rect l="l" t="t" r="r" b="b"/>
              <a:pathLst>
                <a:path w="1479" h="1455" extrusionOk="0">
                  <a:moveTo>
                    <a:pt x="169" y="1"/>
                  </a:moveTo>
                  <a:cubicBezTo>
                    <a:pt x="148" y="1"/>
                    <a:pt x="126" y="5"/>
                    <a:pt x="106" y="16"/>
                  </a:cubicBezTo>
                  <a:cubicBezTo>
                    <a:pt x="14" y="63"/>
                    <a:pt x="0" y="179"/>
                    <a:pt x="68" y="247"/>
                  </a:cubicBezTo>
                  <a:lnTo>
                    <a:pt x="986" y="1166"/>
                  </a:lnTo>
                  <a:lnTo>
                    <a:pt x="470" y="1166"/>
                  </a:lnTo>
                  <a:cubicBezTo>
                    <a:pt x="377" y="1166"/>
                    <a:pt x="302" y="1259"/>
                    <a:pt x="334" y="1358"/>
                  </a:cubicBezTo>
                  <a:cubicBezTo>
                    <a:pt x="354" y="1417"/>
                    <a:pt x="410" y="1455"/>
                    <a:pt x="472" y="1455"/>
                  </a:cubicBezTo>
                  <a:lnTo>
                    <a:pt x="1334" y="1455"/>
                  </a:lnTo>
                  <a:cubicBezTo>
                    <a:pt x="1413" y="1455"/>
                    <a:pt x="1477" y="1391"/>
                    <a:pt x="1478" y="1307"/>
                  </a:cubicBezTo>
                  <a:lnTo>
                    <a:pt x="1478" y="444"/>
                  </a:lnTo>
                  <a:cubicBezTo>
                    <a:pt x="1478" y="366"/>
                    <a:pt x="1414" y="302"/>
                    <a:pt x="1334" y="302"/>
                  </a:cubicBezTo>
                  <a:cubicBezTo>
                    <a:pt x="1319" y="302"/>
                    <a:pt x="1303" y="304"/>
                    <a:pt x="1287" y="309"/>
                  </a:cubicBezTo>
                  <a:cubicBezTo>
                    <a:pt x="1228" y="329"/>
                    <a:pt x="1190" y="384"/>
                    <a:pt x="1190" y="446"/>
                  </a:cubicBezTo>
                  <a:lnTo>
                    <a:pt x="1190" y="962"/>
                  </a:lnTo>
                  <a:lnTo>
                    <a:pt x="272" y="43"/>
                  </a:lnTo>
                  <a:cubicBezTo>
                    <a:pt x="244" y="16"/>
                    <a:pt x="207" y="1"/>
                    <a:pt x="16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3687;p80">
              <a:extLst>
                <a:ext uri="{FF2B5EF4-FFF2-40B4-BE49-F238E27FC236}">
                  <a16:creationId xmlns:a16="http://schemas.microsoft.com/office/drawing/2014/main" id="{470D9827-7A9F-40BA-CD65-1A8FDE764783}"/>
                </a:ext>
              </a:extLst>
            </p:cNvPr>
            <p:cNvSpPr/>
            <p:nvPr/>
          </p:nvSpPr>
          <p:spPr>
            <a:xfrm>
              <a:off x="738032" y="4015705"/>
              <a:ext cx="78523" cy="61738"/>
            </a:xfrm>
            <a:custGeom>
              <a:avLst/>
              <a:gdLst/>
              <a:ahLst/>
              <a:cxnLst/>
              <a:rect l="l" t="t" r="r" b="b"/>
              <a:pathLst>
                <a:path w="1918" h="1508" extrusionOk="0">
                  <a:moveTo>
                    <a:pt x="744" y="1"/>
                  </a:moveTo>
                  <a:cubicBezTo>
                    <a:pt x="708" y="1"/>
                    <a:pt x="672" y="15"/>
                    <a:pt x="645" y="43"/>
                  </a:cubicBezTo>
                  <a:lnTo>
                    <a:pt x="54" y="653"/>
                  </a:lnTo>
                  <a:cubicBezTo>
                    <a:pt x="0" y="708"/>
                    <a:pt x="0" y="800"/>
                    <a:pt x="54" y="855"/>
                  </a:cubicBezTo>
                  <a:lnTo>
                    <a:pt x="645" y="1465"/>
                  </a:lnTo>
                  <a:cubicBezTo>
                    <a:pt x="672" y="1493"/>
                    <a:pt x="708" y="1507"/>
                    <a:pt x="744" y="1507"/>
                  </a:cubicBezTo>
                  <a:cubicBezTo>
                    <a:pt x="780" y="1507"/>
                    <a:pt x="815" y="1493"/>
                    <a:pt x="841" y="1465"/>
                  </a:cubicBezTo>
                  <a:cubicBezTo>
                    <a:pt x="896" y="1409"/>
                    <a:pt x="896" y="1319"/>
                    <a:pt x="841" y="1262"/>
                  </a:cubicBezTo>
                  <a:lnTo>
                    <a:pt x="488" y="898"/>
                  </a:lnTo>
                  <a:lnTo>
                    <a:pt x="1749" y="898"/>
                  </a:lnTo>
                  <a:cubicBezTo>
                    <a:pt x="1805" y="898"/>
                    <a:pt x="1857" y="865"/>
                    <a:pt x="1877" y="813"/>
                  </a:cubicBezTo>
                  <a:cubicBezTo>
                    <a:pt x="1917" y="709"/>
                    <a:pt x="1844" y="611"/>
                    <a:pt x="1749" y="611"/>
                  </a:cubicBezTo>
                  <a:lnTo>
                    <a:pt x="490" y="611"/>
                  </a:lnTo>
                  <a:lnTo>
                    <a:pt x="843" y="247"/>
                  </a:lnTo>
                  <a:cubicBezTo>
                    <a:pt x="882" y="205"/>
                    <a:pt x="896" y="146"/>
                    <a:pt x="875" y="94"/>
                  </a:cubicBezTo>
                  <a:cubicBezTo>
                    <a:pt x="850" y="32"/>
                    <a:pt x="797" y="1"/>
                    <a:pt x="74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3688;p80">
              <a:extLst>
                <a:ext uri="{FF2B5EF4-FFF2-40B4-BE49-F238E27FC236}">
                  <a16:creationId xmlns:a16="http://schemas.microsoft.com/office/drawing/2014/main" id="{F803E30E-1A35-7D76-FD92-4E8CB5792BEA}"/>
                </a:ext>
              </a:extLst>
            </p:cNvPr>
            <p:cNvSpPr/>
            <p:nvPr/>
          </p:nvSpPr>
          <p:spPr>
            <a:xfrm>
              <a:off x="1002996" y="4014231"/>
              <a:ext cx="78523" cy="61697"/>
            </a:xfrm>
            <a:custGeom>
              <a:avLst/>
              <a:gdLst/>
              <a:ahLst/>
              <a:cxnLst/>
              <a:rect l="l" t="t" r="r" b="b"/>
              <a:pathLst>
                <a:path w="1918" h="1507" extrusionOk="0">
                  <a:moveTo>
                    <a:pt x="1174" y="0"/>
                  </a:moveTo>
                  <a:cubicBezTo>
                    <a:pt x="1139" y="0"/>
                    <a:pt x="1103" y="14"/>
                    <a:pt x="1076" y="42"/>
                  </a:cubicBezTo>
                  <a:cubicBezTo>
                    <a:pt x="1021" y="98"/>
                    <a:pt x="1021" y="189"/>
                    <a:pt x="1076" y="246"/>
                  </a:cubicBezTo>
                  <a:lnTo>
                    <a:pt x="1430" y="610"/>
                  </a:lnTo>
                  <a:lnTo>
                    <a:pt x="169" y="610"/>
                  </a:lnTo>
                  <a:cubicBezTo>
                    <a:pt x="113" y="610"/>
                    <a:pt x="60" y="642"/>
                    <a:pt x="40" y="694"/>
                  </a:cubicBezTo>
                  <a:cubicBezTo>
                    <a:pt x="0" y="798"/>
                    <a:pt x="74" y="897"/>
                    <a:pt x="169" y="897"/>
                  </a:cubicBezTo>
                  <a:lnTo>
                    <a:pt x="1428" y="897"/>
                  </a:lnTo>
                  <a:lnTo>
                    <a:pt x="1074" y="1262"/>
                  </a:lnTo>
                  <a:cubicBezTo>
                    <a:pt x="1040" y="1297"/>
                    <a:pt x="1025" y="1364"/>
                    <a:pt x="1042" y="1411"/>
                  </a:cubicBezTo>
                  <a:cubicBezTo>
                    <a:pt x="1067" y="1475"/>
                    <a:pt x="1121" y="1507"/>
                    <a:pt x="1174" y="1507"/>
                  </a:cubicBezTo>
                  <a:cubicBezTo>
                    <a:pt x="1211" y="1507"/>
                    <a:pt x="1247" y="1493"/>
                    <a:pt x="1273" y="1464"/>
                  </a:cubicBezTo>
                  <a:lnTo>
                    <a:pt x="1863" y="854"/>
                  </a:lnTo>
                  <a:cubicBezTo>
                    <a:pt x="1917" y="800"/>
                    <a:pt x="1917" y="708"/>
                    <a:pt x="1863" y="652"/>
                  </a:cubicBezTo>
                  <a:lnTo>
                    <a:pt x="1273" y="42"/>
                  </a:lnTo>
                  <a:cubicBezTo>
                    <a:pt x="1246" y="14"/>
                    <a:pt x="1210" y="0"/>
                    <a:pt x="11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3689;p80">
              <a:extLst>
                <a:ext uri="{FF2B5EF4-FFF2-40B4-BE49-F238E27FC236}">
                  <a16:creationId xmlns:a16="http://schemas.microsoft.com/office/drawing/2014/main" id="{726D6DBB-EBB6-7C0F-36D5-3DF4F95BFF17}"/>
                </a:ext>
              </a:extLst>
            </p:cNvPr>
            <p:cNvSpPr/>
            <p:nvPr/>
          </p:nvSpPr>
          <p:spPr>
            <a:xfrm>
              <a:off x="786423" y="3923672"/>
              <a:ext cx="60059" cy="59486"/>
            </a:xfrm>
            <a:custGeom>
              <a:avLst/>
              <a:gdLst/>
              <a:ahLst/>
              <a:cxnLst/>
              <a:rect l="l" t="t" r="r" b="b"/>
              <a:pathLst>
                <a:path w="1467" h="1453" extrusionOk="0">
                  <a:moveTo>
                    <a:pt x="139" y="0"/>
                  </a:moveTo>
                  <a:cubicBezTo>
                    <a:pt x="62" y="0"/>
                    <a:pt x="0" y="64"/>
                    <a:pt x="0" y="141"/>
                  </a:cubicBezTo>
                  <a:lnTo>
                    <a:pt x="0" y="1008"/>
                  </a:lnTo>
                  <a:cubicBezTo>
                    <a:pt x="0" y="1087"/>
                    <a:pt x="65" y="1152"/>
                    <a:pt x="144" y="1152"/>
                  </a:cubicBezTo>
                  <a:cubicBezTo>
                    <a:pt x="159" y="1152"/>
                    <a:pt x="175" y="1149"/>
                    <a:pt x="191" y="1144"/>
                  </a:cubicBezTo>
                  <a:cubicBezTo>
                    <a:pt x="250" y="1124"/>
                    <a:pt x="288" y="1069"/>
                    <a:pt x="288" y="1007"/>
                  </a:cubicBezTo>
                  <a:lnTo>
                    <a:pt x="288" y="491"/>
                  </a:lnTo>
                  <a:lnTo>
                    <a:pt x="1208" y="1410"/>
                  </a:lnTo>
                  <a:cubicBezTo>
                    <a:pt x="1236" y="1439"/>
                    <a:pt x="1272" y="1452"/>
                    <a:pt x="1309" y="1452"/>
                  </a:cubicBezTo>
                  <a:cubicBezTo>
                    <a:pt x="1345" y="1452"/>
                    <a:pt x="1382" y="1439"/>
                    <a:pt x="1410" y="1412"/>
                  </a:cubicBezTo>
                  <a:cubicBezTo>
                    <a:pt x="1467" y="1356"/>
                    <a:pt x="1467" y="1265"/>
                    <a:pt x="1410" y="1209"/>
                  </a:cubicBezTo>
                  <a:lnTo>
                    <a:pt x="492" y="290"/>
                  </a:lnTo>
                  <a:lnTo>
                    <a:pt x="1008" y="290"/>
                  </a:lnTo>
                  <a:cubicBezTo>
                    <a:pt x="1102" y="290"/>
                    <a:pt x="1175" y="197"/>
                    <a:pt x="1144" y="98"/>
                  </a:cubicBezTo>
                  <a:cubicBezTo>
                    <a:pt x="1124" y="38"/>
                    <a:pt x="1068" y="0"/>
                    <a:pt x="100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3690;p80">
              <a:extLst>
                <a:ext uri="{FF2B5EF4-FFF2-40B4-BE49-F238E27FC236}">
                  <a16:creationId xmlns:a16="http://schemas.microsoft.com/office/drawing/2014/main" id="{E6073740-E44F-F597-8695-B36058264D0E}"/>
                </a:ext>
              </a:extLst>
            </p:cNvPr>
            <p:cNvSpPr/>
            <p:nvPr/>
          </p:nvSpPr>
          <p:spPr>
            <a:xfrm>
              <a:off x="972209" y="3922198"/>
              <a:ext cx="59977" cy="59486"/>
            </a:xfrm>
            <a:custGeom>
              <a:avLst/>
              <a:gdLst/>
              <a:ahLst/>
              <a:cxnLst/>
              <a:rect l="l" t="t" r="r" b="b"/>
              <a:pathLst>
                <a:path w="1465" h="1453" extrusionOk="0">
                  <a:moveTo>
                    <a:pt x="458" y="1"/>
                  </a:moveTo>
                  <a:cubicBezTo>
                    <a:pt x="364" y="1"/>
                    <a:pt x="290" y="93"/>
                    <a:pt x="322" y="193"/>
                  </a:cubicBezTo>
                  <a:cubicBezTo>
                    <a:pt x="342" y="251"/>
                    <a:pt x="397" y="289"/>
                    <a:pt x="459" y="289"/>
                  </a:cubicBezTo>
                  <a:lnTo>
                    <a:pt x="975" y="289"/>
                  </a:lnTo>
                  <a:lnTo>
                    <a:pt x="56" y="1207"/>
                  </a:lnTo>
                  <a:cubicBezTo>
                    <a:pt x="16" y="1246"/>
                    <a:pt x="1" y="1319"/>
                    <a:pt x="25" y="1369"/>
                  </a:cubicBezTo>
                  <a:cubicBezTo>
                    <a:pt x="53" y="1425"/>
                    <a:pt x="105" y="1452"/>
                    <a:pt x="157" y="1452"/>
                  </a:cubicBezTo>
                  <a:cubicBezTo>
                    <a:pt x="194" y="1452"/>
                    <a:pt x="231" y="1439"/>
                    <a:pt x="255" y="1411"/>
                  </a:cubicBezTo>
                  <a:lnTo>
                    <a:pt x="1175" y="493"/>
                  </a:lnTo>
                  <a:lnTo>
                    <a:pt x="1175" y="1008"/>
                  </a:lnTo>
                  <a:cubicBezTo>
                    <a:pt x="1175" y="1087"/>
                    <a:pt x="1240" y="1152"/>
                    <a:pt x="1319" y="1152"/>
                  </a:cubicBezTo>
                  <a:cubicBezTo>
                    <a:pt x="1335" y="1152"/>
                    <a:pt x="1350" y="1149"/>
                    <a:pt x="1366" y="1144"/>
                  </a:cubicBezTo>
                  <a:cubicBezTo>
                    <a:pt x="1425" y="1124"/>
                    <a:pt x="1464" y="1069"/>
                    <a:pt x="1464" y="1007"/>
                  </a:cubicBezTo>
                  <a:lnTo>
                    <a:pt x="1464" y="141"/>
                  </a:lnTo>
                  <a:cubicBezTo>
                    <a:pt x="1464" y="63"/>
                    <a:pt x="1401" y="1"/>
                    <a:pt x="13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3691;p80">
              <a:extLst>
                <a:ext uri="{FF2B5EF4-FFF2-40B4-BE49-F238E27FC236}">
                  <a16:creationId xmlns:a16="http://schemas.microsoft.com/office/drawing/2014/main" id="{8E02AF9A-9942-574B-4925-554CDE9240F7}"/>
                </a:ext>
              </a:extLst>
            </p:cNvPr>
            <p:cNvSpPr/>
            <p:nvPr/>
          </p:nvSpPr>
          <p:spPr>
            <a:xfrm>
              <a:off x="877883" y="3874831"/>
              <a:ext cx="62802" cy="76885"/>
            </a:xfrm>
            <a:custGeom>
              <a:avLst/>
              <a:gdLst/>
              <a:ahLst/>
              <a:cxnLst/>
              <a:rect l="l" t="t" r="r" b="b"/>
              <a:pathLst>
                <a:path w="1534" h="1878" extrusionOk="0">
                  <a:moveTo>
                    <a:pt x="767" y="0"/>
                  </a:moveTo>
                  <a:cubicBezTo>
                    <a:pt x="730" y="0"/>
                    <a:pt x="693" y="14"/>
                    <a:pt x="664" y="41"/>
                  </a:cubicBezTo>
                  <a:lnTo>
                    <a:pt x="61" y="628"/>
                  </a:lnTo>
                  <a:cubicBezTo>
                    <a:pt x="3" y="684"/>
                    <a:pt x="1" y="783"/>
                    <a:pt x="63" y="836"/>
                  </a:cubicBezTo>
                  <a:cubicBezTo>
                    <a:pt x="90" y="859"/>
                    <a:pt x="124" y="870"/>
                    <a:pt x="158" y="870"/>
                  </a:cubicBezTo>
                  <a:cubicBezTo>
                    <a:pt x="195" y="870"/>
                    <a:pt x="231" y="857"/>
                    <a:pt x="259" y="829"/>
                  </a:cubicBezTo>
                  <a:lnTo>
                    <a:pt x="623" y="476"/>
                  </a:lnTo>
                  <a:lnTo>
                    <a:pt x="623" y="1737"/>
                  </a:lnTo>
                  <a:cubicBezTo>
                    <a:pt x="623" y="1815"/>
                    <a:pt x="689" y="1877"/>
                    <a:pt x="768" y="1877"/>
                  </a:cubicBezTo>
                  <a:cubicBezTo>
                    <a:pt x="847" y="1877"/>
                    <a:pt x="911" y="1814"/>
                    <a:pt x="910" y="1736"/>
                  </a:cubicBezTo>
                  <a:lnTo>
                    <a:pt x="910" y="476"/>
                  </a:lnTo>
                  <a:lnTo>
                    <a:pt x="1274" y="829"/>
                  </a:lnTo>
                  <a:cubicBezTo>
                    <a:pt x="1302" y="856"/>
                    <a:pt x="1338" y="870"/>
                    <a:pt x="1375" y="870"/>
                  </a:cubicBezTo>
                  <a:cubicBezTo>
                    <a:pt x="1412" y="870"/>
                    <a:pt x="1449" y="856"/>
                    <a:pt x="1477" y="829"/>
                  </a:cubicBezTo>
                  <a:cubicBezTo>
                    <a:pt x="1534" y="774"/>
                    <a:pt x="1534" y="686"/>
                    <a:pt x="1477" y="631"/>
                  </a:cubicBezTo>
                  <a:lnTo>
                    <a:pt x="868" y="41"/>
                  </a:lnTo>
                  <a:cubicBezTo>
                    <a:pt x="840" y="14"/>
                    <a:pt x="803" y="0"/>
                    <a:pt x="767"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5" name="Google Shape;3692;p80">
            <a:extLst>
              <a:ext uri="{FF2B5EF4-FFF2-40B4-BE49-F238E27FC236}">
                <a16:creationId xmlns:a16="http://schemas.microsoft.com/office/drawing/2014/main" id="{FF9E7575-F5FB-E034-1486-D8A0916E85E6}"/>
              </a:ext>
            </a:extLst>
          </p:cNvPr>
          <p:cNvGrpSpPr/>
          <p:nvPr/>
        </p:nvGrpSpPr>
        <p:grpSpPr>
          <a:xfrm>
            <a:off x="1106365" y="3598228"/>
            <a:ext cx="1049812" cy="973772"/>
            <a:chOff x="719977" y="3288529"/>
            <a:chExt cx="379432" cy="299190"/>
          </a:xfrm>
        </p:grpSpPr>
        <p:sp>
          <p:nvSpPr>
            <p:cNvPr id="726" name="Google Shape;3693;p80">
              <a:extLst>
                <a:ext uri="{FF2B5EF4-FFF2-40B4-BE49-F238E27FC236}">
                  <a16:creationId xmlns:a16="http://schemas.microsoft.com/office/drawing/2014/main" id="{AB524F16-1C65-44CA-CD86-1AD59D330C8A}"/>
                </a:ext>
              </a:extLst>
            </p:cNvPr>
            <p:cNvSpPr/>
            <p:nvPr/>
          </p:nvSpPr>
          <p:spPr>
            <a:xfrm>
              <a:off x="719977" y="3545386"/>
              <a:ext cx="378040" cy="42332"/>
            </a:xfrm>
            <a:custGeom>
              <a:avLst/>
              <a:gdLst/>
              <a:ahLst/>
              <a:cxnLst/>
              <a:rect l="l" t="t" r="r" b="b"/>
              <a:pathLst>
                <a:path w="9234" h="1034" extrusionOk="0">
                  <a:moveTo>
                    <a:pt x="4795" y="1"/>
                  </a:moveTo>
                  <a:cubicBezTo>
                    <a:pt x="4761" y="1"/>
                    <a:pt x="4726" y="14"/>
                    <a:pt x="4700" y="40"/>
                  </a:cubicBezTo>
                  <a:lnTo>
                    <a:pt x="4346" y="378"/>
                  </a:lnTo>
                  <a:lnTo>
                    <a:pt x="174" y="378"/>
                  </a:lnTo>
                  <a:cubicBezTo>
                    <a:pt x="76" y="378"/>
                    <a:pt x="0" y="477"/>
                    <a:pt x="43" y="581"/>
                  </a:cubicBezTo>
                  <a:cubicBezTo>
                    <a:pt x="64" y="632"/>
                    <a:pt x="116" y="666"/>
                    <a:pt x="172" y="666"/>
                  </a:cubicBezTo>
                  <a:lnTo>
                    <a:pt x="4372" y="666"/>
                  </a:lnTo>
                  <a:lnTo>
                    <a:pt x="4701" y="994"/>
                  </a:lnTo>
                  <a:cubicBezTo>
                    <a:pt x="4727" y="1020"/>
                    <a:pt x="4762" y="1033"/>
                    <a:pt x="4796" y="1033"/>
                  </a:cubicBezTo>
                  <a:cubicBezTo>
                    <a:pt x="4830" y="1033"/>
                    <a:pt x="4864" y="1020"/>
                    <a:pt x="4892" y="995"/>
                  </a:cubicBezTo>
                  <a:cubicBezTo>
                    <a:pt x="4944" y="942"/>
                    <a:pt x="4944" y="857"/>
                    <a:pt x="4892" y="804"/>
                  </a:cubicBezTo>
                  <a:lnTo>
                    <a:pt x="4752" y="648"/>
                  </a:lnTo>
                  <a:lnTo>
                    <a:pt x="9107" y="648"/>
                  </a:lnTo>
                  <a:cubicBezTo>
                    <a:pt x="9177" y="648"/>
                    <a:pt x="9233" y="590"/>
                    <a:pt x="9232" y="519"/>
                  </a:cubicBezTo>
                  <a:cubicBezTo>
                    <a:pt x="9230" y="450"/>
                    <a:pt x="9169" y="397"/>
                    <a:pt x="9100" y="397"/>
                  </a:cubicBezTo>
                  <a:lnTo>
                    <a:pt x="4727" y="397"/>
                  </a:lnTo>
                  <a:lnTo>
                    <a:pt x="4891" y="231"/>
                  </a:lnTo>
                  <a:cubicBezTo>
                    <a:pt x="4943" y="178"/>
                    <a:pt x="4943" y="93"/>
                    <a:pt x="4891" y="40"/>
                  </a:cubicBezTo>
                  <a:cubicBezTo>
                    <a:pt x="4864" y="14"/>
                    <a:pt x="4830" y="1"/>
                    <a:pt x="4795"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3694;p80">
              <a:extLst>
                <a:ext uri="{FF2B5EF4-FFF2-40B4-BE49-F238E27FC236}">
                  <a16:creationId xmlns:a16="http://schemas.microsoft.com/office/drawing/2014/main" id="{0C2E1356-7216-C66D-9212-D6B2F7A8B909}"/>
                </a:ext>
              </a:extLst>
            </p:cNvPr>
            <p:cNvSpPr/>
            <p:nvPr/>
          </p:nvSpPr>
          <p:spPr>
            <a:xfrm>
              <a:off x="719977" y="3500639"/>
              <a:ext cx="378081" cy="42250"/>
            </a:xfrm>
            <a:custGeom>
              <a:avLst/>
              <a:gdLst/>
              <a:ahLst/>
              <a:cxnLst/>
              <a:rect l="l" t="t" r="r" b="b"/>
              <a:pathLst>
                <a:path w="9235" h="1032" extrusionOk="0">
                  <a:moveTo>
                    <a:pt x="8384" y="1"/>
                  </a:moveTo>
                  <a:cubicBezTo>
                    <a:pt x="8349" y="1"/>
                    <a:pt x="8314" y="14"/>
                    <a:pt x="8288" y="40"/>
                  </a:cubicBezTo>
                  <a:lnTo>
                    <a:pt x="7947" y="375"/>
                  </a:lnTo>
                  <a:lnTo>
                    <a:pt x="174" y="375"/>
                  </a:lnTo>
                  <a:cubicBezTo>
                    <a:pt x="76" y="375"/>
                    <a:pt x="0" y="474"/>
                    <a:pt x="43" y="578"/>
                  </a:cubicBezTo>
                  <a:cubicBezTo>
                    <a:pt x="64" y="630"/>
                    <a:pt x="116" y="663"/>
                    <a:pt x="172" y="663"/>
                  </a:cubicBezTo>
                  <a:lnTo>
                    <a:pt x="7948" y="663"/>
                  </a:lnTo>
                  <a:lnTo>
                    <a:pt x="8290" y="992"/>
                  </a:lnTo>
                  <a:cubicBezTo>
                    <a:pt x="8316" y="1018"/>
                    <a:pt x="8350" y="1032"/>
                    <a:pt x="8385" y="1032"/>
                  </a:cubicBezTo>
                  <a:cubicBezTo>
                    <a:pt x="8419" y="1032"/>
                    <a:pt x="8454" y="1018"/>
                    <a:pt x="8481" y="993"/>
                  </a:cubicBezTo>
                  <a:cubicBezTo>
                    <a:pt x="8534" y="940"/>
                    <a:pt x="8534" y="855"/>
                    <a:pt x="8481" y="802"/>
                  </a:cubicBezTo>
                  <a:lnTo>
                    <a:pt x="8329" y="645"/>
                  </a:lnTo>
                  <a:lnTo>
                    <a:pt x="9108" y="645"/>
                  </a:lnTo>
                  <a:cubicBezTo>
                    <a:pt x="9177" y="645"/>
                    <a:pt x="9234" y="588"/>
                    <a:pt x="9232" y="516"/>
                  </a:cubicBezTo>
                  <a:cubicBezTo>
                    <a:pt x="9230" y="446"/>
                    <a:pt x="9169" y="394"/>
                    <a:pt x="9100" y="394"/>
                  </a:cubicBezTo>
                  <a:lnTo>
                    <a:pt x="8328" y="394"/>
                  </a:lnTo>
                  <a:lnTo>
                    <a:pt x="8480" y="231"/>
                  </a:lnTo>
                  <a:cubicBezTo>
                    <a:pt x="8533" y="178"/>
                    <a:pt x="8533" y="93"/>
                    <a:pt x="8480" y="40"/>
                  </a:cubicBezTo>
                  <a:cubicBezTo>
                    <a:pt x="8454" y="14"/>
                    <a:pt x="8419" y="1"/>
                    <a:pt x="8384"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3695;p80">
              <a:extLst>
                <a:ext uri="{FF2B5EF4-FFF2-40B4-BE49-F238E27FC236}">
                  <a16:creationId xmlns:a16="http://schemas.microsoft.com/office/drawing/2014/main" id="{4F32A2A5-9CAF-64BE-38BE-47DB0D068F7B}"/>
                </a:ext>
              </a:extLst>
            </p:cNvPr>
            <p:cNvSpPr/>
            <p:nvPr/>
          </p:nvSpPr>
          <p:spPr>
            <a:xfrm>
              <a:off x="721451" y="3456997"/>
              <a:ext cx="376853" cy="42291"/>
            </a:xfrm>
            <a:custGeom>
              <a:avLst/>
              <a:gdLst/>
              <a:ahLst/>
              <a:cxnLst/>
              <a:rect l="l" t="t" r="r" b="b"/>
              <a:pathLst>
                <a:path w="9205" h="1033" extrusionOk="0">
                  <a:moveTo>
                    <a:pt x="1019" y="1"/>
                  </a:moveTo>
                  <a:cubicBezTo>
                    <a:pt x="984" y="1"/>
                    <a:pt x="950" y="14"/>
                    <a:pt x="923" y="41"/>
                  </a:cubicBezTo>
                  <a:lnTo>
                    <a:pt x="589" y="375"/>
                  </a:lnTo>
                  <a:cubicBezTo>
                    <a:pt x="423" y="354"/>
                    <a:pt x="275" y="342"/>
                    <a:pt x="135" y="342"/>
                  </a:cubicBezTo>
                  <a:cubicBezTo>
                    <a:pt x="61" y="342"/>
                    <a:pt x="0" y="402"/>
                    <a:pt x="0" y="476"/>
                  </a:cubicBezTo>
                  <a:cubicBezTo>
                    <a:pt x="0" y="550"/>
                    <a:pt x="61" y="611"/>
                    <a:pt x="135" y="611"/>
                  </a:cubicBezTo>
                  <a:cubicBezTo>
                    <a:pt x="267" y="611"/>
                    <a:pt x="412" y="623"/>
                    <a:pt x="574" y="644"/>
                  </a:cubicBezTo>
                  <a:lnTo>
                    <a:pt x="922" y="992"/>
                  </a:lnTo>
                  <a:cubicBezTo>
                    <a:pt x="949" y="1019"/>
                    <a:pt x="983" y="1032"/>
                    <a:pt x="1017" y="1032"/>
                  </a:cubicBezTo>
                  <a:cubicBezTo>
                    <a:pt x="1053" y="1032"/>
                    <a:pt x="1087" y="1019"/>
                    <a:pt x="1118" y="992"/>
                  </a:cubicBezTo>
                  <a:cubicBezTo>
                    <a:pt x="1170" y="939"/>
                    <a:pt x="1170" y="854"/>
                    <a:pt x="1118" y="801"/>
                  </a:cubicBezTo>
                  <a:lnTo>
                    <a:pt x="1027" y="711"/>
                  </a:lnTo>
                  <a:lnTo>
                    <a:pt x="1027" y="711"/>
                  </a:lnTo>
                  <a:cubicBezTo>
                    <a:pt x="1070" y="717"/>
                    <a:pt x="1113" y="723"/>
                    <a:pt x="1159" y="732"/>
                  </a:cubicBezTo>
                  <a:cubicBezTo>
                    <a:pt x="1929" y="857"/>
                    <a:pt x="2984" y="1028"/>
                    <a:pt x="4605" y="1028"/>
                  </a:cubicBezTo>
                  <a:cubicBezTo>
                    <a:pt x="6640" y="1028"/>
                    <a:pt x="7763" y="822"/>
                    <a:pt x="8434" y="700"/>
                  </a:cubicBezTo>
                  <a:cubicBezTo>
                    <a:pt x="8716" y="648"/>
                    <a:pt x="8920" y="611"/>
                    <a:pt x="9070" y="611"/>
                  </a:cubicBezTo>
                  <a:cubicBezTo>
                    <a:pt x="9143" y="611"/>
                    <a:pt x="9205" y="550"/>
                    <a:pt x="9205" y="476"/>
                  </a:cubicBezTo>
                  <a:cubicBezTo>
                    <a:pt x="9205" y="402"/>
                    <a:pt x="9143" y="342"/>
                    <a:pt x="9070" y="342"/>
                  </a:cubicBezTo>
                  <a:cubicBezTo>
                    <a:pt x="8894" y="342"/>
                    <a:pt x="8681" y="381"/>
                    <a:pt x="8386" y="436"/>
                  </a:cubicBezTo>
                  <a:cubicBezTo>
                    <a:pt x="7722" y="558"/>
                    <a:pt x="6614" y="760"/>
                    <a:pt x="4604" y="760"/>
                  </a:cubicBezTo>
                  <a:cubicBezTo>
                    <a:pt x="3003" y="760"/>
                    <a:pt x="1961" y="591"/>
                    <a:pt x="1199" y="468"/>
                  </a:cubicBezTo>
                  <a:cubicBezTo>
                    <a:pt x="1103" y="452"/>
                    <a:pt x="1011" y="436"/>
                    <a:pt x="923" y="422"/>
                  </a:cubicBezTo>
                  <a:lnTo>
                    <a:pt x="1114" y="232"/>
                  </a:lnTo>
                  <a:cubicBezTo>
                    <a:pt x="1167" y="179"/>
                    <a:pt x="1167" y="93"/>
                    <a:pt x="1114" y="41"/>
                  </a:cubicBezTo>
                  <a:cubicBezTo>
                    <a:pt x="1088" y="14"/>
                    <a:pt x="1053" y="1"/>
                    <a:pt x="1019"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3696;p80">
              <a:extLst>
                <a:ext uri="{FF2B5EF4-FFF2-40B4-BE49-F238E27FC236}">
                  <a16:creationId xmlns:a16="http://schemas.microsoft.com/office/drawing/2014/main" id="{2182E20F-304B-5971-B49E-0FECD97A8152}"/>
                </a:ext>
              </a:extLst>
            </p:cNvPr>
            <p:cNvSpPr/>
            <p:nvPr/>
          </p:nvSpPr>
          <p:spPr>
            <a:xfrm>
              <a:off x="721124" y="3339090"/>
              <a:ext cx="376976" cy="97642"/>
            </a:xfrm>
            <a:custGeom>
              <a:avLst/>
              <a:gdLst/>
              <a:ahLst/>
              <a:cxnLst/>
              <a:rect l="l" t="t" r="r" b="b"/>
              <a:pathLst>
                <a:path w="9208" h="2385" extrusionOk="0">
                  <a:moveTo>
                    <a:pt x="5763" y="1"/>
                  </a:moveTo>
                  <a:cubicBezTo>
                    <a:pt x="5729" y="1"/>
                    <a:pt x="5694" y="14"/>
                    <a:pt x="5668" y="40"/>
                  </a:cubicBezTo>
                  <a:lnTo>
                    <a:pt x="5325" y="383"/>
                  </a:lnTo>
                  <a:cubicBezTo>
                    <a:pt x="4365" y="404"/>
                    <a:pt x="3153" y="938"/>
                    <a:pt x="2083" y="1412"/>
                  </a:cubicBezTo>
                  <a:cubicBezTo>
                    <a:pt x="1311" y="1752"/>
                    <a:pt x="583" y="2073"/>
                    <a:pt x="129" y="2116"/>
                  </a:cubicBezTo>
                  <a:cubicBezTo>
                    <a:pt x="55" y="2123"/>
                    <a:pt x="1" y="2188"/>
                    <a:pt x="7" y="2262"/>
                  </a:cubicBezTo>
                  <a:cubicBezTo>
                    <a:pt x="14" y="2332"/>
                    <a:pt x="73" y="2385"/>
                    <a:pt x="141" y="2385"/>
                  </a:cubicBezTo>
                  <a:cubicBezTo>
                    <a:pt x="146" y="2385"/>
                    <a:pt x="151" y="2385"/>
                    <a:pt x="152" y="2384"/>
                  </a:cubicBezTo>
                  <a:cubicBezTo>
                    <a:pt x="651" y="2336"/>
                    <a:pt x="1364" y="2023"/>
                    <a:pt x="2190" y="1657"/>
                  </a:cubicBezTo>
                  <a:cubicBezTo>
                    <a:pt x="3237" y="1195"/>
                    <a:pt x="4418" y="673"/>
                    <a:pt x="5325" y="652"/>
                  </a:cubicBezTo>
                  <a:lnTo>
                    <a:pt x="5667" y="994"/>
                  </a:lnTo>
                  <a:cubicBezTo>
                    <a:pt x="5693" y="1020"/>
                    <a:pt x="5728" y="1034"/>
                    <a:pt x="5762" y="1034"/>
                  </a:cubicBezTo>
                  <a:cubicBezTo>
                    <a:pt x="5797" y="1034"/>
                    <a:pt x="5831" y="1020"/>
                    <a:pt x="5858" y="994"/>
                  </a:cubicBezTo>
                  <a:cubicBezTo>
                    <a:pt x="5910" y="941"/>
                    <a:pt x="5910" y="855"/>
                    <a:pt x="5858" y="802"/>
                  </a:cubicBezTo>
                  <a:lnTo>
                    <a:pt x="5726" y="670"/>
                  </a:lnTo>
                  <a:lnTo>
                    <a:pt x="5726" y="670"/>
                  </a:lnTo>
                  <a:cubicBezTo>
                    <a:pt x="6753" y="789"/>
                    <a:pt x="7563" y="1409"/>
                    <a:pt x="8170" y="1873"/>
                  </a:cubicBezTo>
                  <a:cubicBezTo>
                    <a:pt x="8559" y="2170"/>
                    <a:pt x="8839" y="2384"/>
                    <a:pt x="9072" y="2384"/>
                  </a:cubicBezTo>
                  <a:cubicBezTo>
                    <a:pt x="9146" y="2384"/>
                    <a:pt x="9207" y="2323"/>
                    <a:pt x="9207" y="2250"/>
                  </a:cubicBezTo>
                  <a:cubicBezTo>
                    <a:pt x="9207" y="2176"/>
                    <a:pt x="9146" y="2114"/>
                    <a:pt x="9072" y="2114"/>
                  </a:cubicBezTo>
                  <a:cubicBezTo>
                    <a:pt x="8930" y="2114"/>
                    <a:pt x="8642" y="1894"/>
                    <a:pt x="8336" y="1660"/>
                  </a:cubicBezTo>
                  <a:cubicBezTo>
                    <a:pt x="7726" y="1192"/>
                    <a:pt x="6828" y="507"/>
                    <a:pt x="5693" y="398"/>
                  </a:cubicBezTo>
                  <a:lnTo>
                    <a:pt x="5859" y="231"/>
                  </a:lnTo>
                  <a:cubicBezTo>
                    <a:pt x="5911" y="178"/>
                    <a:pt x="5911" y="93"/>
                    <a:pt x="5859" y="40"/>
                  </a:cubicBezTo>
                  <a:cubicBezTo>
                    <a:pt x="5832" y="14"/>
                    <a:pt x="5798" y="1"/>
                    <a:pt x="5763"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3697;p80">
              <a:extLst>
                <a:ext uri="{FF2B5EF4-FFF2-40B4-BE49-F238E27FC236}">
                  <a16:creationId xmlns:a16="http://schemas.microsoft.com/office/drawing/2014/main" id="{3D38F652-CD12-F727-509C-A63C241652C8}"/>
                </a:ext>
              </a:extLst>
            </p:cNvPr>
            <p:cNvSpPr/>
            <p:nvPr/>
          </p:nvSpPr>
          <p:spPr>
            <a:xfrm>
              <a:off x="721656" y="3321649"/>
              <a:ext cx="377753" cy="85442"/>
            </a:xfrm>
            <a:custGeom>
              <a:avLst/>
              <a:gdLst/>
              <a:ahLst/>
              <a:cxnLst/>
              <a:rect l="l" t="t" r="r" b="b"/>
              <a:pathLst>
                <a:path w="9227" h="2087" extrusionOk="0">
                  <a:moveTo>
                    <a:pt x="5375" y="1"/>
                  </a:moveTo>
                  <a:cubicBezTo>
                    <a:pt x="4325" y="1"/>
                    <a:pt x="3183" y="446"/>
                    <a:pt x="2175" y="840"/>
                  </a:cubicBezTo>
                  <a:cubicBezTo>
                    <a:pt x="1562" y="1079"/>
                    <a:pt x="975" y="1307"/>
                    <a:pt x="500" y="1397"/>
                  </a:cubicBezTo>
                  <a:lnTo>
                    <a:pt x="612" y="1284"/>
                  </a:lnTo>
                  <a:cubicBezTo>
                    <a:pt x="650" y="1247"/>
                    <a:pt x="664" y="1190"/>
                    <a:pt x="643" y="1141"/>
                  </a:cubicBezTo>
                  <a:cubicBezTo>
                    <a:pt x="619" y="1083"/>
                    <a:pt x="568" y="1055"/>
                    <a:pt x="517" y="1055"/>
                  </a:cubicBezTo>
                  <a:cubicBezTo>
                    <a:pt x="482" y="1055"/>
                    <a:pt x="448" y="1068"/>
                    <a:pt x="421" y="1094"/>
                  </a:cubicBezTo>
                  <a:lnTo>
                    <a:pt x="41" y="1475"/>
                  </a:lnTo>
                  <a:cubicBezTo>
                    <a:pt x="27" y="1489"/>
                    <a:pt x="17" y="1504"/>
                    <a:pt x="11" y="1520"/>
                  </a:cubicBezTo>
                  <a:cubicBezTo>
                    <a:pt x="5" y="1536"/>
                    <a:pt x="1" y="1553"/>
                    <a:pt x="1" y="1570"/>
                  </a:cubicBezTo>
                  <a:lnTo>
                    <a:pt x="1" y="1575"/>
                  </a:lnTo>
                  <a:cubicBezTo>
                    <a:pt x="1" y="1592"/>
                    <a:pt x="5" y="1610"/>
                    <a:pt x="11" y="1624"/>
                  </a:cubicBezTo>
                  <a:cubicBezTo>
                    <a:pt x="16" y="1637"/>
                    <a:pt x="25" y="1650"/>
                    <a:pt x="35" y="1661"/>
                  </a:cubicBezTo>
                  <a:lnTo>
                    <a:pt x="41" y="1666"/>
                  </a:lnTo>
                  <a:lnTo>
                    <a:pt x="421" y="2048"/>
                  </a:lnTo>
                  <a:cubicBezTo>
                    <a:pt x="448" y="2074"/>
                    <a:pt x="482" y="2087"/>
                    <a:pt x="516" y="2087"/>
                  </a:cubicBezTo>
                  <a:cubicBezTo>
                    <a:pt x="569" y="2087"/>
                    <a:pt x="622" y="2056"/>
                    <a:pt x="645" y="1997"/>
                  </a:cubicBezTo>
                  <a:cubicBezTo>
                    <a:pt x="661" y="1955"/>
                    <a:pt x="647" y="1893"/>
                    <a:pt x="614" y="1860"/>
                  </a:cubicBezTo>
                  <a:lnTo>
                    <a:pt x="436" y="1682"/>
                  </a:lnTo>
                  <a:cubicBezTo>
                    <a:pt x="954" y="1607"/>
                    <a:pt x="1574" y="1364"/>
                    <a:pt x="2274" y="1091"/>
                  </a:cubicBezTo>
                  <a:cubicBezTo>
                    <a:pt x="3260" y="706"/>
                    <a:pt x="4377" y="271"/>
                    <a:pt x="5375" y="271"/>
                  </a:cubicBezTo>
                  <a:cubicBezTo>
                    <a:pt x="6445" y="271"/>
                    <a:pt x="7307" y="801"/>
                    <a:pt x="8001" y="1227"/>
                  </a:cubicBezTo>
                  <a:cubicBezTo>
                    <a:pt x="8437" y="1495"/>
                    <a:pt x="8782" y="1706"/>
                    <a:pt x="9067" y="1706"/>
                  </a:cubicBezTo>
                  <a:cubicBezTo>
                    <a:pt x="9156" y="1706"/>
                    <a:pt x="9226" y="1616"/>
                    <a:pt x="9191" y="1521"/>
                  </a:cubicBezTo>
                  <a:cubicBezTo>
                    <a:pt x="9175" y="1471"/>
                    <a:pt x="9128" y="1436"/>
                    <a:pt x="9074" y="1436"/>
                  </a:cubicBezTo>
                  <a:cubicBezTo>
                    <a:pt x="9073" y="1436"/>
                    <a:pt x="9071" y="1436"/>
                    <a:pt x="9070" y="1436"/>
                  </a:cubicBezTo>
                  <a:cubicBezTo>
                    <a:pt x="9069" y="1436"/>
                    <a:pt x="9068" y="1436"/>
                    <a:pt x="9067" y="1436"/>
                  </a:cubicBezTo>
                  <a:cubicBezTo>
                    <a:pt x="8859" y="1436"/>
                    <a:pt x="8527" y="1232"/>
                    <a:pt x="8141" y="996"/>
                  </a:cubicBezTo>
                  <a:cubicBezTo>
                    <a:pt x="7458" y="577"/>
                    <a:pt x="6521" y="1"/>
                    <a:pt x="5375"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3698;p80">
              <a:extLst>
                <a:ext uri="{FF2B5EF4-FFF2-40B4-BE49-F238E27FC236}">
                  <a16:creationId xmlns:a16="http://schemas.microsoft.com/office/drawing/2014/main" id="{F18063CE-4EF3-AED7-A6EE-EE4891307877}"/>
                </a:ext>
              </a:extLst>
            </p:cNvPr>
            <p:cNvSpPr/>
            <p:nvPr/>
          </p:nvSpPr>
          <p:spPr>
            <a:xfrm>
              <a:off x="721451" y="3288529"/>
              <a:ext cx="376771" cy="71072"/>
            </a:xfrm>
            <a:custGeom>
              <a:avLst/>
              <a:gdLst/>
              <a:ahLst/>
              <a:cxnLst/>
              <a:rect l="l" t="t" r="r" b="b"/>
              <a:pathLst>
                <a:path w="9203" h="1736" extrusionOk="0">
                  <a:moveTo>
                    <a:pt x="5375" y="1"/>
                  </a:moveTo>
                  <a:cubicBezTo>
                    <a:pt x="4330" y="1"/>
                    <a:pt x="3463" y="300"/>
                    <a:pt x="2626" y="590"/>
                  </a:cubicBezTo>
                  <a:cubicBezTo>
                    <a:pt x="1811" y="873"/>
                    <a:pt x="1042" y="1139"/>
                    <a:pt x="134" y="1139"/>
                  </a:cubicBezTo>
                  <a:cubicBezTo>
                    <a:pt x="60" y="1139"/>
                    <a:pt x="0" y="1200"/>
                    <a:pt x="0" y="1274"/>
                  </a:cubicBezTo>
                  <a:cubicBezTo>
                    <a:pt x="0" y="1348"/>
                    <a:pt x="60" y="1408"/>
                    <a:pt x="134" y="1408"/>
                  </a:cubicBezTo>
                  <a:cubicBezTo>
                    <a:pt x="1087" y="1408"/>
                    <a:pt x="1914" y="1122"/>
                    <a:pt x="2714" y="845"/>
                  </a:cubicBezTo>
                  <a:cubicBezTo>
                    <a:pt x="3531" y="563"/>
                    <a:pt x="4376" y="270"/>
                    <a:pt x="5375" y="270"/>
                  </a:cubicBezTo>
                  <a:cubicBezTo>
                    <a:pt x="6122" y="270"/>
                    <a:pt x="6717" y="567"/>
                    <a:pt x="7292" y="854"/>
                  </a:cubicBezTo>
                  <a:cubicBezTo>
                    <a:pt x="7676" y="1047"/>
                    <a:pt x="8070" y="1244"/>
                    <a:pt x="8502" y="1343"/>
                  </a:cubicBezTo>
                  <a:lnTo>
                    <a:pt x="8855" y="1696"/>
                  </a:lnTo>
                  <a:cubicBezTo>
                    <a:pt x="8882" y="1723"/>
                    <a:pt x="8916" y="1735"/>
                    <a:pt x="8950" y="1735"/>
                  </a:cubicBezTo>
                  <a:cubicBezTo>
                    <a:pt x="8985" y="1735"/>
                    <a:pt x="9020" y="1723"/>
                    <a:pt x="9049" y="1698"/>
                  </a:cubicBezTo>
                  <a:cubicBezTo>
                    <a:pt x="9101" y="1646"/>
                    <a:pt x="9101" y="1560"/>
                    <a:pt x="9049" y="1507"/>
                  </a:cubicBezTo>
                  <a:lnTo>
                    <a:pt x="8948" y="1407"/>
                  </a:lnTo>
                  <a:lnTo>
                    <a:pt x="8948" y="1407"/>
                  </a:lnTo>
                  <a:cubicBezTo>
                    <a:pt x="8988" y="1408"/>
                    <a:pt x="9027" y="1409"/>
                    <a:pt x="9069" y="1409"/>
                  </a:cubicBezTo>
                  <a:cubicBezTo>
                    <a:pt x="9142" y="1409"/>
                    <a:pt x="9203" y="1349"/>
                    <a:pt x="9203" y="1275"/>
                  </a:cubicBezTo>
                  <a:cubicBezTo>
                    <a:pt x="9203" y="1201"/>
                    <a:pt x="9142" y="1140"/>
                    <a:pt x="9069" y="1140"/>
                  </a:cubicBezTo>
                  <a:cubicBezTo>
                    <a:pt x="8995" y="1140"/>
                    <a:pt x="8923" y="1137"/>
                    <a:pt x="8853" y="1130"/>
                  </a:cubicBezTo>
                  <a:lnTo>
                    <a:pt x="9047" y="937"/>
                  </a:lnTo>
                  <a:cubicBezTo>
                    <a:pt x="9100" y="884"/>
                    <a:pt x="9100" y="797"/>
                    <a:pt x="9047" y="744"/>
                  </a:cubicBezTo>
                  <a:cubicBezTo>
                    <a:pt x="9021" y="718"/>
                    <a:pt x="8987" y="705"/>
                    <a:pt x="8952" y="705"/>
                  </a:cubicBezTo>
                  <a:cubicBezTo>
                    <a:pt x="8917" y="705"/>
                    <a:pt x="8883" y="718"/>
                    <a:pt x="8856" y="744"/>
                  </a:cubicBezTo>
                  <a:lnTo>
                    <a:pt x="8527" y="1074"/>
                  </a:lnTo>
                  <a:cubicBezTo>
                    <a:pt x="8144" y="980"/>
                    <a:pt x="7786" y="800"/>
                    <a:pt x="7413" y="615"/>
                  </a:cubicBezTo>
                  <a:cubicBezTo>
                    <a:pt x="6810" y="312"/>
                    <a:pt x="6187" y="1"/>
                    <a:pt x="5375"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3699;p80">
              <a:extLst>
                <a:ext uri="{FF2B5EF4-FFF2-40B4-BE49-F238E27FC236}">
                  <a16:creationId xmlns:a16="http://schemas.microsoft.com/office/drawing/2014/main" id="{62D987D5-9337-78AC-5C07-DCF698951C4D}"/>
                </a:ext>
              </a:extLst>
            </p:cNvPr>
            <p:cNvSpPr/>
            <p:nvPr/>
          </p:nvSpPr>
          <p:spPr>
            <a:xfrm>
              <a:off x="791172" y="3393335"/>
              <a:ext cx="232498" cy="61287"/>
            </a:xfrm>
            <a:custGeom>
              <a:avLst/>
              <a:gdLst/>
              <a:ahLst/>
              <a:cxnLst/>
              <a:rect l="l" t="t" r="r" b="b"/>
              <a:pathLst>
                <a:path w="5679" h="1497" extrusionOk="0">
                  <a:moveTo>
                    <a:pt x="3672" y="0"/>
                  </a:moveTo>
                  <a:cubicBezTo>
                    <a:pt x="2566" y="0"/>
                    <a:pt x="1257" y="585"/>
                    <a:pt x="152" y="1128"/>
                  </a:cubicBezTo>
                  <a:cubicBezTo>
                    <a:pt x="47" y="1180"/>
                    <a:pt x="0" y="1276"/>
                    <a:pt x="0" y="1371"/>
                  </a:cubicBezTo>
                  <a:cubicBezTo>
                    <a:pt x="0" y="1371"/>
                    <a:pt x="4585" y="1496"/>
                    <a:pt x="5005" y="1496"/>
                  </a:cubicBezTo>
                  <a:cubicBezTo>
                    <a:pt x="5572" y="1496"/>
                    <a:pt x="5679" y="1063"/>
                    <a:pt x="5538" y="736"/>
                  </a:cubicBezTo>
                  <a:cubicBezTo>
                    <a:pt x="5145" y="303"/>
                    <a:pt x="4396" y="0"/>
                    <a:pt x="3672"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3700;p80">
              <a:extLst>
                <a:ext uri="{FF2B5EF4-FFF2-40B4-BE49-F238E27FC236}">
                  <a16:creationId xmlns:a16="http://schemas.microsoft.com/office/drawing/2014/main" id="{358B1E9B-FA82-B45D-4A1B-3155351C5069}"/>
                </a:ext>
              </a:extLst>
            </p:cNvPr>
            <p:cNvSpPr/>
            <p:nvPr/>
          </p:nvSpPr>
          <p:spPr>
            <a:xfrm>
              <a:off x="791172" y="3423754"/>
              <a:ext cx="239704" cy="37092"/>
            </a:xfrm>
            <a:custGeom>
              <a:avLst/>
              <a:gdLst/>
              <a:ahLst/>
              <a:cxnLst/>
              <a:rect l="l" t="t" r="r" b="b"/>
              <a:pathLst>
                <a:path w="5855" h="906" extrusionOk="0">
                  <a:moveTo>
                    <a:pt x="5538" y="0"/>
                  </a:moveTo>
                  <a:lnTo>
                    <a:pt x="5538" y="0"/>
                  </a:lnTo>
                  <a:cubicBezTo>
                    <a:pt x="5593" y="309"/>
                    <a:pt x="5365" y="636"/>
                    <a:pt x="5005" y="636"/>
                  </a:cubicBezTo>
                  <a:lnTo>
                    <a:pt x="0" y="636"/>
                  </a:lnTo>
                  <a:cubicBezTo>
                    <a:pt x="1" y="772"/>
                    <a:pt x="101" y="905"/>
                    <a:pt x="270" y="905"/>
                  </a:cubicBezTo>
                  <a:lnTo>
                    <a:pt x="5139" y="905"/>
                  </a:lnTo>
                  <a:cubicBezTo>
                    <a:pt x="5609" y="905"/>
                    <a:pt x="5855" y="347"/>
                    <a:pt x="5538"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4" name="Google Shape;3701;p80">
            <a:extLst>
              <a:ext uri="{FF2B5EF4-FFF2-40B4-BE49-F238E27FC236}">
                <a16:creationId xmlns:a16="http://schemas.microsoft.com/office/drawing/2014/main" id="{064F64C1-EA58-A289-1D34-1EB260DB9A8A}"/>
              </a:ext>
            </a:extLst>
          </p:cNvPr>
          <p:cNvGrpSpPr/>
          <p:nvPr/>
        </p:nvGrpSpPr>
        <p:grpSpPr>
          <a:xfrm>
            <a:off x="5000977" y="4620614"/>
            <a:ext cx="948267" cy="719030"/>
            <a:chOff x="2344681" y="3249759"/>
            <a:chExt cx="377794" cy="376730"/>
          </a:xfrm>
        </p:grpSpPr>
        <p:sp>
          <p:nvSpPr>
            <p:cNvPr id="735" name="Google Shape;3702;p80">
              <a:extLst>
                <a:ext uri="{FF2B5EF4-FFF2-40B4-BE49-F238E27FC236}">
                  <a16:creationId xmlns:a16="http://schemas.microsoft.com/office/drawing/2014/main" id="{02237DF4-B27D-3CB6-4CFF-0C2287803133}"/>
                </a:ext>
              </a:extLst>
            </p:cNvPr>
            <p:cNvSpPr/>
            <p:nvPr/>
          </p:nvSpPr>
          <p:spPr>
            <a:xfrm>
              <a:off x="2394382" y="3299501"/>
              <a:ext cx="228036" cy="227626"/>
            </a:xfrm>
            <a:custGeom>
              <a:avLst/>
              <a:gdLst/>
              <a:ahLst/>
              <a:cxnLst/>
              <a:rect l="l" t="t" r="r" b="b"/>
              <a:pathLst>
                <a:path w="5570" h="5560" extrusionOk="0">
                  <a:moveTo>
                    <a:pt x="4290" y="1"/>
                  </a:moveTo>
                  <a:cubicBezTo>
                    <a:pt x="4272" y="1"/>
                    <a:pt x="4254" y="5"/>
                    <a:pt x="4236" y="12"/>
                  </a:cubicBezTo>
                  <a:cubicBezTo>
                    <a:pt x="3935" y="144"/>
                    <a:pt x="2881" y="656"/>
                    <a:pt x="1774" y="1764"/>
                  </a:cubicBezTo>
                  <a:cubicBezTo>
                    <a:pt x="666" y="2872"/>
                    <a:pt x="154" y="3926"/>
                    <a:pt x="22" y="4226"/>
                  </a:cubicBezTo>
                  <a:cubicBezTo>
                    <a:pt x="0" y="4278"/>
                    <a:pt x="11" y="4337"/>
                    <a:pt x="51" y="4375"/>
                  </a:cubicBezTo>
                  <a:lnTo>
                    <a:pt x="1234" y="5560"/>
                  </a:lnTo>
                  <a:lnTo>
                    <a:pt x="3582" y="3572"/>
                  </a:lnTo>
                  <a:lnTo>
                    <a:pt x="5570" y="1225"/>
                  </a:lnTo>
                  <a:lnTo>
                    <a:pt x="4385" y="41"/>
                  </a:lnTo>
                  <a:cubicBezTo>
                    <a:pt x="4359" y="14"/>
                    <a:pt x="4325" y="1"/>
                    <a:pt x="42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3703;p80">
              <a:extLst>
                <a:ext uri="{FF2B5EF4-FFF2-40B4-BE49-F238E27FC236}">
                  <a16:creationId xmlns:a16="http://schemas.microsoft.com/office/drawing/2014/main" id="{584E9AD9-EDEB-5E2A-14C5-01EEC9CD01E9}"/>
                </a:ext>
              </a:extLst>
            </p:cNvPr>
            <p:cNvSpPr/>
            <p:nvPr/>
          </p:nvSpPr>
          <p:spPr>
            <a:xfrm>
              <a:off x="2444902" y="3349652"/>
              <a:ext cx="220789" cy="220871"/>
            </a:xfrm>
            <a:custGeom>
              <a:avLst/>
              <a:gdLst/>
              <a:ahLst/>
              <a:cxnLst/>
              <a:rect l="l" t="t" r="r" b="b"/>
              <a:pathLst>
                <a:path w="5393" h="5395" extrusionOk="0">
                  <a:moveTo>
                    <a:pt x="4336" y="1"/>
                  </a:moveTo>
                  <a:lnTo>
                    <a:pt x="0" y="4336"/>
                  </a:lnTo>
                  <a:lnTo>
                    <a:pt x="1059" y="5394"/>
                  </a:lnTo>
                  <a:cubicBezTo>
                    <a:pt x="1059" y="5394"/>
                    <a:pt x="2420" y="5044"/>
                    <a:pt x="3731" y="3732"/>
                  </a:cubicBezTo>
                  <a:cubicBezTo>
                    <a:pt x="5045" y="2419"/>
                    <a:pt x="5393" y="1059"/>
                    <a:pt x="5393" y="1059"/>
                  </a:cubicBezTo>
                  <a:lnTo>
                    <a:pt x="43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3704;p80">
              <a:extLst>
                <a:ext uri="{FF2B5EF4-FFF2-40B4-BE49-F238E27FC236}">
                  <a16:creationId xmlns:a16="http://schemas.microsoft.com/office/drawing/2014/main" id="{81ECEB6E-4EF1-FD69-51D1-CDC2C926FC39}"/>
                </a:ext>
              </a:extLst>
            </p:cNvPr>
            <p:cNvSpPr/>
            <p:nvPr/>
          </p:nvSpPr>
          <p:spPr>
            <a:xfrm>
              <a:off x="2488217" y="3392967"/>
              <a:ext cx="184762" cy="184312"/>
            </a:xfrm>
            <a:custGeom>
              <a:avLst/>
              <a:gdLst/>
              <a:ahLst/>
              <a:cxnLst/>
              <a:rect l="l" t="t" r="r" b="b"/>
              <a:pathLst>
                <a:path w="4513" h="4502" extrusionOk="0">
                  <a:moveTo>
                    <a:pt x="4335" y="1"/>
                  </a:moveTo>
                  <a:cubicBezTo>
                    <a:pt x="4335" y="1"/>
                    <a:pt x="3860" y="1235"/>
                    <a:pt x="2548" y="2549"/>
                  </a:cubicBezTo>
                  <a:cubicBezTo>
                    <a:pt x="1236" y="3861"/>
                    <a:pt x="1" y="4336"/>
                    <a:pt x="1" y="4336"/>
                  </a:cubicBezTo>
                  <a:lnTo>
                    <a:pt x="127" y="4463"/>
                  </a:lnTo>
                  <a:cubicBezTo>
                    <a:pt x="153" y="4488"/>
                    <a:pt x="187" y="4502"/>
                    <a:pt x="222" y="4502"/>
                  </a:cubicBezTo>
                  <a:cubicBezTo>
                    <a:pt x="240" y="4502"/>
                    <a:pt x="259" y="4498"/>
                    <a:pt x="276" y="4490"/>
                  </a:cubicBezTo>
                  <a:cubicBezTo>
                    <a:pt x="577" y="4358"/>
                    <a:pt x="1631" y="3847"/>
                    <a:pt x="2739" y="2739"/>
                  </a:cubicBezTo>
                  <a:cubicBezTo>
                    <a:pt x="3846" y="1631"/>
                    <a:pt x="4358" y="577"/>
                    <a:pt x="4490" y="276"/>
                  </a:cubicBezTo>
                  <a:cubicBezTo>
                    <a:pt x="4512" y="225"/>
                    <a:pt x="4502" y="165"/>
                    <a:pt x="4462" y="127"/>
                  </a:cubicBezTo>
                  <a:lnTo>
                    <a:pt x="4335"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3705;p80">
              <a:extLst>
                <a:ext uri="{FF2B5EF4-FFF2-40B4-BE49-F238E27FC236}">
                  <a16:creationId xmlns:a16="http://schemas.microsoft.com/office/drawing/2014/main" id="{15E2BCEA-EC62-DB75-D042-8ED2BCFD0983}"/>
                </a:ext>
              </a:extLst>
            </p:cNvPr>
            <p:cNvSpPr/>
            <p:nvPr/>
          </p:nvSpPr>
          <p:spPr>
            <a:xfrm>
              <a:off x="2647965" y="3249759"/>
              <a:ext cx="74511" cy="73979"/>
            </a:xfrm>
            <a:custGeom>
              <a:avLst/>
              <a:gdLst/>
              <a:ahLst/>
              <a:cxnLst/>
              <a:rect l="l" t="t" r="r" b="b"/>
              <a:pathLst>
                <a:path w="1820" h="1807" extrusionOk="0">
                  <a:moveTo>
                    <a:pt x="1670" y="0"/>
                  </a:moveTo>
                  <a:cubicBezTo>
                    <a:pt x="1636" y="0"/>
                    <a:pt x="1602" y="13"/>
                    <a:pt x="1576" y="39"/>
                  </a:cubicBezTo>
                  <a:lnTo>
                    <a:pt x="269" y="1345"/>
                  </a:lnTo>
                  <a:lnTo>
                    <a:pt x="269" y="862"/>
                  </a:lnTo>
                  <a:cubicBezTo>
                    <a:pt x="269" y="789"/>
                    <a:pt x="209" y="728"/>
                    <a:pt x="135" y="728"/>
                  </a:cubicBezTo>
                  <a:cubicBezTo>
                    <a:pt x="129" y="728"/>
                    <a:pt x="123" y="729"/>
                    <a:pt x="117" y="729"/>
                  </a:cubicBezTo>
                  <a:cubicBezTo>
                    <a:pt x="51" y="737"/>
                    <a:pt x="0" y="799"/>
                    <a:pt x="0" y="867"/>
                  </a:cubicBezTo>
                  <a:lnTo>
                    <a:pt x="0" y="1673"/>
                  </a:lnTo>
                  <a:cubicBezTo>
                    <a:pt x="0" y="1746"/>
                    <a:pt x="62" y="1806"/>
                    <a:pt x="135" y="1806"/>
                  </a:cubicBezTo>
                  <a:lnTo>
                    <a:pt x="944" y="1806"/>
                  </a:lnTo>
                  <a:cubicBezTo>
                    <a:pt x="1023" y="1806"/>
                    <a:pt x="1087" y="1737"/>
                    <a:pt x="1078" y="1654"/>
                  </a:cubicBezTo>
                  <a:cubicBezTo>
                    <a:pt x="1070" y="1586"/>
                    <a:pt x="1008" y="1536"/>
                    <a:pt x="939" y="1536"/>
                  </a:cubicBezTo>
                  <a:lnTo>
                    <a:pt x="460" y="1536"/>
                  </a:lnTo>
                  <a:lnTo>
                    <a:pt x="1763" y="233"/>
                  </a:lnTo>
                  <a:cubicBezTo>
                    <a:pt x="1809" y="188"/>
                    <a:pt x="1819" y="117"/>
                    <a:pt x="1784" y="64"/>
                  </a:cubicBezTo>
                  <a:cubicBezTo>
                    <a:pt x="1757" y="21"/>
                    <a:pt x="1714" y="0"/>
                    <a:pt x="16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3706;p80">
              <a:extLst>
                <a:ext uri="{FF2B5EF4-FFF2-40B4-BE49-F238E27FC236}">
                  <a16:creationId xmlns:a16="http://schemas.microsoft.com/office/drawing/2014/main" id="{47E0E810-9F2C-5255-FBE0-F61CFB3A9E6A}"/>
                </a:ext>
              </a:extLst>
            </p:cNvPr>
            <p:cNvSpPr/>
            <p:nvPr/>
          </p:nvSpPr>
          <p:spPr>
            <a:xfrm>
              <a:off x="2344681" y="3552551"/>
              <a:ext cx="74388" cy="73938"/>
            </a:xfrm>
            <a:custGeom>
              <a:avLst/>
              <a:gdLst/>
              <a:ahLst/>
              <a:cxnLst/>
              <a:rect l="l" t="t" r="r" b="b"/>
              <a:pathLst>
                <a:path w="1817" h="1806" extrusionOk="0">
                  <a:moveTo>
                    <a:pt x="874" y="0"/>
                  </a:moveTo>
                  <a:cubicBezTo>
                    <a:pt x="795" y="0"/>
                    <a:pt x="730" y="70"/>
                    <a:pt x="740" y="151"/>
                  </a:cubicBezTo>
                  <a:cubicBezTo>
                    <a:pt x="749" y="219"/>
                    <a:pt x="811" y="269"/>
                    <a:pt x="880" y="269"/>
                  </a:cubicBezTo>
                  <a:lnTo>
                    <a:pt x="1358" y="269"/>
                  </a:lnTo>
                  <a:lnTo>
                    <a:pt x="54" y="1571"/>
                  </a:lnTo>
                  <a:cubicBezTo>
                    <a:pt x="10" y="1617"/>
                    <a:pt x="1" y="1698"/>
                    <a:pt x="38" y="1750"/>
                  </a:cubicBezTo>
                  <a:cubicBezTo>
                    <a:pt x="65" y="1787"/>
                    <a:pt x="106" y="1806"/>
                    <a:pt x="147" y="1806"/>
                  </a:cubicBezTo>
                  <a:cubicBezTo>
                    <a:pt x="183" y="1806"/>
                    <a:pt x="217" y="1792"/>
                    <a:pt x="242" y="1765"/>
                  </a:cubicBezTo>
                  <a:lnTo>
                    <a:pt x="1547" y="460"/>
                  </a:lnTo>
                  <a:lnTo>
                    <a:pt x="1547" y="942"/>
                  </a:lnTo>
                  <a:cubicBezTo>
                    <a:pt x="1547" y="1016"/>
                    <a:pt x="1608" y="1078"/>
                    <a:pt x="1682" y="1078"/>
                  </a:cubicBezTo>
                  <a:cubicBezTo>
                    <a:pt x="1688" y="1078"/>
                    <a:pt x="1694" y="1077"/>
                    <a:pt x="1699" y="1076"/>
                  </a:cubicBezTo>
                  <a:cubicBezTo>
                    <a:pt x="1767" y="1068"/>
                    <a:pt x="1816" y="1006"/>
                    <a:pt x="1816" y="937"/>
                  </a:cubicBezTo>
                  <a:lnTo>
                    <a:pt x="1816" y="134"/>
                  </a:lnTo>
                  <a:cubicBezTo>
                    <a:pt x="1816" y="60"/>
                    <a:pt x="1756" y="0"/>
                    <a:pt x="16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0" name="Google Shape;3707;p80">
            <a:extLst>
              <a:ext uri="{FF2B5EF4-FFF2-40B4-BE49-F238E27FC236}">
                <a16:creationId xmlns:a16="http://schemas.microsoft.com/office/drawing/2014/main" id="{6B4C94FD-AFE7-DCE6-3923-8C33E438B6FD}"/>
              </a:ext>
            </a:extLst>
          </p:cNvPr>
          <p:cNvGrpSpPr/>
          <p:nvPr/>
        </p:nvGrpSpPr>
        <p:grpSpPr>
          <a:xfrm>
            <a:off x="1107839" y="2498826"/>
            <a:ext cx="1003183" cy="930174"/>
            <a:chOff x="721451" y="2652608"/>
            <a:chExt cx="376689" cy="376771"/>
          </a:xfrm>
        </p:grpSpPr>
        <p:sp>
          <p:nvSpPr>
            <p:cNvPr id="741" name="Google Shape;3708;p80">
              <a:extLst>
                <a:ext uri="{FF2B5EF4-FFF2-40B4-BE49-F238E27FC236}">
                  <a16:creationId xmlns:a16="http://schemas.microsoft.com/office/drawing/2014/main" id="{9BCBBC7A-1865-DD15-EEAA-063450726BEF}"/>
                </a:ext>
              </a:extLst>
            </p:cNvPr>
            <p:cNvSpPr/>
            <p:nvPr/>
          </p:nvSpPr>
          <p:spPr>
            <a:xfrm>
              <a:off x="756619" y="2688799"/>
              <a:ext cx="257103" cy="256284"/>
            </a:xfrm>
            <a:custGeom>
              <a:avLst/>
              <a:gdLst/>
              <a:ahLst/>
              <a:cxnLst/>
              <a:rect l="l" t="t" r="r" b="b"/>
              <a:pathLst>
                <a:path w="6280" h="6260" extrusionOk="0">
                  <a:moveTo>
                    <a:pt x="5055" y="0"/>
                  </a:moveTo>
                  <a:cubicBezTo>
                    <a:pt x="5012" y="0"/>
                    <a:pt x="4969" y="21"/>
                    <a:pt x="4942" y="61"/>
                  </a:cubicBezTo>
                  <a:cubicBezTo>
                    <a:pt x="4676" y="464"/>
                    <a:pt x="3846" y="1675"/>
                    <a:pt x="2771" y="2751"/>
                  </a:cubicBezTo>
                  <a:cubicBezTo>
                    <a:pt x="1696" y="3825"/>
                    <a:pt x="485" y="4656"/>
                    <a:pt x="81" y="4921"/>
                  </a:cubicBezTo>
                  <a:cubicBezTo>
                    <a:pt x="11" y="4968"/>
                    <a:pt x="0" y="5069"/>
                    <a:pt x="60" y="5130"/>
                  </a:cubicBezTo>
                  <a:lnTo>
                    <a:pt x="1191" y="6260"/>
                  </a:lnTo>
                  <a:lnTo>
                    <a:pt x="3915" y="3895"/>
                  </a:lnTo>
                  <a:lnTo>
                    <a:pt x="6280" y="1170"/>
                  </a:lnTo>
                  <a:lnTo>
                    <a:pt x="5150" y="40"/>
                  </a:lnTo>
                  <a:cubicBezTo>
                    <a:pt x="5123" y="13"/>
                    <a:pt x="5089" y="0"/>
                    <a:pt x="5055"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3709;p80">
              <a:extLst>
                <a:ext uri="{FF2B5EF4-FFF2-40B4-BE49-F238E27FC236}">
                  <a16:creationId xmlns:a16="http://schemas.microsoft.com/office/drawing/2014/main" id="{AC88B00B-8733-8EF1-3FE4-B4F59E60CDB9}"/>
                </a:ext>
              </a:extLst>
            </p:cNvPr>
            <p:cNvSpPr/>
            <p:nvPr/>
          </p:nvSpPr>
          <p:spPr>
            <a:xfrm>
              <a:off x="805378" y="2736740"/>
              <a:ext cx="251699" cy="251740"/>
            </a:xfrm>
            <a:custGeom>
              <a:avLst/>
              <a:gdLst/>
              <a:ahLst/>
              <a:cxnLst/>
              <a:rect l="l" t="t" r="r" b="b"/>
              <a:pathLst>
                <a:path w="6148" h="6149" extrusionOk="0">
                  <a:moveTo>
                    <a:pt x="5089" y="0"/>
                  </a:moveTo>
                  <a:lnTo>
                    <a:pt x="0" y="5090"/>
                  </a:lnTo>
                  <a:lnTo>
                    <a:pt x="1057" y="6148"/>
                  </a:lnTo>
                  <a:cubicBezTo>
                    <a:pt x="1058" y="6146"/>
                    <a:pt x="2131" y="4756"/>
                    <a:pt x="3445" y="3444"/>
                  </a:cubicBezTo>
                  <a:cubicBezTo>
                    <a:pt x="4758" y="2130"/>
                    <a:pt x="6147" y="1058"/>
                    <a:pt x="6147" y="1058"/>
                  </a:cubicBezTo>
                  <a:lnTo>
                    <a:pt x="508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3710;p80">
              <a:extLst>
                <a:ext uri="{FF2B5EF4-FFF2-40B4-BE49-F238E27FC236}">
                  <a16:creationId xmlns:a16="http://schemas.microsoft.com/office/drawing/2014/main" id="{4DDE4CA0-A46C-BF4D-E797-D499EEE4173C}"/>
                </a:ext>
              </a:extLst>
            </p:cNvPr>
            <p:cNvSpPr/>
            <p:nvPr/>
          </p:nvSpPr>
          <p:spPr>
            <a:xfrm>
              <a:off x="848693" y="2780013"/>
              <a:ext cx="213871" cy="212970"/>
            </a:xfrm>
            <a:custGeom>
              <a:avLst/>
              <a:gdLst/>
              <a:ahLst/>
              <a:cxnLst/>
              <a:rect l="l" t="t" r="r" b="b"/>
              <a:pathLst>
                <a:path w="5224" h="5202" extrusionOk="0">
                  <a:moveTo>
                    <a:pt x="5090" y="0"/>
                  </a:moveTo>
                  <a:cubicBezTo>
                    <a:pt x="5090" y="0"/>
                    <a:pt x="3575" y="947"/>
                    <a:pt x="2261" y="2260"/>
                  </a:cubicBezTo>
                  <a:cubicBezTo>
                    <a:pt x="948" y="3574"/>
                    <a:pt x="0" y="5089"/>
                    <a:pt x="0" y="5089"/>
                  </a:cubicBezTo>
                  <a:lnTo>
                    <a:pt x="73" y="5162"/>
                  </a:lnTo>
                  <a:cubicBezTo>
                    <a:pt x="100" y="5189"/>
                    <a:pt x="135" y="5202"/>
                    <a:pt x="169" y="5202"/>
                  </a:cubicBezTo>
                  <a:cubicBezTo>
                    <a:pt x="213" y="5202"/>
                    <a:pt x="256" y="5181"/>
                    <a:pt x="282" y="5141"/>
                  </a:cubicBezTo>
                  <a:cubicBezTo>
                    <a:pt x="547" y="4738"/>
                    <a:pt x="1377" y="3526"/>
                    <a:pt x="2452" y="2451"/>
                  </a:cubicBezTo>
                  <a:cubicBezTo>
                    <a:pt x="3528" y="1377"/>
                    <a:pt x="4738" y="546"/>
                    <a:pt x="5142" y="281"/>
                  </a:cubicBezTo>
                  <a:cubicBezTo>
                    <a:pt x="5213" y="233"/>
                    <a:pt x="5223" y="133"/>
                    <a:pt x="5163" y="72"/>
                  </a:cubicBezTo>
                  <a:lnTo>
                    <a:pt x="5090"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3711;p80">
              <a:extLst>
                <a:ext uri="{FF2B5EF4-FFF2-40B4-BE49-F238E27FC236}">
                  <a16:creationId xmlns:a16="http://schemas.microsoft.com/office/drawing/2014/main" id="{D754AC22-F31B-8B96-4FB0-B67E084190E0}"/>
                </a:ext>
              </a:extLst>
            </p:cNvPr>
            <p:cNvSpPr/>
            <p:nvPr/>
          </p:nvSpPr>
          <p:spPr>
            <a:xfrm>
              <a:off x="721451" y="2955441"/>
              <a:ext cx="74511" cy="73938"/>
            </a:xfrm>
            <a:custGeom>
              <a:avLst/>
              <a:gdLst/>
              <a:ahLst/>
              <a:cxnLst/>
              <a:rect l="l" t="t" r="r" b="b"/>
              <a:pathLst>
                <a:path w="1820" h="1806" extrusionOk="0">
                  <a:moveTo>
                    <a:pt x="1670" y="0"/>
                  </a:moveTo>
                  <a:cubicBezTo>
                    <a:pt x="1635" y="0"/>
                    <a:pt x="1601" y="13"/>
                    <a:pt x="1575" y="39"/>
                  </a:cubicBezTo>
                  <a:lnTo>
                    <a:pt x="269" y="1345"/>
                  </a:lnTo>
                  <a:lnTo>
                    <a:pt x="269" y="862"/>
                  </a:lnTo>
                  <a:cubicBezTo>
                    <a:pt x="269" y="789"/>
                    <a:pt x="209" y="728"/>
                    <a:pt x="135" y="728"/>
                  </a:cubicBezTo>
                  <a:cubicBezTo>
                    <a:pt x="129" y="728"/>
                    <a:pt x="123" y="728"/>
                    <a:pt x="117" y="729"/>
                  </a:cubicBezTo>
                  <a:cubicBezTo>
                    <a:pt x="51" y="737"/>
                    <a:pt x="0" y="799"/>
                    <a:pt x="0" y="867"/>
                  </a:cubicBezTo>
                  <a:lnTo>
                    <a:pt x="0" y="1670"/>
                  </a:lnTo>
                  <a:cubicBezTo>
                    <a:pt x="0" y="1745"/>
                    <a:pt x="61" y="1805"/>
                    <a:pt x="135" y="1805"/>
                  </a:cubicBezTo>
                  <a:lnTo>
                    <a:pt x="943" y="1805"/>
                  </a:lnTo>
                  <a:cubicBezTo>
                    <a:pt x="1024" y="1805"/>
                    <a:pt x="1087" y="1736"/>
                    <a:pt x="1077" y="1653"/>
                  </a:cubicBezTo>
                  <a:cubicBezTo>
                    <a:pt x="1070" y="1587"/>
                    <a:pt x="1008" y="1536"/>
                    <a:pt x="939" y="1536"/>
                  </a:cubicBezTo>
                  <a:lnTo>
                    <a:pt x="460" y="1536"/>
                  </a:lnTo>
                  <a:lnTo>
                    <a:pt x="1763" y="233"/>
                  </a:lnTo>
                  <a:cubicBezTo>
                    <a:pt x="1809" y="189"/>
                    <a:pt x="1819" y="117"/>
                    <a:pt x="1784" y="63"/>
                  </a:cubicBezTo>
                  <a:cubicBezTo>
                    <a:pt x="1757" y="21"/>
                    <a:pt x="1713" y="0"/>
                    <a:pt x="1670"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3712;p80">
              <a:extLst>
                <a:ext uri="{FF2B5EF4-FFF2-40B4-BE49-F238E27FC236}">
                  <a16:creationId xmlns:a16="http://schemas.microsoft.com/office/drawing/2014/main" id="{C7266EC4-4D89-D7A5-4D11-5A4D6F064F63}"/>
                </a:ext>
              </a:extLst>
            </p:cNvPr>
            <p:cNvSpPr/>
            <p:nvPr/>
          </p:nvSpPr>
          <p:spPr>
            <a:xfrm>
              <a:off x="1023752" y="2652608"/>
              <a:ext cx="74388" cy="73979"/>
            </a:xfrm>
            <a:custGeom>
              <a:avLst/>
              <a:gdLst/>
              <a:ahLst/>
              <a:cxnLst/>
              <a:rect l="l" t="t" r="r" b="b"/>
              <a:pathLst>
                <a:path w="1817" h="1807" extrusionOk="0">
                  <a:moveTo>
                    <a:pt x="873" y="1"/>
                  </a:moveTo>
                  <a:cubicBezTo>
                    <a:pt x="794" y="1"/>
                    <a:pt x="730" y="71"/>
                    <a:pt x="740" y="153"/>
                  </a:cubicBezTo>
                  <a:cubicBezTo>
                    <a:pt x="749" y="219"/>
                    <a:pt x="810" y="270"/>
                    <a:pt x="878" y="270"/>
                  </a:cubicBezTo>
                  <a:lnTo>
                    <a:pt x="1357" y="270"/>
                  </a:lnTo>
                  <a:lnTo>
                    <a:pt x="54" y="1573"/>
                  </a:lnTo>
                  <a:cubicBezTo>
                    <a:pt x="10" y="1617"/>
                    <a:pt x="1" y="1700"/>
                    <a:pt x="38" y="1751"/>
                  </a:cubicBezTo>
                  <a:cubicBezTo>
                    <a:pt x="65" y="1788"/>
                    <a:pt x="106" y="1806"/>
                    <a:pt x="147" y="1806"/>
                  </a:cubicBezTo>
                  <a:cubicBezTo>
                    <a:pt x="181" y="1806"/>
                    <a:pt x="215" y="1793"/>
                    <a:pt x="241" y="1766"/>
                  </a:cubicBezTo>
                  <a:lnTo>
                    <a:pt x="1547" y="461"/>
                  </a:lnTo>
                  <a:lnTo>
                    <a:pt x="1547" y="943"/>
                  </a:lnTo>
                  <a:cubicBezTo>
                    <a:pt x="1547" y="1017"/>
                    <a:pt x="1607" y="1078"/>
                    <a:pt x="1682" y="1078"/>
                  </a:cubicBezTo>
                  <a:cubicBezTo>
                    <a:pt x="1688" y="1078"/>
                    <a:pt x="1693" y="1078"/>
                    <a:pt x="1699" y="1077"/>
                  </a:cubicBezTo>
                  <a:cubicBezTo>
                    <a:pt x="1767" y="1069"/>
                    <a:pt x="1816" y="1007"/>
                    <a:pt x="1816" y="939"/>
                  </a:cubicBezTo>
                  <a:lnTo>
                    <a:pt x="1816" y="135"/>
                  </a:lnTo>
                  <a:cubicBezTo>
                    <a:pt x="1816" y="61"/>
                    <a:pt x="1756" y="1"/>
                    <a:pt x="1682"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 name="Google Shape;3713;p80">
            <a:extLst>
              <a:ext uri="{FF2B5EF4-FFF2-40B4-BE49-F238E27FC236}">
                <a16:creationId xmlns:a16="http://schemas.microsoft.com/office/drawing/2014/main" id="{B53964C0-2009-AB31-AFB7-CAA893C15EA5}"/>
              </a:ext>
            </a:extLst>
          </p:cNvPr>
          <p:cNvGrpSpPr/>
          <p:nvPr/>
        </p:nvGrpSpPr>
        <p:grpSpPr>
          <a:xfrm>
            <a:off x="6321713" y="855014"/>
            <a:ext cx="1196687" cy="939919"/>
            <a:chOff x="2345459" y="1448153"/>
            <a:chExt cx="376894" cy="376239"/>
          </a:xfrm>
        </p:grpSpPr>
        <p:sp>
          <p:nvSpPr>
            <p:cNvPr id="747" name="Google Shape;3714;p80">
              <a:extLst>
                <a:ext uri="{FF2B5EF4-FFF2-40B4-BE49-F238E27FC236}">
                  <a16:creationId xmlns:a16="http://schemas.microsoft.com/office/drawing/2014/main" id="{0A598B10-60A1-6A1C-D76F-3C33748635FC}"/>
                </a:ext>
              </a:extLst>
            </p:cNvPr>
            <p:cNvSpPr/>
            <p:nvPr/>
          </p:nvSpPr>
          <p:spPr>
            <a:xfrm>
              <a:off x="2382715" y="1486473"/>
              <a:ext cx="253173" cy="252231"/>
            </a:xfrm>
            <a:custGeom>
              <a:avLst/>
              <a:gdLst/>
              <a:ahLst/>
              <a:cxnLst/>
              <a:rect l="l" t="t" r="r" b="b"/>
              <a:pathLst>
                <a:path w="6184" h="6161" extrusionOk="0">
                  <a:moveTo>
                    <a:pt x="4968" y="1"/>
                  </a:moveTo>
                  <a:cubicBezTo>
                    <a:pt x="4922" y="1"/>
                    <a:pt x="4876" y="24"/>
                    <a:pt x="4851" y="69"/>
                  </a:cubicBezTo>
                  <a:cubicBezTo>
                    <a:pt x="4611" y="498"/>
                    <a:pt x="3881" y="1728"/>
                    <a:pt x="2816" y="2793"/>
                  </a:cubicBezTo>
                  <a:cubicBezTo>
                    <a:pt x="1753" y="3855"/>
                    <a:pt x="522" y="4588"/>
                    <a:pt x="93" y="4827"/>
                  </a:cubicBezTo>
                  <a:cubicBezTo>
                    <a:pt x="15" y="4869"/>
                    <a:pt x="0" y="4977"/>
                    <a:pt x="63" y="5040"/>
                  </a:cubicBezTo>
                  <a:lnTo>
                    <a:pt x="1185" y="6161"/>
                  </a:lnTo>
                  <a:cubicBezTo>
                    <a:pt x="1185" y="6161"/>
                    <a:pt x="2859" y="5462"/>
                    <a:pt x="4173" y="4150"/>
                  </a:cubicBezTo>
                  <a:cubicBezTo>
                    <a:pt x="5486" y="2836"/>
                    <a:pt x="6184" y="1161"/>
                    <a:pt x="6184" y="1161"/>
                  </a:cubicBezTo>
                  <a:lnTo>
                    <a:pt x="5063" y="40"/>
                  </a:lnTo>
                  <a:cubicBezTo>
                    <a:pt x="5037" y="13"/>
                    <a:pt x="5002" y="1"/>
                    <a:pt x="4968"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3715;p80">
              <a:extLst>
                <a:ext uri="{FF2B5EF4-FFF2-40B4-BE49-F238E27FC236}">
                  <a16:creationId xmlns:a16="http://schemas.microsoft.com/office/drawing/2014/main" id="{29748206-7CE4-934C-5459-5B57B47A4694}"/>
                </a:ext>
              </a:extLst>
            </p:cNvPr>
            <p:cNvSpPr/>
            <p:nvPr/>
          </p:nvSpPr>
          <p:spPr>
            <a:xfrm>
              <a:off x="2431187" y="1533963"/>
              <a:ext cx="248055" cy="248055"/>
            </a:xfrm>
            <a:custGeom>
              <a:avLst/>
              <a:gdLst/>
              <a:ahLst/>
              <a:cxnLst/>
              <a:rect l="l" t="t" r="r" b="b"/>
              <a:pathLst>
                <a:path w="6059" h="6059" extrusionOk="0">
                  <a:moveTo>
                    <a:pt x="5000" y="1"/>
                  </a:moveTo>
                  <a:cubicBezTo>
                    <a:pt x="5000" y="1"/>
                    <a:pt x="4193" y="1567"/>
                    <a:pt x="2881" y="2881"/>
                  </a:cubicBezTo>
                  <a:cubicBezTo>
                    <a:pt x="1568" y="4193"/>
                    <a:pt x="1" y="5001"/>
                    <a:pt x="1" y="5001"/>
                  </a:cubicBezTo>
                  <a:lnTo>
                    <a:pt x="1058" y="6059"/>
                  </a:lnTo>
                  <a:cubicBezTo>
                    <a:pt x="1058" y="6059"/>
                    <a:pt x="2734" y="5359"/>
                    <a:pt x="4047" y="4047"/>
                  </a:cubicBezTo>
                  <a:cubicBezTo>
                    <a:pt x="5361" y="2733"/>
                    <a:pt x="6058" y="1059"/>
                    <a:pt x="6058" y="1059"/>
                  </a:cubicBezTo>
                  <a:lnTo>
                    <a:pt x="500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3716;p80">
              <a:extLst>
                <a:ext uri="{FF2B5EF4-FFF2-40B4-BE49-F238E27FC236}">
                  <a16:creationId xmlns:a16="http://schemas.microsoft.com/office/drawing/2014/main" id="{BF9354B5-2E14-C226-B386-1F70D4DAEDA5}"/>
                </a:ext>
              </a:extLst>
            </p:cNvPr>
            <p:cNvSpPr/>
            <p:nvPr/>
          </p:nvSpPr>
          <p:spPr>
            <a:xfrm>
              <a:off x="2474502" y="1577278"/>
              <a:ext cx="211742" cy="211250"/>
            </a:xfrm>
            <a:custGeom>
              <a:avLst/>
              <a:gdLst/>
              <a:ahLst/>
              <a:cxnLst/>
              <a:rect l="l" t="t" r="r" b="b"/>
              <a:pathLst>
                <a:path w="5172" h="5160" extrusionOk="0">
                  <a:moveTo>
                    <a:pt x="5000" y="1"/>
                  </a:moveTo>
                  <a:cubicBezTo>
                    <a:pt x="5000" y="1"/>
                    <a:pt x="4193" y="1568"/>
                    <a:pt x="2881" y="2881"/>
                  </a:cubicBezTo>
                  <a:cubicBezTo>
                    <a:pt x="1567" y="4194"/>
                    <a:pt x="0" y="5001"/>
                    <a:pt x="0" y="5001"/>
                  </a:cubicBezTo>
                  <a:lnTo>
                    <a:pt x="120" y="5120"/>
                  </a:lnTo>
                  <a:cubicBezTo>
                    <a:pt x="146" y="5146"/>
                    <a:pt x="181" y="5160"/>
                    <a:pt x="216" y="5160"/>
                  </a:cubicBezTo>
                  <a:cubicBezTo>
                    <a:pt x="237" y="5160"/>
                    <a:pt x="259" y="5154"/>
                    <a:pt x="280" y="5143"/>
                  </a:cubicBezTo>
                  <a:cubicBezTo>
                    <a:pt x="629" y="4951"/>
                    <a:pt x="1944" y="4199"/>
                    <a:pt x="3070" y="3071"/>
                  </a:cubicBezTo>
                  <a:cubicBezTo>
                    <a:pt x="4198" y="1943"/>
                    <a:pt x="4952" y="630"/>
                    <a:pt x="5143" y="280"/>
                  </a:cubicBezTo>
                  <a:cubicBezTo>
                    <a:pt x="5171" y="228"/>
                    <a:pt x="5163" y="163"/>
                    <a:pt x="5120" y="120"/>
                  </a:cubicBezTo>
                  <a:lnTo>
                    <a:pt x="500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3717;p80">
              <a:extLst>
                <a:ext uri="{FF2B5EF4-FFF2-40B4-BE49-F238E27FC236}">
                  <a16:creationId xmlns:a16="http://schemas.microsoft.com/office/drawing/2014/main" id="{0A61DE5E-957B-B01B-E5AD-2C8200BA5023}"/>
                </a:ext>
              </a:extLst>
            </p:cNvPr>
            <p:cNvSpPr/>
            <p:nvPr/>
          </p:nvSpPr>
          <p:spPr>
            <a:xfrm>
              <a:off x="2647883" y="1448153"/>
              <a:ext cx="74470" cy="73897"/>
            </a:xfrm>
            <a:custGeom>
              <a:avLst/>
              <a:gdLst/>
              <a:ahLst/>
              <a:cxnLst/>
              <a:rect l="l" t="t" r="r" b="b"/>
              <a:pathLst>
                <a:path w="1819" h="1805" extrusionOk="0">
                  <a:moveTo>
                    <a:pt x="134" y="0"/>
                  </a:moveTo>
                  <a:cubicBezTo>
                    <a:pt x="60" y="0"/>
                    <a:pt x="0" y="60"/>
                    <a:pt x="0" y="134"/>
                  </a:cubicBezTo>
                  <a:lnTo>
                    <a:pt x="0" y="943"/>
                  </a:lnTo>
                  <a:cubicBezTo>
                    <a:pt x="0" y="1017"/>
                    <a:pt x="60" y="1078"/>
                    <a:pt x="134" y="1078"/>
                  </a:cubicBezTo>
                  <a:cubicBezTo>
                    <a:pt x="140" y="1078"/>
                    <a:pt x="146" y="1077"/>
                    <a:pt x="152" y="1076"/>
                  </a:cubicBezTo>
                  <a:cubicBezTo>
                    <a:pt x="219" y="1068"/>
                    <a:pt x="269" y="1007"/>
                    <a:pt x="269" y="938"/>
                  </a:cubicBezTo>
                  <a:lnTo>
                    <a:pt x="269" y="459"/>
                  </a:lnTo>
                  <a:lnTo>
                    <a:pt x="1574" y="1764"/>
                  </a:lnTo>
                  <a:cubicBezTo>
                    <a:pt x="1601" y="1791"/>
                    <a:pt x="1636" y="1804"/>
                    <a:pt x="1669" y="1804"/>
                  </a:cubicBezTo>
                  <a:cubicBezTo>
                    <a:pt x="1704" y="1804"/>
                    <a:pt x="1738" y="1791"/>
                    <a:pt x="1765" y="1766"/>
                  </a:cubicBezTo>
                  <a:cubicBezTo>
                    <a:pt x="1818" y="1714"/>
                    <a:pt x="1818" y="1627"/>
                    <a:pt x="1765" y="1574"/>
                  </a:cubicBezTo>
                  <a:lnTo>
                    <a:pt x="460" y="269"/>
                  </a:lnTo>
                  <a:lnTo>
                    <a:pt x="942" y="269"/>
                  </a:lnTo>
                  <a:cubicBezTo>
                    <a:pt x="1022" y="269"/>
                    <a:pt x="1087" y="200"/>
                    <a:pt x="1076" y="117"/>
                  </a:cubicBezTo>
                  <a:cubicBezTo>
                    <a:pt x="1068" y="50"/>
                    <a:pt x="1006" y="0"/>
                    <a:pt x="93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3718;p80">
              <a:extLst>
                <a:ext uri="{FF2B5EF4-FFF2-40B4-BE49-F238E27FC236}">
                  <a16:creationId xmlns:a16="http://schemas.microsoft.com/office/drawing/2014/main" id="{1E8142E9-49BB-3593-A186-4E1A6EB6B13D}"/>
                </a:ext>
              </a:extLst>
            </p:cNvPr>
            <p:cNvSpPr/>
            <p:nvPr/>
          </p:nvSpPr>
          <p:spPr>
            <a:xfrm>
              <a:off x="2403225" y="1507352"/>
              <a:ext cx="74715" cy="73897"/>
            </a:xfrm>
            <a:custGeom>
              <a:avLst/>
              <a:gdLst/>
              <a:ahLst/>
              <a:cxnLst/>
              <a:rect l="l" t="t" r="r" b="b"/>
              <a:pathLst>
                <a:path w="1825" h="1805" extrusionOk="0">
                  <a:moveTo>
                    <a:pt x="150" y="1"/>
                  </a:moveTo>
                  <a:cubicBezTo>
                    <a:pt x="122" y="1"/>
                    <a:pt x="93" y="10"/>
                    <a:pt x="70" y="28"/>
                  </a:cubicBezTo>
                  <a:cubicBezTo>
                    <a:pt x="5" y="80"/>
                    <a:pt x="0" y="174"/>
                    <a:pt x="57" y="231"/>
                  </a:cubicBezTo>
                  <a:lnTo>
                    <a:pt x="1362" y="1536"/>
                  </a:lnTo>
                  <a:lnTo>
                    <a:pt x="880" y="1536"/>
                  </a:lnTo>
                  <a:cubicBezTo>
                    <a:pt x="801" y="1536"/>
                    <a:pt x="736" y="1605"/>
                    <a:pt x="747" y="1688"/>
                  </a:cubicBezTo>
                  <a:cubicBezTo>
                    <a:pt x="755" y="1755"/>
                    <a:pt x="817" y="1805"/>
                    <a:pt x="886" y="1805"/>
                  </a:cubicBezTo>
                  <a:lnTo>
                    <a:pt x="1688" y="1805"/>
                  </a:lnTo>
                  <a:cubicBezTo>
                    <a:pt x="1762" y="1805"/>
                    <a:pt x="1823" y="1745"/>
                    <a:pt x="1825" y="1671"/>
                  </a:cubicBezTo>
                  <a:lnTo>
                    <a:pt x="1825" y="862"/>
                  </a:lnTo>
                  <a:cubicBezTo>
                    <a:pt x="1825" y="788"/>
                    <a:pt x="1765" y="728"/>
                    <a:pt x="1690" y="728"/>
                  </a:cubicBezTo>
                  <a:cubicBezTo>
                    <a:pt x="1684" y="728"/>
                    <a:pt x="1679" y="728"/>
                    <a:pt x="1673" y="729"/>
                  </a:cubicBezTo>
                  <a:cubicBezTo>
                    <a:pt x="1605" y="737"/>
                    <a:pt x="1555" y="798"/>
                    <a:pt x="1555" y="867"/>
                  </a:cubicBezTo>
                  <a:lnTo>
                    <a:pt x="1555" y="1346"/>
                  </a:lnTo>
                  <a:lnTo>
                    <a:pt x="252" y="43"/>
                  </a:lnTo>
                  <a:cubicBezTo>
                    <a:pt x="225" y="16"/>
                    <a:pt x="187" y="1"/>
                    <a:pt x="1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3719;p80">
              <a:extLst>
                <a:ext uri="{FF2B5EF4-FFF2-40B4-BE49-F238E27FC236}">
                  <a16:creationId xmlns:a16="http://schemas.microsoft.com/office/drawing/2014/main" id="{C0FAC176-0F37-3656-8154-78AEF79CA105}"/>
                </a:ext>
              </a:extLst>
            </p:cNvPr>
            <p:cNvSpPr/>
            <p:nvPr/>
          </p:nvSpPr>
          <p:spPr>
            <a:xfrm>
              <a:off x="2345459" y="1750495"/>
              <a:ext cx="74429" cy="73897"/>
            </a:xfrm>
            <a:custGeom>
              <a:avLst/>
              <a:gdLst/>
              <a:ahLst/>
              <a:cxnLst/>
              <a:rect l="l" t="t" r="r" b="b"/>
              <a:pathLst>
                <a:path w="1818" h="1805" extrusionOk="0">
                  <a:moveTo>
                    <a:pt x="135" y="1"/>
                  </a:moveTo>
                  <a:cubicBezTo>
                    <a:pt x="61" y="1"/>
                    <a:pt x="1" y="61"/>
                    <a:pt x="1" y="135"/>
                  </a:cubicBezTo>
                  <a:lnTo>
                    <a:pt x="1" y="944"/>
                  </a:lnTo>
                  <a:cubicBezTo>
                    <a:pt x="1" y="1017"/>
                    <a:pt x="61" y="1078"/>
                    <a:pt x="134" y="1078"/>
                  </a:cubicBezTo>
                  <a:cubicBezTo>
                    <a:pt x="140" y="1078"/>
                    <a:pt x="146" y="1078"/>
                    <a:pt x="152" y="1077"/>
                  </a:cubicBezTo>
                  <a:cubicBezTo>
                    <a:pt x="219" y="1068"/>
                    <a:pt x="270" y="1007"/>
                    <a:pt x="270" y="939"/>
                  </a:cubicBezTo>
                  <a:lnTo>
                    <a:pt x="270" y="460"/>
                  </a:lnTo>
                  <a:lnTo>
                    <a:pt x="1575" y="1765"/>
                  </a:lnTo>
                  <a:cubicBezTo>
                    <a:pt x="1601" y="1791"/>
                    <a:pt x="1636" y="1805"/>
                    <a:pt x="1670" y="1805"/>
                  </a:cubicBezTo>
                  <a:cubicBezTo>
                    <a:pt x="1706" y="1805"/>
                    <a:pt x="1739" y="1791"/>
                    <a:pt x="1765" y="1767"/>
                  </a:cubicBezTo>
                  <a:cubicBezTo>
                    <a:pt x="1818" y="1714"/>
                    <a:pt x="1818" y="1628"/>
                    <a:pt x="1765" y="1575"/>
                  </a:cubicBezTo>
                  <a:lnTo>
                    <a:pt x="460" y="270"/>
                  </a:lnTo>
                  <a:lnTo>
                    <a:pt x="943" y="270"/>
                  </a:lnTo>
                  <a:cubicBezTo>
                    <a:pt x="1022" y="270"/>
                    <a:pt x="1087" y="200"/>
                    <a:pt x="1077" y="118"/>
                  </a:cubicBezTo>
                  <a:cubicBezTo>
                    <a:pt x="1068" y="50"/>
                    <a:pt x="1006" y="1"/>
                    <a:pt x="9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3" name="Google Shape;3720;p80">
            <a:extLst>
              <a:ext uri="{FF2B5EF4-FFF2-40B4-BE49-F238E27FC236}">
                <a16:creationId xmlns:a16="http://schemas.microsoft.com/office/drawing/2014/main" id="{D0ECF695-E986-A983-E4F9-15E99C25206D}"/>
              </a:ext>
            </a:extLst>
          </p:cNvPr>
          <p:cNvGrpSpPr/>
          <p:nvPr/>
        </p:nvGrpSpPr>
        <p:grpSpPr>
          <a:xfrm>
            <a:off x="972414" y="1485515"/>
            <a:ext cx="1104742" cy="1033801"/>
            <a:chOff x="721492" y="2055621"/>
            <a:chExt cx="376607" cy="376484"/>
          </a:xfrm>
        </p:grpSpPr>
        <p:sp>
          <p:nvSpPr>
            <p:cNvPr id="754" name="Google Shape;3721;p80">
              <a:extLst>
                <a:ext uri="{FF2B5EF4-FFF2-40B4-BE49-F238E27FC236}">
                  <a16:creationId xmlns:a16="http://schemas.microsoft.com/office/drawing/2014/main" id="{4E9E487F-9612-166B-191A-20CF617C733B}"/>
                </a:ext>
              </a:extLst>
            </p:cNvPr>
            <p:cNvSpPr/>
            <p:nvPr/>
          </p:nvSpPr>
          <p:spPr>
            <a:xfrm>
              <a:off x="721492" y="2259993"/>
              <a:ext cx="184025" cy="172112"/>
            </a:xfrm>
            <a:custGeom>
              <a:avLst/>
              <a:gdLst/>
              <a:ahLst/>
              <a:cxnLst/>
              <a:rect l="l" t="t" r="r" b="b"/>
              <a:pathLst>
                <a:path w="4495" h="4204" extrusionOk="0">
                  <a:moveTo>
                    <a:pt x="831" y="0"/>
                  </a:moveTo>
                  <a:cubicBezTo>
                    <a:pt x="583" y="0"/>
                    <a:pt x="372" y="72"/>
                    <a:pt x="222" y="222"/>
                  </a:cubicBezTo>
                  <a:cubicBezTo>
                    <a:pt x="72" y="372"/>
                    <a:pt x="0" y="583"/>
                    <a:pt x="0" y="831"/>
                  </a:cubicBezTo>
                  <a:cubicBezTo>
                    <a:pt x="0" y="1439"/>
                    <a:pt x="428" y="2276"/>
                    <a:pt x="1176" y="3024"/>
                  </a:cubicBezTo>
                  <a:cubicBezTo>
                    <a:pt x="1235" y="3083"/>
                    <a:pt x="1296" y="3141"/>
                    <a:pt x="1358" y="3198"/>
                  </a:cubicBezTo>
                  <a:lnTo>
                    <a:pt x="915" y="3198"/>
                  </a:lnTo>
                  <a:cubicBezTo>
                    <a:pt x="820" y="3198"/>
                    <a:pt x="747" y="3297"/>
                    <a:pt x="796" y="3399"/>
                  </a:cubicBezTo>
                  <a:cubicBezTo>
                    <a:pt x="817" y="3441"/>
                    <a:pt x="863" y="3467"/>
                    <a:pt x="911" y="3467"/>
                  </a:cubicBezTo>
                  <a:lnTo>
                    <a:pt x="1735" y="3467"/>
                  </a:lnTo>
                  <a:cubicBezTo>
                    <a:pt x="1803" y="3467"/>
                    <a:pt x="1859" y="3411"/>
                    <a:pt x="1859" y="3344"/>
                  </a:cubicBezTo>
                  <a:lnTo>
                    <a:pt x="1859" y="2524"/>
                  </a:lnTo>
                  <a:cubicBezTo>
                    <a:pt x="1859" y="2450"/>
                    <a:pt x="1799" y="2390"/>
                    <a:pt x="1725" y="2390"/>
                  </a:cubicBezTo>
                  <a:cubicBezTo>
                    <a:pt x="1704" y="2390"/>
                    <a:pt x="1681" y="2395"/>
                    <a:pt x="1659" y="2406"/>
                  </a:cubicBezTo>
                  <a:cubicBezTo>
                    <a:pt x="1617" y="2427"/>
                    <a:pt x="1590" y="2472"/>
                    <a:pt x="1590" y="2520"/>
                  </a:cubicBezTo>
                  <a:lnTo>
                    <a:pt x="1590" y="3044"/>
                  </a:lnTo>
                  <a:cubicBezTo>
                    <a:pt x="1513" y="2977"/>
                    <a:pt x="1439" y="2907"/>
                    <a:pt x="1367" y="2834"/>
                  </a:cubicBezTo>
                  <a:cubicBezTo>
                    <a:pt x="904" y="2372"/>
                    <a:pt x="554" y="1855"/>
                    <a:pt x="380" y="1380"/>
                  </a:cubicBezTo>
                  <a:cubicBezTo>
                    <a:pt x="306" y="1178"/>
                    <a:pt x="269" y="993"/>
                    <a:pt x="269" y="835"/>
                  </a:cubicBezTo>
                  <a:cubicBezTo>
                    <a:pt x="269" y="654"/>
                    <a:pt x="319" y="509"/>
                    <a:pt x="414" y="414"/>
                  </a:cubicBezTo>
                  <a:cubicBezTo>
                    <a:pt x="509" y="318"/>
                    <a:pt x="654" y="270"/>
                    <a:pt x="834" y="270"/>
                  </a:cubicBezTo>
                  <a:cubicBezTo>
                    <a:pt x="992" y="270"/>
                    <a:pt x="1177" y="307"/>
                    <a:pt x="1380" y="381"/>
                  </a:cubicBezTo>
                  <a:cubicBezTo>
                    <a:pt x="1855" y="555"/>
                    <a:pt x="2371" y="904"/>
                    <a:pt x="2833" y="1368"/>
                  </a:cubicBezTo>
                  <a:cubicBezTo>
                    <a:pt x="3296" y="1830"/>
                    <a:pt x="3646" y="2347"/>
                    <a:pt x="3820" y="2822"/>
                  </a:cubicBezTo>
                  <a:cubicBezTo>
                    <a:pt x="3978" y="3256"/>
                    <a:pt x="3966" y="3609"/>
                    <a:pt x="3787" y="3788"/>
                  </a:cubicBezTo>
                  <a:cubicBezTo>
                    <a:pt x="3691" y="3883"/>
                    <a:pt x="3547" y="3930"/>
                    <a:pt x="3368" y="3930"/>
                  </a:cubicBezTo>
                  <a:cubicBezTo>
                    <a:pt x="3089" y="3930"/>
                    <a:pt x="2728" y="3816"/>
                    <a:pt x="2343" y="3594"/>
                  </a:cubicBezTo>
                  <a:cubicBezTo>
                    <a:pt x="2322" y="3582"/>
                    <a:pt x="2298" y="3576"/>
                    <a:pt x="2276" y="3576"/>
                  </a:cubicBezTo>
                  <a:cubicBezTo>
                    <a:pt x="2229" y="3576"/>
                    <a:pt x="2183" y="3600"/>
                    <a:pt x="2158" y="3645"/>
                  </a:cubicBezTo>
                  <a:cubicBezTo>
                    <a:pt x="2121" y="3709"/>
                    <a:pt x="2144" y="3792"/>
                    <a:pt x="2209" y="3829"/>
                  </a:cubicBezTo>
                  <a:cubicBezTo>
                    <a:pt x="2641" y="4078"/>
                    <a:pt x="3039" y="4204"/>
                    <a:pt x="3368" y="4204"/>
                  </a:cubicBezTo>
                  <a:cubicBezTo>
                    <a:pt x="3619" y="4204"/>
                    <a:pt x="3829" y="4130"/>
                    <a:pt x="3977" y="3977"/>
                  </a:cubicBezTo>
                  <a:cubicBezTo>
                    <a:pt x="4495" y="3458"/>
                    <a:pt x="4076" y="2228"/>
                    <a:pt x="3023" y="1176"/>
                  </a:cubicBezTo>
                  <a:cubicBezTo>
                    <a:pt x="2276" y="428"/>
                    <a:pt x="1440" y="0"/>
                    <a:pt x="8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3722;p80">
              <a:extLst>
                <a:ext uri="{FF2B5EF4-FFF2-40B4-BE49-F238E27FC236}">
                  <a16:creationId xmlns:a16="http://schemas.microsoft.com/office/drawing/2014/main" id="{AB77076F-01E0-EDA6-C192-1048340059ED}"/>
                </a:ext>
              </a:extLst>
            </p:cNvPr>
            <p:cNvSpPr/>
            <p:nvPr/>
          </p:nvSpPr>
          <p:spPr>
            <a:xfrm>
              <a:off x="914033" y="2055621"/>
              <a:ext cx="184066" cy="172112"/>
            </a:xfrm>
            <a:custGeom>
              <a:avLst/>
              <a:gdLst/>
              <a:ahLst/>
              <a:cxnLst/>
              <a:rect l="l" t="t" r="r" b="b"/>
              <a:pathLst>
                <a:path w="4496" h="4204" extrusionOk="0">
                  <a:moveTo>
                    <a:pt x="1130" y="1"/>
                  </a:moveTo>
                  <a:cubicBezTo>
                    <a:pt x="878" y="1"/>
                    <a:pt x="668" y="75"/>
                    <a:pt x="519" y="228"/>
                  </a:cubicBezTo>
                  <a:cubicBezTo>
                    <a:pt x="1" y="746"/>
                    <a:pt x="420" y="1976"/>
                    <a:pt x="1473" y="3029"/>
                  </a:cubicBezTo>
                  <a:cubicBezTo>
                    <a:pt x="2219" y="3775"/>
                    <a:pt x="3056" y="4204"/>
                    <a:pt x="3665" y="4204"/>
                  </a:cubicBezTo>
                  <a:cubicBezTo>
                    <a:pt x="3913" y="4204"/>
                    <a:pt x="4124" y="4132"/>
                    <a:pt x="4274" y="3982"/>
                  </a:cubicBezTo>
                  <a:cubicBezTo>
                    <a:pt x="4424" y="3832"/>
                    <a:pt x="4495" y="3621"/>
                    <a:pt x="4495" y="3373"/>
                  </a:cubicBezTo>
                  <a:cubicBezTo>
                    <a:pt x="4495" y="2765"/>
                    <a:pt x="4068" y="1927"/>
                    <a:pt x="3320" y="1179"/>
                  </a:cubicBezTo>
                  <a:cubicBezTo>
                    <a:pt x="3261" y="1120"/>
                    <a:pt x="3200" y="1062"/>
                    <a:pt x="3139" y="1005"/>
                  </a:cubicBezTo>
                  <a:lnTo>
                    <a:pt x="3583" y="1005"/>
                  </a:lnTo>
                  <a:cubicBezTo>
                    <a:pt x="3678" y="1005"/>
                    <a:pt x="3751" y="906"/>
                    <a:pt x="3701" y="805"/>
                  </a:cubicBezTo>
                  <a:cubicBezTo>
                    <a:pt x="3680" y="763"/>
                    <a:pt x="3634" y="736"/>
                    <a:pt x="3587" y="736"/>
                  </a:cubicBezTo>
                  <a:lnTo>
                    <a:pt x="2762" y="736"/>
                  </a:lnTo>
                  <a:cubicBezTo>
                    <a:pt x="2693" y="736"/>
                    <a:pt x="2638" y="792"/>
                    <a:pt x="2638" y="861"/>
                  </a:cubicBezTo>
                  <a:lnTo>
                    <a:pt x="2638" y="1679"/>
                  </a:lnTo>
                  <a:cubicBezTo>
                    <a:pt x="2638" y="1753"/>
                    <a:pt x="2698" y="1814"/>
                    <a:pt x="2772" y="1814"/>
                  </a:cubicBezTo>
                  <a:cubicBezTo>
                    <a:pt x="2794" y="1814"/>
                    <a:pt x="2816" y="1809"/>
                    <a:pt x="2839" y="1798"/>
                  </a:cubicBezTo>
                  <a:cubicBezTo>
                    <a:pt x="2881" y="1776"/>
                    <a:pt x="2908" y="1731"/>
                    <a:pt x="2908" y="1684"/>
                  </a:cubicBezTo>
                  <a:lnTo>
                    <a:pt x="2908" y="1159"/>
                  </a:lnTo>
                  <a:cubicBezTo>
                    <a:pt x="2983" y="1227"/>
                    <a:pt x="3057" y="1296"/>
                    <a:pt x="3130" y="1369"/>
                  </a:cubicBezTo>
                  <a:cubicBezTo>
                    <a:pt x="3593" y="1831"/>
                    <a:pt x="3943" y="2348"/>
                    <a:pt x="4117" y="2823"/>
                  </a:cubicBezTo>
                  <a:cubicBezTo>
                    <a:pt x="4190" y="3026"/>
                    <a:pt x="4227" y="3210"/>
                    <a:pt x="4227" y="3369"/>
                  </a:cubicBezTo>
                  <a:cubicBezTo>
                    <a:pt x="4227" y="3549"/>
                    <a:pt x="4179" y="3695"/>
                    <a:pt x="4084" y="3790"/>
                  </a:cubicBezTo>
                  <a:cubicBezTo>
                    <a:pt x="3988" y="3885"/>
                    <a:pt x="3844" y="3933"/>
                    <a:pt x="3664" y="3933"/>
                  </a:cubicBezTo>
                  <a:cubicBezTo>
                    <a:pt x="3506" y="3933"/>
                    <a:pt x="3321" y="3896"/>
                    <a:pt x="3117" y="3822"/>
                  </a:cubicBezTo>
                  <a:cubicBezTo>
                    <a:pt x="2643" y="3648"/>
                    <a:pt x="2127" y="3299"/>
                    <a:pt x="1664" y="2836"/>
                  </a:cubicBezTo>
                  <a:cubicBezTo>
                    <a:pt x="1200" y="2375"/>
                    <a:pt x="851" y="1858"/>
                    <a:pt x="677" y="1383"/>
                  </a:cubicBezTo>
                  <a:cubicBezTo>
                    <a:pt x="519" y="947"/>
                    <a:pt x="530" y="595"/>
                    <a:pt x="710" y="415"/>
                  </a:cubicBezTo>
                  <a:cubicBezTo>
                    <a:pt x="806" y="320"/>
                    <a:pt x="950" y="273"/>
                    <a:pt x="1129" y="273"/>
                  </a:cubicBezTo>
                  <a:cubicBezTo>
                    <a:pt x="1408" y="273"/>
                    <a:pt x="1769" y="388"/>
                    <a:pt x="2154" y="610"/>
                  </a:cubicBezTo>
                  <a:cubicBezTo>
                    <a:pt x="2175" y="622"/>
                    <a:pt x="2198" y="627"/>
                    <a:pt x="2221" y="627"/>
                  </a:cubicBezTo>
                  <a:cubicBezTo>
                    <a:pt x="2268" y="627"/>
                    <a:pt x="2314" y="603"/>
                    <a:pt x="2339" y="560"/>
                  </a:cubicBezTo>
                  <a:cubicBezTo>
                    <a:pt x="2376" y="495"/>
                    <a:pt x="2354" y="412"/>
                    <a:pt x="2289" y="375"/>
                  </a:cubicBezTo>
                  <a:cubicBezTo>
                    <a:pt x="1857" y="125"/>
                    <a:pt x="1458" y="1"/>
                    <a:pt x="113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3723;p80">
              <a:extLst>
                <a:ext uri="{FF2B5EF4-FFF2-40B4-BE49-F238E27FC236}">
                  <a16:creationId xmlns:a16="http://schemas.microsoft.com/office/drawing/2014/main" id="{B35873D8-6BDC-61FB-C50D-399E95D0D5AD}"/>
                </a:ext>
              </a:extLst>
            </p:cNvPr>
            <p:cNvSpPr/>
            <p:nvPr/>
          </p:nvSpPr>
          <p:spPr>
            <a:xfrm>
              <a:off x="758174" y="2206853"/>
              <a:ext cx="114878" cy="139196"/>
            </a:xfrm>
            <a:custGeom>
              <a:avLst/>
              <a:gdLst/>
              <a:ahLst/>
              <a:cxnLst/>
              <a:rect l="l" t="t" r="r" b="b"/>
              <a:pathLst>
                <a:path w="2806" h="3400" extrusionOk="0">
                  <a:moveTo>
                    <a:pt x="2805" y="1"/>
                  </a:moveTo>
                  <a:lnTo>
                    <a:pt x="2805" y="1"/>
                  </a:lnTo>
                  <a:cubicBezTo>
                    <a:pt x="1879" y="548"/>
                    <a:pt x="900" y="1234"/>
                    <a:pt x="54" y="2057"/>
                  </a:cubicBezTo>
                  <a:cubicBezTo>
                    <a:pt x="0" y="2108"/>
                    <a:pt x="0" y="2195"/>
                    <a:pt x="53" y="2248"/>
                  </a:cubicBezTo>
                  <a:lnTo>
                    <a:pt x="1206" y="3400"/>
                  </a:lnTo>
                  <a:lnTo>
                    <a:pt x="2805"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3724;p80">
              <a:extLst>
                <a:ext uri="{FF2B5EF4-FFF2-40B4-BE49-F238E27FC236}">
                  <a16:creationId xmlns:a16="http://schemas.microsoft.com/office/drawing/2014/main" id="{A76A51CA-74AF-2519-46D4-00FA296DCB93}"/>
                </a:ext>
              </a:extLst>
            </p:cNvPr>
            <p:cNvSpPr/>
            <p:nvPr/>
          </p:nvSpPr>
          <p:spPr>
            <a:xfrm>
              <a:off x="954932" y="2141390"/>
              <a:ext cx="100631" cy="121674"/>
            </a:xfrm>
            <a:custGeom>
              <a:avLst/>
              <a:gdLst/>
              <a:ahLst/>
              <a:cxnLst/>
              <a:rect l="l" t="t" r="r" b="b"/>
              <a:pathLst>
                <a:path w="2458" h="2972" extrusionOk="0">
                  <a:moveTo>
                    <a:pt x="1399" y="0"/>
                  </a:moveTo>
                  <a:lnTo>
                    <a:pt x="1" y="2971"/>
                  </a:lnTo>
                  <a:lnTo>
                    <a:pt x="1" y="2971"/>
                  </a:lnTo>
                  <a:cubicBezTo>
                    <a:pt x="827" y="2745"/>
                    <a:pt x="1939" y="1899"/>
                    <a:pt x="2457" y="1057"/>
                  </a:cubicBezTo>
                  <a:lnTo>
                    <a:pt x="1399"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3725;p80">
              <a:extLst>
                <a:ext uri="{FF2B5EF4-FFF2-40B4-BE49-F238E27FC236}">
                  <a16:creationId xmlns:a16="http://schemas.microsoft.com/office/drawing/2014/main" id="{91F18A0A-45FB-45CC-056F-5580CEEF2B09}"/>
                </a:ext>
              </a:extLst>
            </p:cNvPr>
            <p:cNvSpPr/>
            <p:nvPr/>
          </p:nvSpPr>
          <p:spPr>
            <a:xfrm>
              <a:off x="946703" y="2184664"/>
              <a:ext cx="114878" cy="95922"/>
            </a:xfrm>
            <a:custGeom>
              <a:avLst/>
              <a:gdLst/>
              <a:ahLst/>
              <a:cxnLst/>
              <a:rect l="l" t="t" r="r" b="b"/>
              <a:pathLst>
                <a:path w="2806" h="2343" extrusionOk="0">
                  <a:moveTo>
                    <a:pt x="2658" y="0"/>
                  </a:moveTo>
                  <a:cubicBezTo>
                    <a:pt x="1909" y="749"/>
                    <a:pt x="1045" y="1388"/>
                    <a:pt x="202" y="1914"/>
                  </a:cubicBezTo>
                  <a:lnTo>
                    <a:pt x="0" y="2343"/>
                  </a:lnTo>
                  <a:cubicBezTo>
                    <a:pt x="927" y="1797"/>
                    <a:pt x="1906" y="1111"/>
                    <a:pt x="2751" y="286"/>
                  </a:cubicBezTo>
                  <a:cubicBezTo>
                    <a:pt x="2806" y="236"/>
                    <a:pt x="2806" y="148"/>
                    <a:pt x="2753" y="95"/>
                  </a:cubicBezTo>
                  <a:lnTo>
                    <a:pt x="2658"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3726;p80">
              <a:extLst>
                <a:ext uri="{FF2B5EF4-FFF2-40B4-BE49-F238E27FC236}">
                  <a16:creationId xmlns:a16="http://schemas.microsoft.com/office/drawing/2014/main" id="{FD584C2F-72E7-9D41-3A0E-2B7E1F24CCAA}"/>
                </a:ext>
              </a:extLst>
            </p:cNvPr>
            <p:cNvSpPr/>
            <p:nvPr/>
          </p:nvSpPr>
          <p:spPr>
            <a:xfrm>
              <a:off x="807507" y="2092549"/>
              <a:ext cx="196880" cy="296856"/>
            </a:xfrm>
            <a:custGeom>
              <a:avLst/>
              <a:gdLst/>
              <a:ahLst/>
              <a:cxnLst/>
              <a:rect l="l" t="t" r="r" b="b"/>
              <a:pathLst>
                <a:path w="4809" h="7251" extrusionOk="0">
                  <a:moveTo>
                    <a:pt x="3752" y="1"/>
                  </a:moveTo>
                  <a:cubicBezTo>
                    <a:pt x="3717" y="1"/>
                    <a:pt x="3681" y="14"/>
                    <a:pt x="3655" y="41"/>
                  </a:cubicBezTo>
                  <a:cubicBezTo>
                    <a:pt x="1228" y="2531"/>
                    <a:pt x="1" y="6192"/>
                    <a:pt x="1" y="6192"/>
                  </a:cubicBezTo>
                  <a:lnTo>
                    <a:pt x="1058" y="7250"/>
                  </a:lnTo>
                  <a:cubicBezTo>
                    <a:pt x="3864" y="4846"/>
                    <a:pt x="4809" y="1001"/>
                    <a:pt x="4809" y="1001"/>
                  </a:cubicBezTo>
                  <a:lnTo>
                    <a:pt x="3848" y="40"/>
                  </a:lnTo>
                  <a:cubicBezTo>
                    <a:pt x="3822" y="14"/>
                    <a:pt x="3787" y="1"/>
                    <a:pt x="37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3727;p80">
              <a:extLst>
                <a:ext uri="{FF2B5EF4-FFF2-40B4-BE49-F238E27FC236}">
                  <a16:creationId xmlns:a16="http://schemas.microsoft.com/office/drawing/2014/main" id="{387B1C83-1011-DF69-857E-AB404743BFB6}"/>
                </a:ext>
              </a:extLst>
            </p:cNvPr>
            <p:cNvSpPr/>
            <p:nvPr/>
          </p:nvSpPr>
          <p:spPr>
            <a:xfrm>
              <a:off x="850822" y="2133611"/>
              <a:ext cx="161385" cy="261320"/>
            </a:xfrm>
            <a:custGeom>
              <a:avLst/>
              <a:gdLst/>
              <a:ahLst/>
              <a:cxnLst/>
              <a:rect l="l" t="t" r="r" b="b"/>
              <a:pathLst>
                <a:path w="3942" h="6383" extrusionOk="0">
                  <a:moveTo>
                    <a:pt x="3751" y="0"/>
                  </a:moveTo>
                  <a:cubicBezTo>
                    <a:pt x="3751" y="0"/>
                    <a:pt x="2490" y="3757"/>
                    <a:pt x="0" y="6248"/>
                  </a:cubicBezTo>
                  <a:lnTo>
                    <a:pt x="95" y="6343"/>
                  </a:lnTo>
                  <a:cubicBezTo>
                    <a:pt x="121" y="6369"/>
                    <a:pt x="156" y="6383"/>
                    <a:pt x="191" y="6383"/>
                  </a:cubicBezTo>
                  <a:cubicBezTo>
                    <a:pt x="226" y="6383"/>
                    <a:pt x="262" y="6369"/>
                    <a:pt x="288" y="6342"/>
                  </a:cubicBezTo>
                  <a:cubicBezTo>
                    <a:pt x="2715" y="3852"/>
                    <a:pt x="3942" y="191"/>
                    <a:pt x="3942" y="191"/>
                  </a:cubicBezTo>
                  <a:lnTo>
                    <a:pt x="3751"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1" name="Google Shape;3728;p80">
            <a:extLst>
              <a:ext uri="{FF2B5EF4-FFF2-40B4-BE49-F238E27FC236}">
                <a16:creationId xmlns:a16="http://schemas.microsoft.com/office/drawing/2014/main" id="{E3EA2C50-1527-6FF8-8A01-AF49B4615FB8}"/>
              </a:ext>
            </a:extLst>
          </p:cNvPr>
          <p:cNvGrpSpPr/>
          <p:nvPr/>
        </p:nvGrpSpPr>
        <p:grpSpPr>
          <a:xfrm>
            <a:off x="3106015" y="2386962"/>
            <a:ext cx="980564" cy="1042038"/>
            <a:chOff x="721492" y="1447907"/>
            <a:chExt cx="376689" cy="376730"/>
          </a:xfrm>
        </p:grpSpPr>
        <p:sp>
          <p:nvSpPr>
            <p:cNvPr id="762" name="Google Shape;3729;p80">
              <a:extLst>
                <a:ext uri="{FF2B5EF4-FFF2-40B4-BE49-F238E27FC236}">
                  <a16:creationId xmlns:a16="http://schemas.microsoft.com/office/drawing/2014/main" id="{62C7E5EC-B0E3-5638-DB4C-D3511BBDEE12}"/>
                </a:ext>
              </a:extLst>
            </p:cNvPr>
            <p:cNvSpPr/>
            <p:nvPr/>
          </p:nvSpPr>
          <p:spPr>
            <a:xfrm>
              <a:off x="736353" y="1506656"/>
              <a:ext cx="297634" cy="210145"/>
            </a:xfrm>
            <a:custGeom>
              <a:avLst/>
              <a:gdLst/>
              <a:ahLst/>
              <a:cxnLst/>
              <a:rect l="l" t="t" r="r" b="b"/>
              <a:pathLst>
                <a:path w="7270" h="5133" extrusionOk="0">
                  <a:moveTo>
                    <a:pt x="6004" y="0"/>
                  </a:moveTo>
                  <a:cubicBezTo>
                    <a:pt x="5978" y="0"/>
                    <a:pt x="5952" y="7"/>
                    <a:pt x="5930" y="22"/>
                  </a:cubicBezTo>
                  <a:lnTo>
                    <a:pt x="84" y="3794"/>
                  </a:lnTo>
                  <a:cubicBezTo>
                    <a:pt x="11" y="3840"/>
                    <a:pt x="0" y="3942"/>
                    <a:pt x="60" y="4002"/>
                  </a:cubicBezTo>
                  <a:lnTo>
                    <a:pt x="1191" y="5133"/>
                  </a:lnTo>
                  <a:lnTo>
                    <a:pt x="4326" y="3267"/>
                  </a:lnTo>
                  <a:lnTo>
                    <a:pt x="7270" y="1211"/>
                  </a:lnTo>
                  <a:lnTo>
                    <a:pt x="6099" y="40"/>
                  </a:lnTo>
                  <a:cubicBezTo>
                    <a:pt x="6073" y="14"/>
                    <a:pt x="6038" y="0"/>
                    <a:pt x="60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3730;p80">
              <a:extLst>
                <a:ext uri="{FF2B5EF4-FFF2-40B4-BE49-F238E27FC236}">
                  <a16:creationId xmlns:a16="http://schemas.microsoft.com/office/drawing/2014/main" id="{0ED8635C-9FA5-DBAD-8670-70B55D729963}"/>
                </a:ext>
              </a:extLst>
            </p:cNvPr>
            <p:cNvSpPr/>
            <p:nvPr/>
          </p:nvSpPr>
          <p:spPr>
            <a:xfrm>
              <a:off x="785154" y="1556194"/>
              <a:ext cx="292189" cy="203881"/>
            </a:xfrm>
            <a:custGeom>
              <a:avLst/>
              <a:gdLst/>
              <a:ahLst/>
              <a:cxnLst/>
              <a:rect l="l" t="t" r="r" b="b"/>
              <a:pathLst>
                <a:path w="7137" h="4980" extrusionOk="0">
                  <a:moveTo>
                    <a:pt x="6078" y="1"/>
                  </a:moveTo>
                  <a:lnTo>
                    <a:pt x="0" y="3923"/>
                  </a:lnTo>
                  <a:lnTo>
                    <a:pt x="1059" y="4980"/>
                  </a:lnTo>
                  <a:lnTo>
                    <a:pt x="4193" y="3116"/>
                  </a:lnTo>
                  <a:lnTo>
                    <a:pt x="7137" y="1059"/>
                  </a:lnTo>
                  <a:lnTo>
                    <a:pt x="60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3731;p80">
              <a:extLst>
                <a:ext uri="{FF2B5EF4-FFF2-40B4-BE49-F238E27FC236}">
                  <a16:creationId xmlns:a16="http://schemas.microsoft.com/office/drawing/2014/main" id="{A8286BEC-5144-C998-F86D-62929701CB44}"/>
                </a:ext>
              </a:extLst>
            </p:cNvPr>
            <p:cNvSpPr/>
            <p:nvPr/>
          </p:nvSpPr>
          <p:spPr>
            <a:xfrm>
              <a:off x="828468" y="1599549"/>
              <a:ext cx="254319" cy="166831"/>
            </a:xfrm>
            <a:custGeom>
              <a:avLst/>
              <a:gdLst/>
              <a:ahLst/>
              <a:cxnLst/>
              <a:rect l="l" t="t" r="r" b="b"/>
              <a:pathLst>
                <a:path w="6212" h="4075" extrusionOk="0">
                  <a:moveTo>
                    <a:pt x="6079" y="0"/>
                  </a:moveTo>
                  <a:lnTo>
                    <a:pt x="1" y="3921"/>
                  </a:lnTo>
                  <a:lnTo>
                    <a:pt x="114" y="4035"/>
                  </a:lnTo>
                  <a:cubicBezTo>
                    <a:pt x="140" y="4061"/>
                    <a:pt x="175" y="4074"/>
                    <a:pt x="210" y="4074"/>
                  </a:cubicBezTo>
                  <a:cubicBezTo>
                    <a:pt x="235" y="4074"/>
                    <a:pt x="260" y="4067"/>
                    <a:pt x="282" y="4053"/>
                  </a:cubicBezTo>
                  <a:lnTo>
                    <a:pt x="6129" y="281"/>
                  </a:lnTo>
                  <a:cubicBezTo>
                    <a:pt x="6201" y="234"/>
                    <a:pt x="6212" y="133"/>
                    <a:pt x="6152" y="73"/>
                  </a:cubicBezTo>
                  <a:lnTo>
                    <a:pt x="60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3732;p80">
              <a:extLst>
                <a:ext uri="{FF2B5EF4-FFF2-40B4-BE49-F238E27FC236}">
                  <a16:creationId xmlns:a16="http://schemas.microsoft.com/office/drawing/2014/main" id="{6D7424DA-C8A4-A005-DAC2-6EA806064870}"/>
                </a:ext>
              </a:extLst>
            </p:cNvPr>
            <p:cNvSpPr/>
            <p:nvPr/>
          </p:nvSpPr>
          <p:spPr>
            <a:xfrm>
              <a:off x="1023670" y="1447907"/>
              <a:ext cx="74511" cy="73979"/>
            </a:xfrm>
            <a:custGeom>
              <a:avLst/>
              <a:gdLst/>
              <a:ahLst/>
              <a:cxnLst/>
              <a:rect l="l" t="t" r="r" b="b"/>
              <a:pathLst>
                <a:path w="1820" h="1807" extrusionOk="0">
                  <a:moveTo>
                    <a:pt x="149" y="0"/>
                  </a:moveTo>
                  <a:cubicBezTo>
                    <a:pt x="115" y="0"/>
                    <a:pt x="80" y="14"/>
                    <a:pt x="53" y="40"/>
                  </a:cubicBezTo>
                  <a:cubicBezTo>
                    <a:pt x="1" y="93"/>
                    <a:pt x="1" y="179"/>
                    <a:pt x="53" y="232"/>
                  </a:cubicBezTo>
                  <a:lnTo>
                    <a:pt x="1359" y="1537"/>
                  </a:lnTo>
                  <a:lnTo>
                    <a:pt x="877" y="1537"/>
                  </a:lnTo>
                  <a:cubicBezTo>
                    <a:pt x="798" y="1537"/>
                    <a:pt x="733" y="1607"/>
                    <a:pt x="743" y="1689"/>
                  </a:cubicBezTo>
                  <a:cubicBezTo>
                    <a:pt x="752" y="1757"/>
                    <a:pt x="814" y="1806"/>
                    <a:pt x="883" y="1806"/>
                  </a:cubicBezTo>
                  <a:lnTo>
                    <a:pt x="1686" y="1806"/>
                  </a:lnTo>
                  <a:cubicBezTo>
                    <a:pt x="1759" y="1806"/>
                    <a:pt x="1819" y="1746"/>
                    <a:pt x="1819" y="1670"/>
                  </a:cubicBezTo>
                  <a:lnTo>
                    <a:pt x="1819" y="862"/>
                  </a:lnTo>
                  <a:cubicBezTo>
                    <a:pt x="1819" y="788"/>
                    <a:pt x="1760" y="728"/>
                    <a:pt x="1686" y="728"/>
                  </a:cubicBezTo>
                  <a:cubicBezTo>
                    <a:pt x="1680" y="728"/>
                    <a:pt x="1675" y="728"/>
                    <a:pt x="1669" y="729"/>
                  </a:cubicBezTo>
                  <a:cubicBezTo>
                    <a:pt x="1601" y="736"/>
                    <a:pt x="1550" y="799"/>
                    <a:pt x="1550" y="867"/>
                  </a:cubicBezTo>
                  <a:lnTo>
                    <a:pt x="1550" y="1346"/>
                  </a:lnTo>
                  <a:lnTo>
                    <a:pt x="245" y="40"/>
                  </a:lnTo>
                  <a:cubicBezTo>
                    <a:pt x="219" y="14"/>
                    <a:pt x="184" y="0"/>
                    <a:pt x="1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3733;p80">
              <a:extLst>
                <a:ext uri="{FF2B5EF4-FFF2-40B4-BE49-F238E27FC236}">
                  <a16:creationId xmlns:a16="http://schemas.microsoft.com/office/drawing/2014/main" id="{4286BC93-3129-9DAB-09C6-534EA07A8BF2}"/>
                </a:ext>
              </a:extLst>
            </p:cNvPr>
            <p:cNvSpPr/>
            <p:nvPr/>
          </p:nvSpPr>
          <p:spPr>
            <a:xfrm>
              <a:off x="721492" y="1750659"/>
              <a:ext cx="74511" cy="73979"/>
            </a:xfrm>
            <a:custGeom>
              <a:avLst/>
              <a:gdLst/>
              <a:ahLst/>
              <a:cxnLst/>
              <a:rect l="l" t="t" r="r" b="b"/>
              <a:pathLst>
                <a:path w="1820" h="1807" extrusionOk="0">
                  <a:moveTo>
                    <a:pt x="135" y="1"/>
                  </a:moveTo>
                  <a:cubicBezTo>
                    <a:pt x="61" y="1"/>
                    <a:pt x="0" y="61"/>
                    <a:pt x="0" y="135"/>
                  </a:cubicBezTo>
                  <a:lnTo>
                    <a:pt x="0" y="945"/>
                  </a:lnTo>
                  <a:cubicBezTo>
                    <a:pt x="0" y="1019"/>
                    <a:pt x="61" y="1079"/>
                    <a:pt x="135" y="1079"/>
                  </a:cubicBezTo>
                  <a:cubicBezTo>
                    <a:pt x="141" y="1079"/>
                    <a:pt x="146" y="1079"/>
                    <a:pt x="152" y="1078"/>
                  </a:cubicBezTo>
                  <a:cubicBezTo>
                    <a:pt x="220" y="1070"/>
                    <a:pt x="269" y="1009"/>
                    <a:pt x="269" y="940"/>
                  </a:cubicBezTo>
                  <a:lnTo>
                    <a:pt x="269" y="461"/>
                  </a:lnTo>
                  <a:lnTo>
                    <a:pt x="1576" y="1766"/>
                  </a:lnTo>
                  <a:cubicBezTo>
                    <a:pt x="1602" y="1792"/>
                    <a:pt x="1636" y="1806"/>
                    <a:pt x="1670" y="1806"/>
                  </a:cubicBezTo>
                  <a:cubicBezTo>
                    <a:pt x="1704" y="1806"/>
                    <a:pt x="1739" y="1792"/>
                    <a:pt x="1766" y="1766"/>
                  </a:cubicBezTo>
                  <a:cubicBezTo>
                    <a:pt x="1819" y="1713"/>
                    <a:pt x="1819" y="1628"/>
                    <a:pt x="1766" y="1575"/>
                  </a:cubicBezTo>
                  <a:lnTo>
                    <a:pt x="461" y="270"/>
                  </a:lnTo>
                  <a:lnTo>
                    <a:pt x="944" y="270"/>
                  </a:lnTo>
                  <a:cubicBezTo>
                    <a:pt x="1023" y="270"/>
                    <a:pt x="1087" y="199"/>
                    <a:pt x="1076" y="118"/>
                  </a:cubicBezTo>
                  <a:cubicBezTo>
                    <a:pt x="1069" y="51"/>
                    <a:pt x="1007" y="1"/>
                    <a:pt x="9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87" name="Pladsholder til slidenummer 786">
            <a:extLst>
              <a:ext uri="{FF2B5EF4-FFF2-40B4-BE49-F238E27FC236}">
                <a16:creationId xmlns:a16="http://schemas.microsoft.com/office/drawing/2014/main" id="{D065E7E1-BE4E-16D6-54AA-70AC7B164EA2}"/>
              </a:ext>
            </a:extLst>
          </p:cNvPr>
          <p:cNvSpPr>
            <a:spLocks noGrp="1"/>
          </p:cNvSpPr>
          <p:nvPr>
            <p:ph type="sldNum" sz="quarter" idx="12"/>
          </p:nvPr>
        </p:nvSpPr>
        <p:spPr/>
        <p:txBody>
          <a:bodyPr/>
          <a:lstStyle/>
          <a:p>
            <a:fld id="{311372BF-1BD1-EE46-89BF-9D315F3C4C6D}" type="slidenum">
              <a:rPr lang="da-DK" smtClean="0"/>
              <a:t>14</a:t>
            </a:fld>
            <a:endParaRPr lang="da-DK"/>
          </a:p>
        </p:txBody>
      </p:sp>
    </p:spTree>
    <p:extLst>
      <p:ext uri="{BB962C8B-B14F-4D97-AF65-F5344CB8AC3E}">
        <p14:creationId xmlns:p14="http://schemas.microsoft.com/office/powerpoint/2010/main" val="470087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uppe 1">
            <a:extLst>
              <a:ext uri="{FF2B5EF4-FFF2-40B4-BE49-F238E27FC236}">
                <a16:creationId xmlns:a16="http://schemas.microsoft.com/office/drawing/2014/main" id="{BB559001-7987-2FF7-4D58-BFACAF7718D7}"/>
              </a:ext>
            </a:extLst>
          </p:cNvPr>
          <p:cNvGrpSpPr/>
          <p:nvPr/>
        </p:nvGrpSpPr>
        <p:grpSpPr>
          <a:xfrm rot="1397128">
            <a:off x="8531287" y="1973271"/>
            <a:ext cx="1565367" cy="582730"/>
            <a:chOff x="6501029" y="4037058"/>
            <a:chExt cx="1348421" cy="383114"/>
          </a:xfrm>
        </p:grpSpPr>
        <p:sp>
          <p:nvSpPr>
            <p:cNvPr id="3" name="Google Shape;1434;p50">
              <a:extLst>
                <a:ext uri="{FF2B5EF4-FFF2-40B4-BE49-F238E27FC236}">
                  <a16:creationId xmlns:a16="http://schemas.microsoft.com/office/drawing/2014/main" id="{C96FF964-CA8E-C900-5125-FF78840FBE96}"/>
                </a:ext>
              </a:extLst>
            </p:cNvPr>
            <p:cNvSpPr/>
            <p:nvPr/>
          </p:nvSpPr>
          <p:spPr>
            <a:xfrm>
              <a:off x="6778287" y="4146785"/>
              <a:ext cx="793038" cy="163516"/>
            </a:xfrm>
            <a:custGeom>
              <a:avLst/>
              <a:gdLst/>
              <a:ahLst/>
              <a:cxnLst/>
              <a:rect l="l" t="t" r="r" b="b"/>
              <a:pathLst>
                <a:path w="5529" h="1140" extrusionOk="0">
                  <a:moveTo>
                    <a:pt x="0" y="0"/>
                  </a:moveTo>
                  <a:lnTo>
                    <a:pt x="0" y="1139"/>
                  </a:lnTo>
                  <a:lnTo>
                    <a:pt x="5529" y="1139"/>
                  </a:lnTo>
                  <a:lnTo>
                    <a:pt x="55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435;p50">
              <a:extLst>
                <a:ext uri="{FF2B5EF4-FFF2-40B4-BE49-F238E27FC236}">
                  <a16:creationId xmlns:a16="http://schemas.microsoft.com/office/drawing/2014/main" id="{E988BACB-60FD-155B-C53E-3F3DA5E5C727}"/>
                </a:ext>
              </a:extLst>
            </p:cNvPr>
            <p:cNvSpPr/>
            <p:nvPr/>
          </p:nvSpPr>
          <p:spPr>
            <a:xfrm>
              <a:off x="6778287" y="4146785"/>
              <a:ext cx="793038" cy="37580"/>
            </a:xfrm>
            <a:custGeom>
              <a:avLst/>
              <a:gdLst/>
              <a:ahLst/>
              <a:cxnLst/>
              <a:rect l="l" t="t" r="r" b="b"/>
              <a:pathLst>
                <a:path w="5529" h="262" extrusionOk="0">
                  <a:moveTo>
                    <a:pt x="0" y="0"/>
                  </a:moveTo>
                  <a:lnTo>
                    <a:pt x="0" y="261"/>
                  </a:lnTo>
                  <a:lnTo>
                    <a:pt x="5529" y="261"/>
                  </a:lnTo>
                  <a:lnTo>
                    <a:pt x="5529" y="0"/>
                  </a:lnTo>
                  <a:close/>
                </a:path>
              </a:pathLst>
            </a:custGeom>
            <a:solidFill>
              <a:srgbClr val="FBFFFF">
                <a:alpha val="13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436;p50">
              <a:extLst>
                <a:ext uri="{FF2B5EF4-FFF2-40B4-BE49-F238E27FC236}">
                  <a16:creationId xmlns:a16="http://schemas.microsoft.com/office/drawing/2014/main" id="{78BF1B9B-7896-57C3-7B77-69AB9ACE9AD0}"/>
                </a:ext>
              </a:extLst>
            </p:cNvPr>
            <p:cNvSpPr/>
            <p:nvPr/>
          </p:nvSpPr>
          <p:spPr>
            <a:xfrm>
              <a:off x="6914836" y="4183791"/>
              <a:ext cx="520086" cy="89503"/>
            </a:xfrm>
            <a:custGeom>
              <a:avLst/>
              <a:gdLst/>
              <a:ahLst/>
              <a:cxnLst/>
              <a:rect l="l" t="t" r="r" b="b"/>
              <a:pathLst>
                <a:path w="3626" h="624" extrusionOk="0">
                  <a:moveTo>
                    <a:pt x="311" y="0"/>
                  </a:moveTo>
                  <a:cubicBezTo>
                    <a:pt x="139" y="0"/>
                    <a:pt x="0" y="139"/>
                    <a:pt x="0" y="312"/>
                  </a:cubicBezTo>
                  <a:cubicBezTo>
                    <a:pt x="0" y="485"/>
                    <a:pt x="139" y="624"/>
                    <a:pt x="311" y="624"/>
                  </a:cubicBezTo>
                  <a:lnTo>
                    <a:pt x="3313" y="624"/>
                  </a:lnTo>
                  <a:cubicBezTo>
                    <a:pt x="3484" y="624"/>
                    <a:pt x="3625" y="485"/>
                    <a:pt x="3625" y="312"/>
                  </a:cubicBezTo>
                  <a:cubicBezTo>
                    <a:pt x="3625" y="139"/>
                    <a:pt x="3486" y="0"/>
                    <a:pt x="331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437;p50">
              <a:extLst>
                <a:ext uri="{FF2B5EF4-FFF2-40B4-BE49-F238E27FC236}">
                  <a16:creationId xmlns:a16="http://schemas.microsoft.com/office/drawing/2014/main" id="{047F97D3-2FE4-6654-C167-A9F4BD2FEBEA}"/>
                </a:ext>
              </a:extLst>
            </p:cNvPr>
            <p:cNvSpPr/>
            <p:nvPr/>
          </p:nvSpPr>
          <p:spPr>
            <a:xfrm>
              <a:off x="6501029" y="4037058"/>
              <a:ext cx="382678" cy="382828"/>
            </a:xfrm>
            <a:custGeom>
              <a:avLst/>
              <a:gdLst/>
              <a:ahLst/>
              <a:cxnLst/>
              <a:rect l="l" t="t" r="r" b="b"/>
              <a:pathLst>
                <a:path w="2668" h="2669" extrusionOk="0">
                  <a:moveTo>
                    <a:pt x="1335" y="1"/>
                  </a:moveTo>
                  <a:cubicBezTo>
                    <a:pt x="598" y="1"/>
                    <a:pt x="0" y="599"/>
                    <a:pt x="0" y="1335"/>
                  </a:cubicBezTo>
                  <a:cubicBezTo>
                    <a:pt x="0" y="1486"/>
                    <a:pt x="27" y="1629"/>
                    <a:pt x="73" y="1764"/>
                  </a:cubicBezTo>
                  <a:lnTo>
                    <a:pt x="834" y="1003"/>
                  </a:lnTo>
                  <a:lnTo>
                    <a:pt x="1588" y="1079"/>
                  </a:lnTo>
                  <a:lnTo>
                    <a:pt x="1664" y="1833"/>
                  </a:lnTo>
                  <a:lnTo>
                    <a:pt x="901" y="2596"/>
                  </a:lnTo>
                  <a:cubicBezTo>
                    <a:pt x="1037" y="2642"/>
                    <a:pt x="1182" y="2669"/>
                    <a:pt x="1332" y="2669"/>
                  </a:cubicBezTo>
                  <a:cubicBezTo>
                    <a:pt x="2069" y="2669"/>
                    <a:pt x="2667" y="2072"/>
                    <a:pt x="2667" y="1335"/>
                  </a:cubicBezTo>
                  <a:cubicBezTo>
                    <a:pt x="2668" y="599"/>
                    <a:pt x="2070" y="1"/>
                    <a:pt x="133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438;p50">
              <a:extLst>
                <a:ext uri="{FF2B5EF4-FFF2-40B4-BE49-F238E27FC236}">
                  <a16:creationId xmlns:a16="http://schemas.microsoft.com/office/drawing/2014/main" id="{7F738C6B-C1D0-3259-735B-3DB7A9CEE5E6}"/>
                </a:ext>
              </a:extLst>
            </p:cNvPr>
            <p:cNvSpPr/>
            <p:nvPr/>
          </p:nvSpPr>
          <p:spPr>
            <a:xfrm>
              <a:off x="7466628" y="4037058"/>
              <a:ext cx="382821" cy="382828"/>
            </a:xfrm>
            <a:custGeom>
              <a:avLst/>
              <a:gdLst/>
              <a:ahLst/>
              <a:cxnLst/>
              <a:rect l="l" t="t" r="r" b="b"/>
              <a:pathLst>
                <a:path w="2669" h="2669" extrusionOk="0">
                  <a:moveTo>
                    <a:pt x="1336" y="1"/>
                  </a:moveTo>
                  <a:cubicBezTo>
                    <a:pt x="599" y="1"/>
                    <a:pt x="3" y="599"/>
                    <a:pt x="3" y="1335"/>
                  </a:cubicBezTo>
                  <a:cubicBezTo>
                    <a:pt x="0" y="2072"/>
                    <a:pt x="598" y="2669"/>
                    <a:pt x="1335" y="2669"/>
                  </a:cubicBezTo>
                  <a:cubicBezTo>
                    <a:pt x="2072" y="2669"/>
                    <a:pt x="2668" y="2072"/>
                    <a:pt x="2668" y="1335"/>
                  </a:cubicBezTo>
                  <a:cubicBezTo>
                    <a:pt x="2668" y="1184"/>
                    <a:pt x="2642" y="1041"/>
                    <a:pt x="2597" y="907"/>
                  </a:cubicBezTo>
                  <a:lnTo>
                    <a:pt x="1834" y="1668"/>
                  </a:lnTo>
                  <a:lnTo>
                    <a:pt x="1080" y="1592"/>
                  </a:lnTo>
                  <a:lnTo>
                    <a:pt x="1005" y="838"/>
                  </a:lnTo>
                  <a:lnTo>
                    <a:pt x="1768" y="75"/>
                  </a:lnTo>
                  <a:cubicBezTo>
                    <a:pt x="1631" y="28"/>
                    <a:pt x="1487" y="1"/>
                    <a:pt x="13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439;p50">
              <a:extLst>
                <a:ext uri="{FF2B5EF4-FFF2-40B4-BE49-F238E27FC236}">
                  <a16:creationId xmlns:a16="http://schemas.microsoft.com/office/drawing/2014/main" id="{5029DBDE-06B4-02ED-39CA-ABC3E7A3E652}"/>
                </a:ext>
              </a:extLst>
            </p:cNvPr>
            <p:cNvSpPr/>
            <p:nvPr/>
          </p:nvSpPr>
          <p:spPr>
            <a:xfrm>
              <a:off x="6993438" y="4215777"/>
              <a:ext cx="362454" cy="25531"/>
            </a:xfrm>
            <a:custGeom>
              <a:avLst/>
              <a:gdLst/>
              <a:ahLst/>
              <a:cxnLst/>
              <a:rect l="l" t="t" r="r" b="b"/>
              <a:pathLst>
                <a:path w="2527" h="178" extrusionOk="0">
                  <a:moveTo>
                    <a:pt x="89" y="1"/>
                  </a:moveTo>
                  <a:cubicBezTo>
                    <a:pt x="41" y="1"/>
                    <a:pt x="1" y="40"/>
                    <a:pt x="1" y="89"/>
                  </a:cubicBezTo>
                  <a:cubicBezTo>
                    <a:pt x="1" y="138"/>
                    <a:pt x="39" y="177"/>
                    <a:pt x="89" y="177"/>
                  </a:cubicBezTo>
                  <a:lnTo>
                    <a:pt x="2438" y="177"/>
                  </a:lnTo>
                  <a:cubicBezTo>
                    <a:pt x="2486" y="177"/>
                    <a:pt x="2526" y="139"/>
                    <a:pt x="2526" y="89"/>
                  </a:cubicBezTo>
                  <a:cubicBezTo>
                    <a:pt x="2526" y="41"/>
                    <a:pt x="2486" y="1"/>
                    <a:pt x="24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440;p50">
              <a:extLst>
                <a:ext uri="{FF2B5EF4-FFF2-40B4-BE49-F238E27FC236}">
                  <a16:creationId xmlns:a16="http://schemas.microsoft.com/office/drawing/2014/main" id="{FCF3EE2C-28F2-7F5B-A882-1C4917123B17}"/>
                </a:ext>
              </a:extLst>
            </p:cNvPr>
            <p:cNvSpPr/>
            <p:nvPr/>
          </p:nvSpPr>
          <p:spPr>
            <a:xfrm>
              <a:off x="6501029" y="4037058"/>
              <a:ext cx="326596" cy="253163"/>
            </a:xfrm>
            <a:custGeom>
              <a:avLst/>
              <a:gdLst/>
              <a:ahLst/>
              <a:cxnLst/>
              <a:rect l="l" t="t" r="r" b="b"/>
              <a:pathLst>
                <a:path w="2277" h="1765" extrusionOk="0">
                  <a:moveTo>
                    <a:pt x="1335" y="1"/>
                  </a:moveTo>
                  <a:cubicBezTo>
                    <a:pt x="598" y="1"/>
                    <a:pt x="0" y="599"/>
                    <a:pt x="0" y="1335"/>
                  </a:cubicBezTo>
                  <a:cubicBezTo>
                    <a:pt x="0" y="1486"/>
                    <a:pt x="27" y="1629"/>
                    <a:pt x="73" y="1764"/>
                  </a:cubicBezTo>
                  <a:lnTo>
                    <a:pt x="834" y="1003"/>
                  </a:lnTo>
                  <a:lnTo>
                    <a:pt x="1588" y="1079"/>
                  </a:lnTo>
                  <a:lnTo>
                    <a:pt x="2277" y="390"/>
                  </a:lnTo>
                  <a:cubicBezTo>
                    <a:pt x="2036" y="151"/>
                    <a:pt x="1702" y="1"/>
                    <a:pt x="1335" y="1"/>
                  </a:cubicBezTo>
                  <a:close/>
                </a:path>
              </a:pathLst>
            </a:custGeom>
            <a:solidFill>
              <a:srgbClr val="FBFFFF">
                <a:alpha val="13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441;p50">
              <a:extLst>
                <a:ext uri="{FF2B5EF4-FFF2-40B4-BE49-F238E27FC236}">
                  <a16:creationId xmlns:a16="http://schemas.microsoft.com/office/drawing/2014/main" id="{111C84DC-8938-77AB-2249-BABF1B0B7DF2}"/>
                </a:ext>
              </a:extLst>
            </p:cNvPr>
            <p:cNvSpPr/>
            <p:nvPr/>
          </p:nvSpPr>
          <p:spPr>
            <a:xfrm>
              <a:off x="7522854" y="4167153"/>
              <a:ext cx="326596" cy="253019"/>
            </a:xfrm>
            <a:custGeom>
              <a:avLst/>
              <a:gdLst/>
              <a:ahLst/>
              <a:cxnLst/>
              <a:rect l="l" t="t" r="r" b="b"/>
              <a:pathLst>
                <a:path w="2277" h="1764" extrusionOk="0">
                  <a:moveTo>
                    <a:pt x="2205" y="1"/>
                  </a:moveTo>
                  <a:lnTo>
                    <a:pt x="1442" y="762"/>
                  </a:lnTo>
                  <a:lnTo>
                    <a:pt x="688" y="686"/>
                  </a:lnTo>
                  <a:lnTo>
                    <a:pt x="1" y="1375"/>
                  </a:lnTo>
                  <a:cubicBezTo>
                    <a:pt x="243" y="1615"/>
                    <a:pt x="575" y="1764"/>
                    <a:pt x="943" y="1764"/>
                  </a:cubicBezTo>
                  <a:cubicBezTo>
                    <a:pt x="1680" y="1764"/>
                    <a:pt x="2276" y="1166"/>
                    <a:pt x="2276" y="429"/>
                  </a:cubicBezTo>
                  <a:cubicBezTo>
                    <a:pt x="2276" y="279"/>
                    <a:pt x="2250" y="135"/>
                    <a:pt x="220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442;p50">
              <a:extLst>
                <a:ext uri="{FF2B5EF4-FFF2-40B4-BE49-F238E27FC236}">
                  <a16:creationId xmlns:a16="http://schemas.microsoft.com/office/drawing/2014/main" id="{B56786FF-5C61-0E06-315B-BBED0717FE09}"/>
                </a:ext>
              </a:extLst>
            </p:cNvPr>
            <p:cNvSpPr/>
            <p:nvPr/>
          </p:nvSpPr>
          <p:spPr>
            <a:xfrm>
              <a:off x="6503897" y="4153527"/>
              <a:ext cx="263342" cy="263634"/>
            </a:xfrm>
            <a:custGeom>
              <a:avLst/>
              <a:gdLst/>
              <a:ahLst/>
              <a:cxnLst/>
              <a:rect l="l" t="t" r="r" b="b"/>
              <a:pathLst>
                <a:path w="1836" h="1838" extrusionOk="0">
                  <a:moveTo>
                    <a:pt x="747" y="1"/>
                  </a:moveTo>
                  <a:lnTo>
                    <a:pt x="686" y="63"/>
                  </a:lnTo>
                  <a:lnTo>
                    <a:pt x="164" y="583"/>
                  </a:lnTo>
                  <a:lnTo>
                    <a:pt x="0" y="748"/>
                  </a:lnTo>
                  <a:cubicBezTo>
                    <a:pt x="12" y="819"/>
                    <a:pt x="29" y="887"/>
                    <a:pt x="52" y="953"/>
                  </a:cubicBezTo>
                  <a:lnTo>
                    <a:pt x="814" y="192"/>
                  </a:lnTo>
                  <a:lnTo>
                    <a:pt x="1568" y="268"/>
                  </a:lnTo>
                  <a:lnTo>
                    <a:pt x="1644" y="1022"/>
                  </a:lnTo>
                  <a:lnTo>
                    <a:pt x="880" y="1785"/>
                  </a:lnTo>
                  <a:cubicBezTo>
                    <a:pt x="948" y="1808"/>
                    <a:pt x="1016" y="1825"/>
                    <a:pt x="1086" y="1838"/>
                  </a:cubicBezTo>
                  <a:lnTo>
                    <a:pt x="1249" y="1673"/>
                  </a:lnTo>
                  <a:lnTo>
                    <a:pt x="1774" y="1150"/>
                  </a:lnTo>
                  <a:lnTo>
                    <a:pt x="1835" y="1089"/>
                  </a:lnTo>
                  <a:lnTo>
                    <a:pt x="1826" y="1004"/>
                  </a:lnTo>
                  <a:lnTo>
                    <a:pt x="1750" y="250"/>
                  </a:lnTo>
                  <a:lnTo>
                    <a:pt x="1735" y="101"/>
                  </a:lnTo>
                  <a:lnTo>
                    <a:pt x="1586" y="86"/>
                  </a:lnTo>
                  <a:lnTo>
                    <a:pt x="832" y="10"/>
                  </a:lnTo>
                  <a:lnTo>
                    <a:pt x="74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443;p50">
              <a:extLst>
                <a:ext uri="{FF2B5EF4-FFF2-40B4-BE49-F238E27FC236}">
                  <a16:creationId xmlns:a16="http://schemas.microsoft.com/office/drawing/2014/main" id="{B8CD8386-602C-2470-A2CD-DA632DE33EFE}"/>
                </a:ext>
              </a:extLst>
            </p:cNvPr>
            <p:cNvSpPr/>
            <p:nvPr/>
          </p:nvSpPr>
          <p:spPr>
            <a:xfrm>
              <a:off x="7583527" y="4040070"/>
              <a:ext cx="263342" cy="263490"/>
            </a:xfrm>
            <a:custGeom>
              <a:avLst/>
              <a:gdLst/>
              <a:ahLst/>
              <a:cxnLst/>
              <a:rect l="l" t="t" r="r" b="b"/>
              <a:pathLst>
                <a:path w="1836" h="1837" extrusionOk="0">
                  <a:moveTo>
                    <a:pt x="749" y="0"/>
                  </a:moveTo>
                  <a:lnTo>
                    <a:pt x="584" y="165"/>
                  </a:lnTo>
                  <a:lnTo>
                    <a:pt x="61" y="688"/>
                  </a:lnTo>
                  <a:lnTo>
                    <a:pt x="0" y="749"/>
                  </a:lnTo>
                  <a:lnTo>
                    <a:pt x="9" y="834"/>
                  </a:lnTo>
                  <a:lnTo>
                    <a:pt x="86" y="1588"/>
                  </a:lnTo>
                  <a:lnTo>
                    <a:pt x="100" y="1737"/>
                  </a:lnTo>
                  <a:lnTo>
                    <a:pt x="248" y="1752"/>
                  </a:lnTo>
                  <a:lnTo>
                    <a:pt x="1002" y="1828"/>
                  </a:lnTo>
                  <a:lnTo>
                    <a:pt x="1089" y="1836"/>
                  </a:lnTo>
                  <a:lnTo>
                    <a:pt x="1151" y="1775"/>
                  </a:lnTo>
                  <a:lnTo>
                    <a:pt x="1672" y="1255"/>
                  </a:lnTo>
                  <a:lnTo>
                    <a:pt x="1835" y="1091"/>
                  </a:lnTo>
                  <a:cubicBezTo>
                    <a:pt x="1820" y="1021"/>
                    <a:pt x="1804" y="952"/>
                    <a:pt x="1782" y="886"/>
                  </a:cubicBezTo>
                  <a:lnTo>
                    <a:pt x="1019" y="1647"/>
                  </a:lnTo>
                  <a:lnTo>
                    <a:pt x="265" y="1571"/>
                  </a:lnTo>
                  <a:lnTo>
                    <a:pt x="190" y="817"/>
                  </a:lnTo>
                  <a:lnTo>
                    <a:pt x="953" y="54"/>
                  </a:lnTo>
                  <a:cubicBezTo>
                    <a:pt x="886" y="31"/>
                    <a:pt x="817" y="14"/>
                    <a:pt x="7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2982;p80">
            <a:extLst>
              <a:ext uri="{FF2B5EF4-FFF2-40B4-BE49-F238E27FC236}">
                <a16:creationId xmlns:a16="http://schemas.microsoft.com/office/drawing/2014/main" id="{90D171D1-C302-F1D9-3E5D-DFE103E0DB75}"/>
              </a:ext>
            </a:extLst>
          </p:cNvPr>
          <p:cNvGrpSpPr/>
          <p:nvPr/>
        </p:nvGrpSpPr>
        <p:grpSpPr>
          <a:xfrm>
            <a:off x="8849716" y="4649120"/>
            <a:ext cx="1475969" cy="1090498"/>
            <a:chOff x="8042874" y="3256800"/>
            <a:chExt cx="377631" cy="371162"/>
          </a:xfrm>
        </p:grpSpPr>
        <p:sp>
          <p:nvSpPr>
            <p:cNvPr id="14" name="Google Shape;2983;p80">
              <a:extLst>
                <a:ext uri="{FF2B5EF4-FFF2-40B4-BE49-F238E27FC236}">
                  <a16:creationId xmlns:a16="http://schemas.microsoft.com/office/drawing/2014/main" id="{3938E770-A0C5-3022-E848-D420F3E5AE22}"/>
                </a:ext>
              </a:extLst>
            </p:cNvPr>
            <p:cNvSpPr/>
            <p:nvPr/>
          </p:nvSpPr>
          <p:spPr>
            <a:xfrm>
              <a:off x="8046723" y="3616663"/>
              <a:ext cx="373782" cy="11095"/>
            </a:xfrm>
            <a:custGeom>
              <a:avLst/>
              <a:gdLst/>
              <a:ahLst/>
              <a:cxnLst/>
              <a:rect l="l" t="t" r="r" b="b"/>
              <a:pathLst>
                <a:path w="9130" h="271" extrusionOk="0">
                  <a:moveTo>
                    <a:pt x="158" y="0"/>
                  </a:moveTo>
                  <a:cubicBezTo>
                    <a:pt x="158" y="0"/>
                    <a:pt x="1" y="269"/>
                    <a:pt x="55" y="269"/>
                  </a:cubicBezTo>
                  <a:cubicBezTo>
                    <a:pt x="55" y="269"/>
                    <a:pt x="55" y="269"/>
                    <a:pt x="55" y="269"/>
                  </a:cubicBezTo>
                  <a:lnTo>
                    <a:pt x="1047" y="269"/>
                  </a:lnTo>
                  <a:cubicBezTo>
                    <a:pt x="1126" y="269"/>
                    <a:pt x="1190" y="199"/>
                    <a:pt x="1180" y="118"/>
                  </a:cubicBezTo>
                  <a:cubicBezTo>
                    <a:pt x="1172" y="51"/>
                    <a:pt x="1110" y="0"/>
                    <a:pt x="1041" y="0"/>
                  </a:cubicBezTo>
                  <a:close/>
                  <a:moveTo>
                    <a:pt x="1642" y="1"/>
                  </a:moveTo>
                  <a:cubicBezTo>
                    <a:pt x="1563" y="1"/>
                    <a:pt x="1498" y="71"/>
                    <a:pt x="1509" y="152"/>
                  </a:cubicBezTo>
                  <a:cubicBezTo>
                    <a:pt x="1516" y="219"/>
                    <a:pt x="1578" y="270"/>
                    <a:pt x="1647" y="270"/>
                  </a:cubicBezTo>
                  <a:lnTo>
                    <a:pt x="2635" y="270"/>
                  </a:lnTo>
                  <a:cubicBezTo>
                    <a:pt x="2715" y="270"/>
                    <a:pt x="2778" y="199"/>
                    <a:pt x="2767" y="118"/>
                  </a:cubicBezTo>
                  <a:cubicBezTo>
                    <a:pt x="2760" y="51"/>
                    <a:pt x="2698" y="1"/>
                    <a:pt x="2629" y="1"/>
                  </a:cubicBezTo>
                  <a:close/>
                  <a:moveTo>
                    <a:pt x="3230" y="1"/>
                  </a:moveTo>
                  <a:cubicBezTo>
                    <a:pt x="3150" y="1"/>
                    <a:pt x="3086" y="71"/>
                    <a:pt x="3097" y="152"/>
                  </a:cubicBezTo>
                  <a:cubicBezTo>
                    <a:pt x="3104" y="219"/>
                    <a:pt x="3166" y="270"/>
                    <a:pt x="3235" y="270"/>
                  </a:cubicBezTo>
                  <a:lnTo>
                    <a:pt x="4222" y="270"/>
                  </a:lnTo>
                  <a:cubicBezTo>
                    <a:pt x="4303" y="270"/>
                    <a:pt x="4366" y="199"/>
                    <a:pt x="4355" y="118"/>
                  </a:cubicBezTo>
                  <a:cubicBezTo>
                    <a:pt x="4348" y="51"/>
                    <a:pt x="4286" y="1"/>
                    <a:pt x="4217" y="1"/>
                  </a:cubicBezTo>
                  <a:close/>
                  <a:moveTo>
                    <a:pt x="4817" y="1"/>
                  </a:moveTo>
                  <a:cubicBezTo>
                    <a:pt x="4738" y="1"/>
                    <a:pt x="4674" y="71"/>
                    <a:pt x="4685" y="152"/>
                  </a:cubicBezTo>
                  <a:cubicBezTo>
                    <a:pt x="4692" y="219"/>
                    <a:pt x="4754" y="270"/>
                    <a:pt x="4823" y="270"/>
                  </a:cubicBezTo>
                  <a:lnTo>
                    <a:pt x="5810" y="270"/>
                  </a:lnTo>
                  <a:cubicBezTo>
                    <a:pt x="5889" y="270"/>
                    <a:pt x="5954" y="199"/>
                    <a:pt x="5943" y="118"/>
                  </a:cubicBezTo>
                  <a:cubicBezTo>
                    <a:pt x="5936" y="51"/>
                    <a:pt x="5874" y="1"/>
                    <a:pt x="5805" y="1"/>
                  </a:cubicBezTo>
                  <a:close/>
                  <a:moveTo>
                    <a:pt x="6405" y="1"/>
                  </a:moveTo>
                  <a:cubicBezTo>
                    <a:pt x="6326" y="1"/>
                    <a:pt x="6262" y="71"/>
                    <a:pt x="6272" y="152"/>
                  </a:cubicBezTo>
                  <a:cubicBezTo>
                    <a:pt x="6280" y="219"/>
                    <a:pt x="6342" y="270"/>
                    <a:pt x="6411" y="270"/>
                  </a:cubicBezTo>
                  <a:lnTo>
                    <a:pt x="7398" y="270"/>
                  </a:lnTo>
                  <a:cubicBezTo>
                    <a:pt x="7477" y="270"/>
                    <a:pt x="7542" y="199"/>
                    <a:pt x="7531" y="118"/>
                  </a:cubicBezTo>
                  <a:cubicBezTo>
                    <a:pt x="7524" y="51"/>
                    <a:pt x="7461" y="1"/>
                    <a:pt x="7393" y="1"/>
                  </a:cubicBezTo>
                  <a:close/>
                  <a:moveTo>
                    <a:pt x="7993" y="1"/>
                  </a:moveTo>
                  <a:cubicBezTo>
                    <a:pt x="7914" y="1"/>
                    <a:pt x="7850" y="71"/>
                    <a:pt x="7860" y="152"/>
                  </a:cubicBezTo>
                  <a:cubicBezTo>
                    <a:pt x="7868" y="219"/>
                    <a:pt x="7930" y="270"/>
                    <a:pt x="7999" y="270"/>
                  </a:cubicBezTo>
                  <a:lnTo>
                    <a:pt x="8986" y="270"/>
                  </a:lnTo>
                  <a:cubicBezTo>
                    <a:pt x="9065" y="270"/>
                    <a:pt x="9130" y="199"/>
                    <a:pt x="9119" y="118"/>
                  </a:cubicBezTo>
                  <a:cubicBezTo>
                    <a:pt x="9112" y="51"/>
                    <a:pt x="9049" y="1"/>
                    <a:pt x="89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2984;p80">
              <a:extLst>
                <a:ext uri="{FF2B5EF4-FFF2-40B4-BE49-F238E27FC236}">
                  <a16:creationId xmlns:a16="http://schemas.microsoft.com/office/drawing/2014/main" id="{387911D0-985C-3CB6-87CF-C677450DD4D9}"/>
                </a:ext>
              </a:extLst>
            </p:cNvPr>
            <p:cNvSpPr/>
            <p:nvPr/>
          </p:nvSpPr>
          <p:spPr>
            <a:xfrm>
              <a:off x="8042874" y="3588169"/>
              <a:ext cx="40899" cy="39794"/>
            </a:xfrm>
            <a:custGeom>
              <a:avLst/>
              <a:gdLst/>
              <a:ahLst/>
              <a:cxnLst/>
              <a:rect l="l" t="t" r="r" b="b"/>
              <a:pathLst>
                <a:path w="999" h="972" extrusionOk="0">
                  <a:moveTo>
                    <a:pt x="850" y="0"/>
                  </a:moveTo>
                  <a:cubicBezTo>
                    <a:pt x="815" y="0"/>
                    <a:pt x="781" y="13"/>
                    <a:pt x="755" y="40"/>
                  </a:cubicBezTo>
                  <a:lnTo>
                    <a:pt x="53" y="741"/>
                  </a:lnTo>
                  <a:cubicBezTo>
                    <a:pt x="0" y="794"/>
                    <a:pt x="0" y="880"/>
                    <a:pt x="53" y="932"/>
                  </a:cubicBezTo>
                  <a:cubicBezTo>
                    <a:pt x="79" y="959"/>
                    <a:pt x="114" y="972"/>
                    <a:pt x="148" y="972"/>
                  </a:cubicBezTo>
                  <a:cubicBezTo>
                    <a:pt x="183" y="972"/>
                    <a:pt x="217" y="959"/>
                    <a:pt x="244" y="932"/>
                  </a:cubicBezTo>
                  <a:lnTo>
                    <a:pt x="945" y="231"/>
                  </a:lnTo>
                  <a:cubicBezTo>
                    <a:pt x="998" y="178"/>
                    <a:pt x="998" y="94"/>
                    <a:pt x="945" y="40"/>
                  </a:cubicBezTo>
                  <a:cubicBezTo>
                    <a:pt x="919" y="13"/>
                    <a:pt x="885" y="0"/>
                    <a:pt x="850"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2985;p80">
              <a:extLst>
                <a:ext uri="{FF2B5EF4-FFF2-40B4-BE49-F238E27FC236}">
                  <a16:creationId xmlns:a16="http://schemas.microsoft.com/office/drawing/2014/main" id="{189026A8-6585-165E-5B37-B16337D0F816}"/>
                </a:ext>
              </a:extLst>
            </p:cNvPr>
            <p:cNvSpPr/>
            <p:nvPr/>
          </p:nvSpPr>
          <p:spPr>
            <a:xfrm>
              <a:off x="8067561" y="3569050"/>
              <a:ext cx="34390" cy="29149"/>
            </a:xfrm>
            <a:custGeom>
              <a:avLst/>
              <a:gdLst/>
              <a:ahLst/>
              <a:cxnLst/>
              <a:rect l="l" t="t" r="r" b="b"/>
              <a:pathLst>
                <a:path w="840" h="712" extrusionOk="0">
                  <a:moveTo>
                    <a:pt x="469" y="0"/>
                  </a:moveTo>
                  <a:lnTo>
                    <a:pt x="53" y="416"/>
                  </a:lnTo>
                  <a:cubicBezTo>
                    <a:pt x="1" y="469"/>
                    <a:pt x="1" y="554"/>
                    <a:pt x="53" y="607"/>
                  </a:cubicBezTo>
                  <a:cubicBezTo>
                    <a:pt x="95" y="648"/>
                    <a:pt x="213" y="712"/>
                    <a:pt x="287" y="712"/>
                  </a:cubicBezTo>
                  <a:cubicBezTo>
                    <a:pt x="307" y="712"/>
                    <a:pt x="324" y="707"/>
                    <a:pt x="335" y="696"/>
                  </a:cubicBezTo>
                  <a:lnTo>
                    <a:pt x="839" y="11"/>
                  </a:lnTo>
                  <a:lnTo>
                    <a:pt x="46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2986;p80">
              <a:extLst>
                <a:ext uri="{FF2B5EF4-FFF2-40B4-BE49-F238E27FC236}">
                  <a16:creationId xmlns:a16="http://schemas.microsoft.com/office/drawing/2014/main" id="{5F8288E3-8118-9273-27DA-C6246614B57F}"/>
                </a:ext>
              </a:extLst>
            </p:cNvPr>
            <p:cNvSpPr/>
            <p:nvPr/>
          </p:nvSpPr>
          <p:spPr>
            <a:xfrm>
              <a:off x="8069731" y="3569459"/>
              <a:ext cx="32752" cy="33857"/>
            </a:xfrm>
            <a:custGeom>
              <a:avLst/>
              <a:gdLst/>
              <a:ahLst/>
              <a:cxnLst/>
              <a:rect l="l" t="t" r="r" b="b"/>
              <a:pathLst>
                <a:path w="800" h="827" extrusionOk="0">
                  <a:moveTo>
                    <a:pt x="0" y="596"/>
                  </a:moveTo>
                  <a:cubicBezTo>
                    <a:pt x="1" y="596"/>
                    <a:pt x="1" y="596"/>
                    <a:pt x="1" y="596"/>
                  </a:cubicBezTo>
                  <a:lnTo>
                    <a:pt x="1" y="596"/>
                  </a:lnTo>
                  <a:lnTo>
                    <a:pt x="0" y="596"/>
                  </a:lnTo>
                  <a:close/>
                  <a:moveTo>
                    <a:pt x="786" y="1"/>
                  </a:moveTo>
                  <a:lnTo>
                    <a:pt x="192" y="596"/>
                  </a:lnTo>
                  <a:cubicBezTo>
                    <a:pt x="166" y="622"/>
                    <a:pt x="131" y="635"/>
                    <a:pt x="96" y="635"/>
                  </a:cubicBezTo>
                  <a:cubicBezTo>
                    <a:pt x="62" y="635"/>
                    <a:pt x="27" y="622"/>
                    <a:pt x="1" y="596"/>
                  </a:cubicBezTo>
                  <a:lnTo>
                    <a:pt x="1" y="596"/>
                  </a:lnTo>
                  <a:lnTo>
                    <a:pt x="192" y="787"/>
                  </a:lnTo>
                  <a:cubicBezTo>
                    <a:pt x="219" y="813"/>
                    <a:pt x="253" y="826"/>
                    <a:pt x="288" y="826"/>
                  </a:cubicBezTo>
                  <a:cubicBezTo>
                    <a:pt x="322" y="826"/>
                    <a:pt x="357" y="813"/>
                    <a:pt x="383" y="787"/>
                  </a:cubicBezTo>
                  <a:lnTo>
                    <a:pt x="799" y="371"/>
                  </a:lnTo>
                  <a:lnTo>
                    <a:pt x="78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2987;p80">
              <a:extLst>
                <a:ext uri="{FF2B5EF4-FFF2-40B4-BE49-F238E27FC236}">
                  <a16:creationId xmlns:a16="http://schemas.microsoft.com/office/drawing/2014/main" id="{CBAAE749-EE01-4543-C10B-3B2F7EECFA6E}"/>
                </a:ext>
              </a:extLst>
            </p:cNvPr>
            <p:cNvSpPr/>
            <p:nvPr/>
          </p:nvSpPr>
          <p:spPr>
            <a:xfrm>
              <a:off x="8353814" y="3256800"/>
              <a:ext cx="61164" cy="53017"/>
            </a:xfrm>
            <a:custGeom>
              <a:avLst/>
              <a:gdLst/>
              <a:ahLst/>
              <a:cxnLst/>
              <a:rect l="l" t="t" r="r" b="b"/>
              <a:pathLst>
                <a:path w="1494" h="1295" extrusionOk="0">
                  <a:moveTo>
                    <a:pt x="1124" y="0"/>
                  </a:moveTo>
                  <a:cubicBezTo>
                    <a:pt x="1032" y="0"/>
                    <a:pt x="940" y="36"/>
                    <a:pt x="869" y="106"/>
                  </a:cubicBezTo>
                  <a:lnTo>
                    <a:pt x="1" y="975"/>
                  </a:lnTo>
                  <a:lnTo>
                    <a:pt x="319" y="1295"/>
                  </a:lnTo>
                  <a:cubicBezTo>
                    <a:pt x="319" y="1295"/>
                    <a:pt x="1174" y="691"/>
                    <a:pt x="1315" y="552"/>
                  </a:cubicBezTo>
                  <a:cubicBezTo>
                    <a:pt x="1493" y="374"/>
                    <a:pt x="1380" y="106"/>
                    <a:pt x="1380" y="106"/>
                  </a:cubicBezTo>
                  <a:cubicBezTo>
                    <a:pt x="1309" y="36"/>
                    <a:pt x="1217" y="0"/>
                    <a:pt x="112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2988;p80">
              <a:extLst>
                <a:ext uri="{FF2B5EF4-FFF2-40B4-BE49-F238E27FC236}">
                  <a16:creationId xmlns:a16="http://schemas.microsoft.com/office/drawing/2014/main" id="{1DEDCC5B-7F8D-0999-1879-B613EAD74ED4}"/>
                </a:ext>
              </a:extLst>
            </p:cNvPr>
            <p:cNvSpPr/>
            <p:nvPr/>
          </p:nvSpPr>
          <p:spPr>
            <a:xfrm>
              <a:off x="8366873" y="3261099"/>
              <a:ext cx="49210" cy="56538"/>
            </a:xfrm>
            <a:custGeom>
              <a:avLst/>
              <a:gdLst/>
              <a:ahLst/>
              <a:cxnLst/>
              <a:rect l="l" t="t" r="r" b="b"/>
              <a:pathLst>
                <a:path w="1202" h="1381" extrusionOk="0">
                  <a:moveTo>
                    <a:pt x="1061" y="1"/>
                  </a:moveTo>
                  <a:cubicBezTo>
                    <a:pt x="1061" y="1"/>
                    <a:pt x="1049" y="142"/>
                    <a:pt x="870" y="320"/>
                  </a:cubicBezTo>
                  <a:lnTo>
                    <a:pt x="0" y="1190"/>
                  </a:lnTo>
                  <a:lnTo>
                    <a:pt x="191" y="1381"/>
                  </a:lnTo>
                  <a:lnTo>
                    <a:pt x="1061" y="511"/>
                  </a:lnTo>
                  <a:cubicBezTo>
                    <a:pt x="1202" y="370"/>
                    <a:pt x="1202" y="142"/>
                    <a:pt x="1061"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989;p80">
              <a:extLst>
                <a:ext uri="{FF2B5EF4-FFF2-40B4-BE49-F238E27FC236}">
                  <a16:creationId xmlns:a16="http://schemas.microsoft.com/office/drawing/2014/main" id="{420E19C6-18BE-0E8E-4816-D440D25DD793}"/>
                </a:ext>
              </a:extLst>
            </p:cNvPr>
            <p:cNvSpPr/>
            <p:nvPr/>
          </p:nvSpPr>
          <p:spPr>
            <a:xfrm>
              <a:off x="8086762" y="3507763"/>
              <a:ext cx="69107" cy="69107"/>
            </a:xfrm>
            <a:custGeom>
              <a:avLst/>
              <a:gdLst/>
              <a:ahLst/>
              <a:cxnLst/>
              <a:rect l="l" t="t" r="r" b="b"/>
              <a:pathLst>
                <a:path w="1688" h="1688" extrusionOk="0">
                  <a:moveTo>
                    <a:pt x="964" y="0"/>
                  </a:moveTo>
                  <a:lnTo>
                    <a:pt x="0" y="1496"/>
                  </a:lnTo>
                  <a:lnTo>
                    <a:pt x="191" y="1687"/>
                  </a:lnTo>
                  <a:lnTo>
                    <a:pt x="964" y="1327"/>
                  </a:lnTo>
                  <a:lnTo>
                    <a:pt x="1687" y="723"/>
                  </a:lnTo>
                  <a:lnTo>
                    <a:pt x="96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990;p80">
              <a:extLst>
                <a:ext uri="{FF2B5EF4-FFF2-40B4-BE49-F238E27FC236}">
                  <a16:creationId xmlns:a16="http://schemas.microsoft.com/office/drawing/2014/main" id="{85E08322-6199-F7D2-1F0B-004ABC57C120}"/>
                </a:ext>
              </a:extLst>
            </p:cNvPr>
            <p:cNvSpPr/>
            <p:nvPr/>
          </p:nvSpPr>
          <p:spPr>
            <a:xfrm>
              <a:off x="8094541" y="3537321"/>
              <a:ext cx="69107" cy="47368"/>
            </a:xfrm>
            <a:custGeom>
              <a:avLst/>
              <a:gdLst/>
              <a:ahLst/>
              <a:cxnLst/>
              <a:rect l="l" t="t" r="r" b="b"/>
              <a:pathLst>
                <a:path w="1688" h="1157" extrusionOk="0">
                  <a:moveTo>
                    <a:pt x="1496" y="1"/>
                  </a:moveTo>
                  <a:lnTo>
                    <a:pt x="0" y="965"/>
                  </a:lnTo>
                  <a:lnTo>
                    <a:pt x="191" y="1156"/>
                  </a:lnTo>
                  <a:lnTo>
                    <a:pt x="1687" y="193"/>
                  </a:lnTo>
                  <a:lnTo>
                    <a:pt x="1496"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991;p80">
              <a:extLst>
                <a:ext uri="{FF2B5EF4-FFF2-40B4-BE49-F238E27FC236}">
                  <a16:creationId xmlns:a16="http://schemas.microsoft.com/office/drawing/2014/main" id="{BAD15CD5-4C0C-B0E6-A5F9-F308A27351E7}"/>
                </a:ext>
              </a:extLst>
            </p:cNvPr>
            <p:cNvSpPr/>
            <p:nvPr/>
          </p:nvSpPr>
          <p:spPr>
            <a:xfrm>
              <a:off x="8126228" y="3283370"/>
              <a:ext cx="258986" cy="254033"/>
            </a:xfrm>
            <a:custGeom>
              <a:avLst/>
              <a:gdLst/>
              <a:ahLst/>
              <a:cxnLst/>
              <a:rect l="l" t="t" r="r" b="b"/>
              <a:pathLst>
                <a:path w="6326" h="6205" extrusionOk="0">
                  <a:moveTo>
                    <a:pt x="5537" y="1"/>
                  </a:moveTo>
                  <a:cubicBezTo>
                    <a:pt x="5503" y="1"/>
                    <a:pt x="5468" y="14"/>
                    <a:pt x="5441" y="40"/>
                  </a:cubicBezTo>
                  <a:lnTo>
                    <a:pt x="5246" y="235"/>
                  </a:lnTo>
                  <a:lnTo>
                    <a:pt x="5183" y="370"/>
                  </a:lnTo>
                  <a:lnTo>
                    <a:pt x="5056" y="426"/>
                  </a:lnTo>
                  <a:lnTo>
                    <a:pt x="0" y="5482"/>
                  </a:lnTo>
                  <a:lnTo>
                    <a:pt x="723" y="6205"/>
                  </a:lnTo>
                  <a:lnTo>
                    <a:pt x="6273" y="869"/>
                  </a:lnTo>
                  <a:cubicBezTo>
                    <a:pt x="6326" y="817"/>
                    <a:pt x="6217" y="624"/>
                    <a:pt x="6164" y="571"/>
                  </a:cubicBezTo>
                  <a:lnTo>
                    <a:pt x="5633" y="40"/>
                  </a:lnTo>
                  <a:cubicBezTo>
                    <a:pt x="5607" y="14"/>
                    <a:pt x="5572" y="1"/>
                    <a:pt x="5537"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992;p80">
              <a:extLst>
                <a:ext uri="{FF2B5EF4-FFF2-40B4-BE49-F238E27FC236}">
                  <a16:creationId xmlns:a16="http://schemas.microsoft.com/office/drawing/2014/main" id="{37D0E5A9-B71E-B7EF-11CB-B9F40A1EDE8C}"/>
                </a:ext>
              </a:extLst>
            </p:cNvPr>
            <p:cNvSpPr/>
            <p:nvPr/>
          </p:nvSpPr>
          <p:spPr>
            <a:xfrm>
              <a:off x="8155787" y="3306706"/>
              <a:ext cx="232826" cy="238557"/>
            </a:xfrm>
            <a:custGeom>
              <a:avLst/>
              <a:gdLst/>
              <a:ahLst/>
              <a:cxnLst/>
              <a:rect l="l" t="t" r="r" b="b"/>
              <a:pathLst>
                <a:path w="5687" h="5827" extrusionOk="0">
                  <a:moveTo>
                    <a:pt x="5442" y="1"/>
                  </a:moveTo>
                  <a:cubicBezTo>
                    <a:pt x="5495" y="54"/>
                    <a:pt x="5495" y="140"/>
                    <a:pt x="5442" y="193"/>
                  </a:cubicBezTo>
                  <a:lnTo>
                    <a:pt x="0" y="5636"/>
                  </a:lnTo>
                  <a:lnTo>
                    <a:pt x="191" y="5827"/>
                  </a:lnTo>
                  <a:lnTo>
                    <a:pt x="5634" y="384"/>
                  </a:lnTo>
                  <a:cubicBezTo>
                    <a:pt x="5687" y="330"/>
                    <a:pt x="5687" y="245"/>
                    <a:pt x="5634" y="193"/>
                  </a:cubicBezTo>
                  <a:lnTo>
                    <a:pt x="544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993;p80">
              <a:extLst>
                <a:ext uri="{FF2B5EF4-FFF2-40B4-BE49-F238E27FC236}">
                  <a16:creationId xmlns:a16="http://schemas.microsoft.com/office/drawing/2014/main" id="{5B3589E0-ED00-DB9B-C35E-16069EEEDBA9}"/>
                </a:ext>
              </a:extLst>
            </p:cNvPr>
            <p:cNvSpPr/>
            <p:nvPr/>
          </p:nvSpPr>
          <p:spPr>
            <a:xfrm>
              <a:off x="8302557" y="3293032"/>
              <a:ext cx="97969" cy="155981"/>
            </a:xfrm>
            <a:custGeom>
              <a:avLst/>
              <a:gdLst/>
              <a:ahLst/>
              <a:cxnLst/>
              <a:rect l="l" t="t" r="r" b="b"/>
              <a:pathLst>
                <a:path w="2393" h="3810" extrusionOk="0">
                  <a:moveTo>
                    <a:pt x="941" y="0"/>
                  </a:moveTo>
                  <a:lnTo>
                    <a:pt x="749" y="191"/>
                  </a:lnTo>
                  <a:lnTo>
                    <a:pt x="1472" y="914"/>
                  </a:lnTo>
                  <a:lnTo>
                    <a:pt x="1587" y="1001"/>
                  </a:lnTo>
                  <a:lnTo>
                    <a:pt x="1662" y="1104"/>
                  </a:lnTo>
                  <a:lnTo>
                    <a:pt x="2045" y="1487"/>
                  </a:lnTo>
                  <a:cubicBezTo>
                    <a:pt x="2091" y="1531"/>
                    <a:pt x="2112" y="1595"/>
                    <a:pt x="2103" y="1658"/>
                  </a:cubicBezTo>
                  <a:cubicBezTo>
                    <a:pt x="2093" y="1721"/>
                    <a:pt x="2057" y="1776"/>
                    <a:pt x="2002" y="1808"/>
                  </a:cubicBezTo>
                  <a:cubicBezTo>
                    <a:pt x="1544" y="2063"/>
                    <a:pt x="928" y="2439"/>
                    <a:pt x="586" y="2781"/>
                  </a:cubicBezTo>
                  <a:cubicBezTo>
                    <a:pt x="221" y="3146"/>
                    <a:pt x="106" y="3430"/>
                    <a:pt x="31" y="3619"/>
                  </a:cubicBezTo>
                  <a:lnTo>
                    <a:pt x="29" y="3625"/>
                  </a:lnTo>
                  <a:cubicBezTo>
                    <a:pt x="0" y="3694"/>
                    <a:pt x="35" y="3772"/>
                    <a:pt x="104" y="3800"/>
                  </a:cubicBezTo>
                  <a:cubicBezTo>
                    <a:pt x="120" y="3807"/>
                    <a:pt x="136" y="3809"/>
                    <a:pt x="153" y="3809"/>
                  </a:cubicBezTo>
                  <a:cubicBezTo>
                    <a:pt x="208" y="3809"/>
                    <a:pt x="258" y="3776"/>
                    <a:pt x="282" y="3726"/>
                  </a:cubicBezTo>
                  <a:lnTo>
                    <a:pt x="284" y="3721"/>
                  </a:lnTo>
                  <a:cubicBezTo>
                    <a:pt x="356" y="3541"/>
                    <a:pt x="453" y="3297"/>
                    <a:pt x="779" y="2971"/>
                  </a:cubicBezTo>
                  <a:cubicBezTo>
                    <a:pt x="1115" y="2636"/>
                    <a:pt x="1772" y="2247"/>
                    <a:pt x="2135" y="2043"/>
                  </a:cubicBezTo>
                  <a:cubicBezTo>
                    <a:pt x="2265" y="1971"/>
                    <a:pt x="2351" y="1845"/>
                    <a:pt x="2372" y="1697"/>
                  </a:cubicBezTo>
                  <a:cubicBezTo>
                    <a:pt x="2392" y="1547"/>
                    <a:pt x="2342" y="1403"/>
                    <a:pt x="2237" y="1297"/>
                  </a:cubicBezTo>
                  <a:lnTo>
                    <a:pt x="1855" y="914"/>
                  </a:lnTo>
                  <a:lnTo>
                    <a:pt x="1754" y="842"/>
                  </a:lnTo>
                  <a:lnTo>
                    <a:pt x="1664" y="723"/>
                  </a:lnTo>
                  <a:lnTo>
                    <a:pt x="9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994;p80">
              <a:extLst>
                <a:ext uri="{FF2B5EF4-FFF2-40B4-BE49-F238E27FC236}">
                  <a16:creationId xmlns:a16="http://schemas.microsoft.com/office/drawing/2014/main" id="{8D0335D4-1EC8-0BA1-0F4A-FE93DC7F693E}"/>
                </a:ext>
              </a:extLst>
            </p:cNvPr>
            <p:cNvSpPr/>
            <p:nvPr/>
          </p:nvSpPr>
          <p:spPr>
            <a:xfrm>
              <a:off x="8362698" y="3322591"/>
              <a:ext cx="15680" cy="15639"/>
            </a:xfrm>
            <a:custGeom>
              <a:avLst/>
              <a:gdLst/>
              <a:ahLst/>
              <a:cxnLst/>
              <a:rect l="l" t="t" r="r" b="b"/>
              <a:pathLst>
                <a:path w="383" h="382" extrusionOk="0">
                  <a:moveTo>
                    <a:pt x="192" y="0"/>
                  </a:moveTo>
                  <a:lnTo>
                    <a:pt x="1" y="191"/>
                  </a:lnTo>
                  <a:lnTo>
                    <a:pt x="192" y="382"/>
                  </a:lnTo>
                  <a:lnTo>
                    <a:pt x="383" y="191"/>
                  </a:lnTo>
                  <a:lnTo>
                    <a:pt x="192"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995;p80">
            <a:extLst>
              <a:ext uri="{FF2B5EF4-FFF2-40B4-BE49-F238E27FC236}">
                <a16:creationId xmlns:a16="http://schemas.microsoft.com/office/drawing/2014/main" id="{D3260C7A-5E05-24FF-C268-15536B2B56D7}"/>
              </a:ext>
            </a:extLst>
          </p:cNvPr>
          <p:cNvGrpSpPr/>
          <p:nvPr/>
        </p:nvGrpSpPr>
        <p:grpSpPr>
          <a:xfrm>
            <a:off x="6740015" y="3037719"/>
            <a:ext cx="1391111" cy="1168522"/>
            <a:chOff x="8043325" y="1452493"/>
            <a:chExt cx="377303" cy="376034"/>
          </a:xfrm>
        </p:grpSpPr>
        <p:sp>
          <p:nvSpPr>
            <p:cNvPr id="27" name="Google Shape;2996;p80">
              <a:extLst>
                <a:ext uri="{FF2B5EF4-FFF2-40B4-BE49-F238E27FC236}">
                  <a16:creationId xmlns:a16="http://schemas.microsoft.com/office/drawing/2014/main" id="{6E64A0CC-A28A-F90B-61C0-4D7D28546EA3}"/>
                </a:ext>
              </a:extLst>
            </p:cNvPr>
            <p:cNvSpPr/>
            <p:nvPr/>
          </p:nvSpPr>
          <p:spPr>
            <a:xfrm>
              <a:off x="8050080" y="1458552"/>
              <a:ext cx="364857" cy="364939"/>
            </a:xfrm>
            <a:custGeom>
              <a:avLst/>
              <a:gdLst/>
              <a:ahLst/>
              <a:cxnLst/>
              <a:rect l="l" t="t" r="r" b="b"/>
              <a:pathLst>
                <a:path w="8912" h="8914" extrusionOk="0">
                  <a:moveTo>
                    <a:pt x="7094" y="3818"/>
                  </a:moveTo>
                  <a:cubicBezTo>
                    <a:pt x="7185" y="3818"/>
                    <a:pt x="7263" y="3877"/>
                    <a:pt x="7263" y="3877"/>
                  </a:cubicBezTo>
                  <a:cubicBezTo>
                    <a:pt x="7328" y="3884"/>
                    <a:pt x="7386" y="3936"/>
                    <a:pt x="7386" y="4013"/>
                  </a:cubicBezTo>
                  <a:lnTo>
                    <a:pt x="7386" y="7218"/>
                  </a:lnTo>
                  <a:lnTo>
                    <a:pt x="7385" y="7218"/>
                  </a:lnTo>
                  <a:cubicBezTo>
                    <a:pt x="7385" y="7318"/>
                    <a:pt x="7304" y="7401"/>
                    <a:pt x="7203" y="7401"/>
                  </a:cubicBezTo>
                  <a:lnTo>
                    <a:pt x="3998" y="7401"/>
                  </a:lnTo>
                  <a:cubicBezTo>
                    <a:pt x="3922" y="7401"/>
                    <a:pt x="3869" y="7343"/>
                    <a:pt x="3862" y="7278"/>
                  </a:cubicBezTo>
                  <a:cubicBezTo>
                    <a:pt x="3862" y="7278"/>
                    <a:pt x="3730" y="7101"/>
                    <a:pt x="3862" y="6969"/>
                  </a:cubicBezTo>
                  <a:lnTo>
                    <a:pt x="6955" y="3877"/>
                  </a:lnTo>
                  <a:cubicBezTo>
                    <a:pt x="6999" y="3833"/>
                    <a:pt x="7048" y="3818"/>
                    <a:pt x="7094" y="3818"/>
                  </a:cubicBezTo>
                  <a:close/>
                  <a:moveTo>
                    <a:pt x="8767" y="0"/>
                  </a:moveTo>
                  <a:cubicBezTo>
                    <a:pt x="8754" y="9"/>
                    <a:pt x="8741" y="17"/>
                    <a:pt x="8729" y="30"/>
                  </a:cubicBezTo>
                  <a:lnTo>
                    <a:pt x="30" y="8729"/>
                  </a:lnTo>
                  <a:cubicBezTo>
                    <a:pt x="18" y="8741"/>
                    <a:pt x="9" y="8753"/>
                    <a:pt x="0" y="8767"/>
                  </a:cubicBezTo>
                  <a:lnTo>
                    <a:pt x="8730" y="8914"/>
                  </a:lnTo>
                  <a:cubicBezTo>
                    <a:pt x="8830" y="8914"/>
                    <a:pt x="8911" y="8831"/>
                    <a:pt x="8911" y="8731"/>
                  </a:cubicBezTo>
                  <a:lnTo>
                    <a:pt x="8767"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997;p80">
              <a:extLst>
                <a:ext uri="{FF2B5EF4-FFF2-40B4-BE49-F238E27FC236}">
                  <a16:creationId xmlns:a16="http://schemas.microsoft.com/office/drawing/2014/main" id="{A1F9BCFD-FAA1-0054-C440-612B9549615D}"/>
                </a:ext>
              </a:extLst>
            </p:cNvPr>
            <p:cNvSpPr/>
            <p:nvPr/>
          </p:nvSpPr>
          <p:spPr>
            <a:xfrm>
              <a:off x="8199265" y="1610235"/>
              <a:ext cx="148407" cy="145951"/>
            </a:xfrm>
            <a:custGeom>
              <a:avLst/>
              <a:gdLst/>
              <a:ahLst/>
              <a:cxnLst/>
              <a:rect l="l" t="t" r="r" b="b"/>
              <a:pathLst>
                <a:path w="3625" h="3565" extrusionOk="0">
                  <a:moveTo>
                    <a:pt x="3394" y="1"/>
                  </a:moveTo>
                  <a:cubicBezTo>
                    <a:pt x="3335" y="1"/>
                    <a:pt x="3274" y="23"/>
                    <a:pt x="3225" y="73"/>
                  </a:cubicBezTo>
                  <a:lnTo>
                    <a:pt x="132" y="3165"/>
                  </a:lnTo>
                  <a:cubicBezTo>
                    <a:pt x="1" y="3297"/>
                    <a:pt x="64" y="3511"/>
                    <a:pt x="223" y="3565"/>
                  </a:cubicBezTo>
                  <a:cubicBezTo>
                    <a:pt x="220" y="3527"/>
                    <a:pt x="232" y="3486"/>
                    <a:pt x="263" y="3454"/>
                  </a:cubicBezTo>
                  <a:lnTo>
                    <a:pt x="3514" y="203"/>
                  </a:lnTo>
                  <a:cubicBezTo>
                    <a:pt x="3542" y="175"/>
                    <a:pt x="3578" y="163"/>
                    <a:pt x="3613" y="163"/>
                  </a:cubicBezTo>
                  <a:cubicBezTo>
                    <a:pt x="3617" y="163"/>
                    <a:pt x="3621" y="163"/>
                    <a:pt x="3625" y="163"/>
                  </a:cubicBezTo>
                  <a:cubicBezTo>
                    <a:pt x="3591" y="63"/>
                    <a:pt x="3494" y="1"/>
                    <a:pt x="3394"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98;p80">
              <a:extLst>
                <a:ext uri="{FF2B5EF4-FFF2-40B4-BE49-F238E27FC236}">
                  <a16:creationId xmlns:a16="http://schemas.microsoft.com/office/drawing/2014/main" id="{85B72E0D-285F-3DF1-DF9D-260CA3D8E079}"/>
                </a:ext>
              </a:extLst>
            </p:cNvPr>
            <p:cNvSpPr/>
            <p:nvPr/>
          </p:nvSpPr>
          <p:spPr>
            <a:xfrm>
              <a:off x="8046968" y="1457283"/>
              <a:ext cx="373659" cy="371244"/>
            </a:xfrm>
            <a:custGeom>
              <a:avLst/>
              <a:gdLst/>
              <a:ahLst/>
              <a:cxnLst/>
              <a:rect l="l" t="t" r="r" b="b"/>
              <a:pathLst>
                <a:path w="9127" h="9068" extrusionOk="0">
                  <a:moveTo>
                    <a:pt x="8937" y="1"/>
                  </a:moveTo>
                  <a:cubicBezTo>
                    <a:pt x="8907" y="1"/>
                    <a:pt x="8876" y="8"/>
                    <a:pt x="8847" y="25"/>
                  </a:cubicBezTo>
                  <a:lnTo>
                    <a:pt x="8846" y="25"/>
                  </a:lnTo>
                  <a:lnTo>
                    <a:pt x="8846" y="8700"/>
                  </a:lnTo>
                  <a:cubicBezTo>
                    <a:pt x="8836" y="8751"/>
                    <a:pt x="8794" y="8792"/>
                    <a:pt x="8744" y="8798"/>
                  </a:cubicBezTo>
                  <a:lnTo>
                    <a:pt x="69" y="8798"/>
                  </a:lnTo>
                  <a:cubicBezTo>
                    <a:pt x="0" y="8908"/>
                    <a:pt x="81" y="9066"/>
                    <a:pt x="227" y="9067"/>
                  </a:cubicBezTo>
                  <a:lnTo>
                    <a:pt x="728" y="9067"/>
                  </a:lnTo>
                  <a:lnTo>
                    <a:pt x="866" y="8882"/>
                  </a:lnTo>
                  <a:lnTo>
                    <a:pt x="1003" y="9067"/>
                  </a:lnTo>
                  <a:lnTo>
                    <a:pt x="1553" y="9067"/>
                  </a:lnTo>
                  <a:lnTo>
                    <a:pt x="1691" y="8882"/>
                  </a:lnTo>
                  <a:lnTo>
                    <a:pt x="1828" y="9067"/>
                  </a:lnTo>
                  <a:lnTo>
                    <a:pt x="2380" y="9067"/>
                  </a:lnTo>
                  <a:lnTo>
                    <a:pt x="2517" y="8882"/>
                  </a:lnTo>
                  <a:lnTo>
                    <a:pt x="2654" y="9067"/>
                  </a:lnTo>
                  <a:lnTo>
                    <a:pt x="3205" y="9067"/>
                  </a:lnTo>
                  <a:lnTo>
                    <a:pt x="3342" y="8882"/>
                  </a:lnTo>
                  <a:lnTo>
                    <a:pt x="3479" y="9067"/>
                  </a:lnTo>
                  <a:lnTo>
                    <a:pt x="4031" y="9067"/>
                  </a:lnTo>
                  <a:lnTo>
                    <a:pt x="4168" y="8882"/>
                  </a:lnTo>
                  <a:lnTo>
                    <a:pt x="4305" y="9067"/>
                  </a:lnTo>
                  <a:lnTo>
                    <a:pt x="4856" y="9067"/>
                  </a:lnTo>
                  <a:lnTo>
                    <a:pt x="4993" y="8882"/>
                  </a:lnTo>
                  <a:lnTo>
                    <a:pt x="5130" y="9067"/>
                  </a:lnTo>
                  <a:lnTo>
                    <a:pt x="5682" y="9067"/>
                  </a:lnTo>
                  <a:lnTo>
                    <a:pt x="5819" y="8882"/>
                  </a:lnTo>
                  <a:lnTo>
                    <a:pt x="5956" y="9067"/>
                  </a:lnTo>
                  <a:lnTo>
                    <a:pt x="6507" y="9067"/>
                  </a:lnTo>
                  <a:lnTo>
                    <a:pt x="6644" y="8882"/>
                  </a:lnTo>
                  <a:lnTo>
                    <a:pt x="6781" y="9067"/>
                  </a:lnTo>
                  <a:lnTo>
                    <a:pt x="7333" y="9067"/>
                  </a:lnTo>
                  <a:lnTo>
                    <a:pt x="7470" y="8882"/>
                  </a:lnTo>
                  <a:lnTo>
                    <a:pt x="7607" y="9067"/>
                  </a:lnTo>
                  <a:lnTo>
                    <a:pt x="8158" y="9067"/>
                  </a:lnTo>
                  <a:lnTo>
                    <a:pt x="8295" y="8882"/>
                  </a:lnTo>
                  <a:lnTo>
                    <a:pt x="8432" y="9067"/>
                  </a:lnTo>
                  <a:lnTo>
                    <a:pt x="8938" y="9067"/>
                  </a:lnTo>
                  <a:cubicBezTo>
                    <a:pt x="9038" y="9064"/>
                    <a:pt x="9119" y="8983"/>
                    <a:pt x="9127" y="8882"/>
                  </a:cubicBezTo>
                  <a:lnTo>
                    <a:pt x="9127" y="183"/>
                  </a:lnTo>
                  <a:cubicBezTo>
                    <a:pt x="9121" y="73"/>
                    <a:pt x="9031" y="1"/>
                    <a:pt x="8937"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2999;p80">
              <a:extLst>
                <a:ext uri="{FF2B5EF4-FFF2-40B4-BE49-F238E27FC236}">
                  <a16:creationId xmlns:a16="http://schemas.microsoft.com/office/drawing/2014/main" id="{1BCE289F-0007-8980-667A-29A42E49791E}"/>
                </a:ext>
              </a:extLst>
            </p:cNvPr>
            <p:cNvSpPr/>
            <p:nvPr/>
          </p:nvSpPr>
          <p:spPr>
            <a:xfrm>
              <a:off x="8076527" y="1720732"/>
              <a:ext cx="11054" cy="33161"/>
            </a:xfrm>
            <a:custGeom>
              <a:avLst/>
              <a:gdLst/>
              <a:ahLst/>
              <a:cxnLst/>
              <a:rect l="l" t="t" r="r" b="b"/>
              <a:pathLst>
                <a:path w="270" h="810" extrusionOk="0">
                  <a:moveTo>
                    <a:pt x="132" y="1"/>
                  </a:moveTo>
                  <a:cubicBezTo>
                    <a:pt x="131" y="1"/>
                    <a:pt x="130" y="1"/>
                    <a:pt x="130" y="1"/>
                  </a:cubicBezTo>
                  <a:cubicBezTo>
                    <a:pt x="56" y="4"/>
                    <a:pt x="0" y="68"/>
                    <a:pt x="0" y="142"/>
                  </a:cubicBezTo>
                  <a:lnTo>
                    <a:pt x="0" y="669"/>
                  </a:lnTo>
                  <a:cubicBezTo>
                    <a:pt x="0" y="742"/>
                    <a:pt x="58" y="808"/>
                    <a:pt x="130" y="809"/>
                  </a:cubicBezTo>
                  <a:cubicBezTo>
                    <a:pt x="132" y="809"/>
                    <a:pt x="134" y="809"/>
                    <a:pt x="135" y="809"/>
                  </a:cubicBezTo>
                  <a:cubicBezTo>
                    <a:pt x="210" y="809"/>
                    <a:pt x="269" y="748"/>
                    <a:pt x="269" y="675"/>
                  </a:cubicBezTo>
                  <a:lnTo>
                    <a:pt x="269" y="136"/>
                  </a:lnTo>
                  <a:cubicBezTo>
                    <a:pt x="269" y="61"/>
                    <a:pt x="208" y="1"/>
                    <a:pt x="1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000;p80">
              <a:extLst>
                <a:ext uri="{FF2B5EF4-FFF2-40B4-BE49-F238E27FC236}">
                  <a16:creationId xmlns:a16="http://schemas.microsoft.com/office/drawing/2014/main" id="{F6C59046-969E-925F-59B7-1784DC14F440}"/>
                </a:ext>
              </a:extLst>
            </p:cNvPr>
            <p:cNvSpPr/>
            <p:nvPr/>
          </p:nvSpPr>
          <p:spPr>
            <a:xfrm>
              <a:off x="8076527" y="1675943"/>
              <a:ext cx="11054" cy="33120"/>
            </a:xfrm>
            <a:custGeom>
              <a:avLst/>
              <a:gdLst/>
              <a:ahLst/>
              <a:cxnLst/>
              <a:rect l="l" t="t" r="r" b="b"/>
              <a:pathLst>
                <a:path w="270" h="809" extrusionOk="0">
                  <a:moveTo>
                    <a:pt x="134" y="1"/>
                  </a:moveTo>
                  <a:cubicBezTo>
                    <a:pt x="132" y="1"/>
                    <a:pt x="131" y="1"/>
                    <a:pt x="130" y="1"/>
                  </a:cubicBezTo>
                  <a:cubicBezTo>
                    <a:pt x="56" y="3"/>
                    <a:pt x="0" y="67"/>
                    <a:pt x="0" y="141"/>
                  </a:cubicBezTo>
                  <a:lnTo>
                    <a:pt x="0" y="667"/>
                  </a:lnTo>
                  <a:cubicBezTo>
                    <a:pt x="0" y="742"/>
                    <a:pt x="58" y="808"/>
                    <a:pt x="130" y="809"/>
                  </a:cubicBezTo>
                  <a:cubicBezTo>
                    <a:pt x="131" y="809"/>
                    <a:pt x="132" y="809"/>
                    <a:pt x="134" y="809"/>
                  </a:cubicBezTo>
                  <a:cubicBezTo>
                    <a:pt x="209" y="809"/>
                    <a:pt x="269" y="748"/>
                    <a:pt x="269" y="674"/>
                  </a:cubicBezTo>
                  <a:lnTo>
                    <a:pt x="269" y="135"/>
                  </a:lnTo>
                  <a:cubicBezTo>
                    <a:pt x="269" y="61"/>
                    <a:pt x="209" y="1"/>
                    <a:pt x="13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001;p80">
              <a:extLst>
                <a:ext uri="{FF2B5EF4-FFF2-40B4-BE49-F238E27FC236}">
                  <a16:creationId xmlns:a16="http://schemas.microsoft.com/office/drawing/2014/main" id="{5BA34CCF-B5C2-0CF4-2EA4-D971CEBA8550}"/>
                </a:ext>
              </a:extLst>
            </p:cNvPr>
            <p:cNvSpPr/>
            <p:nvPr/>
          </p:nvSpPr>
          <p:spPr>
            <a:xfrm>
              <a:off x="8076527" y="1631155"/>
              <a:ext cx="11054" cy="33161"/>
            </a:xfrm>
            <a:custGeom>
              <a:avLst/>
              <a:gdLst/>
              <a:ahLst/>
              <a:cxnLst/>
              <a:rect l="l" t="t" r="r" b="b"/>
              <a:pathLst>
                <a:path w="270" h="810" extrusionOk="0">
                  <a:moveTo>
                    <a:pt x="132" y="1"/>
                  </a:moveTo>
                  <a:cubicBezTo>
                    <a:pt x="131" y="1"/>
                    <a:pt x="130" y="1"/>
                    <a:pt x="130" y="1"/>
                  </a:cubicBezTo>
                  <a:cubicBezTo>
                    <a:pt x="56" y="4"/>
                    <a:pt x="0" y="68"/>
                    <a:pt x="0" y="142"/>
                  </a:cubicBezTo>
                  <a:lnTo>
                    <a:pt x="0" y="668"/>
                  </a:lnTo>
                  <a:cubicBezTo>
                    <a:pt x="0" y="742"/>
                    <a:pt x="58" y="807"/>
                    <a:pt x="130" y="810"/>
                  </a:cubicBezTo>
                  <a:cubicBezTo>
                    <a:pt x="131" y="810"/>
                    <a:pt x="132" y="810"/>
                    <a:pt x="134" y="810"/>
                  </a:cubicBezTo>
                  <a:cubicBezTo>
                    <a:pt x="209" y="810"/>
                    <a:pt x="269" y="748"/>
                    <a:pt x="269" y="675"/>
                  </a:cubicBezTo>
                  <a:lnTo>
                    <a:pt x="269" y="136"/>
                  </a:lnTo>
                  <a:cubicBezTo>
                    <a:pt x="269" y="61"/>
                    <a:pt x="208" y="1"/>
                    <a:pt x="13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002;p80">
              <a:extLst>
                <a:ext uri="{FF2B5EF4-FFF2-40B4-BE49-F238E27FC236}">
                  <a16:creationId xmlns:a16="http://schemas.microsoft.com/office/drawing/2014/main" id="{640C5B83-3840-2CE9-5430-2BFD07E11A0A}"/>
                </a:ext>
              </a:extLst>
            </p:cNvPr>
            <p:cNvSpPr/>
            <p:nvPr/>
          </p:nvSpPr>
          <p:spPr>
            <a:xfrm>
              <a:off x="8076527" y="1586366"/>
              <a:ext cx="11054" cy="33120"/>
            </a:xfrm>
            <a:custGeom>
              <a:avLst/>
              <a:gdLst/>
              <a:ahLst/>
              <a:cxnLst/>
              <a:rect l="l" t="t" r="r" b="b"/>
              <a:pathLst>
                <a:path w="270" h="809" extrusionOk="0">
                  <a:moveTo>
                    <a:pt x="132" y="0"/>
                  </a:moveTo>
                  <a:cubicBezTo>
                    <a:pt x="131" y="0"/>
                    <a:pt x="130" y="0"/>
                    <a:pt x="130" y="0"/>
                  </a:cubicBezTo>
                  <a:cubicBezTo>
                    <a:pt x="56" y="3"/>
                    <a:pt x="0" y="68"/>
                    <a:pt x="0" y="142"/>
                  </a:cubicBezTo>
                  <a:lnTo>
                    <a:pt x="0" y="667"/>
                  </a:lnTo>
                  <a:cubicBezTo>
                    <a:pt x="0" y="741"/>
                    <a:pt x="58" y="807"/>
                    <a:pt x="130" y="809"/>
                  </a:cubicBezTo>
                  <a:cubicBezTo>
                    <a:pt x="132" y="809"/>
                    <a:pt x="134" y="809"/>
                    <a:pt x="135" y="809"/>
                  </a:cubicBezTo>
                  <a:cubicBezTo>
                    <a:pt x="210" y="809"/>
                    <a:pt x="269" y="748"/>
                    <a:pt x="269" y="675"/>
                  </a:cubicBezTo>
                  <a:lnTo>
                    <a:pt x="269" y="134"/>
                  </a:lnTo>
                  <a:cubicBezTo>
                    <a:pt x="269" y="60"/>
                    <a:pt x="208" y="0"/>
                    <a:pt x="1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003;p80">
              <a:extLst>
                <a:ext uri="{FF2B5EF4-FFF2-40B4-BE49-F238E27FC236}">
                  <a16:creationId xmlns:a16="http://schemas.microsoft.com/office/drawing/2014/main" id="{1C76915F-3626-380A-BC1E-C047DC64F79B}"/>
                </a:ext>
              </a:extLst>
            </p:cNvPr>
            <p:cNvSpPr/>
            <p:nvPr/>
          </p:nvSpPr>
          <p:spPr>
            <a:xfrm>
              <a:off x="8076527" y="1541537"/>
              <a:ext cx="11054" cy="33161"/>
            </a:xfrm>
            <a:custGeom>
              <a:avLst/>
              <a:gdLst/>
              <a:ahLst/>
              <a:cxnLst/>
              <a:rect l="l" t="t" r="r" b="b"/>
              <a:pathLst>
                <a:path w="270" h="810" extrusionOk="0">
                  <a:moveTo>
                    <a:pt x="132" y="0"/>
                  </a:moveTo>
                  <a:cubicBezTo>
                    <a:pt x="131" y="0"/>
                    <a:pt x="130" y="0"/>
                    <a:pt x="130" y="0"/>
                  </a:cubicBezTo>
                  <a:cubicBezTo>
                    <a:pt x="56" y="3"/>
                    <a:pt x="0" y="68"/>
                    <a:pt x="0" y="142"/>
                  </a:cubicBezTo>
                  <a:lnTo>
                    <a:pt x="0" y="668"/>
                  </a:lnTo>
                  <a:cubicBezTo>
                    <a:pt x="0" y="742"/>
                    <a:pt x="58" y="807"/>
                    <a:pt x="130" y="810"/>
                  </a:cubicBezTo>
                  <a:cubicBezTo>
                    <a:pt x="131" y="810"/>
                    <a:pt x="132" y="810"/>
                    <a:pt x="134" y="810"/>
                  </a:cubicBezTo>
                  <a:cubicBezTo>
                    <a:pt x="209" y="810"/>
                    <a:pt x="269" y="748"/>
                    <a:pt x="269" y="674"/>
                  </a:cubicBezTo>
                  <a:lnTo>
                    <a:pt x="269" y="135"/>
                  </a:lnTo>
                  <a:cubicBezTo>
                    <a:pt x="269" y="61"/>
                    <a:pt x="208" y="0"/>
                    <a:pt x="1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004;p80">
              <a:extLst>
                <a:ext uri="{FF2B5EF4-FFF2-40B4-BE49-F238E27FC236}">
                  <a16:creationId xmlns:a16="http://schemas.microsoft.com/office/drawing/2014/main" id="{0594C46F-DF93-4363-A3F8-B1ED4F13518A}"/>
                </a:ext>
              </a:extLst>
            </p:cNvPr>
            <p:cNvSpPr/>
            <p:nvPr/>
          </p:nvSpPr>
          <p:spPr>
            <a:xfrm>
              <a:off x="8043325" y="1452493"/>
              <a:ext cx="77377" cy="77295"/>
            </a:xfrm>
            <a:custGeom>
              <a:avLst/>
              <a:gdLst/>
              <a:ahLst/>
              <a:cxnLst/>
              <a:rect l="l" t="t" r="r" b="b"/>
              <a:pathLst>
                <a:path w="1890" h="1888" extrusionOk="0">
                  <a:moveTo>
                    <a:pt x="943" y="1"/>
                  </a:moveTo>
                  <a:cubicBezTo>
                    <a:pt x="942" y="1"/>
                    <a:pt x="941" y="1"/>
                    <a:pt x="941" y="1"/>
                  </a:cubicBezTo>
                  <a:cubicBezTo>
                    <a:pt x="867" y="4"/>
                    <a:pt x="811" y="68"/>
                    <a:pt x="811" y="142"/>
                  </a:cubicBezTo>
                  <a:lnTo>
                    <a:pt x="811" y="563"/>
                  </a:lnTo>
                  <a:cubicBezTo>
                    <a:pt x="696" y="603"/>
                    <a:pt x="605" y="695"/>
                    <a:pt x="564" y="809"/>
                  </a:cubicBezTo>
                  <a:lnTo>
                    <a:pt x="137" y="809"/>
                  </a:lnTo>
                  <a:cubicBezTo>
                    <a:pt x="62" y="809"/>
                    <a:pt x="1" y="871"/>
                    <a:pt x="2" y="948"/>
                  </a:cubicBezTo>
                  <a:cubicBezTo>
                    <a:pt x="5" y="1023"/>
                    <a:pt x="69" y="1080"/>
                    <a:pt x="143" y="1080"/>
                  </a:cubicBezTo>
                  <a:lnTo>
                    <a:pt x="564" y="1080"/>
                  </a:lnTo>
                  <a:cubicBezTo>
                    <a:pt x="605" y="1194"/>
                    <a:pt x="696" y="1286"/>
                    <a:pt x="811" y="1326"/>
                  </a:cubicBezTo>
                  <a:lnTo>
                    <a:pt x="811" y="1747"/>
                  </a:lnTo>
                  <a:cubicBezTo>
                    <a:pt x="811" y="1821"/>
                    <a:pt x="869" y="1887"/>
                    <a:pt x="941" y="1887"/>
                  </a:cubicBezTo>
                  <a:cubicBezTo>
                    <a:pt x="942" y="1887"/>
                    <a:pt x="943" y="1887"/>
                    <a:pt x="945" y="1887"/>
                  </a:cubicBezTo>
                  <a:cubicBezTo>
                    <a:pt x="1020" y="1887"/>
                    <a:pt x="1080" y="1826"/>
                    <a:pt x="1080" y="1752"/>
                  </a:cubicBezTo>
                  <a:lnTo>
                    <a:pt x="1080" y="1325"/>
                  </a:lnTo>
                  <a:cubicBezTo>
                    <a:pt x="1194" y="1284"/>
                    <a:pt x="1286" y="1193"/>
                    <a:pt x="1326" y="1078"/>
                  </a:cubicBezTo>
                  <a:lnTo>
                    <a:pt x="1753" y="1078"/>
                  </a:lnTo>
                  <a:cubicBezTo>
                    <a:pt x="1829" y="1078"/>
                    <a:pt x="1889" y="1017"/>
                    <a:pt x="1888" y="940"/>
                  </a:cubicBezTo>
                  <a:cubicBezTo>
                    <a:pt x="1885" y="866"/>
                    <a:pt x="1821" y="809"/>
                    <a:pt x="1747" y="809"/>
                  </a:cubicBezTo>
                  <a:lnTo>
                    <a:pt x="1326" y="809"/>
                  </a:lnTo>
                  <a:cubicBezTo>
                    <a:pt x="1286" y="695"/>
                    <a:pt x="1194" y="603"/>
                    <a:pt x="1080" y="563"/>
                  </a:cubicBezTo>
                  <a:lnTo>
                    <a:pt x="1080" y="136"/>
                  </a:lnTo>
                  <a:cubicBezTo>
                    <a:pt x="1080" y="61"/>
                    <a:pt x="1019" y="1"/>
                    <a:pt x="94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005;p80">
              <a:extLst>
                <a:ext uri="{FF2B5EF4-FFF2-40B4-BE49-F238E27FC236}">
                  <a16:creationId xmlns:a16="http://schemas.microsoft.com/office/drawing/2014/main" id="{7665A94D-F3BE-B348-A55C-8CF9A7585EB4}"/>
                </a:ext>
              </a:extLst>
            </p:cNvPr>
            <p:cNvSpPr/>
            <p:nvPr/>
          </p:nvSpPr>
          <p:spPr>
            <a:xfrm>
              <a:off x="8076773" y="1485286"/>
              <a:ext cx="11259" cy="11258"/>
            </a:xfrm>
            <a:custGeom>
              <a:avLst/>
              <a:gdLst/>
              <a:ahLst/>
              <a:cxnLst/>
              <a:rect l="l" t="t" r="r" b="b"/>
              <a:pathLst>
                <a:path w="275" h="275" extrusionOk="0">
                  <a:moveTo>
                    <a:pt x="138" y="1"/>
                  </a:moveTo>
                  <a:cubicBezTo>
                    <a:pt x="62" y="1"/>
                    <a:pt x="0" y="62"/>
                    <a:pt x="0" y="138"/>
                  </a:cubicBezTo>
                  <a:cubicBezTo>
                    <a:pt x="0" y="214"/>
                    <a:pt x="62" y="275"/>
                    <a:pt x="138" y="275"/>
                  </a:cubicBezTo>
                  <a:cubicBezTo>
                    <a:pt x="213" y="275"/>
                    <a:pt x="275" y="214"/>
                    <a:pt x="275" y="138"/>
                  </a:cubicBezTo>
                  <a:cubicBezTo>
                    <a:pt x="275" y="62"/>
                    <a:pt x="213" y="1"/>
                    <a:pt x="1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006;p80">
              <a:extLst>
                <a:ext uri="{FF2B5EF4-FFF2-40B4-BE49-F238E27FC236}">
                  <a16:creationId xmlns:a16="http://schemas.microsoft.com/office/drawing/2014/main" id="{B6220210-6794-5E6E-18BC-DF1343596A3A}"/>
                </a:ext>
              </a:extLst>
            </p:cNvPr>
            <p:cNvSpPr/>
            <p:nvPr/>
          </p:nvSpPr>
          <p:spPr>
            <a:xfrm>
              <a:off x="8312178" y="1485695"/>
              <a:ext cx="33243" cy="11054"/>
            </a:xfrm>
            <a:custGeom>
              <a:avLst/>
              <a:gdLst/>
              <a:ahLst/>
              <a:cxnLst/>
              <a:rect l="l" t="t" r="r" b="b"/>
              <a:pathLst>
                <a:path w="812" h="270" extrusionOk="0">
                  <a:moveTo>
                    <a:pt x="137" y="0"/>
                  </a:moveTo>
                  <a:cubicBezTo>
                    <a:pt x="61" y="0"/>
                    <a:pt x="0" y="61"/>
                    <a:pt x="2" y="138"/>
                  </a:cubicBezTo>
                  <a:cubicBezTo>
                    <a:pt x="5" y="212"/>
                    <a:pt x="69" y="269"/>
                    <a:pt x="143" y="269"/>
                  </a:cubicBezTo>
                  <a:lnTo>
                    <a:pt x="676" y="269"/>
                  </a:lnTo>
                  <a:cubicBezTo>
                    <a:pt x="751" y="269"/>
                    <a:pt x="812" y="207"/>
                    <a:pt x="810" y="130"/>
                  </a:cubicBezTo>
                  <a:cubicBezTo>
                    <a:pt x="808" y="56"/>
                    <a:pt x="743" y="0"/>
                    <a:pt x="6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007;p80">
              <a:extLst>
                <a:ext uri="{FF2B5EF4-FFF2-40B4-BE49-F238E27FC236}">
                  <a16:creationId xmlns:a16="http://schemas.microsoft.com/office/drawing/2014/main" id="{1B917A63-3BF1-2988-679F-3A24D79FA00D}"/>
                </a:ext>
              </a:extLst>
            </p:cNvPr>
            <p:cNvSpPr/>
            <p:nvPr/>
          </p:nvSpPr>
          <p:spPr>
            <a:xfrm>
              <a:off x="8267348" y="1485695"/>
              <a:ext cx="33284" cy="11054"/>
            </a:xfrm>
            <a:custGeom>
              <a:avLst/>
              <a:gdLst/>
              <a:ahLst/>
              <a:cxnLst/>
              <a:rect l="l" t="t" r="r" b="b"/>
              <a:pathLst>
                <a:path w="813" h="270" extrusionOk="0">
                  <a:moveTo>
                    <a:pt x="136" y="0"/>
                  </a:moveTo>
                  <a:cubicBezTo>
                    <a:pt x="62" y="0"/>
                    <a:pt x="0" y="61"/>
                    <a:pt x="2" y="138"/>
                  </a:cubicBezTo>
                  <a:cubicBezTo>
                    <a:pt x="5" y="212"/>
                    <a:pt x="69" y="269"/>
                    <a:pt x="143" y="269"/>
                  </a:cubicBezTo>
                  <a:lnTo>
                    <a:pt x="676" y="269"/>
                  </a:lnTo>
                  <a:cubicBezTo>
                    <a:pt x="752" y="269"/>
                    <a:pt x="813" y="207"/>
                    <a:pt x="811" y="130"/>
                  </a:cubicBezTo>
                  <a:cubicBezTo>
                    <a:pt x="807" y="56"/>
                    <a:pt x="743" y="0"/>
                    <a:pt x="6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008;p80">
              <a:extLst>
                <a:ext uri="{FF2B5EF4-FFF2-40B4-BE49-F238E27FC236}">
                  <a16:creationId xmlns:a16="http://schemas.microsoft.com/office/drawing/2014/main" id="{447018AD-165C-AFF7-4DB5-97D6634031F4}"/>
                </a:ext>
              </a:extLst>
            </p:cNvPr>
            <p:cNvSpPr/>
            <p:nvPr/>
          </p:nvSpPr>
          <p:spPr>
            <a:xfrm>
              <a:off x="8222560" y="1485695"/>
              <a:ext cx="33284" cy="11054"/>
            </a:xfrm>
            <a:custGeom>
              <a:avLst/>
              <a:gdLst/>
              <a:ahLst/>
              <a:cxnLst/>
              <a:rect l="l" t="t" r="r" b="b"/>
              <a:pathLst>
                <a:path w="813" h="270" extrusionOk="0">
                  <a:moveTo>
                    <a:pt x="136" y="0"/>
                  </a:moveTo>
                  <a:cubicBezTo>
                    <a:pt x="60" y="0"/>
                    <a:pt x="0" y="61"/>
                    <a:pt x="1" y="138"/>
                  </a:cubicBezTo>
                  <a:cubicBezTo>
                    <a:pt x="4" y="212"/>
                    <a:pt x="69" y="269"/>
                    <a:pt x="143" y="269"/>
                  </a:cubicBezTo>
                  <a:lnTo>
                    <a:pt x="675" y="269"/>
                  </a:lnTo>
                  <a:cubicBezTo>
                    <a:pt x="751" y="269"/>
                    <a:pt x="813" y="207"/>
                    <a:pt x="809" y="130"/>
                  </a:cubicBezTo>
                  <a:cubicBezTo>
                    <a:pt x="807" y="56"/>
                    <a:pt x="743" y="0"/>
                    <a:pt x="6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009;p80">
              <a:extLst>
                <a:ext uri="{FF2B5EF4-FFF2-40B4-BE49-F238E27FC236}">
                  <a16:creationId xmlns:a16="http://schemas.microsoft.com/office/drawing/2014/main" id="{0E5ABFEF-C3EF-6B8C-2D38-357E6CC33112}"/>
                </a:ext>
              </a:extLst>
            </p:cNvPr>
            <p:cNvSpPr/>
            <p:nvPr/>
          </p:nvSpPr>
          <p:spPr>
            <a:xfrm>
              <a:off x="8177731" y="1485695"/>
              <a:ext cx="33284" cy="11054"/>
            </a:xfrm>
            <a:custGeom>
              <a:avLst/>
              <a:gdLst/>
              <a:ahLst/>
              <a:cxnLst/>
              <a:rect l="l" t="t" r="r" b="b"/>
              <a:pathLst>
                <a:path w="813" h="270" extrusionOk="0">
                  <a:moveTo>
                    <a:pt x="136" y="0"/>
                  </a:moveTo>
                  <a:cubicBezTo>
                    <a:pt x="61" y="0"/>
                    <a:pt x="0" y="61"/>
                    <a:pt x="2" y="138"/>
                  </a:cubicBezTo>
                  <a:cubicBezTo>
                    <a:pt x="4" y="212"/>
                    <a:pt x="69" y="269"/>
                    <a:pt x="143" y="269"/>
                  </a:cubicBezTo>
                  <a:lnTo>
                    <a:pt x="675" y="269"/>
                  </a:lnTo>
                  <a:cubicBezTo>
                    <a:pt x="752" y="269"/>
                    <a:pt x="812" y="207"/>
                    <a:pt x="810" y="130"/>
                  </a:cubicBezTo>
                  <a:cubicBezTo>
                    <a:pt x="807" y="56"/>
                    <a:pt x="743" y="0"/>
                    <a:pt x="6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010;p80">
              <a:extLst>
                <a:ext uri="{FF2B5EF4-FFF2-40B4-BE49-F238E27FC236}">
                  <a16:creationId xmlns:a16="http://schemas.microsoft.com/office/drawing/2014/main" id="{58AF1417-DDF3-4F98-9646-841C951C276C}"/>
                </a:ext>
              </a:extLst>
            </p:cNvPr>
            <p:cNvSpPr/>
            <p:nvPr/>
          </p:nvSpPr>
          <p:spPr>
            <a:xfrm>
              <a:off x="8132983" y="1485695"/>
              <a:ext cx="33243" cy="11054"/>
            </a:xfrm>
            <a:custGeom>
              <a:avLst/>
              <a:gdLst/>
              <a:ahLst/>
              <a:cxnLst/>
              <a:rect l="l" t="t" r="r" b="b"/>
              <a:pathLst>
                <a:path w="812" h="270" extrusionOk="0">
                  <a:moveTo>
                    <a:pt x="136" y="0"/>
                  </a:moveTo>
                  <a:cubicBezTo>
                    <a:pt x="61" y="0"/>
                    <a:pt x="0" y="61"/>
                    <a:pt x="1" y="138"/>
                  </a:cubicBezTo>
                  <a:cubicBezTo>
                    <a:pt x="4" y="212"/>
                    <a:pt x="69" y="269"/>
                    <a:pt x="142" y="269"/>
                  </a:cubicBezTo>
                  <a:lnTo>
                    <a:pt x="675" y="269"/>
                  </a:lnTo>
                  <a:cubicBezTo>
                    <a:pt x="750" y="269"/>
                    <a:pt x="811" y="207"/>
                    <a:pt x="810" y="130"/>
                  </a:cubicBezTo>
                  <a:cubicBezTo>
                    <a:pt x="807" y="56"/>
                    <a:pt x="743" y="0"/>
                    <a:pt x="66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011;p80">
              <a:extLst>
                <a:ext uri="{FF2B5EF4-FFF2-40B4-BE49-F238E27FC236}">
                  <a16:creationId xmlns:a16="http://schemas.microsoft.com/office/drawing/2014/main" id="{10A33868-5604-0CC6-B9E7-4AC1AB10C4EA}"/>
                </a:ext>
              </a:extLst>
            </p:cNvPr>
            <p:cNvSpPr/>
            <p:nvPr/>
          </p:nvSpPr>
          <p:spPr>
            <a:xfrm>
              <a:off x="8076527" y="1805805"/>
              <a:ext cx="11054" cy="16867"/>
            </a:xfrm>
            <a:custGeom>
              <a:avLst/>
              <a:gdLst/>
              <a:ahLst/>
              <a:cxnLst/>
              <a:rect l="l" t="t" r="r" b="b"/>
              <a:pathLst>
                <a:path w="270" h="412" extrusionOk="0">
                  <a:moveTo>
                    <a:pt x="132" y="0"/>
                  </a:moveTo>
                  <a:cubicBezTo>
                    <a:pt x="131" y="0"/>
                    <a:pt x="130" y="0"/>
                    <a:pt x="130" y="0"/>
                  </a:cubicBezTo>
                  <a:cubicBezTo>
                    <a:pt x="56" y="2"/>
                    <a:pt x="0" y="68"/>
                    <a:pt x="0" y="142"/>
                  </a:cubicBezTo>
                  <a:lnTo>
                    <a:pt x="0" y="271"/>
                  </a:lnTo>
                  <a:cubicBezTo>
                    <a:pt x="0" y="345"/>
                    <a:pt x="58" y="411"/>
                    <a:pt x="130" y="412"/>
                  </a:cubicBezTo>
                  <a:cubicBezTo>
                    <a:pt x="131" y="412"/>
                    <a:pt x="132" y="412"/>
                    <a:pt x="134" y="412"/>
                  </a:cubicBezTo>
                  <a:cubicBezTo>
                    <a:pt x="209" y="412"/>
                    <a:pt x="269" y="351"/>
                    <a:pt x="269" y="277"/>
                  </a:cubicBezTo>
                  <a:lnTo>
                    <a:pt x="269" y="134"/>
                  </a:lnTo>
                  <a:cubicBezTo>
                    <a:pt x="269" y="60"/>
                    <a:pt x="208" y="0"/>
                    <a:pt x="1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012;p80">
              <a:extLst>
                <a:ext uri="{FF2B5EF4-FFF2-40B4-BE49-F238E27FC236}">
                  <a16:creationId xmlns:a16="http://schemas.microsoft.com/office/drawing/2014/main" id="{AE21C341-BDD8-68B2-9C47-119003B6C62D}"/>
                </a:ext>
              </a:extLst>
            </p:cNvPr>
            <p:cNvSpPr/>
            <p:nvPr/>
          </p:nvSpPr>
          <p:spPr>
            <a:xfrm>
              <a:off x="8110343" y="1805805"/>
              <a:ext cx="11054" cy="16867"/>
            </a:xfrm>
            <a:custGeom>
              <a:avLst/>
              <a:gdLst/>
              <a:ahLst/>
              <a:cxnLst/>
              <a:rect l="l" t="t" r="r" b="b"/>
              <a:pathLst>
                <a:path w="270" h="412" extrusionOk="0">
                  <a:moveTo>
                    <a:pt x="133" y="0"/>
                  </a:moveTo>
                  <a:cubicBezTo>
                    <a:pt x="132" y="0"/>
                    <a:pt x="132" y="0"/>
                    <a:pt x="131" y="0"/>
                  </a:cubicBezTo>
                  <a:cubicBezTo>
                    <a:pt x="57" y="2"/>
                    <a:pt x="0" y="68"/>
                    <a:pt x="0" y="142"/>
                  </a:cubicBezTo>
                  <a:lnTo>
                    <a:pt x="0" y="271"/>
                  </a:lnTo>
                  <a:cubicBezTo>
                    <a:pt x="0" y="345"/>
                    <a:pt x="58" y="411"/>
                    <a:pt x="131" y="412"/>
                  </a:cubicBezTo>
                  <a:cubicBezTo>
                    <a:pt x="132" y="412"/>
                    <a:pt x="134" y="412"/>
                    <a:pt x="135" y="412"/>
                  </a:cubicBezTo>
                  <a:cubicBezTo>
                    <a:pt x="209" y="412"/>
                    <a:pt x="269" y="351"/>
                    <a:pt x="269" y="277"/>
                  </a:cubicBezTo>
                  <a:lnTo>
                    <a:pt x="269" y="134"/>
                  </a:lnTo>
                  <a:cubicBezTo>
                    <a:pt x="269" y="60"/>
                    <a:pt x="208" y="0"/>
                    <a:pt x="1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013;p80">
              <a:extLst>
                <a:ext uri="{FF2B5EF4-FFF2-40B4-BE49-F238E27FC236}">
                  <a16:creationId xmlns:a16="http://schemas.microsoft.com/office/drawing/2014/main" id="{A566CE62-36E7-4379-BDEE-A6BE0C6490A3}"/>
                </a:ext>
              </a:extLst>
            </p:cNvPr>
            <p:cNvSpPr/>
            <p:nvPr/>
          </p:nvSpPr>
          <p:spPr>
            <a:xfrm>
              <a:off x="8144201" y="1805805"/>
              <a:ext cx="11095" cy="16867"/>
            </a:xfrm>
            <a:custGeom>
              <a:avLst/>
              <a:gdLst/>
              <a:ahLst/>
              <a:cxnLst/>
              <a:rect l="l" t="t" r="r" b="b"/>
              <a:pathLst>
                <a:path w="271" h="412" extrusionOk="0">
                  <a:moveTo>
                    <a:pt x="134" y="0"/>
                  </a:moveTo>
                  <a:cubicBezTo>
                    <a:pt x="134" y="0"/>
                    <a:pt x="133" y="0"/>
                    <a:pt x="132" y="0"/>
                  </a:cubicBezTo>
                  <a:cubicBezTo>
                    <a:pt x="57" y="2"/>
                    <a:pt x="0" y="68"/>
                    <a:pt x="0" y="142"/>
                  </a:cubicBezTo>
                  <a:lnTo>
                    <a:pt x="0" y="271"/>
                  </a:lnTo>
                  <a:cubicBezTo>
                    <a:pt x="0" y="345"/>
                    <a:pt x="57" y="411"/>
                    <a:pt x="132" y="412"/>
                  </a:cubicBezTo>
                  <a:cubicBezTo>
                    <a:pt x="134" y="412"/>
                    <a:pt x="135" y="412"/>
                    <a:pt x="136" y="412"/>
                  </a:cubicBezTo>
                  <a:cubicBezTo>
                    <a:pt x="211" y="412"/>
                    <a:pt x="270" y="351"/>
                    <a:pt x="270" y="277"/>
                  </a:cubicBezTo>
                  <a:lnTo>
                    <a:pt x="270" y="134"/>
                  </a:lnTo>
                  <a:cubicBezTo>
                    <a:pt x="270" y="60"/>
                    <a:pt x="210" y="0"/>
                    <a:pt x="1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014;p80">
              <a:extLst>
                <a:ext uri="{FF2B5EF4-FFF2-40B4-BE49-F238E27FC236}">
                  <a16:creationId xmlns:a16="http://schemas.microsoft.com/office/drawing/2014/main" id="{3C858FF8-7E58-268E-A9CD-0D9F5C4290FA}"/>
                </a:ext>
              </a:extLst>
            </p:cNvPr>
            <p:cNvSpPr/>
            <p:nvPr/>
          </p:nvSpPr>
          <p:spPr>
            <a:xfrm>
              <a:off x="8178058" y="1805805"/>
              <a:ext cx="11054" cy="16867"/>
            </a:xfrm>
            <a:custGeom>
              <a:avLst/>
              <a:gdLst/>
              <a:ahLst/>
              <a:cxnLst/>
              <a:rect l="l" t="t" r="r" b="b"/>
              <a:pathLst>
                <a:path w="270" h="412" extrusionOk="0">
                  <a:moveTo>
                    <a:pt x="133" y="0"/>
                  </a:moveTo>
                  <a:cubicBezTo>
                    <a:pt x="133" y="0"/>
                    <a:pt x="132" y="0"/>
                    <a:pt x="131" y="0"/>
                  </a:cubicBezTo>
                  <a:cubicBezTo>
                    <a:pt x="57" y="2"/>
                    <a:pt x="1" y="68"/>
                    <a:pt x="1" y="142"/>
                  </a:cubicBezTo>
                  <a:lnTo>
                    <a:pt x="1" y="271"/>
                  </a:lnTo>
                  <a:cubicBezTo>
                    <a:pt x="1" y="345"/>
                    <a:pt x="57" y="411"/>
                    <a:pt x="131" y="412"/>
                  </a:cubicBezTo>
                  <a:cubicBezTo>
                    <a:pt x="133" y="412"/>
                    <a:pt x="134" y="412"/>
                    <a:pt x="135" y="412"/>
                  </a:cubicBezTo>
                  <a:cubicBezTo>
                    <a:pt x="209" y="412"/>
                    <a:pt x="270" y="351"/>
                    <a:pt x="270" y="277"/>
                  </a:cubicBezTo>
                  <a:lnTo>
                    <a:pt x="270" y="134"/>
                  </a:lnTo>
                  <a:cubicBezTo>
                    <a:pt x="270" y="60"/>
                    <a:pt x="208" y="0"/>
                    <a:pt x="13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015;p80">
              <a:extLst>
                <a:ext uri="{FF2B5EF4-FFF2-40B4-BE49-F238E27FC236}">
                  <a16:creationId xmlns:a16="http://schemas.microsoft.com/office/drawing/2014/main" id="{0B2038C5-7CDC-8099-11E0-7D455F800283}"/>
                </a:ext>
              </a:extLst>
            </p:cNvPr>
            <p:cNvSpPr/>
            <p:nvPr/>
          </p:nvSpPr>
          <p:spPr>
            <a:xfrm>
              <a:off x="8211915" y="1805805"/>
              <a:ext cx="11095" cy="16867"/>
            </a:xfrm>
            <a:custGeom>
              <a:avLst/>
              <a:gdLst/>
              <a:ahLst/>
              <a:cxnLst/>
              <a:rect l="l" t="t" r="r" b="b"/>
              <a:pathLst>
                <a:path w="271" h="412" extrusionOk="0">
                  <a:moveTo>
                    <a:pt x="135" y="0"/>
                  </a:moveTo>
                  <a:cubicBezTo>
                    <a:pt x="134" y="0"/>
                    <a:pt x="133" y="0"/>
                    <a:pt x="133" y="0"/>
                  </a:cubicBezTo>
                  <a:cubicBezTo>
                    <a:pt x="57" y="2"/>
                    <a:pt x="1" y="68"/>
                    <a:pt x="1" y="142"/>
                  </a:cubicBezTo>
                  <a:lnTo>
                    <a:pt x="1" y="271"/>
                  </a:lnTo>
                  <a:cubicBezTo>
                    <a:pt x="1" y="345"/>
                    <a:pt x="57" y="411"/>
                    <a:pt x="133" y="412"/>
                  </a:cubicBezTo>
                  <a:cubicBezTo>
                    <a:pt x="134" y="412"/>
                    <a:pt x="135" y="412"/>
                    <a:pt x="136" y="412"/>
                  </a:cubicBezTo>
                  <a:cubicBezTo>
                    <a:pt x="211" y="412"/>
                    <a:pt x="271" y="351"/>
                    <a:pt x="271" y="277"/>
                  </a:cubicBezTo>
                  <a:lnTo>
                    <a:pt x="271" y="134"/>
                  </a:lnTo>
                  <a:cubicBezTo>
                    <a:pt x="271" y="60"/>
                    <a:pt x="210" y="0"/>
                    <a:pt x="1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016;p80">
              <a:extLst>
                <a:ext uri="{FF2B5EF4-FFF2-40B4-BE49-F238E27FC236}">
                  <a16:creationId xmlns:a16="http://schemas.microsoft.com/office/drawing/2014/main" id="{704D0598-CD43-182D-6248-233B8C960E29}"/>
                </a:ext>
              </a:extLst>
            </p:cNvPr>
            <p:cNvSpPr/>
            <p:nvPr/>
          </p:nvSpPr>
          <p:spPr>
            <a:xfrm>
              <a:off x="8245732" y="1805805"/>
              <a:ext cx="11054" cy="16867"/>
            </a:xfrm>
            <a:custGeom>
              <a:avLst/>
              <a:gdLst/>
              <a:ahLst/>
              <a:cxnLst/>
              <a:rect l="l" t="t" r="r" b="b"/>
              <a:pathLst>
                <a:path w="270" h="412" extrusionOk="0">
                  <a:moveTo>
                    <a:pt x="134" y="0"/>
                  </a:moveTo>
                  <a:cubicBezTo>
                    <a:pt x="133" y="0"/>
                    <a:pt x="132" y="0"/>
                    <a:pt x="132" y="0"/>
                  </a:cubicBezTo>
                  <a:cubicBezTo>
                    <a:pt x="58" y="2"/>
                    <a:pt x="1" y="68"/>
                    <a:pt x="1" y="142"/>
                  </a:cubicBezTo>
                  <a:lnTo>
                    <a:pt x="1" y="271"/>
                  </a:lnTo>
                  <a:cubicBezTo>
                    <a:pt x="1" y="345"/>
                    <a:pt x="58" y="411"/>
                    <a:pt x="132" y="412"/>
                  </a:cubicBezTo>
                  <a:cubicBezTo>
                    <a:pt x="133" y="412"/>
                    <a:pt x="134" y="412"/>
                    <a:pt x="135" y="412"/>
                  </a:cubicBezTo>
                  <a:cubicBezTo>
                    <a:pt x="211" y="412"/>
                    <a:pt x="270" y="351"/>
                    <a:pt x="270" y="277"/>
                  </a:cubicBezTo>
                  <a:lnTo>
                    <a:pt x="270" y="134"/>
                  </a:lnTo>
                  <a:cubicBezTo>
                    <a:pt x="270" y="60"/>
                    <a:pt x="210" y="0"/>
                    <a:pt x="1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017;p80">
              <a:extLst>
                <a:ext uri="{FF2B5EF4-FFF2-40B4-BE49-F238E27FC236}">
                  <a16:creationId xmlns:a16="http://schemas.microsoft.com/office/drawing/2014/main" id="{49C6BC0C-6282-0EAA-C98F-C74BF7503377}"/>
                </a:ext>
              </a:extLst>
            </p:cNvPr>
            <p:cNvSpPr/>
            <p:nvPr/>
          </p:nvSpPr>
          <p:spPr>
            <a:xfrm>
              <a:off x="8279548" y="1805805"/>
              <a:ext cx="11054" cy="16867"/>
            </a:xfrm>
            <a:custGeom>
              <a:avLst/>
              <a:gdLst/>
              <a:ahLst/>
              <a:cxnLst/>
              <a:rect l="l" t="t" r="r" b="b"/>
              <a:pathLst>
                <a:path w="270" h="412" extrusionOk="0">
                  <a:moveTo>
                    <a:pt x="134" y="0"/>
                  </a:moveTo>
                  <a:cubicBezTo>
                    <a:pt x="133" y="0"/>
                    <a:pt x="132" y="0"/>
                    <a:pt x="132" y="0"/>
                  </a:cubicBezTo>
                  <a:cubicBezTo>
                    <a:pt x="58" y="2"/>
                    <a:pt x="1" y="68"/>
                    <a:pt x="1" y="142"/>
                  </a:cubicBezTo>
                  <a:lnTo>
                    <a:pt x="1" y="271"/>
                  </a:lnTo>
                  <a:cubicBezTo>
                    <a:pt x="1" y="345"/>
                    <a:pt x="59" y="411"/>
                    <a:pt x="132" y="412"/>
                  </a:cubicBezTo>
                  <a:cubicBezTo>
                    <a:pt x="133" y="412"/>
                    <a:pt x="134" y="412"/>
                    <a:pt x="136" y="412"/>
                  </a:cubicBezTo>
                  <a:cubicBezTo>
                    <a:pt x="210" y="412"/>
                    <a:pt x="270" y="351"/>
                    <a:pt x="270" y="277"/>
                  </a:cubicBezTo>
                  <a:lnTo>
                    <a:pt x="270" y="134"/>
                  </a:lnTo>
                  <a:cubicBezTo>
                    <a:pt x="270" y="60"/>
                    <a:pt x="209" y="0"/>
                    <a:pt x="1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018;p80">
              <a:extLst>
                <a:ext uri="{FF2B5EF4-FFF2-40B4-BE49-F238E27FC236}">
                  <a16:creationId xmlns:a16="http://schemas.microsoft.com/office/drawing/2014/main" id="{5B84C629-A69A-1B75-D44A-C136729C3A9F}"/>
                </a:ext>
              </a:extLst>
            </p:cNvPr>
            <p:cNvSpPr/>
            <p:nvPr/>
          </p:nvSpPr>
          <p:spPr>
            <a:xfrm>
              <a:off x="8313447" y="1805805"/>
              <a:ext cx="11095" cy="16867"/>
            </a:xfrm>
            <a:custGeom>
              <a:avLst/>
              <a:gdLst/>
              <a:ahLst/>
              <a:cxnLst/>
              <a:rect l="l" t="t" r="r" b="b"/>
              <a:pathLst>
                <a:path w="271" h="412" extrusionOk="0">
                  <a:moveTo>
                    <a:pt x="134" y="0"/>
                  </a:moveTo>
                  <a:cubicBezTo>
                    <a:pt x="133" y="0"/>
                    <a:pt x="133" y="0"/>
                    <a:pt x="132" y="0"/>
                  </a:cubicBezTo>
                  <a:cubicBezTo>
                    <a:pt x="56" y="2"/>
                    <a:pt x="0" y="68"/>
                    <a:pt x="0" y="142"/>
                  </a:cubicBezTo>
                  <a:lnTo>
                    <a:pt x="0" y="271"/>
                  </a:lnTo>
                  <a:cubicBezTo>
                    <a:pt x="0" y="345"/>
                    <a:pt x="56" y="411"/>
                    <a:pt x="132" y="412"/>
                  </a:cubicBezTo>
                  <a:cubicBezTo>
                    <a:pt x="133" y="412"/>
                    <a:pt x="135" y="412"/>
                    <a:pt x="136" y="412"/>
                  </a:cubicBezTo>
                  <a:cubicBezTo>
                    <a:pt x="210" y="412"/>
                    <a:pt x="270" y="351"/>
                    <a:pt x="270" y="277"/>
                  </a:cubicBezTo>
                  <a:lnTo>
                    <a:pt x="270" y="134"/>
                  </a:lnTo>
                  <a:cubicBezTo>
                    <a:pt x="270" y="60"/>
                    <a:pt x="209" y="0"/>
                    <a:pt x="1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019;p80">
              <a:extLst>
                <a:ext uri="{FF2B5EF4-FFF2-40B4-BE49-F238E27FC236}">
                  <a16:creationId xmlns:a16="http://schemas.microsoft.com/office/drawing/2014/main" id="{0FF5DAE0-32E7-830B-5627-323FDCF55648}"/>
                </a:ext>
              </a:extLst>
            </p:cNvPr>
            <p:cNvSpPr/>
            <p:nvPr/>
          </p:nvSpPr>
          <p:spPr>
            <a:xfrm>
              <a:off x="8346526" y="1805805"/>
              <a:ext cx="11095" cy="16867"/>
            </a:xfrm>
            <a:custGeom>
              <a:avLst/>
              <a:gdLst/>
              <a:ahLst/>
              <a:cxnLst/>
              <a:rect l="l" t="t" r="r" b="b"/>
              <a:pathLst>
                <a:path w="271" h="412" extrusionOk="0">
                  <a:moveTo>
                    <a:pt x="134" y="0"/>
                  </a:moveTo>
                  <a:cubicBezTo>
                    <a:pt x="133" y="0"/>
                    <a:pt x="133" y="0"/>
                    <a:pt x="132" y="0"/>
                  </a:cubicBezTo>
                  <a:cubicBezTo>
                    <a:pt x="57" y="2"/>
                    <a:pt x="0" y="68"/>
                    <a:pt x="0" y="142"/>
                  </a:cubicBezTo>
                  <a:lnTo>
                    <a:pt x="0" y="271"/>
                  </a:lnTo>
                  <a:cubicBezTo>
                    <a:pt x="0" y="345"/>
                    <a:pt x="58" y="411"/>
                    <a:pt x="132" y="412"/>
                  </a:cubicBezTo>
                  <a:cubicBezTo>
                    <a:pt x="133" y="412"/>
                    <a:pt x="135" y="412"/>
                    <a:pt x="136" y="412"/>
                  </a:cubicBezTo>
                  <a:cubicBezTo>
                    <a:pt x="210" y="412"/>
                    <a:pt x="270" y="351"/>
                    <a:pt x="270" y="277"/>
                  </a:cubicBezTo>
                  <a:lnTo>
                    <a:pt x="270" y="134"/>
                  </a:lnTo>
                  <a:cubicBezTo>
                    <a:pt x="270" y="60"/>
                    <a:pt x="209" y="0"/>
                    <a:pt x="13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3020;p80">
              <a:extLst>
                <a:ext uri="{FF2B5EF4-FFF2-40B4-BE49-F238E27FC236}">
                  <a16:creationId xmlns:a16="http://schemas.microsoft.com/office/drawing/2014/main" id="{CC71B630-A550-4C9D-641F-ED81C40A8F8A}"/>
                </a:ext>
              </a:extLst>
            </p:cNvPr>
            <p:cNvSpPr/>
            <p:nvPr/>
          </p:nvSpPr>
          <p:spPr>
            <a:xfrm>
              <a:off x="8380384" y="1805805"/>
              <a:ext cx="11054" cy="16867"/>
            </a:xfrm>
            <a:custGeom>
              <a:avLst/>
              <a:gdLst/>
              <a:ahLst/>
              <a:cxnLst/>
              <a:rect l="l" t="t" r="r" b="b"/>
              <a:pathLst>
                <a:path w="270" h="412" extrusionOk="0">
                  <a:moveTo>
                    <a:pt x="132" y="0"/>
                  </a:moveTo>
                  <a:cubicBezTo>
                    <a:pt x="132" y="0"/>
                    <a:pt x="131" y="0"/>
                    <a:pt x="130" y="0"/>
                  </a:cubicBezTo>
                  <a:cubicBezTo>
                    <a:pt x="56" y="2"/>
                    <a:pt x="0" y="68"/>
                    <a:pt x="0" y="142"/>
                  </a:cubicBezTo>
                  <a:lnTo>
                    <a:pt x="0" y="271"/>
                  </a:lnTo>
                  <a:cubicBezTo>
                    <a:pt x="0" y="345"/>
                    <a:pt x="56" y="411"/>
                    <a:pt x="130" y="412"/>
                  </a:cubicBezTo>
                  <a:cubicBezTo>
                    <a:pt x="132" y="412"/>
                    <a:pt x="133" y="412"/>
                    <a:pt x="134" y="412"/>
                  </a:cubicBezTo>
                  <a:cubicBezTo>
                    <a:pt x="209" y="412"/>
                    <a:pt x="269" y="351"/>
                    <a:pt x="269" y="277"/>
                  </a:cubicBezTo>
                  <a:lnTo>
                    <a:pt x="269" y="134"/>
                  </a:lnTo>
                  <a:cubicBezTo>
                    <a:pt x="269" y="60"/>
                    <a:pt x="208" y="0"/>
                    <a:pt x="13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3021;p80">
              <a:extLst>
                <a:ext uri="{FF2B5EF4-FFF2-40B4-BE49-F238E27FC236}">
                  <a16:creationId xmlns:a16="http://schemas.microsoft.com/office/drawing/2014/main" id="{43B38B70-E2AD-BE67-27BE-97EAA1934501}"/>
                </a:ext>
              </a:extLst>
            </p:cNvPr>
            <p:cNvSpPr/>
            <p:nvPr/>
          </p:nvSpPr>
          <p:spPr>
            <a:xfrm>
              <a:off x="8076527" y="1817473"/>
              <a:ext cx="11054" cy="11054"/>
            </a:xfrm>
            <a:custGeom>
              <a:avLst/>
              <a:gdLst/>
              <a:ahLst/>
              <a:cxnLst/>
              <a:rect l="l" t="t" r="r" b="b"/>
              <a:pathLst>
                <a:path w="270" h="270" extrusionOk="0">
                  <a:moveTo>
                    <a:pt x="0" y="0"/>
                  </a:moveTo>
                  <a:lnTo>
                    <a:pt x="0" y="269"/>
                  </a:lnTo>
                  <a:lnTo>
                    <a:pt x="269" y="269"/>
                  </a:lnTo>
                  <a:lnTo>
                    <a:pt x="2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3022;p80">
              <a:extLst>
                <a:ext uri="{FF2B5EF4-FFF2-40B4-BE49-F238E27FC236}">
                  <a16:creationId xmlns:a16="http://schemas.microsoft.com/office/drawing/2014/main" id="{FEB33B40-6FEA-D496-F014-C91F27702CE7}"/>
                </a:ext>
              </a:extLst>
            </p:cNvPr>
            <p:cNvSpPr/>
            <p:nvPr/>
          </p:nvSpPr>
          <p:spPr>
            <a:xfrm>
              <a:off x="8110343" y="1817473"/>
              <a:ext cx="11054" cy="11054"/>
            </a:xfrm>
            <a:custGeom>
              <a:avLst/>
              <a:gdLst/>
              <a:ahLst/>
              <a:cxnLst/>
              <a:rect l="l" t="t" r="r" b="b"/>
              <a:pathLst>
                <a:path w="270" h="270" extrusionOk="0">
                  <a:moveTo>
                    <a:pt x="0" y="0"/>
                  </a:moveTo>
                  <a:lnTo>
                    <a:pt x="0" y="269"/>
                  </a:lnTo>
                  <a:lnTo>
                    <a:pt x="269" y="269"/>
                  </a:lnTo>
                  <a:lnTo>
                    <a:pt x="2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3023;p80">
              <a:extLst>
                <a:ext uri="{FF2B5EF4-FFF2-40B4-BE49-F238E27FC236}">
                  <a16:creationId xmlns:a16="http://schemas.microsoft.com/office/drawing/2014/main" id="{EE5DA5D4-BB9D-C695-24D9-ED21BC04F87B}"/>
                </a:ext>
              </a:extLst>
            </p:cNvPr>
            <p:cNvSpPr/>
            <p:nvPr/>
          </p:nvSpPr>
          <p:spPr>
            <a:xfrm>
              <a:off x="8144201" y="1817473"/>
              <a:ext cx="11054" cy="11054"/>
            </a:xfrm>
            <a:custGeom>
              <a:avLst/>
              <a:gdLst/>
              <a:ahLst/>
              <a:cxnLst/>
              <a:rect l="l" t="t" r="r" b="b"/>
              <a:pathLst>
                <a:path w="270" h="270" extrusionOk="0">
                  <a:moveTo>
                    <a:pt x="0" y="0"/>
                  </a:moveTo>
                  <a:lnTo>
                    <a:pt x="0" y="269"/>
                  </a:lnTo>
                  <a:lnTo>
                    <a:pt x="269" y="269"/>
                  </a:lnTo>
                  <a:lnTo>
                    <a:pt x="2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3024;p80">
              <a:extLst>
                <a:ext uri="{FF2B5EF4-FFF2-40B4-BE49-F238E27FC236}">
                  <a16:creationId xmlns:a16="http://schemas.microsoft.com/office/drawing/2014/main" id="{31626117-5F90-CFBC-6C87-15AB9B5B4223}"/>
                </a:ext>
              </a:extLst>
            </p:cNvPr>
            <p:cNvSpPr/>
            <p:nvPr/>
          </p:nvSpPr>
          <p:spPr>
            <a:xfrm>
              <a:off x="8178058" y="1817473"/>
              <a:ext cx="11054" cy="11054"/>
            </a:xfrm>
            <a:custGeom>
              <a:avLst/>
              <a:gdLst/>
              <a:ahLst/>
              <a:cxnLst/>
              <a:rect l="l" t="t" r="r" b="b"/>
              <a:pathLst>
                <a:path w="270" h="270" extrusionOk="0">
                  <a:moveTo>
                    <a:pt x="1" y="0"/>
                  </a:moveTo>
                  <a:lnTo>
                    <a:pt x="1" y="269"/>
                  </a:lnTo>
                  <a:lnTo>
                    <a:pt x="270" y="269"/>
                  </a:lnTo>
                  <a:lnTo>
                    <a:pt x="2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3025;p80">
              <a:extLst>
                <a:ext uri="{FF2B5EF4-FFF2-40B4-BE49-F238E27FC236}">
                  <a16:creationId xmlns:a16="http://schemas.microsoft.com/office/drawing/2014/main" id="{90BDDBE0-80B3-3B46-62E1-E93A0709E046}"/>
                </a:ext>
              </a:extLst>
            </p:cNvPr>
            <p:cNvSpPr/>
            <p:nvPr/>
          </p:nvSpPr>
          <p:spPr>
            <a:xfrm>
              <a:off x="8211915" y="1817473"/>
              <a:ext cx="11054" cy="11054"/>
            </a:xfrm>
            <a:custGeom>
              <a:avLst/>
              <a:gdLst/>
              <a:ahLst/>
              <a:cxnLst/>
              <a:rect l="l" t="t" r="r" b="b"/>
              <a:pathLst>
                <a:path w="270" h="270" extrusionOk="0">
                  <a:moveTo>
                    <a:pt x="1" y="0"/>
                  </a:moveTo>
                  <a:lnTo>
                    <a:pt x="1" y="269"/>
                  </a:lnTo>
                  <a:lnTo>
                    <a:pt x="270" y="269"/>
                  </a:lnTo>
                  <a:lnTo>
                    <a:pt x="2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3026;p80">
              <a:extLst>
                <a:ext uri="{FF2B5EF4-FFF2-40B4-BE49-F238E27FC236}">
                  <a16:creationId xmlns:a16="http://schemas.microsoft.com/office/drawing/2014/main" id="{DC9465E2-11EB-4DE2-78E0-E200714AC6BB}"/>
                </a:ext>
              </a:extLst>
            </p:cNvPr>
            <p:cNvSpPr/>
            <p:nvPr/>
          </p:nvSpPr>
          <p:spPr>
            <a:xfrm>
              <a:off x="8245732" y="1817473"/>
              <a:ext cx="11054" cy="11054"/>
            </a:xfrm>
            <a:custGeom>
              <a:avLst/>
              <a:gdLst/>
              <a:ahLst/>
              <a:cxnLst/>
              <a:rect l="l" t="t" r="r" b="b"/>
              <a:pathLst>
                <a:path w="270" h="270" extrusionOk="0">
                  <a:moveTo>
                    <a:pt x="1" y="0"/>
                  </a:moveTo>
                  <a:lnTo>
                    <a:pt x="1" y="269"/>
                  </a:lnTo>
                  <a:lnTo>
                    <a:pt x="270" y="269"/>
                  </a:lnTo>
                  <a:lnTo>
                    <a:pt x="2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3027;p80">
              <a:extLst>
                <a:ext uri="{FF2B5EF4-FFF2-40B4-BE49-F238E27FC236}">
                  <a16:creationId xmlns:a16="http://schemas.microsoft.com/office/drawing/2014/main" id="{DF2A9664-41E1-211E-2482-0DF16E09A857}"/>
                </a:ext>
              </a:extLst>
            </p:cNvPr>
            <p:cNvSpPr/>
            <p:nvPr/>
          </p:nvSpPr>
          <p:spPr>
            <a:xfrm>
              <a:off x="8279548" y="1817473"/>
              <a:ext cx="11054" cy="11054"/>
            </a:xfrm>
            <a:custGeom>
              <a:avLst/>
              <a:gdLst/>
              <a:ahLst/>
              <a:cxnLst/>
              <a:rect l="l" t="t" r="r" b="b"/>
              <a:pathLst>
                <a:path w="270" h="270" extrusionOk="0">
                  <a:moveTo>
                    <a:pt x="1" y="0"/>
                  </a:moveTo>
                  <a:lnTo>
                    <a:pt x="1" y="269"/>
                  </a:lnTo>
                  <a:lnTo>
                    <a:pt x="270" y="269"/>
                  </a:lnTo>
                  <a:lnTo>
                    <a:pt x="2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3028;p80">
              <a:extLst>
                <a:ext uri="{FF2B5EF4-FFF2-40B4-BE49-F238E27FC236}">
                  <a16:creationId xmlns:a16="http://schemas.microsoft.com/office/drawing/2014/main" id="{49C40884-0873-66EF-A04D-DBDF178E9E0B}"/>
                </a:ext>
              </a:extLst>
            </p:cNvPr>
            <p:cNvSpPr/>
            <p:nvPr/>
          </p:nvSpPr>
          <p:spPr>
            <a:xfrm>
              <a:off x="8313447" y="1817473"/>
              <a:ext cx="11054" cy="11054"/>
            </a:xfrm>
            <a:custGeom>
              <a:avLst/>
              <a:gdLst/>
              <a:ahLst/>
              <a:cxnLst/>
              <a:rect l="l" t="t" r="r" b="b"/>
              <a:pathLst>
                <a:path w="270" h="270" extrusionOk="0">
                  <a:moveTo>
                    <a:pt x="0" y="0"/>
                  </a:moveTo>
                  <a:lnTo>
                    <a:pt x="0" y="269"/>
                  </a:lnTo>
                  <a:lnTo>
                    <a:pt x="269" y="269"/>
                  </a:lnTo>
                  <a:lnTo>
                    <a:pt x="2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3029;p80">
              <a:extLst>
                <a:ext uri="{FF2B5EF4-FFF2-40B4-BE49-F238E27FC236}">
                  <a16:creationId xmlns:a16="http://schemas.microsoft.com/office/drawing/2014/main" id="{C0B01E4E-2683-E117-D57D-8CEF9940730E}"/>
                </a:ext>
              </a:extLst>
            </p:cNvPr>
            <p:cNvSpPr/>
            <p:nvPr/>
          </p:nvSpPr>
          <p:spPr>
            <a:xfrm>
              <a:off x="8346526" y="1817473"/>
              <a:ext cx="11054" cy="11054"/>
            </a:xfrm>
            <a:custGeom>
              <a:avLst/>
              <a:gdLst/>
              <a:ahLst/>
              <a:cxnLst/>
              <a:rect l="l" t="t" r="r" b="b"/>
              <a:pathLst>
                <a:path w="270" h="270" extrusionOk="0">
                  <a:moveTo>
                    <a:pt x="0" y="0"/>
                  </a:moveTo>
                  <a:lnTo>
                    <a:pt x="0" y="269"/>
                  </a:lnTo>
                  <a:lnTo>
                    <a:pt x="269" y="269"/>
                  </a:lnTo>
                  <a:lnTo>
                    <a:pt x="2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3030;p80">
              <a:extLst>
                <a:ext uri="{FF2B5EF4-FFF2-40B4-BE49-F238E27FC236}">
                  <a16:creationId xmlns:a16="http://schemas.microsoft.com/office/drawing/2014/main" id="{60B6A34D-D98E-59B4-012E-C7619A212CA4}"/>
                </a:ext>
              </a:extLst>
            </p:cNvPr>
            <p:cNvSpPr/>
            <p:nvPr/>
          </p:nvSpPr>
          <p:spPr>
            <a:xfrm>
              <a:off x="8380384" y="1817473"/>
              <a:ext cx="11054" cy="11054"/>
            </a:xfrm>
            <a:custGeom>
              <a:avLst/>
              <a:gdLst/>
              <a:ahLst/>
              <a:cxnLst/>
              <a:rect l="l" t="t" r="r" b="b"/>
              <a:pathLst>
                <a:path w="270" h="270" extrusionOk="0">
                  <a:moveTo>
                    <a:pt x="0" y="0"/>
                  </a:moveTo>
                  <a:lnTo>
                    <a:pt x="0" y="269"/>
                  </a:lnTo>
                  <a:lnTo>
                    <a:pt x="269" y="269"/>
                  </a:lnTo>
                  <a:lnTo>
                    <a:pt x="26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 name="Google Shape;3043;p80">
            <a:extLst>
              <a:ext uri="{FF2B5EF4-FFF2-40B4-BE49-F238E27FC236}">
                <a16:creationId xmlns:a16="http://schemas.microsoft.com/office/drawing/2014/main" id="{B8D0ECAD-2140-D4C4-3277-05375332B29C}"/>
              </a:ext>
            </a:extLst>
          </p:cNvPr>
          <p:cNvGrpSpPr/>
          <p:nvPr/>
        </p:nvGrpSpPr>
        <p:grpSpPr>
          <a:xfrm>
            <a:off x="8680739" y="2954947"/>
            <a:ext cx="1251051" cy="1195021"/>
            <a:chOff x="8042710" y="2049275"/>
            <a:chExt cx="381192" cy="376812"/>
          </a:xfrm>
        </p:grpSpPr>
        <p:sp>
          <p:nvSpPr>
            <p:cNvPr id="63" name="Google Shape;3044;p80">
              <a:extLst>
                <a:ext uri="{FF2B5EF4-FFF2-40B4-BE49-F238E27FC236}">
                  <a16:creationId xmlns:a16="http://schemas.microsoft.com/office/drawing/2014/main" id="{7B319507-7949-F047-1CC3-72B0C0FFDCCB}"/>
                </a:ext>
              </a:extLst>
            </p:cNvPr>
            <p:cNvSpPr/>
            <p:nvPr/>
          </p:nvSpPr>
          <p:spPr>
            <a:xfrm>
              <a:off x="8191978" y="2354769"/>
              <a:ext cx="99075" cy="15230"/>
            </a:xfrm>
            <a:custGeom>
              <a:avLst/>
              <a:gdLst/>
              <a:ahLst/>
              <a:cxnLst/>
              <a:rect l="l" t="t" r="r" b="b"/>
              <a:pathLst>
                <a:path w="2420" h="372" extrusionOk="0">
                  <a:moveTo>
                    <a:pt x="696" y="0"/>
                  </a:moveTo>
                  <a:cubicBezTo>
                    <a:pt x="467" y="0"/>
                    <a:pt x="0" y="202"/>
                    <a:pt x="0" y="280"/>
                  </a:cubicBezTo>
                  <a:lnTo>
                    <a:pt x="2420" y="372"/>
                  </a:lnTo>
                  <a:lnTo>
                    <a:pt x="2326"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3045;p80">
              <a:extLst>
                <a:ext uri="{FF2B5EF4-FFF2-40B4-BE49-F238E27FC236}">
                  <a16:creationId xmlns:a16="http://schemas.microsoft.com/office/drawing/2014/main" id="{662B580C-FD30-A9A1-964E-215A1389970F}"/>
                </a:ext>
              </a:extLst>
            </p:cNvPr>
            <p:cNvSpPr/>
            <p:nvPr/>
          </p:nvSpPr>
          <p:spPr>
            <a:xfrm>
              <a:off x="8191978" y="2354769"/>
              <a:ext cx="114427" cy="22804"/>
            </a:xfrm>
            <a:custGeom>
              <a:avLst/>
              <a:gdLst/>
              <a:ahLst/>
              <a:cxnLst/>
              <a:rect l="l" t="t" r="r" b="b"/>
              <a:pathLst>
                <a:path w="2795" h="557" extrusionOk="0">
                  <a:moveTo>
                    <a:pt x="2326" y="0"/>
                  </a:moveTo>
                  <a:lnTo>
                    <a:pt x="2326" y="204"/>
                  </a:lnTo>
                  <a:cubicBezTo>
                    <a:pt x="2326" y="240"/>
                    <a:pt x="2296" y="269"/>
                    <a:pt x="2261" y="269"/>
                  </a:cubicBezTo>
                  <a:lnTo>
                    <a:pt x="0" y="269"/>
                  </a:lnTo>
                  <a:cubicBezTo>
                    <a:pt x="0" y="348"/>
                    <a:pt x="467" y="556"/>
                    <a:pt x="696" y="556"/>
                  </a:cubicBezTo>
                  <a:lnTo>
                    <a:pt x="2794" y="556"/>
                  </a:lnTo>
                  <a:lnTo>
                    <a:pt x="279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3046;p80">
              <a:extLst>
                <a:ext uri="{FF2B5EF4-FFF2-40B4-BE49-F238E27FC236}">
                  <a16:creationId xmlns:a16="http://schemas.microsoft.com/office/drawing/2014/main" id="{E7FC24F4-7643-7312-C6F6-442F562F6229}"/>
                </a:ext>
              </a:extLst>
            </p:cNvPr>
            <p:cNvSpPr/>
            <p:nvPr/>
          </p:nvSpPr>
          <p:spPr>
            <a:xfrm>
              <a:off x="8298913" y="2329468"/>
              <a:ext cx="30541" cy="64399"/>
            </a:xfrm>
            <a:custGeom>
              <a:avLst/>
              <a:gdLst/>
              <a:ahLst/>
              <a:cxnLst/>
              <a:rect l="l" t="t" r="r" b="b"/>
              <a:pathLst>
                <a:path w="746" h="1573" extrusionOk="0">
                  <a:moveTo>
                    <a:pt x="142" y="1"/>
                  </a:moveTo>
                  <a:cubicBezTo>
                    <a:pt x="65" y="1"/>
                    <a:pt x="1" y="62"/>
                    <a:pt x="1" y="140"/>
                  </a:cubicBezTo>
                  <a:lnTo>
                    <a:pt x="1" y="1573"/>
                  </a:lnTo>
                  <a:cubicBezTo>
                    <a:pt x="446" y="1573"/>
                    <a:pt x="745" y="1352"/>
                    <a:pt x="745" y="751"/>
                  </a:cubicBezTo>
                  <a:cubicBezTo>
                    <a:pt x="745" y="505"/>
                    <a:pt x="664" y="240"/>
                    <a:pt x="526" y="102"/>
                  </a:cubicBezTo>
                  <a:cubicBezTo>
                    <a:pt x="419" y="33"/>
                    <a:pt x="290" y="1"/>
                    <a:pt x="1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3047;p80">
              <a:extLst>
                <a:ext uri="{FF2B5EF4-FFF2-40B4-BE49-F238E27FC236}">
                  <a16:creationId xmlns:a16="http://schemas.microsoft.com/office/drawing/2014/main" id="{A4596B22-103E-6B56-C007-A41DEFCDAA24}"/>
                </a:ext>
              </a:extLst>
            </p:cNvPr>
            <p:cNvSpPr/>
            <p:nvPr/>
          </p:nvSpPr>
          <p:spPr>
            <a:xfrm>
              <a:off x="8298872" y="2333644"/>
              <a:ext cx="34185" cy="69393"/>
            </a:xfrm>
            <a:custGeom>
              <a:avLst/>
              <a:gdLst/>
              <a:ahLst/>
              <a:cxnLst/>
              <a:rect l="l" t="t" r="r" b="b"/>
              <a:pathLst>
                <a:path w="835" h="1695" extrusionOk="0">
                  <a:moveTo>
                    <a:pt x="527" y="0"/>
                  </a:moveTo>
                  <a:lnTo>
                    <a:pt x="527" y="0"/>
                  </a:lnTo>
                  <a:cubicBezTo>
                    <a:pt x="607" y="139"/>
                    <a:pt x="653" y="328"/>
                    <a:pt x="653" y="574"/>
                  </a:cubicBezTo>
                  <a:cubicBezTo>
                    <a:pt x="653" y="603"/>
                    <a:pt x="652" y="630"/>
                    <a:pt x="649" y="656"/>
                  </a:cubicBezTo>
                  <a:lnTo>
                    <a:pt x="610" y="935"/>
                  </a:lnTo>
                  <a:cubicBezTo>
                    <a:pt x="520" y="1282"/>
                    <a:pt x="291" y="1442"/>
                    <a:pt x="1" y="1468"/>
                  </a:cubicBezTo>
                  <a:lnTo>
                    <a:pt x="1" y="1555"/>
                  </a:lnTo>
                  <a:cubicBezTo>
                    <a:pt x="1" y="1632"/>
                    <a:pt x="64" y="1695"/>
                    <a:pt x="142" y="1695"/>
                  </a:cubicBezTo>
                  <a:cubicBezTo>
                    <a:pt x="528" y="1695"/>
                    <a:pt x="795" y="1476"/>
                    <a:pt x="833" y="935"/>
                  </a:cubicBezTo>
                  <a:lnTo>
                    <a:pt x="790" y="796"/>
                  </a:lnTo>
                  <a:lnTo>
                    <a:pt x="834" y="659"/>
                  </a:lnTo>
                  <a:cubicBezTo>
                    <a:pt x="811" y="323"/>
                    <a:pt x="700" y="112"/>
                    <a:pt x="527"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3048;p80">
              <a:extLst>
                <a:ext uri="{FF2B5EF4-FFF2-40B4-BE49-F238E27FC236}">
                  <a16:creationId xmlns:a16="http://schemas.microsoft.com/office/drawing/2014/main" id="{628CADE4-6FA7-BEA4-E4F4-A5A64634F262}"/>
                </a:ext>
              </a:extLst>
            </p:cNvPr>
            <p:cNvSpPr/>
            <p:nvPr/>
          </p:nvSpPr>
          <p:spPr>
            <a:xfrm>
              <a:off x="8314593" y="2360624"/>
              <a:ext cx="12118" cy="11791"/>
            </a:xfrm>
            <a:custGeom>
              <a:avLst/>
              <a:gdLst/>
              <a:ahLst/>
              <a:cxnLst/>
              <a:rect l="l" t="t" r="r" b="b"/>
              <a:pathLst>
                <a:path w="296" h="288" extrusionOk="0">
                  <a:moveTo>
                    <a:pt x="168" y="1"/>
                  </a:moveTo>
                  <a:cubicBezTo>
                    <a:pt x="73" y="1"/>
                    <a:pt x="1" y="91"/>
                    <a:pt x="32" y="192"/>
                  </a:cubicBezTo>
                  <a:cubicBezTo>
                    <a:pt x="51" y="250"/>
                    <a:pt x="107" y="288"/>
                    <a:pt x="169" y="288"/>
                  </a:cubicBezTo>
                  <a:lnTo>
                    <a:pt x="222" y="288"/>
                  </a:lnTo>
                  <a:cubicBezTo>
                    <a:pt x="296" y="214"/>
                    <a:pt x="294" y="71"/>
                    <a:pt x="2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3049;p80">
              <a:extLst>
                <a:ext uri="{FF2B5EF4-FFF2-40B4-BE49-F238E27FC236}">
                  <a16:creationId xmlns:a16="http://schemas.microsoft.com/office/drawing/2014/main" id="{6DC9D7CB-97B0-4311-64AF-F83E2A710F45}"/>
                </a:ext>
              </a:extLst>
            </p:cNvPr>
            <p:cNvSpPr/>
            <p:nvPr/>
          </p:nvSpPr>
          <p:spPr>
            <a:xfrm>
              <a:off x="8323395" y="2360624"/>
              <a:ext cx="9662" cy="11791"/>
            </a:xfrm>
            <a:custGeom>
              <a:avLst/>
              <a:gdLst/>
              <a:ahLst/>
              <a:cxnLst/>
              <a:rect l="l" t="t" r="r" b="b"/>
              <a:pathLst>
                <a:path w="236" h="288" extrusionOk="0">
                  <a:moveTo>
                    <a:pt x="42" y="1"/>
                  </a:moveTo>
                  <a:cubicBezTo>
                    <a:pt x="37" y="107"/>
                    <a:pt x="23" y="203"/>
                    <a:pt x="1" y="288"/>
                  </a:cubicBezTo>
                  <a:lnTo>
                    <a:pt x="230" y="288"/>
                  </a:lnTo>
                  <a:cubicBezTo>
                    <a:pt x="233" y="242"/>
                    <a:pt x="235" y="195"/>
                    <a:pt x="235" y="144"/>
                  </a:cubicBezTo>
                  <a:cubicBezTo>
                    <a:pt x="235" y="95"/>
                    <a:pt x="234" y="45"/>
                    <a:pt x="230" y="1"/>
                  </a:cubicBezTo>
                  <a:close/>
                </a:path>
              </a:pathLst>
            </a:custGeom>
            <a:solidFill>
              <a:srgbClr val="5F6C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3050;p80">
              <a:extLst>
                <a:ext uri="{FF2B5EF4-FFF2-40B4-BE49-F238E27FC236}">
                  <a16:creationId xmlns:a16="http://schemas.microsoft.com/office/drawing/2014/main" id="{3B6C710A-8593-A87D-87A6-7E699C3D8047}"/>
                </a:ext>
              </a:extLst>
            </p:cNvPr>
            <p:cNvSpPr/>
            <p:nvPr/>
          </p:nvSpPr>
          <p:spPr>
            <a:xfrm>
              <a:off x="8042710" y="2252051"/>
              <a:ext cx="166585" cy="167445"/>
            </a:xfrm>
            <a:custGeom>
              <a:avLst/>
              <a:gdLst/>
              <a:ahLst/>
              <a:cxnLst/>
              <a:rect l="l" t="t" r="r" b="b"/>
              <a:pathLst>
                <a:path w="4069" h="4090" extrusionOk="0">
                  <a:moveTo>
                    <a:pt x="3871" y="0"/>
                  </a:moveTo>
                  <a:lnTo>
                    <a:pt x="1401" y="2470"/>
                  </a:lnTo>
                  <a:cubicBezTo>
                    <a:pt x="1387" y="2484"/>
                    <a:pt x="1372" y="2494"/>
                    <a:pt x="1355" y="2501"/>
                  </a:cubicBezTo>
                  <a:lnTo>
                    <a:pt x="744" y="2749"/>
                  </a:lnTo>
                  <a:cubicBezTo>
                    <a:pt x="718" y="2759"/>
                    <a:pt x="696" y="2776"/>
                    <a:pt x="680" y="2799"/>
                  </a:cubicBezTo>
                  <a:lnTo>
                    <a:pt x="40" y="3739"/>
                  </a:lnTo>
                  <a:cubicBezTo>
                    <a:pt x="1" y="3794"/>
                    <a:pt x="9" y="3868"/>
                    <a:pt x="57" y="3916"/>
                  </a:cubicBezTo>
                  <a:lnTo>
                    <a:pt x="231" y="4090"/>
                  </a:lnTo>
                  <a:lnTo>
                    <a:pt x="1397" y="3456"/>
                  </a:lnTo>
                  <a:lnTo>
                    <a:pt x="1672" y="2780"/>
                  </a:lnTo>
                  <a:lnTo>
                    <a:pt x="4068" y="199"/>
                  </a:lnTo>
                  <a:lnTo>
                    <a:pt x="38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3051;p80">
              <a:extLst>
                <a:ext uri="{FF2B5EF4-FFF2-40B4-BE49-F238E27FC236}">
                  <a16:creationId xmlns:a16="http://schemas.microsoft.com/office/drawing/2014/main" id="{7B216BD3-E569-EF42-4A16-AF13595F7DFA}"/>
                </a:ext>
              </a:extLst>
            </p:cNvPr>
            <p:cNvSpPr/>
            <p:nvPr/>
          </p:nvSpPr>
          <p:spPr>
            <a:xfrm>
              <a:off x="8052249" y="2260157"/>
              <a:ext cx="165070" cy="165930"/>
            </a:xfrm>
            <a:custGeom>
              <a:avLst/>
              <a:gdLst/>
              <a:ahLst/>
              <a:cxnLst/>
              <a:rect l="l" t="t" r="r" b="b"/>
              <a:pathLst>
                <a:path w="4032" h="4053" extrusionOk="0">
                  <a:moveTo>
                    <a:pt x="3835" y="1"/>
                  </a:moveTo>
                  <a:lnTo>
                    <a:pt x="1365" y="2470"/>
                  </a:lnTo>
                  <a:cubicBezTo>
                    <a:pt x="1353" y="2483"/>
                    <a:pt x="1342" y="2499"/>
                    <a:pt x="1335" y="2517"/>
                  </a:cubicBezTo>
                  <a:lnTo>
                    <a:pt x="1087" y="3127"/>
                  </a:lnTo>
                  <a:cubicBezTo>
                    <a:pt x="1076" y="3152"/>
                    <a:pt x="1059" y="3174"/>
                    <a:pt x="1037" y="3190"/>
                  </a:cubicBezTo>
                  <a:lnTo>
                    <a:pt x="0" y="3896"/>
                  </a:lnTo>
                  <a:lnTo>
                    <a:pt x="116" y="4012"/>
                  </a:lnTo>
                  <a:cubicBezTo>
                    <a:pt x="143" y="4039"/>
                    <a:pt x="179" y="4053"/>
                    <a:pt x="215" y="4053"/>
                  </a:cubicBezTo>
                  <a:cubicBezTo>
                    <a:pt x="242" y="4053"/>
                    <a:pt x="269" y="4045"/>
                    <a:pt x="293" y="4029"/>
                  </a:cubicBezTo>
                  <a:lnTo>
                    <a:pt x="1233" y="3388"/>
                  </a:lnTo>
                  <a:cubicBezTo>
                    <a:pt x="1256" y="3373"/>
                    <a:pt x="1275" y="3351"/>
                    <a:pt x="1284" y="3325"/>
                  </a:cubicBezTo>
                  <a:lnTo>
                    <a:pt x="1532" y="2714"/>
                  </a:lnTo>
                  <a:cubicBezTo>
                    <a:pt x="1538" y="2697"/>
                    <a:pt x="1549" y="2681"/>
                    <a:pt x="1562" y="2668"/>
                  </a:cubicBezTo>
                  <a:lnTo>
                    <a:pt x="4032" y="198"/>
                  </a:lnTo>
                  <a:lnTo>
                    <a:pt x="3835"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3052;p80">
              <a:extLst>
                <a:ext uri="{FF2B5EF4-FFF2-40B4-BE49-F238E27FC236}">
                  <a16:creationId xmlns:a16="http://schemas.microsoft.com/office/drawing/2014/main" id="{865F56FA-7D54-7CF1-FB8F-A6913CAA573D}"/>
                </a:ext>
              </a:extLst>
            </p:cNvPr>
            <p:cNvSpPr/>
            <p:nvPr/>
          </p:nvSpPr>
          <p:spPr>
            <a:xfrm>
              <a:off x="8184813" y="2049275"/>
              <a:ext cx="233399" cy="229059"/>
            </a:xfrm>
            <a:custGeom>
              <a:avLst/>
              <a:gdLst/>
              <a:ahLst/>
              <a:cxnLst/>
              <a:rect l="l" t="t" r="r" b="b"/>
              <a:pathLst>
                <a:path w="5701" h="5595" extrusionOk="0">
                  <a:moveTo>
                    <a:pt x="4741" y="1"/>
                  </a:moveTo>
                  <a:cubicBezTo>
                    <a:pt x="4595" y="1"/>
                    <a:pt x="4435" y="23"/>
                    <a:pt x="4264" y="68"/>
                  </a:cubicBezTo>
                  <a:cubicBezTo>
                    <a:pt x="4264" y="68"/>
                    <a:pt x="3018" y="1910"/>
                    <a:pt x="2330" y="2598"/>
                  </a:cubicBezTo>
                  <a:cubicBezTo>
                    <a:pt x="1641" y="3285"/>
                    <a:pt x="422" y="4177"/>
                    <a:pt x="422" y="4177"/>
                  </a:cubicBezTo>
                  <a:lnTo>
                    <a:pt x="76" y="4679"/>
                  </a:lnTo>
                  <a:cubicBezTo>
                    <a:pt x="0" y="4790"/>
                    <a:pt x="14" y="4938"/>
                    <a:pt x="110" y="5035"/>
                  </a:cubicBezTo>
                  <a:lnTo>
                    <a:pt x="517" y="5443"/>
                  </a:lnTo>
                  <a:cubicBezTo>
                    <a:pt x="589" y="5515"/>
                    <a:pt x="747" y="5594"/>
                    <a:pt x="868" y="5594"/>
                  </a:cubicBezTo>
                  <a:cubicBezTo>
                    <a:pt x="905" y="5594"/>
                    <a:pt x="939" y="5586"/>
                    <a:pt x="965" y="5568"/>
                  </a:cubicBezTo>
                  <a:lnTo>
                    <a:pt x="3318" y="3511"/>
                  </a:lnTo>
                  <a:lnTo>
                    <a:pt x="5577" y="1380"/>
                  </a:lnTo>
                  <a:cubicBezTo>
                    <a:pt x="5701" y="918"/>
                    <a:pt x="5638" y="451"/>
                    <a:pt x="5369" y="182"/>
                  </a:cubicBezTo>
                  <a:cubicBezTo>
                    <a:pt x="5204" y="64"/>
                    <a:pt x="4992" y="1"/>
                    <a:pt x="474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3053;p80">
              <a:extLst>
                <a:ext uri="{FF2B5EF4-FFF2-40B4-BE49-F238E27FC236}">
                  <a16:creationId xmlns:a16="http://schemas.microsoft.com/office/drawing/2014/main" id="{D50A0140-E048-F5EB-A0AC-19B72AE39E56}"/>
                </a:ext>
              </a:extLst>
            </p:cNvPr>
            <p:cNvSpPr/>
            <p:nvPr/>
          </p:nvSpPr>
          <p:spPr>
            <a:xfrm>
              <a:off x="8205897" y="2056726"/>
              <a:ext cx="218005" cy="226767"/>
            </a:xfrm>
            <a:custGeom>
              <a:avLst/>
              <a:gdLst/>
              <a:ahLst/>
              <a:cxnLst/>
              <a:rect l="l" t="t" r="r" b="b"/>
              <a:pathLst>
                <a:path w="5325" h="5539" extrusionOk="0">
                  <a:moveTo>
                    <a:pt x="4854" y="0"/>
                  </a:moveTo>
                  <a:cubicBezTo>
                    <a:pt x="5040" y="261"/>
                    <a:pt x="5092" y="642"/>
                    <a:pt x="4967" y="1105"/>
                  </a:cubicBezTo>
                  <a:lnTo>
                    <a:pt x="858" y="4946"/>
                  </a:lnTo>
                  <a:lnTo>
                    <a:pt x="356" y="5292"/>
                  </a:lnTo>
                  <a:cubicBezTo>
                    <a:pt x="307" y="5325"/>
                    <a:pt x="252" y="5342"/>
                    <a:pt x="197" y="5342"/>
                  </a:cubicBezTo>
                  <a:cubicBezTo>
                    <a:pt x="126" y="5342"/>
                    <a:pt x="54" y="5314"/>
                    <a:pt x="0" y="5260"/>
                  </a:cubicBezTo>
                  <a:lnTo>
                    <a:pt x="0" y="5260"/>
                  </a:lnTo>
                  <a:lnTo>
                    <a:pt x="197" y="5457"/>
                  </a:lnTo>
                  <a:cubicBezTo>
                    <a:pt x="251" y="5511"/>
                    <a:pt x="323" y="5539"/>
                    <a:pt x="395" y="5539"/>
                  </a:cubicBezTo>
                  <a:cubicBezTo>
                    <a:pt x="451" y="5539"/>
                    <a:pt x="506" y="5523"/>
                    <a:pt x="554" y="5490"/>
                  </a:cubicBezTo>
                  <a:lnTo>
                    <a:pt x="1056" y="5145"/>
                  </a:lnTo>
                  <a:lnTo>
                    <a:pt x="5166" y="1303"/>
                  </a:lnTo>
                  <a:cubicBezTo>
                    <a:pt x="5325" y="704"/>
                    <a:pt x="5192" y="240"/>
                    <a:pt x="485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3054;p80">
              <a:extLst>
                <a:ext uri="{FF2B5EF4-FFF2-40B4-BE49-F238E27FC236}">
                  <a16:creationId xmlns:a16="http://schemas.microsoft.com/office/drawing/2014/main" id="{547C9430-6027-E460-F11B-0F423656CFE3}"/>
                </a:ext>
              </a:extLst>
            </p:cNvPr>
            <p:cNvSpPr/>
            <p:nvPr/>
          </p:nvSpPr>
          <p:spPr>
            <a:xfrm>
              <a:off x="8202131" y="2052059"/>
              <a:ext cx="207238" cy="207197"/>
            </a:xfrm>
            <a:custGeom>
              <a:avLst/>
              <a:gdLst/>
              <a:ahLst/>
              <a:cxnLst/>
              <a:rect l="l" t="t" r="r" b="b"/>
              <a:pathLst>
                <a:path w="5062" h="5061" extrusionOk="0">
                  <a:moveTo>
                    <a:pt x="3843" y="0"/>
                  </a:moveTo>
                  <a:cubicBezTo>
                    <a:pt x="2764" y="289"/>
                    <a:pt x="2239" y="1642"/>
                    <a:pt x="1711" y="2259"/>
                  </a:cubicBezTo>
                  <a:cubicBezTo>
                    <a:pt x="1244" y="2806"/>
                    <a:pt x="261" y="3137"/>
                    <a:pt x="0" y="4110"/>
                  </a:cubicBezTo>
                  <a:lnTo>
                    <a:pt x="952" y="5060"/>
                  </a:lnTo>
                  <a:cubicBezTo>
                    <a:pt x="1946" y="5060"/>
                    <a:pt x="2350" y="3909"/>
                    <a:pt x="2895" y="3443"/>
                  </a:cubicBezTo>
                  <a:cubicBezTo>
                    <a:pt x="3513" y="2913"/>
                    <a:pt x="5061" y="2337"/>
                    <a:pt x="5061" y="1219"/>
                  </a:cubicBezTo>
                  <a:lnTo>
                    <a:pt x="3843"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3055;p80">
              <a:extLst>
                <a:ext uri="{FF2B5EF4-FFF2-40B4-BE49-F238E27FC236}">
                  <a16:creationId xmlns:a16="http://schemas.microsoft.com/office/drawing/2014/main" id="{E2342A07-E570-8CB8-2B35-32601A23FCF1}"/>
                </a:ext>
              </a:extLst>
            </p:cNvPr>
            <p:cNvSpPr/>
            <p:nvPr/>
          </p:nvSpPr>
          <p:spPr>
            <a:xfrm>
              <a:off x="8240983" y="2101883"/>
              <a:ext cx="176410" cy="165439"/>
            </a:xfrm>
            <a:custGeom>
              <a:avLst/>
              <a:gdLst/>
              <a:ahLst/>
              <a:cxnLst/>
              <a:rect l="l" t="t" r="r" b="b"/>
              <a:pathLst>
                <a:path w="4309" h="4041" extrusionOk="0">
                  <a:moveTo>
                    <a:pt x="4110" y="1"/>
                  </a:moveTo>
                  <a:cubicBezTo>
                    <a:pt x="3822" y="1078"/>
                    <a:pt x="2469" y="1603"/>
                    <a:pt x="1851" y="2132"/>
                  </a:cubicBezTo>
                  <a:cubicBezTo>
                    <a:pt x="1306" y="2598"/>
                    <a:pt x="975" y="3583"/>
                    <a:pt x="1" y="3842"/>
                  </a:cubicBezTo>
                  <a:lnTo>
                    <a:pt x="199" y="4041"/>
                  </a:lnTo>
                  <a:cubicBezTo>
                    <a:pt x="1172" y="3779"/>
                    <a:pt x="1504" y="2797"/>
                    <a:pt x="2050" y="2329"/>
                  </a:cubicBezTo>
                  <a:cubicBezTo>
                    <a:pt x="2667" y="1801"/>
                    <a:pt x="4019" y="1276"/>
                    <a:pt x="4309" y="198"/>
                  </a:cubicBezTo>
                  <a:lnTo>
                    <a:pt x="4110"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3056;p80">
              <a:extLst>
                <a:ext uri="{FF2B5EF4-FFF2-40B4-BE49-F238E27FC236}">
                  <a16:creationId xmlns:a16="http://schemas.microsoft.com/office/drawing/2014/main" id="{2CFEB164-2B73-71CC-A81D-8E8E5E60F0E3}"/>
                </a:ext>
              </a:extLst>
            </p:cNvPr>
            <p:cNvSpPr/>
            <p:nvPr/>
          </p:nvSpPr>
          <p:spPr>
            <a:xfrm>
              <a:off x="8212243" y="2345353"/>
              <a:ext cx="18259" cy="24810"/>
            </a:xfrm>
            <a:custGeom>
              <a:avLst/>
              <a:gdLst/>
              <a:ahLst/>
              <a:cxnLst/>
              <a:rect l="l" t="t" r="r" b="b"/>
              <a:pathLst>
                <a:path w="446" h="606" extrusionOk="0">
                  <a:moveTo>
                    <a:pt x="157" y="1"/>
                  </a:moveTo>
                  <a:cubicBezTo>
                    <a:pt x="141" y="1"/>
                    <a:pt x="125" y="4"/>
                    <a:pt x="109" y="10"/>
                  </a:cubicBezTo>
                  <a:cubicBezTo>
                    <a:pt x="36" y="37"/>
                    <a:pt x="0" y="116"/>
                    <a:pt x="26" y="189"/>
                  </a:cubicBezTo>
                  <a:lnTo>
                    <a:pt x="148" y="512"/>
                  </a:lnTo>
                  <a:lnTo>
                    <a:pt x="297" y="606"/>
                  </a:lnTo>
                  <a:lnTo>
                    <a:pt x="445" y="512"/>
                  </a:lnTo>
                  <a:lnTo>
                    <a:pt x="288" y="91"/>
                  </a:lnTo>
                  <a:cubicBezTo>
                    <a:pt x="268" y="35"/>
                    <a:pt x="214" y="1"/>
                    <a:pt x="1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3057;p80">
              <a:extLst>
                <a:ext uri="{FF2B5EF4-FFF2-40B4-BE49-F238E27FC236}">
                  <a16:creationId xmlns:a16="http://schemas.microsoft.com/office/drawing/2014/main" id="{07B57621-9A5A-E5C8-E443-502F98AB9849}"/>
                </a:ext>
              </a:extLst>
            </p:cNvPr>
            <p:cNvSpPr/>
            <p:nvPr/>
          </p:nvSpPr>
          <p:spPr>
            <a:xfrm>
              <a:off x="8218261" y="2366519"/>
              <a:ext cx="18341" cy="20961"/>
            </a:xfrm>
            <a:custGeom>
              <a:avLst/>
              <a:gdLst/>
              <a:ahLst/>
              <a:cxnLst/>
              <a:rect l="l" t="t" r="r" b="b"/>
              <a:pathLst>
                <a:path w="448" h="512" extrusionOk="0">
                  <a:moveTo>
                    <a:pt x="1" y="0"/>
                  </a:moveTo>
                  <a:lnTo>
                    <a:pt x="159" y="421"/>
                  </a:lnTo>
                  <a:cubicBezTo>
                    <a:pt x="180" y="476"/>
                    <a:pt x="233" y="512"/>
                    <a:pt x="290" y="512"/>
                  </a:cubicBezTo>
                  <a:cubicBezTo>
                    <a:pt x="306" y="512"/>
                    <a:pt x="323" y="509"/>
                    <a:pt x="338" y="502"/>
                  </a:cubicBezTo>
                  <a:cubicBezTo>
                    <a:pt x="411" y="475"/>
                    <a:pt x="447" y="396"/>
                    <a:pt x="421" y="323"/>
                  </a:cubicBezTo>
                  <a:lnTo>
                    <a:pt x="299"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3058;p80">
              <a:extLst>
                <a:ext uri="{FF2B5EF4-FFF2-40B4-BE49-F238E27FC236}">
                  <a16:creationId xmlns:a16="http://schemas.microsoft.com/office/drawing/2014/main" id="{D593A8C2-98A4-FC1C-8565-E5DA192D91E7}"/>
                </a:ext>
              </a:extLst>
            </p:cNvPr>
            <p:cNvSpPr/>
            <p:nvPr/>
          </p:nvSpPr>
          <p:spPr>
            <a:xfrm>
              <a:off x="8235088" y="2345353"/>
              <a:ext cx="18259" cy="24810"/>
            </a:xfrm>
            <a:custGeom>
              <a:avLst/>
              <a:gdLst/>
              <a:ahLst/>
              <a:cxnLst/>
              <a:rect l="l" t="t" r="r" b="b"/>
              <a:pathLst>
                <a:path w="446" h="606" extrusionOk="0">
                  <a:moveTo>
                    <a:pt x="157" y="1"/>
                  </a:moveTo>
                  <a:cubicBezTo>
                    <a:pt x="141" y="1"/>
                    <a:pt x="124" y="4"/>
                    <a:pt x="108" y="10"/>
                  </a:cubicBezTo>
                  <a:cubicBezTo>
                    <a:pt x="36" y="37"/>
                    <a:pt x="0" y="116"/>
                    <a:pt x="27" y="189"/>
                  </a:cubicBezTo>
                  <a:lnTo>
                    <a:pt x="148" y="512"/>
                  </a:lnTo>
                  <a:lnTo>
                    <a:pt x="297" y="606"/>
                  </a:lnTo>
                  <a:lnTo>
                    <a:pt x="445" y="512"/>
                  </a:lnTo>
                  <a:lnTo>
                    <a:pt x="287" y="91"/>
                  </a:lnTo>
                  <a:cubicBezTo>
                    <a:pt x="267" y="35"/>
                    <a:pt x="214" y="1"/>
                    <a:pt x="1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3059;p80">
              <a:extLst>
                <a:ext uri="{FF2B5EF4-FFF2-40B4-BE49-F238E27FC236}">
                  <a16:creationId xmlns:a16="http://schemas.microsoft.com/office/drawing/2014/main" id="{4CB46D8D-502F-E5D0-8500-25D8E56DC5C8}"/>
                </a:ext>
              </a:extLst>
            </p:cNvPr>
            <p:cNvSpPr/>
            <p:nvPr/>
          </p:nvSpPr>
          <p:spPr>
            <a:xfrm>
              <a:off x="8241106" y="2366519"/>
              <a:ext cx="18300" cy="20961"/>
            </a:xfrm>
            <a:custGeom>
              <a:avLst/>
              <a:gdLst/>
              <a:ahLst/>
              <a:cxnLst/>
              <a:rect l="l" t="t" r="r" b="b"/>
              <a:pathLst>
                <a:path w="447" h="512" extrusionOk="0">
                  <a:moveTo>
                    <a:pt x="1" y="0"/>
                  </a:moveTo>
                  <a:lnTo>
                    <a:pt x="159" y="421"/>
                  </a:lnTo>
                  <a:cubicBezTo>
                    <a:pt x="180" y="476"/>
                    <a:pt x="233" y="512"/>
                    <a:pt x="290" y="512"/>
                  </a:cubicBezTo>
                  <a:cubicBezTo>
                    <a:pt x="306" y="512"/>
                    <a:pt x="323" y="509"/>
                    <a:pt x="339" y="502"/>
                  </a:cubicBezTo>
                  <a:cubicBezTo>
                    <a:pt x="411" y="475"/>
                    <a:pt x="446" y="396"/>
                    <a:pt x="420" y="323"/>
                  </a:cubicBezTo>
                  <a:lnTo>
                    <a:pt x="298"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3060;p80">
              <a:extLst>
                <a:ext uri="{FF2B5EF4-FFF2-40B4-BE49-F238E27FC236}">
                  <a16:creationId xmlns:a16="http://schemas.microsoft.com/office/drawing/2014/main" id="{F846A503-111C-A4DB-068F-17CB78F3668A}"/>
                </a:ext>
              </a:extLst>
            </p:cNvPr>
            <p:cNvSpPr/>
            <p:nvPr/>
          </p:nvSpPr>
          <p:spPr>
            <a:xfrm>
              <a:off x="8257891" y="2345353"/>
              <a:ext cx="18300" cy="24810"/>
            </a:xfrm>
            <a:custGeom>
              <a:avLst/>
              <a:gdLst/>
              <a:ahLst/>
              <a:cxnLst/>
              <a:rect l="l" t="t" r="r" b="b"/>
              <a:pathLst>
                <a:path w="447" h="606" extrusionOk="0">
                  <a:moveTo>
                    <a:pt x="158" y="1"/>
                  </a:moveTo>
                  <a:cubicBezTo>
                    <a:pt x="142" y="1"/>
                    <a:pt x="125" y="4"/>
                    <a:pt x="109" y="10"/>
                  </a:cubicBezTo>
                  <a:cubicBezTo>
                    <a:pt x="36" y="37"/>
                    <a:pt x="0" y="116"/>
                    <a:pt x="27" y="189"/>
                  </a:cubicBezTo>
                  <a:lnTo>
                    <a:pt x="149" y="512"/>
                  </a:lnTo>
                  <a:lnTo>
                    <a:pt x="298" y="606"/>
                  </a:lnTo>
                  <a:lnTo>
                    <a:pt x="447" y="512"/>
                  </a:lnTo>
                  <a:lnTo>
                    <a:pt x="288" y="91"/>
                  </a:lnTo>
                  <a:cubicBezTo>
                    <a:pt x="267" y="35"/>
                    <a:pt x="214" y="1"/>
                    <a:pt x="1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3061;p80">
              <a:extLst>
                <a:ext uri="{FF2B5EF4-FFF2-40B4-BE49-F238E27FC236}">
                  <a16:creationId xmlns:a16="http://schemas.microsoft.com/office/drawing/2014/main" id="{EC298EF0-8177-DB69-5B33-50086F8E25CE}"/>
                </a:ext>
              </a:extLst>
            </p:cNvPr>
            <p:cNvSpPr/>
            <p:nvPr/>
          </p:nvSpPr>
          <p:spPr>
            <a:xfrm>
              <a:off x="8263991" y="2366519"/>
              <a:ext cx="18259" cy="20961"/>
            </a:xfrm>
            <a:custGeom>
              <a:avLst/>
              <a:gdLst/>
              <a:ahLst/>
              <a:cxnLst/>
              <a:rect l="l" t="t" r="r" b="b"/>
              <a:pathLst>
                <a:path w="446" h="512" extrusionOk="0">
                  <a:moveTo>
                    <a:pt x="0" y="0"/>
                  </a:moveTo>
                  <a:lnTo>
                    <a:pt x="158" y="421"/>
                  </a:lnTo>
                  <a:cubicBezTo>
                    <a:pt x="179" y="476"/>
                    <a:pt x="232" y="512"/>
                    <a:pt x="288" y="512"/>
                  </a:cubicBezTo>
                  <a:cubicBezTo>
                    <a:pt x="304" y="512"/>
                    <a:pt x="322" y="509"/>
                    <a:pt x="338" y="502"/>
                  </a:cubicBezTo>
                  <a:cubicBezTo>
                    <a:pt x="409" y="475"/>
                    <a:pt x="445" y="396"/>
                    <a:pt x="419" y="323"/>
                  </a:cubicBezTo>
                  <a:lnTo>
                    <a:pt x="298"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 name="Google Shape;3062;p80">
            <a:extLst>
              <a:ext uri="{FF2B5EF4-FFF2-40B4-BE49-F238E27FC236}">
                <a16:creationId xmlns:a16="http://schemas.microsoft.com/office/drawing/2014/main" id="{C963BEA7-924C-A501-CA47-E9E3DFC8E067}"/>
              </a:ext>
            </a:extLst>
          </p:cNvPr>
          <p:cNvGrpSpPr/>
          <p:nvPr/>
        </p:nvGrpSpPr>
        <p:grpSpPr>
          <a:xfrm>
            <a:off x="7127692" y="4654056"/>
            <a:ext cx="1284787" cy="1324713"/>
            <a:chOff x="8079311" y="2656825"/>
            <a:chExt cx="304921" cy="376812"/>
          </a:xfrm>
        </p:grpSpPr>
        <p:sp>
          <p:nvSpPr>
            <p:cNvPr id="82" name="Google Shape;3063;p80">
              <a:extLst>
                <a:ext uri="{FF2B5EF4-FFF2-40B4-BE49-F238E27FC236}">
                  <a16:creationId xmlns:a16="http://schemas.microsoft.com/office/drawing/2014/main" id="{44BFFDF7-2B4C-4551-3EE7-003067E94510}"/>
                </a:ext>
              </a:extLst>
            </p:cNvPr>
            <p:cNvSpPr/>
            <p:nvPr/>
          </p:nvSpPr>
          <p:spPr>
            <a:xfrm>
              <a:off x="8079556" y="2656947"/>
              <a:ext cx="208303" cy="371449"/>
            </a:xfrm>
            <a:custGeom>
              <a:avLst/>
              <a:gdLst/>
              <a:ahLst/>
              <a:cxnLst/>
              <a:rect l="l" t="t" r="r" b="b"/>
              <a:pathLst>
                <a:path w="5088" h="9073" extrusionOk="0">
                  <a:moveTo>
                    <a:pt x="279" y="0"/>
                  </a:moveTo>
                  <a:cubicBezTo>
                    <a:pt x="127" y="0"/>
                    <a:pt x="1" y="124"/>
                    <a:pt x="1" y="279"/>
                  </a:cubicBezTo>
                  <a:lnTo>
                    <a:pt x="1" y="8925"/>
                  </a:lnTo>
                  <a:lnTo>
                    <a:pt x="4948" y="9073"/>
                  </a:lnTo>
                  <a:cubicBezTo>
                    <a:pt x="5024" y="9073"/>
                    <a:pt x="5087" y="9011"/>
                    <a:pt x="5087" y="8933"/>
                  </a:cubicBezTo>
                  <a:lnTo>
                    <a:pt x="494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3064;p80">
              <a:extLst>
                <a:ext uri="{FF2B5EF4-FFF2-40B4-BE49-F238E27FC236}">
                  <a16:creationId xmlns:a16="http://schemas.microsoft.com/office/drawing/2014/main" id="{C49AE280-73B1-156F-9FB8-6FCBF0BFF456}"/>
                </a:ext>
              </a:extLst>
            </p:cNvPr>
            <p:cNvSpPr/>
            <p:nvPr/>
          </p:nvSpPr>
          <p:spPr>
            <a:xfrm>
              <a:off x="8079311" y="2656825"/>
              <a:ext cx="213871" cy="376812"/>
            </a:xfrm>
            <a:custGeom>
              <a:avLst/>
              <a:gdLst/>
              <a:ahLst/>
              <a:cxnLst/>
              <a:rect l="l" t="t" r="r" b="b"/>
              <a:pathLst>
                <a:path w="5224" h="9204" extrusionOk="0">
                  <a:moveTo>
                    <a:pt x="4949" y="0"/>
                  </a:moveTo>
                  <a:lnTo>
                    <a:pt x="4949" y="8786"/>
                  </a:lnTo>
                  <a:cubicBezTo>
                    <a:pt x="4944" y="8862"/>
                    <a:pt x="4881" y="8924"/>
                    <a:pt x="4804" y="8935"/>
                  </a:cubicBezTo>
                  <a:lnTo>
                    <a:pt x="1" y="8935"/>
                  </a:lnTo>
                  <a:cubicBezTo>
                    <a:pt x="1" y="9077"/>
                    <a:pt x="124" y="9202"/>
                    <a:pt x="278" y="9204"/>
                  </a:cubicBezTo>
                  <a:lnTo>
                    <a:pt x="4945" y="9204"/>
                  </a:lnTo>
                  <a:cubicBezTo>
                    <a:pt x="5098" y="9200"/>
                    <a:pt x="5223" y="9077"/>
                    <a:pt x="5219" y="8924"/>
                  </a:cubicBezTo>
                  <a:lnTo>
                    <a:pt x="5219" y="278"/>
                  </a:lnTo>
                  <a:cubicBezTo>
                    <a:pt x="5221" y="126"/>
                    <a:pt x="5098" y="0"/>
                    <a:pt x="494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3065;p80">
              <a:extLst>
                <a:ext uri="{FF2B5EF4-FFF2-40B4-BE49-F238E27FC236}">
                  <a16:creationId xmlns:a16="http://schemas.microsoft.com/office/drawing/2014/main" id="{9475414F-F240-B8A1-9206-FA0B1D076805}"/>
                </a:ext>
              </a:extLst>
            </p:cNvPr>
            <p:cNvSpPr/>
            <p:nvPr/>
          </p:nvSpPr>
          <p:spPr>
            <a:xfrm>
              <a:off x="8136176" y="2824842"/>
              <a:ext cx="116720" cy="116802"/>
            </a:xfrm>
            <a:custGeom>
              <a:avLst/>
              <a:gdLst/>
              <a:ahLst/>
              <a:cxnLst/>
              <a:rect l="l" t="t" r="r" b="b"/>
              <a:pathLst>
                <a:path w="2851" h="2853" extrusionOk="0">
                  <a:moveTo>
                    <a:pt x="1425" y="0"/>
                  </a:moveTo>
                  <a:cubicBezTo>
                    <a:pt x="638" y="0"/>
                    <a:pt x="0" y="639"/>
                    <a:pt x="0" y="1426"/>
                  </a:cubicBezTo>
                  <a:cubicBezTo>
                    <a:pt x="0" y="2214"/>
                    <a:pt x="638" y="2852"/>
                    <a:pt x="1425" y="2852"/>
                  </a:cubicBezTo>
                  <a:cubicBezTo>
                    <a:pt x="2213" y="2852"/>
                    <a:pt x="2851" y="2214"/>
                    <a:pt x="2851" y="1426"/>
                  </a:cubicBezTo>
                  <a:cubicBezTo>
                    <a:pt x="2851" y="639"/>
                    <a:pt x="2213" y="0"/>
                    <a:pt x="142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3066;p80">
              <a:extLst>
                <a:ext uri="{FF2B5EF4-FFF2-40B4-BE49-F238E27FC236}">
                  <a16:creationId xmlns:a16="http://schemas.microsoft.com/office/drawing/2014/main" id="{ADF452C0-6EFD-8D9A-C768-8459FCA760D4}"/>
                </a:ext>
              </a:extLst>
            </p:cNvPr>
            <p:cNvSpPr/>
            <p:nvPr/>
          </p:nvSpPr>
          <p:spPr>
            <a:xfrm>
              <a:off x="8102073" y="2764497"/>
              <a:ext cx="18996" cy="18996"/>
            </a:xfrm>
            <a:custGeom>
              <a:avLst/>
              <a:gdLst/>
              <a:ahLst/>
              <a:cxnLst/>
              <a:rect l="l" t="t" r="r" b="b"/>
              <a:pathLst>
                <a:path w="464" h="464" extrusionOk="0">
                  <a:moveTo>
                    <a:pt x="279" y="1"/>
                  </a:moveTo>
                  <a:cubicBezTo>
                    <a:pt x="126" y="1"/>
                    <a:pt x="1" y="124"/>
                    <a:pt x="1" y="279"/>
                  </a:cubicBezTo>
                  <a:cubicBezTo>
                    <a:pt x="1" y="307"/>
                    <a:pt x="5" y="334"/>
                    <a:pt x="12" y="359"/>
                  </a:cubicBezTo>
                  <a:cubicBezTo>
                    <a:pt x="95" y="440"/>
                    <a:pt x="158" y="464"/>
                    <a:pt x="185" y="464"/>
                  </a:cubicBezTo>
                  <a:cubicBezTo>
                    <a:pt x="338" y="464"/>
                    <a:pt x="464" y="338"/>
                    <a:pt x="464" y="185"/>
                  </a:cubicBezTo>
                  <a:cubicBezTo>
                    <a:pt x="464" y="158"/>
                    <a:pt x="454" y="107"/>
                    <a:pt x="359" y="12"/>
                  </a:cubicBezTo>
                  <a:cubicBezTo>
                    <a:pt x="334" y="4"/>
                    <a:pt x="307" y="1"/>
                    <a:pt x="2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3067;p80">
              <a:extLst>
                <a:ext uri="{FF2B5EF4-FFF2-40B4-BE49-F238E27FC236}">
                  <a16:creationId xmlns:a16="http://schemas.microsoft.com/office/drawing/2014/main" id="{3CCA043C-DAC2-C8F3-7A15-277F2FC581EA}"/>
                </a:ext>
              </a:extLst>
            </p:cNvPr>
            <p:cNvSpPr/>
            <p:nvPr/>
          </p:nvSpPr>
          <p:spPr>
            <a:xfrm>
              <a:off x="8102524" y="2764988"/>
              <a:ext cx="22312" cy="22271"/>
            </a:xfrm>
            <a:custGeom>
              <a:avLst/>
              <a:gdLst/>
              <a:ahLst/>
              <a:cxnLst/>
              <a:rect l="l" t="t" r="r" b="b"/>
              <a:pathLst>
                <a:path w="545" h="544" extrusionOk="0">
                  <a:moveTo>
                    <a:pt x="347" y="0"/>
                  </a:moveTo>
                  <a:lnTo>
                    <a:pt x="347" y="0"/>
                  </a:lnTo>
                  <a:cubicBezTo>
                    <a:pt x="355" y="25"/>
                    <a:pt x="359" y="53"/>
                    <a:pt x="359" y="80"/>
                  </a:cubicBezTo>
                  <a:cubicBezTo>
                    <a:pt x="359" y="233"/>
                    <a:pt x="235" y="359"/>
                    <a:pt x="80" y="359"/>
                  </a:cubicBezTo>
                  <a:cubicBezTo>
                    <a:pt x="53" y="359"/>
                    <a:pt x="26" y="355"/>
                    <a:pt x="0" y="347"/>
                  </a:cubicBezTo>
                  <a:lnTo>
                    <a:pt x="0" y="347"/>
                  </a:lnTo>
                  <a:cubicBezTo>
                    <a:pt x="35" y="460"/>
                    <a:pt x="141" y="544"/>
                    <a:pt x="265" y="544"/>
                  </a:cubicBezTo>
                  <a:cubicBezTo>
                    <a:pt x="418" y="544"/>
                    <a:pt x="544" y="420"/>
                    <a:pt x="544" y="265"/>
                  </a:cubicBezTo>
                  <a:cubicBezTo>
                    <a:pt x="545" y="140"/>
                    <a:pt x="462" y="35"/>
                    <a:pt x="347"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3068;p80">
              <a:extLst>
                <a:ext uri="{FF2B5EF4-FFF2-40B4-BE49-F238E27FC236}">
                  <a16:creationId xmlns:a16="http://schemas.microsoft.com/office/drawing/2014/main" id="{4B4348EB-D284-69B4-220E-790C5F3C5371}"/>
                </a:ext>
              </a:extLst>
            </p:cNvPr>
            <p:cNvSpPr/>
            <p:nvPr/>
          </p:nvSpPr>
          <p:spPr>
            <a:xfrm>
              <a:off x="8247615" y="2764497"/>
              <a:ext cx="18996" cy="18996"/>
            </a:xfrm>
            <a:custGeom>
              <a:avLst/>
              <a:gdLst/>
              <a:ahLst/>
              <a:cxnLst/>
              <a:rect l="l" t="t" r="r" b="b"/>
              <a:pathLst>
                <a:path w="464" h="464" extrusionOk="0">
                  <a:moveTo>
                    <a:pt x="279" y="1"/>
                  </a:moveTo>
                  <a:cubicBezTo>
                    <a:pt x="126" y="1"/>
                    <a:pt x="0" y="124"/>
                    <a:pt x="0" y="279"/>
                  </a:cubicBezTo>
                  <a:cubicBezTo>
                    <a:pt x="0" y="307"/>
                    <a:pt x="4" y="334"/>
                    <a:pt x="12" y="359"/>
                  </a:cubicBezTo>
                  <a:cubicBezTo>
                    <a:pt x="94" y="440"/>
                    <a:pt x="157" y="464"/>
                    <a:pt x="185" y="464"/>
                  </a:cubicBezTo>
                  <a:cubicBezTo>
                    <a:pt x="339" y="464"/>
                    <a:pt x="463" y="338"/>
                    <a:pt x="463" y="185"/>
                  </a:cubicBezTo>
                  <a:cubicBezTo>
                    <a:pt x="463" y="158"/>
                    <a:pt x="454" y="107"/>
                    <a:pt x="359" y="12"/>
                  </a:cubicBezTo>
                  <a:cubicBezTo>
                    <a:pt x="334" y="4"/>
                    <a:pt x="306" y="1"/>
                    <a:pt x="279"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3069;p80">
              <a:extLst>
                <a:ext uri="{FF2B5EF4-FFF2-40B4-BE49-F238E27FC236}">
                  <a16:creationId xmlns:a16="http://schemas.microsoft.com/office/drawing/2014/main" id="{64F35A81-3801-5F38-C0C4-F16F0FCE4984}"/>
                </a:ext>
              </a:extLst>
            </p:cNvPr>
            <p:cNvSpPr/>
            <p:nvPr/>
          </p:nvSpPr>
          <p:spPr>
            <a:xfrm>
              <a:off x="8248066" y="2764988"/>
              <a:ext cx="22312" cy="22271"/>
            </a:xfrm>
            <a:custGeom>
              <a:avLst/>
              <a:gdLst/>
              <a:ahLst/>
              <a:cxnLst/>
              <a:rect l="l" t="t" r="r" b="b"/>
              <a:pathLst>
                <a:path w="545" h="544" extrusionOk="0">
                  <a:moveTo>
                    <a:pt x="348" y="0"/>
                  </a:moveTo>
                  <a:lnTo>
                    <a:pt x="348" y="0"/>
                  </a:lnTo>
                  <a:cubicBezTo>
                    <a:pt x="355" y="25"/>
                    <a:pt x="359" y="53"/>
                    <a:pt x="359" y="80"/>
                  </a:cubicBezTo>
                  <a:cubicBezTo>
                    <a:pt x="359" y="233"/>
                    <a:pt x="236" y="359"/>
                    <a:pt x="81" y="359"/>
                  </a:cubicBezTo>
                  <a:cubicBezTo>
                    <a:pt x="54" y="359"/>
                    <a:pt x="26" y="355"/>
                    <a:pt x="1" y="347"/>
                  </a:cubicBezTo>
                  <a:lnTo>
                    <a:pt x="1" y="347"/>
                  </a:lnTo>
                  <a:cubicBezTo>
                    <a:pt x="36" y="460"/>
                    <a:pt x="141" y="544"/>
                    <a:pt x="266" y="544"/>
                  </a:cubicBezTo>
                  <a:cubicBezTo>
                    <a:pt x="419" y="544"/>
                    <a:pt x="544" y="420"/>
                    <a:pt x="544" y="265"/>
                  </a:cubicBezTo>
                  <a:cubicBezTo>
                    <a:pt x="544" y="140"/>
                    <a:pt x="461" y="35"/>
                    <a:pt x="348"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3070;p80">
              <a:extLst>
                <a:ext uri="{FF2B5EF4-FFF2-40B4-BE49-F238E27FC236}">
                  <a16:creationId xmlns:a16="http://schemas.microsoft.com/office/drawing/2014/main" id="{49EDECC5-71C8-5B4E-17B3-11E17A3C3539}"/>
                </a:ext>
              </a:extLst>
            </p:cNvPr>
            <p:cNvSpPr/>
            <p:nvPr/>
          </p:nvSpPr>
          <p:spPr>
            <a:xfrm>
              <a:off x="8102073" y="2988070"/>
              <a:ext cx="18996" cy="18996"/>
            </a:xfrm>
            <a:custGeom>
              <a:avLst/>
              <a:gdLst/>
              <a:ahLst/>
              <a:cxnLst/>
              <a:rect l="l" t="t" r="r" b="b"/>
              <a:pathLst>
                <a:path w="464" h="464" extrusionOk="0">
                  <a:moveTo>
                    <a:pt x="279" y="1"/>
                  </a:moveTo>
                  <a:cubicBezTo>
                    <a:pt x="126" y="1"/>
                    <a:pt x="1" y="125"/>
                    <a:pt x="1" y="279"/>
                  </a:cubicBezTo>
                  <a:cubicBezTo>
                    <a:pt x="1" y="307"/>
                    <a:pt x="5" y="334"/>
                    <a:pt x="12" y="359"/>
                  </a:cubicBezTo>
                  <a:cubicBezTo>
                    <a:pt x="95" y="442"/>
                    <a:pt x="158" y="464"/>
                    <a:pt x="185" y="464"/>
                  </a:cubicBezTo>
                  <a:cubicBezTo>
                    <a:pt x="338" y="464"/>
                    <a:pt x="464" y="338"/>
                    <a:pt x="464" y="185"/>
                  </a:cubicBezTo>
                  <a:cubicBezTo>
                    <a:pt x="464" y="158"/>
                    <a:pt x="454" y="107"/>
                    <a:pt x="359" y="12"/>
                  </a:cubicBezTo>
                  <a:cubicBezTo>
                    <a:pt x="334" y="5"/>
                    <a:pt x="307" y="1"/>
                    <a:pt x="27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3071;p80">
              <a:extLst>
                <a:ext uri="{FF2B5EF4-FFF2-40B4-BE49-F238E27FC236}">
                  <a16:creationId xmlns:a16="http://schemas.microsoft.com/office/drawing/2014/main" id="{23794F7C-0B52-7B6F-6499-EBBBAB541835}"/>
                </a:ext>
              </a:extLst>
            </p:cNvPr>
            <p:cNvSpPr/>
            <p:nvPr/>
          </p:nvSpPr>
          <p:spPr>
            <a:xfrm>
              <a:off x="8102524" y="2988561"/>
              <a:ext cx="22312" cy="22271"/>
            </a:xfrm>
            <a:custGeom>
              <a:avLst/>
              <a:gdLst/>
              <a:ahLst/>
              <a:cxnLst/>
              <a:rect l="l" t="t" r="r" b="b"/>
              <a:pathLst>
                <a:path w="545" h="544" extrusionOk="0">
                  <a:moveTo>
                    <a:pt x="347" y="0"/>
                  </a:moveTo>
                  <a:lnTo>
                    <a:pt x="347" y="0"/>
                  </a:lnTo>
                  <a:cubicBezTo>
                    <a:pt x="355" y="26"/>
                    <a:pt x="359" y="53"/>
                    <a:pt x="359" y="81"/>
                  </a:cubicBezTo>
                  <a:cubicBezTo>
                    <a:pt x="359" y="234"/>
                    <a:pt x="235" y="359"/>
                    <a:pt x="80" y="359"/>
                  </a:cubicBezTo>
                  <a:cubicBezTo>
                    <a:pt x="53" y="359"/>
                    <a:pt x="26" y="356"/>
                    <a:pt x="0" y="347"/>
                  </a:cubicBezTo>
                  <a:lnTo>
                    <a:pt x="0" y="347"/>
                  </a:lnTo>
                  <a:cubicBezTo>
                    <a:pt x="35" y="461"/>
                    <a:pt x="141" y="544"/>
                    <a:pt x="265" y="544"/>
                  </a:cubicBezTo>
                  <a:cubicBezTo>
                    <a:pt x="418" y="544"/>
                    <a:pt x="544" y="420"/>
                    <a:pt x="544" y="266"/>
                  </a:cubicBezTo>
                  <a:cubicBezTo>
                    <a:pt x="545" y="141"/>
                    <a:pt x="462" y="35"/>
                    <a:pt x="347"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3072;p80">
              <a:extLst>
                <a:ext uri="{FF2B5EF4-FFF2-40B4-BE49-F238E27FC236}">
                  <a16:creationId xmlns:a16="http://schemas.microsoft.com/office/drawing/2014/main" id="{1B3EC0A7-A631-D5CA-AA30-2EF1463CAD39}"/>
                </a:ext>
              </a:extLst>
            </p:cNvPr>
            <p:cNvSpPr/>
            <p:nvPr/>
          </p:nvSpPr>
          <p:spPr>
            <a:xfrm>
              <a:off x="8207617" y="2840482"/>
              <a:ext cx="125113" cy="160812"/>
            </a:xfrm>
            <a:custGeom>
              <a:avLst/>
              <a:gdLst/>
              <a:ahLst/>
              <a:cxnLst/>
              <a:rect l="l" t="t" r="r" b="b"/>
              <a:pathLst>
                <a:path w="3056" h="3928" extrusionOk="0">
                  <a:moveTo>
                    <a:pt x="2920" y="0"/>
                  </a:moveTo>
                  <a:cubicBezTo>
                    <a:pt x="2919" y="0"/>
                    <a:pt x="2918" y="0"/>
                    <a:pt x="2916" y="0"/>
                  </a:cubicBezTo>
                  <a:cubicBezTo>
                    <a:pt x="2841" y="3"/>
                    <a:pt x="2784" y="67"/>
                    <a:pt x="2784" y="141"/>
                  </a:cubicBezTo>
                  <a:lnTo>
                    <a:pt x="2784" y="851"/>
                  </a:lnTo>
                  <a:cubicBezTo>
                    <a:pt x="2784" y="1194"/>
                    <a:pt x="2602" y="1515"/>
                    <a:pt x="2307" y="1690"/>
                  </a:cubicBezTo>
                  <a:lnTo>
                    <a:pt x="341" y="2851"/>
                  </a:lnTo>
                  <a:cubicBezTo>
                    <a:pt x="130" y="2977"/>
                    <a:pt x="0" y="3206"/>
                    <a:pt x="0" y="3452"/>
                  </a:cubicBezTo>
                  <a:lnTo>
                    <a:pt x="0" y="3793"/>
                  </a:lnTo>
                  <a:cubicBezTo>
                    <a:pt x="0" y="3867"/>
                    <a:pt x="60" y="3927"/>
                    <a:pt x="134" y="3927"/>
                  </a:cubicBezTo>
                  <a:cubicBezTo>
                    <a:pt x="209" y="3927"/>
                    <a:pt x="270" y="3867"/>
                    <a:pt x="268" y="3791"/>
                  </a:cubicBezTo>
                  <a:lnTo>
                    <a:pt x="268" y="3450"/>
                  </a:lnTo>
                  <a:cubicBezTo>
                    <a:pt x="268" y="3303"/>
                    <a:pt x="347" y="3166"/>
                    <a:pt x="474" y="3090"/>
                  </a:cubicBezTo>
                  <a:lnTo>
                    <a:pt x="2439" y="1928"/>
                  </a:lnTo>
                  <a:cubicBezTo>
                    <a:pt x="2819" y="1704"/>
                    <a:pt x="3056" y="1290"/>
                    <a:pt x="3056" y="850"/>
                  </a:cubicBezTo>
                  <a:lnTo>
                    <a:pt x="3056" y="134"/>
                  </a:lnTo>
                  <a:cubicBezTo>
                    <a:pt x="3056" y="61"/>
                    <a:pt x="2995" y="0"/>
                    <a:pt x="2920"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3073;p80">
              <a:extLst>
                <a:ext uri="{FF2B5EF4-FFF2-40B4-BE49-F238E27FC236}">
                  <a16:creationId xmlns:a16="http://schemas.microsoft.com/office/drawing/2014/main" id="{3BDAA5A3-A9F4-2FDE-7E13-17F1493A705E}"/>
                </a:ext>
              </a:extLst>
            </p:cNvPr>
            <p:cNvSpPr/>
            <p:nvPr/>
          </p:nvSpPr>
          <p:spPr>
            <a:xfrm>
              <a:off x="8253224" y="2840400"/>
              <a:ext cx="125113" cy="162655"/>
            </a:xfrm>
            <a:custGeom>
              <a:avLst/>
              <a:gdLst/>
              <a:ahLst/>
              <a:cxnLst/>
              <a:rect l="l" t="t" r="r" b="b"/>
              <a:pathLst>
                <a:path w="3056" h="3973" extrusionOk="0">
                  <a:moveTo>
                    <a:pt x="2920" y="0"/>
                  </a:moveTo>
                  <a:cubicBezTo>
                    <a:pt x="2919" y="0"/>
                    <a:pt x="2918" y="0"/>
                    <a:pt x="2918" y="0"/>
                  </a:cubicBezTo>
                  <a:cubicBezTo>
                    <a:pt x="2842" y="3"/>
                    <a:pt x="2786" y="68"/>
                    <a:pt x="2786" y="142"/>
                  </a:cubicBezTo>
                  <a:lnTo>
                    <a:pt x="2786" y="852"/>
                  </a:lnTo>
                  <a:cubicBezTo>
                    <a:pt x="2786" y="1195"/>
                    <a:pt x="2602" y="1516"/>
                    <a:pt x="2307" y="1691"/>
                  </a:cubicBezTo>
                  <a:lnTo>
                    <a:pt x="342" y="2852"/>
                  </a:lnTo>
                  <a:cubicBezTo>
                    <a:pt x="131" y="2978"/>
                    <a:pt x="0" y="3207"/>
                    <a:pt x="0" y="3452"/>
                  </a:cubicBezTo>
                  <a:lnTo>
                    <a:pt x="0" y="3804"/>
                  </a:lnTo>
                  <a:cubicBezTo>
                    <a:pt x="0" y="3835"/>
                    <a:pt x="24" y="3872"/>
                    <a:pt x="52" y="3887"/>
                  </a:cubicBezTo>
                  <a:lnTo>
                    <a:pt x="218" y="3968"/>
                  </a:lnTo>
                  <a:cubicBezTo>
                    <a:pt x="223" y="3971"/>
                    <a:pt x="229" y="3973"/>
                    <a:pt x="234" y="3973"/>
                  </a:cubicBezTo>
                  <a:cubicBezTo>
                    <a:pt x="253" y="3973"/>
                    <a:pt x="269" y="3958"/>
                    <a:pt x="269" y="3938"/>
                  </a:cubicBezTo>
                  <a:lnTo>
                    <a:pt x="269" y="3450"/>
                  </a:lnTo>
                  <a:cubicBezTo>
                    <a:pt x="269" y="3303"/>
                    <a:pt x="348" y="3166"/>
                    <a:pt x="475" y="3091"/>
                  </a:cubicBezTo>
                  <a:lnTo>
                    <a:pt x="2440" y="1929"/>
                  </a:lnTo>
                  <a:cubicBezTo>
                    <a:pt x="2819" y="1704"/>
                    <a:pt x="3056" y="1291"/>
                    <a:pt x="3056" y="850"/>
                  </a:cubicBezTo>
                  <a:lnTo>
                    <a:pt x="3056" y="135"/>
                  </a:lnTo>
                  <a:cubicBezTo>
                    <a:pt x="3056" y="61"/>
                    <a:pt x="2995" y="0"/>
                    <a:pt x="2920"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3074;p80">
              <a:extLst>
                <a:ext uri="{FF2B5EF4-FFF2-40B4-BE49-F238E27FC236}">
                  <a16:creationId xmlns:a16="http://schemas.microsoft.com/office/drawing/2014/main" id="{BE86DCFB-08CF-A9A7-DB7C-5B81A2247F81}"/>
                </a:ext>
              </a:extLst>
            </p:cNvPr>
            <p:cNvSpPr/>
            <p:nvPr/>
          </p:nvSpPr>
          <p:spPr>
            <a:xfrm>
              <a:off x="8202131" y="2988070"/>
              <a:ext cx="18996" cy="18996"/>
            </a:xfrm>
            <a:custGeom>
              <a:avLst/>
              <a:gdLst/>
              <a:ahLst/>
              <a:cxnLst/>
              <a:rect l="l" t="t" r="r" b="b"/>
              <a:pathLst>
                <a:path w="464" h="464" extrusionOk="0">
                  <a:moveTo>
                    <a:pt x="279" y="1"/>
                  </a:moveTo>
                  <a:cubicBezTo>
                    <a:pt x="126" y="1"/>
                    <a:pt x="0" y="125"/>
                    <a:pt x="0" y="279"/>
                  </a:cubicBezTo>
                  <a:cubicBezTo>
                    <a:pt x="0" y="307"/>
                    <a:pt x="4" y="334"/>
                    <a:pt x="13" y="359"/>
                  </a:cubicBezTo>
                  <a:cubicBezTo>
                    <a:pt x="94" y="442"/>
                    <a:pt x="157" y="464"/>
                    <a:pt x="185" y="464"/>
                  </a:cubicBezTo>
                  <a:cubicBezTo>
                    <a:pt x="338" y="464"/>
                    <a:pt x="463" y="338"/>
                    <a:pt x="463" y="185"/>
                  </a:cubicBezTo>
                  <a:cubicBezTo>
                    <a:pt x="463" y="158"/>
                    <a:pt x="454" y="107"/>
                    <a:pt x="359" y="12"/>
                  </a:cubicBezTo>
                  <a:cubicBezTo>
                    <a:pt x="335" y="5"/>
                    <a:pt x="306" y="1"/>
                    <a:pt x="2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3075;p80">
              <a:extLst>
                <a:ext uri="{FF2B5EF4-FFF2-40B4-BE49-F238E27FC236}">
                  <a16:creationId xmlns:a16="http://schemas.microsoft.com/office/drawing/2014/main" id="{2D941045-BE05-C092-3CFA-050B3F2A9EFB}"/>
                </a:ext>
              </a:extLst>
            </p:cNvPr>
            <p:cNvSpPr/>
            <p:nvPr/>
          </p:nvSpPr>
          <p:spPr>
            <a:xfrm>
              <a:off x="8202540" y="2988561"/>
              <a:ext cx="22394" cy="22271"/>
            </a:xfrm>
            <a:custGeom>
              <a:avLst/>
              <a:gdLst/>
              <a:ahLst/>
              <a:cxnLst/>
              <a:rect l="l" t="t" r="r" b="b"/>
              <a:pathLst>
                <a:path w="547" h="544" extrusionOk="0">
                  <a:moveTo>
                    <a:pt x="348" y="0"/>
                  </a:moveTo>
                  <a:cubicBezTo>
                    <a:pt x="356" y="26"/>
                    <a:pt x="359" y="53"/>
                    <a:pt x="359" y="81"/>
                  </a:cubicBezTo>
                  <a:cubicBezTo>
                    <a:pt x="359" y="234"/>
                    <a:pt x="236" y="359"/>
                    <a:pt x="82" y="359"/>
                  </a:cubicBezTo>
                  <a:cubicBezTo>
                    <a:pt x="53" y="359"/>
                    <a:pt x="26" y="356"/>
                    <a:pt x="1" y="347"/>
                  </a:cubicBezTo>
                  <a:lnTo>
                    <a:pt x="1" y="347"/>
                  </a:lnTo>
                  <a:cubicBezTo>
                    <a:pt x="36" y="461"/>
                    <a:pt x="141" y="544"/>
                    <a:pt x="267" y="544"/>
                  </a:cubicBezTo>
                  <a:cubicBezTo>
                    <a:pt x="420" y="544"/>
                    <a:pt x="544" y="420"/>
                    <a:pt x="544" y="266"/>
                  </a:cubicBezTo>
                  <a:cubicBezTo>
                    <a:pt x="546" y="141"/>
                    <a:pt x="463" y="35"/>
                    <a:pt x="3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3076;p80">
              <a:extLst>
                <a:ext uri="{FF2B5EF4-FFF2-40B4-BE49-F238E27FC236}">
                  <a16:creationId xmlns:a16="http://schemas.microsoft.com/office/drawing/2014/main" id="{49D73B94-28F8-644A-7DDF-1987958DF0EB}"/>
                </a:ext>
              </a:extLst>
            </p:cNvPr>
            <p:cNvSpPr/>
            <p:nvPr/>
          </p:nvSpPr>
          <p:spPr>
            <a:xfrm>
              <a:off x="8247615" y="2988070"/>
              <a:ext cx="18996" cy="18996"/>
            </a:xfrm>
            <a:custGeom>
              <a:avLst/>
              <a:gdLst/>
              <a:ahLst/>
              <a:cxnLst/>
              <a:rect l="l" t="t" r="r" b="b"/>
              <a:pathLst>
                <a:path w="464" h="464" extrusionOk="0">
                  <a:moveTo>
                    <a:pt x="279" y="1"/>
                  </a:moveTo>
                  <a:cubicBezTo>
                    <a:pt x="126" y="1"/>
                    <a:pt x="0" y="125"/>
                    <a:pt x="0" y="279"/>
                  </a:cubicBezTo>
                  <a:cubicBezTo>
                    <a:pt x="0" y="307"/>
                    <a:pt x="4" y="334"/>
                    <a:pt x="12" y="359"/>
                  </a:cubicBezTo>
                  <a:cubicBezTo>
                    <a:pt x="94" y="442"/>
                    <a:pt x="157" y="464"/>
                    <a:pt x="185" y="464"/>
                  </a:cubicBezTo>
                  <a:cubicBezTo>
                    <a:pt x="339" y="464"/>
                    <a:pt x="463" y="338"/>
                    <a:pt x="463" y="185"/>
                  </a:cubicBezTo>
                  <a:cubicBezTo>
                    <a:pt x="463" y="158"/>
                    <a:pt x="454" y="107"/>
                    <a:pt x="359" y="12"/>
                  </a:cubicBezTo>
                  <a:cubicBezTo>
                    <a:pt x="334" y="5"/>
                    <a:pt x="306" y="1"/>
                    <a:pt x="2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3077;p80">
              <a:extLst>
                <a:ext uri="{FF2B5EF4-FFF2-40B4-BE49-F238E27FC236}">
                  <a16:creationId xmlns:a16="http://schemas.microsoft.com/office/drawing/2014/main" id="{AAA8ADAC-98AE-3FEA-B6F2-00BE2DA944B1}"/>
                </a:ext>
              </a:extLst>
            </p:cNvPr>
            <p:cNvSpPr/>
            <p:nvPr/>
          </p:nvSpPr>
          <p:spPr>
            <a:xfrm>
              <a:off x="8248066" y="2988561"/>
              <a:ext cx="22312" cy="22271"/>
            </a:xfrm>
            <a:custGeom>
              <a:avLst/>
              <a:gdLst/>
              <a:ahLst/>
              <a:cxnLst/>
              <a:rect l="l" t="t" r="r" b="b"/>
              <a:pathLst>
                <a:path w="545" h="544" extrusionOk="0">
                  <a:moveTo>
                    <a:pt x="348" y="0"/>
                  </a:moveTo>
                  <a:lnTo>
                    <a:pt x="348" y="0"/>
                  </a:lnTo>
                  <a:cubicBezTo>
                    <a:pt x="355" y="26"/>
                    <a:pt x="359" y="53"/>
                    <a:pt x="359" y="81"/>
                  </a:cubicBezTo>
                  <a:cubicBezTo>
                    <a:pt x="359" y="234"/>
                    <a:pt x="236" y="359"/>
                    <a:pt x="81" y="359"/>
                  </a:cubicBezTo>
                  <a:cubicBezTo>
                    <a:pt x="54" y="359"/>
                    <a:pt x="26" y="356"/>
                    <a:pt x="1" y="347"/>
                  </a:cubicBezTo>
                  <a:lnTo>
                    <a:pt x="1" y="347"/>
                  </a:lnTo>
                  <a:cubicBezTo>
                    <a:pt x="36" y="461"/>
                    <a:pt x="141" y="544"/>
                    <a:pt x="266" y="544"/>
                  </a:cubicBezTo>
                  <a:cubicBezTo>
                    <a:pt x="419" y="544"/>
                    <a:pt x="544" y="420"/>
                    <a:pt x="544" y="266"/>
                  </a:cubicBezTo>
                  <a:cubicBezTo>
                    <a:pt x="544" y="141"/>
                    <a:pt x="461" y="35"/>
                    <a:pt x="34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3078;p80">
              <a:extLst>
                <a:ext uri="{FF2B5EF4-FFF2-40B4-BE49-F238E27FC236}">
                  <a16:creationId xmlns:a16="http://schemas.microsoft.com/office/drawing/2014/main" id="{1EDCA995-1034-7B85-82CE-9318BB38712C}"/>
                </a:ext>
              </a:extLst>
            </p:cNvPr>
            <p:cNvSpPr/>
            <p:nvPr/>
          </p:nvSpPr>
          <p:spPr>
            <a:xfrm>
              <a:off x="8113496" y="2690805"/>
              <a:ext cx="139483" cy="44747"/>
            </a:xfrm>
            <a:custGeom>
              <a:avLst/>
              <a:gdLst/>
              <a:ahLst/>
              <a:cxnLst/>
              <a:rect l="l" t="t" r="r" b="b"/>
              <a:pathLst>
                <a:path w="3407" h="1093" extrusionOk="0">
                  <a:moveTo>
                    <a:pt x="138" y="1"/>
                  </a:moveTo>
                  <a:cubicBezTo>
                    <a:pt x="62" y="1"/>
                    <a:pt x="0" y="62"/>
                    <a:pt x="0" y="139"/>
                  </a:cubicBezTo>
                  <a:lnTo>
                    <a:pt x="0" y="963"/>
                  </a:lnTo>
                  <a:lnTo>
                    <a:pt x="3407" y="1093"/>
                  </a:lnTo>
                  <a:lnTo>
                    <a:pt x="327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3079;p80">
              <a:extLst>
                <a:ext uri="{FF2B5EF4-FFF2-40B4-BE49-F238E27FC236}">
                  <a16:creationId xmlns:a16="http://schemas.microsoft.com/office/drawing/2014/main" id="{AFB84684-5469-9687-84B4-73D17A5260F0}"/>
                </a:ext>
              </a:extLst>
            </p:cNvPr>
            <p:cNvSpPr/>
            <p:nvPr/>
          </p:nvSpPr>
          <p:spPr>
            <a:xfrm>
              <a:off x="8113455" y="2690805"/>
              <a:ext cx="145624" cy="50807"/>
            </a:xfrm>
            <a:custGeom>
              <a:avLst/>
              <a:gdLst/>
              <a:ahLst/>
              <a:cxnLst/>
              <a:rect l="l" t="t" r="r" b="b"/>
              <a:pathLst>
                <a:path w="3557" h="1241" extrusionOk="0">
                  <a:moveTo>
                    <a:pt x="3289" y="1"/>
                  </a:moveTo>
                  <a:lnTo>
                    <a:pt x="3289" y="971"/>
                  </a:lnTo>
                  <a:lnTo>
                    <a:pt x="0" y="971"/>
                  </a:lnTo>
                  <a:lnTo>
                    <a:pt x="0" y="1101"/>
                  </a:lnTo>
                  <a:cubicBezTo>
                    <a:pt x="0" y="1178"/>
                    <a:pt x="61" y="1240"/>
                    <a:pt x="138" y="1240"/>
                  </a:cubicBezTo>
                  <a:lnTo>
                    <a:pt x="3419" y="1240"/>
                  </a:lnTo>
                  <a:cubicBezTo>
                    <a:pt x="3495" y="1240"/>
                    <a:pt x="3557" y="1178"/>
                    <a:pt x="3557" y="1101"/>
                  </a:cubicBezTo>
                  <a:lnTo>
                    <a:pt x="3557" y="139"/>
                  </a:lnTo>
                  <a:cubicBezTo>
                    <a:pt x="3557" y="62"/>
                    <a:pt x="3495" y="1"/>
                    <a:pt x="341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3080;p80">
              <a:extLst>
                <a:ext uri="{FF2B5EF4-FFF2-40B4-BE49-F238E27FC236}">
                  <a16:creationId xmlns:a16="http://schemas.microsoft.com/office/drawing/2014/main" id="{A718CA43-120B-EF27-AC88-765224B6F18B}"/>
                </a:ext>
              </a:extLst>
            </p:cNvPr>
            <p:cNvSpPr/>
            <p:nvPr/>
          </p:nvSpPr>
          <p:spPr>
            <a:xfrm>
              <a:off x="8127825" y="2817350"/>
              <a:ext cx="119913" cy="110825"/>
            </a:xfrm>
            <a:custGeom>
              <a:avLst/>
              <a:gdLst/>
              <a:ahLst/>
              <a:cxnLst/>
              <a:rect l="l" t="t" r="r" b="b"/>
              <a:pathLst>
                <a:path w="2929" h="2707" extrusionOk="0">
                  <a:moveTo>
                    <a:pt x="1149" y="1"/>
                  </a:moveTo>
                  <a:cubicBezTo>
                    <a:pt x="495" y="130"/>
                    <a:pt x="0" y="706"/>
                    <a:pt x="0" y="1400"/>
                  </a:cubicBezTo>
                  <a:cubicBezTo>
                    <a:pt x="0" y="1723"/>
                    <a:pt x="109" y="2021"/>
                    <a:pt x="290" y="2260"/>
                  </a:cubicBezTo>
                  <a:cubicBezTo>
                    <a:pt x="450" y="2421"/>
                    <a:pt x="726" y="2707"/>
                    <a:pt x="1227" y="2707"/>
                  </a:cubicBezTo>
                  <a:cubicBezTo>
                    <a:pt x="1368" y="2707"/>
                    <a:pt x="1526" y="2684"/>
                    <a:pt x="1704" y="2630"/>
                  </a:cubicBezTo>
                  <a:cubicBezTo>
                    <a:pt x="2926" y="2259"/>
                    <a:pt x="2928" y="904"/>
                    <a:pt x="2287" y="262"/>
                  </a:cubicBezTo>
                  <a:cubicBezTo>
                    <a:pt x="2118" y="134"/>
                    <a:pt x="1920" y="43"/>
                    <a:pt x="17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3081;p80">
              <a:extLst>
                <a:ext uri="{FF2B5EF4-FFF2-40B4-BE49-F238E27FC236}">
                  <a16:creationId xmlns:a16="http://schemas.microsoft.com/office/drawing/2014/main" id="{13C8C0FB-5380-733C-347B-8A936C0D983B}"/>
                </a:ext>
              </a:extLst>
            </p:cNvPr>
            <p:cNvSpPr/>
            <p:nvPr/>
          </p:nvSpPr>
          <p:spPr>
            <a:xfrm>
              <a:off x="8139656" y="2828240"/>
              <a:ext cx="105011" cy="103906"/>
            </a:xfrm>
            <a:custGeom>
              <a:avLst/>
              <a:gdLst/>
              <a:ahLst/>
              <a:cxnLst/>
              <a:rect l="l" t="t" r="r" b="b"/>
              <a:pathLst>
                <a:path w="2565" h="2538" extrusionOk="0">
                  <a:moveTo>
                    <a:pt x="1998" y="1"/>
                  </a:moveTo>
                  <a:lnTo>
                    <a:pt x="1998" y="1"/>
                  </a:lnTo>
                  <a:cubicBezTo>
                    <a:pt x="2178" y="239"/>
                    <a:pt x="2286" y="538"/>
                    <a:pt x="2286" y="861"/>
                  </a:cubicBezTo>
                  <a:cubicBezTo>
                    <a:pt x="2286" y="1452"/>
                    <a:pt x="1927" y="1958"/>
                    <a:pt x="1415" y="2174"/>
                  </a:cubicBezTo>
                  <a:lnTo>
                    <a:pt x="860" y="2286"/>
                  </a:lnTo>
                  <a:cubicBezTo>
                    <a:pt x="538" y="2286"/>
                    <a:pt x="239" y="2178"/>
                    <a:pt x="1" y="1998"/>
                  </a:cubicBezTo>
                  <a:lnTo>
                    <a:pt x="1" y="1998"/>
                  </a:lnTo>
                  <a:cubicBezTo>
                    <a:pt x="207" y="2270"/>
                    <a:pt x="511" y="2468"/>
                    <a:pt x="860" y="2537"/>
                  </a:cubicBezTo>
                  <a:lnTo>
                    <a:pt x="1415" y="2537"/>
                  </a:lnTo>
                  <a:cubicBezTo>
                    <a:pt x="2070" y="2407"/>
                    <a:pt x="2564" y="1831"/>
                    <a:pt x="2564" y="1138"/>
                  </a:cubicBezTo>
                  <a:cubicBezTo>
                    <a:pt x="2563" y="675"/>
                    <a:pt x="2342" y="262"/>
                    <a:pt x="199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3082;p80">
              <a:extLst>
                <a:ext uri="{FF2B5EF4-FFF2-40B4-BE49-F238E27FC236}">
                  <a16:creationId xmlns:a16="http://schemas.microsoft.com/office/drawing/2014/main" id="{8A8EA8D5-5A7E-033B-B232-C491DA8C86C5}"/>
                </a:ext>
              </a:extLst>
            </p:cNvPr>
            <p:cNvSpPr/>
            <p:nvPr/>
          </p:nvSpPr>
          <p:spPr>
            <a:xfrm>
              <a:off x="8174455" y="2816327"/>
              <a:ext cx="22845" cy="107345"/>
            </a:xfrm>
            <a:custGeom>
              <a:avLst/>
              <a:gdLst/>
              <a:ahLst/>
              <a:cxnLst/>
              <a:rect l="l" t="t" r="r" b="b"/>
              <a:pathLst>
                <a:path w="558" h="2622" extrusionOk="0">
                  <a:moveTo>
                    <a:pt x="279" y="1"/>
                  </a:moveTo>
                  <a:cubicBezTo>
                    <a:pt x="185" y="1"/>
                    <a:pt x="91" y="10"/>
                    <a:pt x="1" y="28"/>
                  </a:cubicBezTo>
                  <a:lnTo>
                    <a:pt x="1" y="2582"/>
                  </a:lnTo>
                  <a:cubicBezTo>
                    <a:pt x="70" y="2609"/>
                    <a:pt x="139" y="2622"/>
                    <a:pt x="205" y="2622"/>
                  </a:cubicBezTo>
                  <a:cubicBezTo>
                    <a:pt x="345" y="2622"/>
                    <a:pt x="473" y="2566"/>
                    <a:pt x="558" y="2471"/>
                  </a:cubicBezTo>
                  <a:lnTo>
                    <a:pt x="558" y="28"/>
                  </a:lnTo>
                  <a:cubicBezTo>
                    <a:pt x="468" y="10"/>
                    <a:pt x="375" y="1"/>
                    <a:pt x="27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3083;p80">
              <a:extLst>
                <a:ext uri="{FF2B5EF4-FFF2-40B4-BE49-F238E27FC236}">
                  <a16:creationId xmlns:a16="http://schemas.microsoft.com/office/drawing/2014/main" id="{C934FB2D-0EF0-567A-0D44-19460C465596}"/>
                </a:ext>
              </a:extLst>
            </p:cNvPr>
            <p:cNvSpPr/>
            <p:nvPr/>
          </p:nvSpPr>
          <p:spPr>
            <a:xfrm>
              <a:off x="8174455" y="2917244"/>
              <a:ext cx="22845" cy="16048"/>
            </a:xfrm>
            <a:custGeom>
              <a:avLst/>
              <a:gdLst/>
              <a:ahLst/>
              <a:cxnLst/>
              <a:rect l="l" t="t" r="r" b="b"/>
              <a:pathLst>
                <a:path w="558" h="392" extrusionOk="0">
                  <a:moveTo>
                    <a:pt x="558" y="0"/>
                  </a:moveTo>
                  <a:cubicBezTo>
                    <a:pt x="388" y="74"/>
                    <a:pt x="199" y="114"/>
                    <a:pt x="1" y="114"/>
                  </a:cubicBezTo>
                  <a:lnTo>
                    <a:pt x="1" y="364"/>
                  </a:lnTo>
                  <a:cubicBezTo>
                    <a:pt x="91" y="381"/>
                    <a:pt x="185" y="392"/>
                    <a:pt x="279" y="392"/>
                  </a:cubicBezTo>
                  <a:cubicBezTo>
                    <a:pt x="374" y="392"/>
                    <a:pt x="468" y="383"/>
                    <a:pt x="558" y="364"/>
                  </a:cubicBezTo>
                  <a:lnTo>
                    <a:pt x="55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3084;p80">
              <a:extLst>
                <a:ext uri="{FF2B5EF4-FFF2-40B4-BE49-F238E27FC236}">
                  <a16:creationId xmlns:a16="http://schemas.microsoft.com/office/drawing/2014/main" id="{FF4511F4-B8C1-EC73-3CF9-5E39FA269FE1}"/>
                </a:ext>
              </a:extLst>
            </p:cNvPr>
            <p:cNvSpPr/>
            <p:nvPr/>
          </p:nvSpPr>
          <p:spPr>
            <a:xfrm>
              <a:off x="8361387" y="2679915"/>
              <a:ext cx="16949" cy="169655"/>
            </a:xfrm>
            <a:custGeom>
              <a:avLst/>
              <a:gdLst/>
              <a:ahLst/>
              <a:cxnLst/>
              <a:rect l="l" t="t" r="r" b="b"/>
              <a:pathLst>
                <a:path w="414" h="4144" extrusionOk="0">
                  <a:moveTo>
                    <a:pt x="282" y="1"/>
                  </a:moveTo>
                  <a:cubicBezTo>
                    <a:pt x="127" y="1"/>
                    <a:pt x="0" y="483"/>
                    <a:pt x="0" y="1077"/>
                  </a:cubicBezTo>
                  <a:lnTo>
                    <a:pt x="0" y="3910"/>
                  </a:lnTo>
                  <a:cubicBezTo>
                    <a:pt x="0" y="4010"/>
                    <a:pt x="27" y="4088"/>
                    <a:pt x="70" y="4144"/>
                  </a:cubicBezTo>
                  <a:cubicBezTo>
                    <a:pt x="232" y="4144"/>
                    <a:pt x="414" y="4055"/>
                    <a:pt x="414" y="3817"/>
                  </a:cubicBezTo>
                  <a:cubicBezTo>
                    <a:pt x="414" y="3596"/>
                    <a:pt x="409" y="1228"/>
                    <a:pt x="409" y="115"/>
                  </a:cubicBezTo>
                  <a:cubicBezTo>
                    <a:pt x="371" y="42"/>
                    <a:pt x="328" y="1"/>
                    <a:pt x="2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3085;p80">
              <a:extLst>
                <a:ext uri="{FF2B5EF4-FFF2-40B4-BE49-F238E27FC236}">
                  <a16:creationId xmlns:a16="http://schemas.microsoft.com/office/drawing/2014/main" id="{673874DD-151E-5B08-EBCE-CD5E0EA1415C}"/>
                </a:ext>
              </a:extLst>
            </p:cNvPr>
            <p:cNvSpPr/>
            <p:nvPr/>
          </p:nvSpPr>
          <p:spPr>
            <a:xfrm>
              <a:off x="8364867" y="2684582"/>
              <a:ext cx="19365" cy="169164"/>
            </a:xfrm>
            <a:custGeom>
              <a:avLst/>
              <a:gdLst/>
              <a:ahLst/>
              <a:cxnLst/>
              <a:rect l="l" t="t" r="r" b="b"/>
              <a:pathLst>
                <a:path w="473" h="4132" extrusionOk="0">
                  <a:moveTo>
                    <a:pt x="324" y="1"/>
                  </a:moveTo>
                  <a:cubicBezTo>
                    <a:pt x="276" y="182"/>
                    <a:pt x="203" y="466"/>
                    <a:pt x="203" y="962"/>
                  </a:cubicBezTo>
                  <a:lnTo>
                    <a:pt x="203" y="3703"/>
                  </a:lnTo>
                  <a:cubicBezTo>
                    <a:pt x="203" y="3889"/>
                    <a:pt x="117" y="3999"/>
                    <a:pt x="1" y="4030"/>
                  </a:cubicBezTo>
                  <a:cubicBezTo>
                    <a:pt x="49" y="4096"/>
                    <a:pt x="122" y="4131"/>
                    <a:pt x="203" y="4131"/>
                  </a:cubicBezTo>
                  <a:cubicBezTo>
                    <a:pt x="353" y="4131"/>
                    <a:pt x="472" y="4016"/>
                    <a:pt x="472" y="3796"/>
                  </a:cubicBezTo>
                  <a:lnTo>
                    <a:pt x="472" y="963"/>
                  </a:lnTo>
                  <a:cubicBezTo>
                    <a:pt x="472" y="541"/>
                    <a:pt x="412" y="177"/>
                    <a:pt x="3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3086;p80">
              <a:extLst>
                <a:ext uri="{FF2B5EF4-FFF2-40B4-BE49-F238E27FC236}">
                  <a16:creationId xmlns:a16="http://schemas.microsoft.com/office/drawing/2014/main" id="{D588BF14-E008-674F-0D94-A3FD20221005}"/>
                </a:ext>
              </a:extLst>
            </p:cNvPr>
            <p:cNvSpPr/>
            <p:nvPr/>
          </p:nvSpPr>
          <p:spPr>
            <a:xfrm>
              <a:off x="8315739" y="2679915"/>
              <a:ext cx="16990" cy="169655"/>
            </a:xfrm>
            <a:custGeom>
              <a:avLst/>
              <a:gdLst/>
              <a:ahLst/>
              <a:cxnLst/>
              <a:rect l="l" t="t" r="r" b="b"/>
              <a:pathLst>
                <a:path w="415" h="4144" extrusionOk="0">
                  <a:moveTo>
                    <a:pt x="283" y="1"/>
                  </a:moveTo>
                  <a:cubicBezTo>
                    <a:pt x="127" y="1"/>
                    <a:pt x="0" y="483"/>
                    <a:pt x="0" y="1077"/>
                  </a:cubicBezTo>
                  <a:lnTo>
                    <a:pt x="0" y="3910"/>
                  </a:lnTo>
                  <a:cubicBezTo>
                    <a:pt x="0" y="4010"/>
                    <a:pt x="26" y="4088"/>
                    <a:pt x="71" y="4144"/>
                  </a:cubicBezTo>
                  <a:cubicBezTo>
                    <a:pt x="232" y="4144"/>
                    <a:pt x="415" y="4055"/>
                    <a:pt x="415" y="3817"/>
                  </a:cubicBezTo>
                  <a:cubicBezTo>
                    <a:pt x="415" y="3596"/>
                    <a:pt x="409" y="1228"/>
                    <a:pt x="409" y="115"/>
                  </a:cubicBezTo>
                  <a:cubicBezTo>
                    <a:pt x="371" y="42"/>
                    <a:pt x="329" y="1"/>
                    <a:pt x="2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3087;p80">
              <a:extLst>
                <a:ext uri="{FF2B5EF4-FFF2-40B4-BE49-F238E27FC236}">
                  <a16:creationId xmlns:a16="http://schemas.microsoft.com/office/drawing/2014/main" id="{5F494BEF-CF5F-ED29-E701-A465E29B2F77}"/>
                </a:ext>
              </a:extLst>
            </p:cNvPr>
            <p:cNvSpPr/>
            <p:nvPr/>
          </p:nvSpPr>
          <p:spPr>
            <a:xfrm>
              <a:off x="8319260" y="2684582"/>
              <a:ext cx="19365" cy="169164"/>
            </a:xfrm>
            <a:custGeom>
              <a:avLst/>
              <a:gdLst/>
              <a:ahLst/>
              <a:cxnLst/>
              <a:rect l="l" t="t" r="r" b="b"/>
              <a:pathLst>
                <a:path w="473" h="4132" extrusionOk="0">
                  <a:moveTo>
                    <a:pt x="323" y="1"/>
                  </a:moveTo>
                  <a:cubicBezTo>
                    <a:pt x="276" y="182"/>
                    <a:pt x="203" y="466"/>
                    <a:pt x="203" y="962"/>
                  </a:cubicBezTo>
                  <a:lnTo>
                    <a:pt x="203" y="3703"/>
                  </a:lnTo>
                  <a:cubicBezTo>
                    <a:pt x="203" y="3889"/>
                    <a:pt x="117" y="3999"/>
                    <a:pt x="1" y="4030"/>
                  </a:cubicBezTo>
                  <a:cubicBezTo>
                    <a:pt x="49" y="4096"/>
                    <a:pt x="122" y="4131"/>
                    <a:pt x="203" y="4131"/>
                  </a:cubicBezTo>
                  <a:cubicBezTo>
                    <a:pt x="352" y="4131"/>
                    <a:pt x="472" y="4016"/>
                    <a:pt x="472" y="3796"/>
                  </a:cubicBezTo>
                  <a:lnTo>
                    <a:pt x="472" y="963"/>
                  </a:lnTo>
                  <a:cubicBezTo>
                    <a:pt x="472" y="541"/>
                    <a:pt x="412" y="177"/>
                    <a:pt x="3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 name="Google Shape;3112;p80">
            <a:extLst>
              <a:ext uri="{FF2B5EF4-FFF2-40B4-BE49-F238E27FC236}">
                <a16:creationId xmlns:a16="http://schemas.microsoft.com/office/drawing/2014/main" id="{8AB2FA40-5DE5-B1D2-F11B-6FC2A218D928}"/>
              </a:ext>
            </a:extLst>
          </p:cNvPr>
          <p:cNvGrpSpPr/>
          <p:nvPr/>
        </p:nvGrpSpPr>
        <p:grpSpPr>
          <a:xfrm>
            <a:off x="1039246" y="3429000"/>
            <a:ext cx="1521073" cy="749105"/>
            <a:chOff x="7236725" y="1530442"/>
            <a:chExt cx="381643" cy="199132"/>
          </a:xfrm>
        </p:grpSpPr>
        <p:sp>
          <p:nvSpPr>
            <p:cNvPr id="108" name="Google Shape;3113;p80">
              <a:extLst>
                <a:ext uri="{FF2B5EF4-FFF2-40B4-BE49-F238E27FC236}">
                  <a16:creationId xmlns:a16="http://schemas.microsoft.com/office/drawing/2014/main" id="{BB029BF2-EBC9-3150-90C6-543E14F6CB10}"/>
                </a:ext>
              </a:extLst>
            </p:cNvPr>
            <p:cNvSpPr/>
            <p:nvPr/>
          </p:nvSpPr>
          <p:spPr>
            <a:xfrm>
              <a:off x="7273366" y="1530442"/>
              <a:ext cx="321379" cy="158069"/>
            </a:xfrm>
            <a:custGeom>
              <a:avLst/>
              <a:gdLst/>
              <a:ahLst/>
              <a:cxnLst/>
              <a:rect l="l" t="t" r="r" b="b"/>
              <a:pathLst>
                <a:path w="7850" h="3861" extrusionOk="0">
                  <a:moveTo>
                    <a:pt x="3989" y="0"/>
                  </a:moveTo>
                  <a:cubicBezTo>
                    <a:pt x="2574" y="0"/>
                    <a:pt x="1389" y="476"/>
                    <a:pt x="791" y="835"/>
                  </a:cubicBezTo>
                  <a:cubicBezTo>
                    <a:pt x="658" y="914"/>
                    <a:pt x="566" y="1046"/>
                    <a:pt x="534" y="1198"/>
                  </a:cubicBezTo>
                  <a:lnTo>
                    <a:pt x="0" y="3768"/>
                  </a:lnTo>
                  <a:lnTo>
                    <a:pt x="7850" y="3861"/>
                  </a:lnTo>
                  <a:cubicBezTo>
                    <a:pt x="7850" y="2770"/>
                    <a:pt x="7586" y="1768"/>
                    <a:pt x="6776" y="959"/>
                  </a:cubicBezTo>
                  <a:cubicBezTo>
                    <a:pt x="6106" y="361"/>
                    <a:pt x="5174" y="0"/>
                    <a:pt x="39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3114;p80">
              <a:extLst>
                <a:ext uri="{FF2B5EF4-FFF2-40B4-BE49-F238E27FC236}">
                  <a16:creationId xmlns:a16="http://schemas.microsoft.com/office/drawing/2014/main" id="{E5EDF4FA-B005-3534-4657-FD8835135AD7}"/>
                </a:ext>
              </a:extLst>
            </p:cNvPr>
            <p:cNvSpPr/>
            <p:nvPr/>
          </p:nvSpPr>
          <p:spPr>
            <a:xfrm>
              <a:off x="7270541" y="1569335"/>
              <a:ext cx="332433" cy="142062"/>
            </a:xfrm>
            <a:custGeom>
              <a:avLst/>
              <a:gdLst/>
              <a:ahLst/>
              <a:cxnLst/>
              <a:rect l="l" t="t" r="r" b="b"/>
              <a:pathLst>
                <a:path w="8120" h="3470" extrusionOk="0">
                  <a:moveTo>
                    <a:pt x="6854" y="1"/>
                  </a:moveTo>
                  <a:lnTo>
                    <a:pt x="6854" y="1"/>
                  </a:lnTo>
                  <a:cubicBezTo>
                    <a:pt x="7506" y="730"/>
                    <a:pt x="7839" y="1725"/>
                    <a:pt x="7839" y="2819"/>
                  </a:cubicBezTo>
                  <a:lnTo>
                    <a:pt x="7138" y="2819"/>
                  </a:lnTo>
                  <a:lnTo>
                    <a:pt x="6784" y="2439"/>
                  </a:lnTo>
                  <a:cubicBezTo>
                    <a:pt x="6678" y="2327"/>
                    <a:pt x="6531" y="2263"/>
                    <a:pt x="6377" y="2263"/>
                  </a:cubicBezTo>
                  <a:lnTo>
                    <a:pt x="5493" y="2263"/>
                  </a:lnTo>
                  <a:cubicBezTo>
                    <a:pt x="5351" y="2263"/>
                    <a:pt x="5217" y="2316"/>
                    <a:pt x="5112" y="2413"/>
                  </a:cubicBezTo>
                  <a:lnTo>
                    <a:pt x="4679" y="2819"/>
                  </a:lnTo>
                  <a:lnTo>
                    <a:pt x="3896" y="2819"/>
                  </a:lnTo>
                  <a:lnTo>
                    <a:pt x="3541" y="2439"/>
                  </a:lnTo>
                  <a:cubicBezTo>
                    <a:pt x="3436" y="2327"/>
                    <a:pt x="3289" y="2263"/>
                    <a:pt x="3135" y="2263"/>
                  </a:cubicBezTo>
                  <a:lnTo>
                    <a:pt x="2252" y="2263"/>
                  </a:lnTo>
                  <a:cubicBezTo>
                    <a:pt x="2110" y="2263"/>
                    <a:pt x="1975" y="2316"/>
                    <a:pt x="1870" y="2413"/>
                  </a:cubicBezTo>
                  <a:lnTo>
                    <a:pt x="1436" y="2819"/>
                  </a:lnTo>
                  <a:lnTo>
                    <a:pt x="59" y="2819"/>
                  </a:lnTo>
                  <a:lnTo>
                    <a:pt x="1" y="3097"/>
                  </a:lnTo>
                  <a:lnTo>
                    <a:pt x="4059" y="3470"/>
                  </a:lnTo>
                  <a:lnTo>
                    <a:pt x="8119" y="3097"/>
                  </a:lnTo>
                  <a:cubicBezTo>
                    <a:pt x="8116" y="1857"/>
                    <a:pt x="7688" y="745"/>
                    <a:pt x="6854"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3115;p80">
              <a:extLst>
                <a:ext uri="{FF2B5EF4-FFF2-40B4-BE49-F238E27FC236}">
                  <a16:creationId xmlns:a16="http://schemas.microsoft.com/office/drawing/2014/main" id="{B41100E0-2BD4-04BF-FCBE-8B6862FEF3EA}"/>
                </a:ext>
              </a:extLst>
            </p:cNvPr>
            <p:cNvSpPr/>
            <p:nvPr/>
          </p:nvSpPr>
          <p:spPr>
            <a:xfrm>
              <a:off x="7236725" y="1672914"/>
              <a:ext cx="369320" cy="50274"/>
            </a:xfrm>
            <a:custGeom>
              <a:avLst/>
              <a:gdLst/>
              <a:ahLst/>
              <a:cxnLst/>
              <a:rect l="l" t="t" r="r" b="b"/>
              <a:pathLst>
                <a:path w="9021" h="1228" extrusionOk="0">
                  <a:moveTo>
                    <a:pt x="3081" y="1"/>
                  </a:moveTo>
                  <a:cubicBezTo>
                    <a:pt x="3011" y="1"/>
                    <a:pt x="2943" y="27"/>
                    <a:pt x="2891" y="76"/>
                  </a:cubicBezTo>
                  <a:lnTo>
                    <a:pt x="2417" y="520"/>
                  </a:lnTo>
                  <a:cubicBezTo>
                    <a:pt x="2390" y="544"/>
                    <a:pt x="2357" y="558"/>
                    <a:pt x="2322" y="558"/>
                  </a:cubicBezTo>
                  <a:lnTo>
                    <a:pt x="837" y="558"/>
                  </a:lnTo>
                  <a:lnTo>
                    <a:pt x="222" y="763"/>
                  </a:lnTo>
                  <a:cubicBezTo>
                    <a:pt x="90" y="806"/>
                    <a:pt x="0" y="930"/>
                    <a:pt x="0" y="1070"/>
                  </a:cubicBezTo>
                  <a:cubicBezTo>
                    <a:pt x="0" y="1085"/>
                    <a:pt x="1" y="1100"/>
                    <a:pt x="5" y="1115"/>
                  </a:cubicBezTo>
                  <a:lnTo>
                    <a:pt x="8600" y="1228"/>
                  </a:lnTo>
                  <a:cubicBezTo>
                    <a:pt x="8876" y="1228"/>
                    <a:pt x="9020" y="906"/>
                    <a:pt x="8839" y="702"/>
                  </a:cubicBezTo>
                  <a:lnTo>
                    <a:pt x="8636" y="558"/>
                  </a:lnTo>
                  <a:lnTo>
                    <a:pt x="7894" y="558"/>
                  </a:lnTo>
                  <a:cubicBezTo>
                    <a:pt x="7855" y="558"/>
                    <a:pt x="7818" y="542"/>
                    <a:pt x="7792" y="514"/>
                  </a:cubicBezTo>
                  <a:lnTo>
                    <a:pt x="7396" y="88"/>
                  </a:lnTo>
                  <a:cubicBezTo>
                    <a:pt x="7344" y="32"/>
                    <a:pt x="7270" y="1"/>
                    <a:pt x="7193" y="1"/>
                  </a:cubicBezTo>
                  <a:lnTo>
                    <a:pt x="6314" y="1"/>
                  </a:lnTo>
                  <a:cubicBezTo>
                    <a:pt x="6244" y="1"/>
                    <a:pt x="6176" y="27"/>
                    <a:pt x="6124" y="76"/>
                  </a:cubicBezTo>
                  <a:lnTo>
                    <a:pt x="5649" y="520"/>
                  </a:lnTo>
                  <a:cubicBezTo>
                    <a:pt x="5623" y="544"/>
                    <a:pt x="5590" y="558"/>
                    <a:pt x="5554" y="558"/>
                  </a:cubicBezTo>
                  <a:lnTo>
                    <a:pt x="4662" y="558"/>
                  </a:lnTo>
                  <a:cubicBezTo>
                    <a:pt x="4624" y="558"/>
                    <a:pt x="4586" y="542"/>
                    <a:pt x="4559" y="514"/>
                  </a:cubicBezTo>
                  <a:lnTo>
                    <a:pt x="4164" y="88"/>
                  </a:lnTo>
                  <a:cubicBezTo>
                    <a:pt x="4111" y="32"/>
                    <a:pt x="4037" y="1"/>
                    <a:pt x="39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3116;p80">
              <a:extLst>
                <a:ext uri="{FF2B5EF4-FFF2-40B4-BE49-F238E27FC236}">
                  <a16:creationId xmlns:a16="http://schemas.microsoft.com/office/drawing/2014/main" id="{1DDDAC26-DDFF-2725-B33E-A1FADF851F87}"/>
                </a:ext>
              </a:extLst>
            </p:cNvPr>
            <p:cNvSpPr/>
            <p:nvPr/>
          </p:nvSpPr>
          <p:spPr>
            <a:xfrm>
              <a:off x="7237257" y="1695676"/>
              <a:ext cx="381110" cy="33898"/>
            </a:xfrm>
            <a:custGeom>
              <a:avLst/>
              <a:gdLst/>
              <a:ahLst/>
              <a:cxnLst/>
              <a:rect l="l" t="t" r="r" b="b"/>
              <a:pathLst>
                <a:path w="9309" h="828" extrusionOk="0">
                  <a:moveTo>
                    <a:pt x="8625" y="1"/>
                  </a:moveTo>
                  <a:lnTo>
                    <a:pt x="8732" y="122"/>
                  </a:lnTo>
                  <a:cubicBezTo>
                    <a:pt x="8882" y="291"/>
                    <a:pt x="8762" y="559"/>
                    <a:pt x="8536" y="559"/>
                  </a:cubicBezTo>
                  <a:lnTo>
                    <a:pt x="0" y="559"/>
                  </a:lnTo>
                  <a:cubicBezTo>
                    <a:pt x="21" y="711"/>
                    <a:pt x="151" y="828"/>
                    <a:pt x="309" y="828"/>
                  </a:cubicBezTo>
                  <a:lnTo>
                    <a:pt x="8808" y="828"/>
                  </a:lnTo>
                  <a:cubicBezTo>
                    <a:pt x="8808" y="828"/>
                    <a:pt x="8809" y="828"/>
                    <a:pt x="8809" y="828"/>
                  </a:cubicBezTo>
                  <a:cubicBezTo>
                    <a:pt x="9135" y="828"/>
                    <a:pt x="9309" y="442"/>
                    <a:pt x="9092" y="196"/>
                  </a:cubicBezTo>
                  <a:lnTo>
                    <a:pt x="8919"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 name="Google Shape;3117;p80">
            <a:extLst>
              <a:ext uri="{FF2B5EF4-FFF2-40B4-BE49-F238E27FC236}">
                <a16:creationId xmlns:a16="http://schemas.microsoft.com/office/drawing/2014/main" id="{EACB9B8D-1C41-A7BB-303F-F85CCC746ACC}"/>
              </a:ext>
            </a:extLst>
          </p:cNvPr>
          <p:cNvGrpSpPr/>
          <p:nvPr/>
        </p:nvGrpSpPr>
        <p:grpSpPr>
          <a:xfrm>
            <a:off x="2962293" y="3172426"/>
            <a:ext cx="1314285" cy="1258898"/>
            <a:chOff x="7260634" y="3254262"/>
            <a:chExt cx="328994" cy="376320"/>
          </a:xfrm>
        </p:grpSpPr>
        <p:sp>
          <p:nvSpPr>
            <p:cNvPr id="113" name="Google Shape;3118;p80">
              <a:extLst>
                <a:ext uri="{FF2B5EF4-FFF2-40B4-BE49-F238E27FC236}">
                  <a16:creationId xmlns:a16="http://schemas.microsoft.com/office/drawing/2014/main" id="{FB166FE5-45D4-2586-DAA2-6EA5F4712C71}"/>
                </a:ext>
              </a:extLst>
            </p:cNvPr>
            <p:cNvSpPr/>
            <p:nvPr/>
          </p:nvSpPr>
          <p:spPr>
            <a:xfrm>
              <a:off x="7326260" y="3254262"/>
              <a:ext cx="193441" cy="329526"/>
            </a:xfrm>
            <a:custGeom>
              <a:avLst/>
              <a:gdLst/>
              <a:ahLst/>
              <a:cxnLst/>
              <a:rect l="l" t="t" r="r" b="b"/>
              <a:pathLst>
                <a:path w="4725" h="8049" extrusionOk="0">
                  <a:moveTo>
                    <a:pt x="2644" y="1"/>
                  </a:moveTo>
                  <a:cubicBezTo>
                    <a:pt x="2638" y="1"/>
                    <a:pt x="2633" y="1"/>
                    <a:pt x="2627" y="1"/>
                  </a:cubicBezTo>
                  <a:lnTo>
                    <a:pt x="2203" y="1"/>
                  </a:lnTo>
                  <a:cubicBezTo>
                    <a:pt x="2200" y="1"/>
                    <a:pt x="2198" y="1"/>
                    <a:pt x="2196" y="1"/>
                  </a:cubicBezTo>
                  <a:cubicBezTo>
                    <a:pt x="1940" y="1"/>
                    <a:pt x="1720" y="179"/>
                    <a:pt x="1664" y="429"/>
                  </a:cubicBezTo>
                  <a:lnTo>
                    <a:pt x="1405" y="1632"/>
                  </a:lnTo>
                  <a:lnTo>
                    <a:pt x="1405" y="2440"/>
                  </a:lnTo>
                  <a:lnTo>
                    <a:pt x="1031" y="3266"/>
                  </a:lnTo>
                  <a:lnTo>
                    <a:pt x="667" y="4900"/>
                  </a:lnTo>
                  <a:lnTo>
                    <a:pt x="667" y="5820"/>
                  </a:lnTo>
                  <a:lnTo>
                    <a:pt x="303" y="6534"/>
                  </a:lnTo>
                  <a:lnTo>
                    <a:pt x="1" y="7893"/>
                  </a:lnTo>
                  <a:lnTo>
                    <a:pt x="4724" y="8048"/>
                  </a:lnTo>
                  <a:lnTo>
                    <a:pt x="2866" y="54"/>
                  </a:lnTo>
                  <a:cubicBezTo>
                    <a:pt x="2798" y="20"/>
                    <a:pt x="2723" y="1"/>
                    <a:pt x="2644"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3119;p80">
              <a:extLst>
                <a:ext uri="{FF2B5EF4-FFF2-40B4-BE49-F238E27FC236}">
                  <a16:creationId xmlns:a16="http://schemas.microsoft.com/office/drawing/2014/main" id="{16A3E8CB-1F44-49FA-E875-7B52AB2AAC4A}"/>
                </a:ext>
              </a:extLst>
            </p:cNvPr>
            <p:cNvSpPr/>
            <p:nvPr/>
          </p:nvSpPr>
          <p:spPr>
            <a:xfrm>
              <a:off x="7323763" y="3256268"/>
              <a:ext cx="202694" cy="336076"/>
            </a:xfrm>
            <a:custGeom>
              <a:avLst/>
              <a:gdLst/>
              <a:ahLst/>
              <a:cxnLst/>
              <a:rect l="l" t="t" r="r" b="b"/>
              <a:pathLst>
                <a:path w="4951" h="8209" extrusionOk="0">
                  <a:moveTo>
                    <a:pt x="2928" y="1"/>
                  </a:moveTo>
                  <a:lnTo>
                    <a:pt x="4659" y="7763"/>
                  </a:lnTo>
                  <a:cubicBezTo>
                    <a:pt x="4668" y="7803"/>
                    <a:pt x="4637" y="7841"/>
                    <a:pt x="4595" y="7841"/>
                  </a:cubicBezTo>
                  <a:lnTo>
                    <a:pt x="63" y="7841"/>
                  </a:lnTo>
                  <a:lnTo>
                    <a:pt x="0" y="8116"/>
                  </a:lnTo>
                  <a:lnTo>
                    <a:pt x="2467" y="8209"/>
                  </a:lnTo>
                  <a:lnTo>
                    <a:pt x="4951" y="8116"/>
                  </a:lnTo>
                  <a:lnTo>
                    <a:pt x="4587" y="6481"/>
                  </a:lnTo>
                  <a:lnTo>
                    <a:pt x="4281" y="5656"/>
                  </a:lnTo>
                  <a:lnTo>
                    <a:pt x="4223" y="4848"/>
                  </a:lnTo>
                  <a:lnTo>
                    <a:pt x="3859" y="3213"/>
                  </a:lnTo>
                  <a:lnTo>
                    <a:pt x="3550" y="2379"/>
                  </a:lnTo>
                  <a:lnTo>
                    <a:pt x="3495" y="1579"/>
                  </a:lnTo>
                  <a:lnTo>
                    <a:pt x="3227" y="376"/>
                  </a:lnTo>
                  <a:cubicBezTo>
                    <a:pt x="3189" y="207"/>
                    <a:pt x="3076" y="71"/>
                    <a:pt x="292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3120;p80">
              <a:extLst>
                <a:ext uri="{FF2B5EF4-FFF2-40B4-BE49-F238E27FC236}">
                  <a16:creationId xmlns:a16="http://schemas.microsoft.com/office/drawing/2014/main" id="{F8B452C9-1C19-9CB6-F96B-18209042CCB4}"/>
                </a:ext>
              </a:extLst>
            </p:cNvPr>
            <p:cNvSpPr/>
            <p:nvPr/>
          </p:nvSpPr>
          <p:spPr>
            <a:xfrm>
              <a:off x="7338665" y="3455155"/>
              <a:ext cx="164169" cy="66978"/>
            </a:xfrm>
            <a:custGeom>
              <a:avLst/>
              <a:gdLst/>
              <a:ahLst/>
              <a:cxnLst/>
              <a:rect l="l" t="t" r="r" b="b"/>
              <a:pathLst>
                <a:path w="4010" h="1636" extrusionOk="0">
                  <a:moveTo>
                    <a:pt x="364" y="0"/>
                  </a:moveTo>
                  <a:lnTo>
                    <a:pt x="0" y="1635"/>
                  </a:lnTo>
                  <a:lnTo>
                    <a:pt x="4010" y="1635"/>
                  </a:lnTo>
                  <a:lnTo>
                    <a:pt x="3918" y="808"/>
                  </a:lnTo>
                  <a:lnTo>
                    <a:pt x="36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3121;p80">
              <a:extLst>
                <a:ext uri="{FF2B5EF4-FFF2-40B4-BE49-F238E27FC236}">
                  <a16:creationId xmlns:a16="http://schemas.microsoft.com/office/drawing/2014/main" id="{ACF1FFA1-00E4-094E-17BF-E0CEDE4AA82F}"/>
                </a:ext>
              </a:extLst>
            </p:cNvPr>
            <p:cNvSpPr/>
            <p:nvPr/>
          </p:nvSpPr>
          <p:spPr>
            <a:xfrm>
              <a:off x="7487851" y="3455155"/>
              <a:ext cx="23745" cy="66978"/>
            </a:xfrm>
            <a:custGeom>
              <a:avLst/>
              <a:gdLst/>
              <a:ahLst/>
              <a:cxnLst/>
              <a:rect l="l" t="t" r="r" b="b"/>
              <a:pathLst>
                <a:path w="580" h="1636" extrusionOk="0">
                  <a:moveTo>
                    <a:pt x="1" y="0"/>
                  </a:moveTo>
                  <a:lnTo>
                    <a:pt x="365" y="1635"/>
                  </a:lnTo>
                  <a:lnTo>
                    <a:pt x="580" y="1635"/>
                  </a:lnTo>
                  <a:lnTo>
                    <a:pt x="216"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3122;p80">
              <a:extLst>
                <a:ext uri="{FF2B5EF4-FFF2-40B4-BE49-F238E27FC236}">
                  <a16:creationId xmlns:a16="http://schemas.microsoft.com/office/drawing/2014/main" id="{B5C2D58E-17B0-478B-906B-0CF520F8333A}"/>
                </a:ext>
              </a:extLst>
            </p:cNvPr>
            <p:cNvSpPr/>
            <p:nvPr/>
          </p:nvSpPr>
          <p:spPr>
            <a:xfrm>
              <a:off x="7368551" y="3321240"/>
              <a:ext cx="104479" cy="66978"/>
            </a:xfrm>
            <a:custGeom>
              <a:avLst/>
              <a:gdLst/>
              <a:ahLst/>
              <a:cxnLst/>
              <a:rect l="l" t="t" r="r" b="b"/>
              <a:pathLst>
                <a:path w="2552" h="1636" extrusionOk="0">
                  <a:moveTo>
                    <a:pt x="364" y="0"/>
                  </a:moveTo>
                  <a:lnTo>
                    <a:pt x="0" y="1636"/>
                  </a:lnTo>
                  <a:lnTo>
                    <a:pt x="2552" y="1636"/>
                  </a:lnTo>
                  <a:lnTo>
                    <a:pt x="2459" y="799"/>
                  </a:lnTo>
                  <a:lnTo>
                    <a:pt x="21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3123;p80">
              <a:extLst>
                <a:ext uri="{FF2B5EF4-FFF2-40B4-BE49-F238E27FC236}">
                  <a16:creationId xmlns:a16="http://schemas.microsoft.com/office/drawing/2014/main" id="{6B516941-CD1E-638B-131D-C4F2D3FDAB3D}"/>
                </a:ext>
              </a:extLst>
            </p:cNvPr>
            <p:cNvSpPr/>
            <p:nvPr/>
          </p:nvSpPr>
          <p:spPr>
            <a:xfrm>
              <a:off x="7458005" y="3321240"/>
              <a:ext cx="23745" cy="66978"/>
            </a:xfrm>
            <a:custGeom>
              <a:avLst/>
              <a:gdLst/>
              <a:ahLst/>
              <a:cxnLst/>
              <a:rect l="l" t="t" r="r" b="b"/>
              <a:pathLst>
                <a:path w="580" h="1636" extrusionOk="0">
                  <a:moveTo>
                    <a:pt x="1" y="0"/>
                  </a:moveTo>
                  <a:lnTo>
                    <a:pt x="365" y="1636"/>
                  </a:lnTo>
                  <a:lnTo>
                    <a:pt x="580" y="1636"/>
                  </a:lnTo>
                  <a:lnTo>
                    <a:pt x="216"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3124;p80">
              <a:extLst>
                <a:ext uri="{FF2B5EF4-FFF2-40B4-BE49-F238E27FC236}">
                  <a16:creationId xmlns:a16="http://schemas.microsoft.com/office/drawing/2014/main" id="{01D07B05-F585-04B2-306B-6544EDC8FCB5}"/>
                </a:ext>
              </a:extLst>
            </p:cNvPr>
            <p:cNvSpPr/>
            <p:nvPr/>
          </p:nvSpPr>
          <p:spPr>
            <a:xfrm>
              <a:off x="7266734" y="3616254"/>
              <a:ext cx="11136" cy="14329"/>
            </a:xfrm>
            <a:custGeom>
              <a:avLst/>
              <a:gdLst/>
              <a:ahLst/>
              <a:cxnLst/>
              <a:rect l="l" t="t" r="r" b="b"/>
              <a:pathLst>
                <a:path w="272" h="350" extrusionOk="0">
                  <a:moveTo>
                    <a:pt x="1" y="1"/>
                  </a:moveTo>
                  <a:lnTo>
                    <a:pt x="1" y="208"/>
                  </a:lnTo>
                  <a:cubicBezTo>
                    <a:pt x="1" y="277"/>
                    <a:pt x="51" y="340"/>
                    <a:pt x="120" y="349"/>
                  </a:cubicBezTo>
                  <a:cubicBezTo>
                    <a:pt x="125" y="349"/>
                    <a:pt x="130" y="349"/>
                    <a:pt x="134" y="349"/>
                  </a:cubicBezTo>
                  <a:cubicBezTo>
                    <a:pt x="209" y="349"/>
                    <a:pt x="272" y="288"/>
                    <a:pt x="272" y="212"/>
                  </a:cubicBezTo>
                  <a:lnTo>
                    <a:pt x="270" y="212"/>
                  </a:lnTo>
                  <a:lnTo>
                    <a:pt x="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3125;p80">
              <a:extLst>
                <a:ext uri="{FF2B5EF4-FFF2-40B4-BE49-F238E27FC236}">
                  <a16:creationId xmlns:a16="http://schemas.microsoft.com/office/drawing/2014/main" id="{5FA102AB-0645-6265-7602-A4F4A3B93337}"/>
                </a:ext>
              </a:extLst>
            </p:cNvPr>
            <p:cNvSpPr/>
            <p:nvPr/>
          </p:nvSpPr>
          <p:spPr>
            <a:xfrm>
              <a:off x="7317499" y="3616254"/>
              <a:ext cx="11136" cy="14329"/>
            </a:xfrm>
            <a:custGeom>
              <a:avLst/>
              <a:gdLst/>
              <a:ahLst/>
              <a:cxnLst/>
              <a:rect l="l" t="t" r="r" b="b"/>
              <a:pathLst>
                <a:path w="272" h="350" extrusionOk="0">
                  <a:moveTo>
                    <a:pt x="0" y="1"/>
                  </a:moveTo>
                  <a:lnTo>
                    <a:pt x="0" y="208"/>
                  </a:lnTo>
                  <a:cubicBezTo>
                    <a:pt x="0" y="277"/>
                    <a:pt x="51" y="340"/>
                    <a:pt x="120" y="349"/>
                  </a:cubicBezTo>
                  <a:cubicBezTo>
                    <a:pt x="124" y="349"/>
                    <a:pt x="129" y="349"/>
                    <a:pt x="134" y="349"/>
                  </a:cubicBezTo>
                  <a:cubicBezTo>
                    <a:pt x="209" y="349"/>
                    <a:pt x="272" y="288"/>
                    <a:pt x="272" y="212"/>
                  </a:cubicBezTo>
                  <a:lnTo>
                    <a:pt x="269" y="212"/>
                  </a:lnTo>
                  <a:lnTo>
                    <a:pt x="2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3126;p80">
              <a:extLst>
                <a:ext uri="{FF2B5EF4-FFF2-40B4-BE49-F238E27FC236}">
                  <a16:creationId xmlns:a16="http://schemas.microsoft.com/office/drawing/2014/main" id="{BCC69B3D-B3C0-23D7-1553-0FB8500A4311}"/>
                </a:ext>
              </a:extLst>
            </p:cNvPr>
            <p:cNvSpPr/>
            <p:nvPr/>
          </p:nvSpPr>
          <p:spPr>
            <a:xfrm>
              <a:off x="7368265" y="3616254"/>
              <a:ext cx="11136" cy="14329"/>
            </a:xfrm>
            <a:custGeom>
              <a:avLst/>
              <a:gdLst/>
              <a:ahLst/>
              <a:cxnLst/>
              <a:rect l="l" t="t" r="r" b="b"/>
              <a:pathLst>
                <a:path w="272" h="350" extrusionOk="0">
                  <a:moveTo>
                    <a:pt x="0" y="1"/>
                  </a:moveTo>
                  <a:lnTo>
                    <a:pt x="0" y="208"/>
                  </a:lnTo>
                  <a:cubicBezTo>
                    <a:pt x="0" y="277"/>
                    <a:pt x="51" y="340"/>
                    <a:pt x="119" y="349"/>
                  </a:cubicBezTo>
                  <a:cubicBezTo>
                    <a:pt x="124" y="349"/>
                    <a:pt x="129" y="349"/>
                    <a:pt x="134" y="349"/>
                  </a:cubicBezTo>
                  <a:cubicBezTo>
                    <a:pt x="209" y="349"/>
                    <a:pt x="271" y="288"/>
                    <a:pt x="271" y="212"/>
                  </a:cubicBezTo>
                  <a:lnTo>
                    <a:pt x="269" y="212"/>
                  </a:lnTo>
                  <a:lnTo>
                    <a:pt x="2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3127;p80">
              <a:extLst>
                <a:ext uri="{FF2B5EF4-FFF2-40B4-BE49-F238E27FC236}">
                  <a16:creationId xmlns:a16="http://schemas.microsoft.com/office/drawing/2014/main" id="{033E8311-6F69-3FE3-2C9B-6D37A183BCA1}"/>
                </a:ext>
              </a:extLst>
            </p:cNvPr>
            <p:cNvSpPr/>
            <p:nvPr/>
          </p:nvSpPr>
          <p:spPr>
            <a:xfrm>
              <a:off x="7419767" y="3616254"/>
              <a:ext cx="11095" cy="14329"/>
            </a:xfrm>
            <a:custGeom>
              <a:avLst/>
              <a:gdLst/>
              <a:ahLst/>
              <a:cxnLst/>
              <a:rect l="l" t="t" r="r" b="b"/>
              <a:pathLst>
                <a:path w="271" h="350" extrusionOk="0">
                  <a:moveTo>
                    <a:pt x="1" y="1"/>
                  </a:moveTo>
                  <a:lnTo>
                    <a:pt x="1" y="208"/>
                  </a:lnTo>
                  <a:cubicBezTo>
                    <a:pt x="1" y="277"/>
                    <a:pt x="50" y="340"/>
                    <a:pt x="119" y="349"/>
                  </a:cubicBezTo>
                  <a:cubicBezTo>
                    <a:pt x="124" y="349"/>
                    <a:pt x="129" y="349"/>
                    <a:pt x="133" y="349"/>
                  </a:cubicBezTo>
                  <a:cubicBezTo>
                    <a:pt x="209" y="349"/>
                    <a:pt x="271" y="288"/>
                    <a:pt x="271" y="212"/>
                  </a:cubicBezTo>
                  <a:lnTo>
                    <a:pt x="270" y="212"/>
                  </a:lnTo>
                  <a:lnTo>
                    <a:pt x="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3128;p80">
              <a:extLst>
                <a:ext uri="{FF2B5EF4-FFF2-40B4-BE49-F238E27FC236}">
                  <a16:creationId xmlns:a16="http://schemas.microsoft.com/office/drawing/2014/main" id="{BDC53DA3-E6F7-312D-AB1F-1CBCE8C9C7E8}"/>
                </a:ext>
              </a:extLst>
            </p:cNvPr>
            <p:cNvSpPr/>
            <p:nvPr/>
          </p:nvSpPr>
          <p:spPr>
            <a:xfrm>
              <a:off x="7470533" y="3616254"/>
              <a:ext cx="11095" cy="14329"/>
            </a:xfrm>
            <a:custGeom>
              <a:avLst/>
              <a:gdLst/>
              <a:ahLst/>
              <a:cxnLst/>
              <a:rect l="l" t="t" r="r" b="b"/>
              <a:pathLst>
                <a:path w="271" h="350" extrusionOk="0">
                  <a:moveTo>
                    <a:pt x="1" y="1"/>
                  </a:moveTo>
                  <a:lnTo>
                    <a:pt x="1" y="208"/>
                  </a:lnTo>
                  <a:cubicBezTo>
                    <a:pt x="1" y="277"/>
                    <a:pt x="50" y="340"/>
                    <a:pt x="119" y="349"/>
                  </a:cubicBezTo>
                  <a:cubicBezTo>
                    <a:pt x="124" y="349"/>
                    <a:pt x="128" y="349"/>
                    <a:pt x="133" y="349"/>
                  </a:cubicBezTo>
                  <a:cubicBezTo>
                    <a:pt x="209" y="349"/>
                    <a:pt x="271" y="288"/>
                    <a:pt x="271" y="212"/>
                  </a:cubicBezTo>
                  <a:lnTo>
                    <a:pt x="270" y="212"/>
                  </a:lnTo>
                  <a:lnTo>
                    <a:pt x="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3129;p80">
              <a:extLst>
                <a:ext uri="{FF2B5EF4-FFF2-40B4-BE49-F238E27FC236}">
                  <a16:creationId xmlns:a16="http://schemas.microsoft.com/office/drawing/2014/main" id="{B1FA2C86-CB14-BFAC-0415-4BB15189A312}"/>
                </a:ext>
              </a:extLst>
            </p:cNvPr>
            <p:cNvSpPr/>
            <p:nvPr/>
          </p:nvSpPr>
          <p:spPr>
            <a:xfrm>
              <a:off x="7521340" y="3616254"/>
              <a:ext cx="11095" cy="14329"/>
            </a:xfrm>
            <a:custGeom>
              <a:avLst/>
              <a:gdLst/>
              <a:ahLst/>
              <a:cxnLst/>
              <a:rect l="l" t="t" r="r" b="b"/>
              <a:pathLst>
                <a:path w="271" h="350" extrusionOk="0">
                  <a:moveTo>
                    <a:pt x="0" y="1"/>
                  </a:moveTo>
                  <a:lnTo>
                    <a:pt x="0" y="208"/>
                  </a:lnTo>
                  <a:cubicBezTo>
                    <a:pt x="0" y="277"/>
                    <a:pt x="51" y="340"/>
                    <a:pt x="119" y="349"/>
                  </a:cubicBezTo>
                  <a:cubicBezTo>
                    <a:pt x="124" y="349"/>
                    <a:pt x="129" y="349"/>
                    <a:pt x="134" y="349"/>
                  </a:cubicBezTo>
                  <a:cubicBezTo>
                    <a:pt x="209" y="349"/>
                    <a:pt x="270" y="288"/>
                    <a:pt x="270" y="212"/>
                  </a:cubicBezTo>
                  <a:lnTo>
                    <a:pt x="269" y="212"/>
                  </a:lnTo>
                  <a:lnTo>
                    <a:pt x="26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3130;p80">
              <a:extLst>
                <a:ext uri="{FF2B5EF4-FFF2-40B4-BE49-F238E27FC236}">
                  <a16:creationId xmlns:a16="http://schemas.microsoft.com/office/drawing/2014/main" id="{A34DFAC3-91A7-8DC3-0894-11559804E48D}"/>
                </a:ext>
              </a:extLst>
            </p:cNvPr>
            <p:cNvSpPr/>
            <p:nvPr/>
          </p:nvSpPr>
          <p:spPr>
            <a:xfrm>
              <a:off x="7572760" y="3616254"/>
              <a:ext cx="11136" cy="14329"/>
            </a:xfrm>
            <a:custGeom>
              <a:avLst/>
              <a:gdLst/>
              <a:ahLst/>
              <a:cxnLst/>
              <a:rect l="l" t="t" r="r" b="b"/>
              <a:pathLst>
                <a:path w="272" h="350" extrusionOk="0">
                  <a:moveTo>
                    <a:pt x="1" y="1"/>
                  </a:moveTo>
                  <a:lnTo>
                    <a:pt x="1" y="208"/>
                  </a:lnTo>
                  <a:cubicBezTo>
                    <a:pt x="1" y="277"/>
                    <a:pt x="51" y="340"/>
                    <a:pt x="120" y="349"/>
                  </a:cubicBezTo>
                  <a:cubicBezTo>
                    <a:pt x="125" y="349"/>
                    <a:pt x="130" y="349"/>
                    <a:pt x="134" y="349"/>
                  </a:cubicBezTo>
                  <a:cubicBezTo>
                    <a:pt x="209" y="349"/>
                    <a:pt x="272" y="288"/>
                    <a:pt x="272" y="212"/>
                  </a:cubicBezTo>
                  <a:lnTo>
                    <a:pt x="270" y="212"/>
                  </a:lnTo>
                  <a:lnTo>
                    <a:pt x="27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3131;p80">
              <a:extLst>
                <a:ext uri="{FF2B5EF4-FFF2-40B4-BE49-F238E27FC236}">
                  <a16:creationId xmlns:a16="http://schemas.microsoft.com/office/drawing/2014/main" id="{D255EB97-F8F6-DEA4-DC22-0DF0BCDBF189}"/>
                </a:ext>
              </a:extLst>
            </p:cNvPr>
            <p:cNvSpPr/>
            <p:nvPr/>
          </p:nvSpPr>
          <p:spPr>
            <a:xfrm>
              <a:off x="7260634" y="3588251"/>
              <a:ext cx="327029" cy="28167"/>
            </a:xfrm>
            <a:custGeom>
              <a:avLst/>
              <a:gdLst/>
              <a:ahLst/>
              <a:cxnLst/>
              <a:rect l="l" t="t" r="r" b="b"/>
              <a:pathLst>
                <a:path w="7988" h="688" extrusionOk="0">
                  <a:moveTo>
                    <a:pt x="553" y="1"/>
                  </a:moveTo>
                  <a:cubicBezTo>
                    <a:pt x="248" y="1"/>
                    <a:pt x="1" y="250"/>
                    <a:pt x="1" y="558"/>
                  </a:cubicBezTo>
                  <a:lnTo>
                    <a:pt x="7819" y="688"/>
                  </a:lnTo>
                  <a:cubicBezTo>
                    <a:pt x="7878" y="688"/>
                    <a:pt x="7933" y="649"/>
                    <a:pt x="7951" y="591"/>
                  </a:cubicBezTo>
                  <a:cubicBezTo>
                    <a:pt x="7988" y="471"/>
                    <a:pt x="7924" y="224"/>
                    <a:pt x="7828" y="123"/>
                  </a:cubicBezTo>
                  <a:cubicBezTo>
                    <a:pt x="7734" y="47"/>
                    <a:pt x="7613" y="1"/>
                    <a:pt x="7482"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3132;p80">
              <a:extLst>
                <a:ext uri="{FF2B5EF4-FFF2-40B4-BE49-F238E27FC236}">
                  <a16:creationId xmlns:a16="http://schemas.microsoft.com/office/drawing/2014/main" id="{1C4A914D-D6BA-BC4D-AB1A-6B1C2E984EDC}"/>
                </a:ext>
              </a:extLst>
            </p:cNvPr>
            <p:cNvSpPr/>
            <p:nvPr/>
          </p:nvSpPr>
          <p:spPr>
            <a:xfrm>
              <a:off x="7260634" y="3593859"/>
              <a:ext cx="328994" cy="28249"/>
            </a:xfrm>
            <a:custGeom>
              <a:avLst/>
              <a:gdLst/>
              <a:ahLst/>
              <a:cxnLst/>
              <a:rect l="l" t="t" r="r" b="b"/>
              <a:pathLst>
                <a:path w="8036" h="690" extrusionOk="0">
                  <a:moveTo>
                    <a:pt x="7830" y="1"/>
                  </a:moveTo>
                  <a:cubicBezTo>
                    <a:pt x="7859" y="100"/>
                    <a:pt x="7860" y="212"/>
                    <a:pt x="7823" y="326"/>
                  </a:cubicBezTo>
                  <a:cubicBezTo>
                    <a:pt x="7804" y="382"/>
                    <a:pt x="7750" y="421"/>
                    <a:pt x="7691" y="421"/>
                  </a:cubicBezTo>
                  <a:lnTo>
                    <a:pt x="1" y="421"/>
                  </a:lnTo>
                  <a:cubicBezTo>
                    <a:pt x="1" y="570"/>
                    <a:pt x="125" y="690"/>
                    <a:pt x="276" y="690"/>
                  </a:cubicBezTo>
                  <a:lnTo>
                    <a:pt x="7760" y="690"/>
                  </a:lnTo>
                  <a:cubicBezTo>
                    <a:pt x="7910" y="690"/>
                    <a:pt x="8035" y="569"/>
                    <a:pt x="8035" y="418"/>
                  </a:cubicBezTo>
                  <a:cubicBezTo>
                    <a:pt x="8034" y="250"/>
                    <a:pt x="7954" y="100"/>
                    <a:pt x="783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 name="Google Shape;3133;p80">
            <a:extLst>
              <a:ext uri="{FF2B5EF4-FFF2-40B4-BE49-F238E27FC236}">
                <a16:creationId xmlns:a16="http://schemas.microsoft.com/office/drawing/2014/main" id="{1E2B2FAF-D79F-CBEC-B65F-B03B184EB613}"/>
              </a:ext>
            </a:extLst>
          </p:cNvPr>
          <p:cNvGrpSpPr/>
          <p:nvPr/>
        </p:nvGrpSpPr>
        <p:grpSpPr>
          <a:xfrm>
            <a:off x="5145949" y="4809154"/>
            <a:ext cx="1465866" cy="1155548"/>
            <a:chOff x="7235660" y="2049316"/>
            <a:chExt cx="378982" cy="376730"/>
          </a:xfrm>
        </p:grpSpPr>
        <p:sp>
          <p:nvSpPr>
            <p:cNvPr id="129" name="Google Shape;3134;p80">
              <a:extLst>
                <a:ext uri="{FF2B5EF4-FFF2-40B4-BE49-F238E27FC236}">
                  <a16:creationId xmlns:a16="http://schemas.microsoft.com/office/drawing/2014/main" id="{5A0B3268-1455-724B-DAED-72968D2177E0}"/>
                </a:ext>
              </a:extLst>
            </p:cNvPr>
            <p:cNvSpPr/>
            <p:nvPr/>
          </p:nvSpPr>
          <p:spPr>
            <a:xfrm>
              <a:off x="7493541" y="2124809"/>
              <a:ext cx="54409" cy="54409"/>
            </a:xfrm>
            <a:custGeom>
              <a:avLst/>
              <a:gdLst/>
              <a:ahLst/>
              <a:cxnLst/>
              <a:rect l="l" t="t" r="r" b="b"/>
              <a:pathLst>
                <a:path w="1329" h="1329" extrusionOk="0">
                  <a:moveTo>
                    <a:pt x="394" y="1"/>
                  </a:moveTo>
                  <a:cubicBezTo>
                    <a:pt x="151" y="1"/>
                    <a:pt x="1" y="149"/>
                    <a:pt x="1" y="395"/>
                  </a:cubicBezTo>
                  <a:lnTo>
                    <a:pt x="150" y="541"/>
                  </a:lnTo>
                  <a:lnTo>
                    <a:pt x="376" y="708"/>
                  </a:lnTo>
                  <a:lnTo>
                    <a:pt x="542" y="935"/>
                  </a:lnTo>
                  <a:lnTo>
                    <a:pt x="936" y="1328"/>
                  </a:lnTo>
                  <a:lnTo>
                    <a:pt x="1328" y="935"/>
                  </a:lnTo>
                  <a:lnTo>
                    <a:pt x="936" y="541"/>
                  </a:lnTo>
                  <a:lnTo>
                    <a:pt x="708" y="376"/>
                  </a:lnTo>
                  <a:lnTo>
                    <a:pt x="542" y="149"/>
                  </a:lnTo>
                  <a:lnTo>
                    <a:pt x="394"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3135;p80">
              <a:extLst>
                <a:ext uri="{FF2B5EF4-FFF2-40B4-BE49-F238E27FC236}">
                  <a16:creationId xmlns:a16="http://schemas.microsoft.com/office/drawing/2014/main" id="{41288747-CEF0-8357-943F-9329099FF505}"/>
                </a:ext>
              </a:extLst>
            </p:cNvPr>
            <p:cNvSpPr/>
            <p:nvPr/>
          </p:nvSpPr>
          <p:spPr>
            <a:xfrm>
              <a:off x="7483593" y="2114861"/>
              <a:ext cx="26120" cy="26120"/>
            </a:xfrm>
            <a:custGeom>
              <a:avLst/>
              <a:gdLst/>
              <a:ahLst/>
              <a:cxnLst/>
              <a:rect l="l" t="t" r="r" b="b"/>
              <a:pathLst>
                <a:path w="638" h="638" extrusionOk="0">
                  <a:moveTo>
                    <a:pt x="394" y="0"/>
                  </a:moveTo>
                  <a:lnTo>
                    <a:pt x="0" y="393"/>
                  </a:lnTo>
                  <a:lnTo>
                    <a:pt x="245" y="638"/>
                  </a:lnTo>
                  <a:cubicBezTo>
                    <a:pt x="326" y="466"/>
                    <a:pt x="466" y="327"/>
                    <a:pt x="637" y="244"/>
                  </a:cubicBezTo>
                  <a:lnTo>
                    <a:pt x="39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3136;p80">
              <a:extLst>
                <a:ext uri="{FF2B5EF4-FFF2-40B4-BE49-F238E27FC236}">
                  <a16:creationId xmlns:a16="http://schemas.microsoft.com/office/drawing/2014/main" id="{04AA8ED2-9170-A462-2516-5071D9086F9C}"/>
                </a:ext>
              </a:extLst>
            </p:cNvPr>
            <p:cNvSpPr/>
            <p:nvPr/>
          </p:nvSpPr>
          <p:spPr>
            <a:xfrm>
              <a:off x="7499641" y="2130909"/>
              <a:ext cx="24155" cy="24196"/>
            </a:xfrm>
            <a:custGeom>
              <a:avLst/>
              <a:gdLst/>
              <a:ahLst/>
              <a:cxnLst/>
              <a:rect l="l" t="t" r="r" b="b"/>
              <a:pathLst>
                <a:path w="590" h="591" extrusionOk="0">
                  <a:moveTo>
                    <a:pt x="393" y="1"/>
                  </a:moveTo>
                  <a:lnTo>
                    <a:pt x="1" y="394"/>
                  </a:lnTo>
                  <a:lnTo>
                    <a:pt x="197" y="591"/>
                  </a:lnTo>
                  <a:lnTo>
                    <a:pt x="460" y="460"/>
                  </a:lnTo>
                  <a:lnTo>
                    <a:pt x="589" y="198"/>
                  </a:lnTo>
                  <a:lnTo>
                    <a:pt x="3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3137;p80">
              <a:extLst>
                <a:ext uri="{FF2B5EF4-FFF2-40B4-BE49-F238E27FC236}">
                  <a16:creationId xmlns:a16="http://schemas.microsoft.com/office/drawing/2014/main" id="{264B92BD-6966-38D2-96A2-A2A8791084B3}"/>
                </a:ext>
              </a:extLst>
            </p:cNvPr>
            <p:cNvSpPr/>
            <p:nvPr/>
          </p:nvSpPr>
          <p:spPr>
            <a:xfrm>
              <a:off x="7507666" y="2139016"/>
              <a:ext cx="24196" cy="24114"/>
            </a:xfrm>
            <a:custGeom>
              <a:avLst/>
              <a:gdLst/>
              <a:ahLst/>
              <a:cxnLst/>
              <a:rect l="l" t="t" r="r" b="b"/>
              <a:pathLst>
                <a:path w="591" h="589" extrusionOk="0">
                  <a:moveTo>
                    <a:pt x="393" y="0"/>
                  </a:moveTo>
                  <a:lnTo>
                    <a:pt x="1" y="393"/>
                  </a:lnTo>
                  <a:lnTo>
                    <a:pt x="197" y="589"/>
                  </a:lnTo>
                  <a:lnTo>
                    <a:pt x="591" y="196"/>
                  </a:lnTo>
                  <a:lnTo>
                    <a:pt x="39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3138;p80">
              <a:extLst>
                <a:ext uri="{FF2B5EF4-FFF2-40B4-BE49-F238E27FC236}">
                  <a16:creationId xmlns:a16="http://schemas.microsoft.com/office/drawing/2014/main" id="{1207EC7C-8D87-1875-AC86-5C22EE063A68}"/>
                </a:ext>
              </a:extLst>
            </p:cNvPr>
            <p:cNvSpPr/>
            <p:nvPr/>
          </p:nvSpPr>
          <p:spPr>
            <a:xfrm>
              <a:off x="7322371" y="2301302"/>
              <a:ext cx="15189" cy="62352"/>
            </a:xfrm>
            <a:custGeom>
              <a:avLst/>
              <a:gdLst/>
              <a:ahLst/>
              <a:cxnLst/>
              <a:rect l="l" t="t" r="r" b="b"/>
              <a:pathLst>
                <a:path w="371" h="1523" extrusionOk="0">
                  <a:moveTo>
                    <a:pt x="368" y="1"/>
                  </a:moveTo>
                  <a:cubicBezTo>
                    <a:pt x="202" y="1"/>
                    <a:pt x="78" y="102"/>
                    <a:pt x="1" y="225"/>
                  </a:cubicBezTo>
                  <a:lnTo>
                    <a:pt x="1" y="410"/>
                  </a:lnTo>
                  <a:lnTo>
                    <a:pt x="45" y="689"/>
                  </a:lnTo>
                  <a:lnTo>
                    <a:pt x="1" y="966"/>
                  </a:lnTo>
                  <a:lnTo>
                    <a:pt x="1" y="1522"/>
                  </a:lnTo>
                  <a:lnTo>
                    <a:pt x="279" y="1522"/>
                  </a:lnTo>
                  <a:lnTo>
                    <a:pt x="371" y="1"/>
                  </a:lnTo>
                  <a:cubicBezTo>
                    <a:pt x="370" y="1"/>
                    <a:pt x="369" y="1"/>
                    <a:pt x="368"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3139;p80">
              <a:extLst>
                <a:ext uri="{FF2B5EF4-FFF2-40B4-BE49-F238E27FC236}">
                  <a16:creationId xmlns:a16="http://schemas.microsoft.com/office/drawing/2014/main" id="{8C6DD3A7-F644-1276-E074-F4FEC96FF8DF}"/>
                </a:ext>
              </a:extLst>
            </p:cNvPr>
            <p:cNvSpPr/>
            <p:nvPr/>
          </p:nvSpPr>
          <p:spPr>
            <a:xfrm>
              <a:off x="7322371" y="2295161"/>
              <a:ext cx="22804" cy="68411"/>
            </a:xfrm>
            <a:custGeom>
              <a:avLst/>
              <a:gdLst/>
              <a:ahLst/>
              <a:cxnLst/>
              <a:rect l="l" t="t" r="r" b="b"/>
              <a:pathLst>
                <a:path w="557" h="1671" extrusionOk="0">
                  <a:moveTo>
                    <a:pt x="1" y="0"/>
                  </a:moveTo>
                  <a:lnTo>
                    <a:pt x="1" y="369"/>
                  </a:lnTo>
                  <a:cubicBezTo>
                    <a:pt x="86" y="309"/>
                    <a:pt x="182" y="264"/>
                    <a:pt x="288" y="238"/>
                  </a:cubicBezTo>
                  <a:lnTo>
                    <a:pt x="288" y="1670"/>
                  </a:lnTo>
                  <a:lnTo>
                    <a:pt x="557" y="1670"/>
                  </a:lnTo>
                  <a:lnTo>
                    <a:pt x="557" y="1114"/>
                  </a:lnTo>
                  <a:lnTo>
                    <a:pt x="492" y="836"/>
                  </a:lnTo>
                  <a:lnTo>
                    <a:pt x="557" y="557"/>
                  </a:lnTo>
                  <a:lnTo>
                    <a:pt x="55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3140;p80">
              <a:extLst>
                <a:ext uri="{FF2B5EF4-FFF2-40B4-BE49-F238E27FC236}">
                  <a16:creationId xmlns:a16="http://schemas.microsoft.com/office/drawing/2014/main" id="{58E9DF4D-79D1-E3A7-842E-4812A7D3ECAC}"/>
                </a:ext>
              </a:extLst>
            </p:cNvPr>
            <p:cNvSpPr/>
            <p:nvPr/>
          </p:nvSpPr>
          <p:spPr>
            <a:xfrm>
              <a:off x="7322330" y="2317923"/>
              <a:ext cx="16744" cy="16785"/>
            </a:xfrm>
            <a:custGeom>
              <a:avLst/>
              <a:gdLst/>
              <a:ahLst/>
              <a:cxnLst/>
              <a:rect l="l" t="t" r="r" b="b"/>
              <a:pathLst>
                <a:path w="409" h="410" extrusionOk="0">
                  <a:moveTo>
                    <a:pt x="1" y="0"/>
                  </a:moveTo>
                  <a:lnTo>
                    <a:pt x="1" y="279"/>
                  </a:lnTo>
                  <a:lnTo>
                    <a:pt x="409" y="410"/>
                  </a:lnTo>
                  <a:lnTo>
                    <a:pt x="2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3141;p80">
              <a:extLst>
                <a:ext uri="{FF2B5EF4-FFF2-40B4-BE49-F238E27FC236}">
                  <a16:creationId xmlns:a16="http://schemas.microsoft.com/office/drawing/2014/main" id="{C8A435B3-C2D8-A053-E9AC-C19E6DD4B6FE}"/>
                </a:ext>
              </a:extLst>
            </p:cNvPr>
            <p:cNvSpPr/>
            <p:nvPr/>
          </p:nvSpPr>
          <p:spPr>
            <a:xfrm>
              <a:off x="7322371" y="2317964"/>
              <a:ext cx="22804" cy="22067"/>
            </a:xfrm>
            <a:custGeom>
              <a:avLst/>
              <a:gdLst/>
              <a:ahLst/>
              <a:cxnLst/>
              <a:rect l="l" t="t" r="r" b="b"/>
              <a:pathLst>
                <a:path w="557" h="539" extrusionOk="0">
                  <a:moveTo>
                    <a:pt x="288" y="0"/>
                  </a:moveTo>
                  <a:lnTo>
                    <a:pt x="288" y="269"/>
                  </a:lnTo>
                  <a:lnTo>
                    <a:pt x="1" y="269"/>
                  </a:lnTo>
                  <a:lnTo>
                    <a:pt x="1" y="538"/>
                  </a:lnTo>
                  <a:lnTo>
                    <a:pt x="557" y="538"/>
                  </a:lnTo>
                  <a:lnTo>
                    <a:pt x="557"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3142;p80">
              <a:extLst>
                <a:ext uri="{FF2B5EF4-FFF2-40B4-BE49-F238E27FC236}">
                  <a16:creationId xmlns:a16="http://schemas.microsoft.com/office/drawing/2014/main" id="{79FFCCE7-886D-2977-6D75-678407F7F358}"/>
                </a:ext>
              </a:extLst>
            </p:cNvPr>
            <p:cNvSpPr/>
            <p:nvPr/>
          </p:nvSpPr>
          <p:spPr>
            <a:xfrm>
              <a:off x="7357088" y="2169680"/>
              <a:ext cx="79792" cy="79751"/>
            </a:xfrm>
            <a:custGeom>
              <a:avLst/>
              <a:gdLst/>
              <a:ahLst/>
              <a:cxnLst/>
              <a:rect l="l" t="t" r="r" b="b"/>
              <a:pathLst>
                <a:path w="1949" h="1948" extrusionOk="0">
                  <a:moveTo>
                    <a:pt x="1752" y="0"/>
                  </a:moveTo>
                  <a:lnTo>
                    <a:pt x="1" y="1752"/>
                  </a:lnTo>
                  <a:lnTo>
                    <a:pt x="197" y="1948"/>
                  </a:lnTo>
                  <a:lnTo>
                    <a:pt x="1138" y="1138"/>
                  </a:lnTo>
                  <a:lnTo>
                    <a:pt x="1949" y="196"/>
                  </a:lnTo>
                  <a:lnTo>
                    <a:pt x="1752"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3143;p80">
              <a:extLst>
                <a:ext uri="{FF2B5EF4-FFF2-40B4-BE49-F238E27FC236}">
                  <a16:creationId xmlns:a16="http://schemas.microsoft.com/office/drawing/2014/main" id="{314B9AC9-F303-C225-0B46-5AFC02F62560}"/>
                </a:ext>
              </a:extLst>
            </p:cNvPr>
            <p:cNvSpPr/>
            <p:nvPr/>
          </p:nvSpPr>
          <p:spPr>
            <a:xfrm>
              <a:off x="7365113" y="2177704"/>
              <a:ext cx="87775" cy="87816"/>
            </a:xfrm>
            <a:custGeom>
              <a:avLst/>
              <a:gdLst/>
              <a:ahLst/>
              <a:cxnLst/>
              <a:rect l="l" t="t" r="r" b="b"/>
              <a:pathLst>
                <a:path w="2144" h="2145" extrusionOk="0">
                  <a:moveTo>
                    <a:pt x="1751" y="0"/>
                  </a:moveTo>
                  <a:lnTo>
                    <a:pt x="0" y="1752"/>
                  </a:lnTo>
                  <a:lnTo>
                    <a:pt x="393" y="2144"/>
                  </a:lnTo>
                  <a:lnTo>
                    <a:pt x="2144" y="393"/>
                  </a:lnTo>
                  <a:lnTo>
                    <a:pt x="1751"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3144;p80">
              <a:extLst>
                <a:ext uri="{FF2B5EF4-FFF2-40B4-BE49-F238E27FC236}">
                  <a16:creationId xmlns:a16="http://schemas.microsoft.com/office/drawing/2014/main" id="{34B864F6-D835-3C54-9311-FDAE68DA2B7F}"/>
                </a:ext>
              </a:extLst>
            </p:cNvPr>
            <p:cNvSpPr/>
            <p:nvPr/>
          </p:nvSpPr>
          <p:spPr>
            <a:xfrm>
              <a:off x="7384887" y="2197437"/>
              <a:ext cx="24196" cy="24196"/>
            </a:xfrm>
            <a:custGeom>
              <a:avLst/>
              <a:gdLst/>
              <a:ahLst/>
              <a:cxnLst/>
              <a:rect l="l" t="t" r="r" b="b"/>
              <a:pathLst>
                <a:path w="591" h="591" extrusionOk="0">
                  <a:moveTo>
                    <a:pt x="394" y="1"/>
                  </a:moveTo>
                  <a:lnTo>
                    <a:pt x="0" y="394"/>
                  </a:lnTo>
                  <a:lnTo>
                    <a:pt x="198" y="590"/>
                  </a:lnTo>
                  <a:lnTo>
                    <a:pt x="459" y="460"/>
                  </a:lnTo>
                  <a:lnTo>
                    <a:pt x="590" y="198"/>
                  </a:lnTo>
                  <a:lnTo>
                    <a:pt x="39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3145;p80">
              <a:extLst>
                <a:ext uri="{FF2B5EF4-FFF2-40B4-BE49-F238E27FC236}">
                  <a16:creationId xmlns:a16="http://schemas.microsoft.com/office/drawing/2014/main" id="{BEAA29DD-6E71-8E5E-3F60-ADF430CAF540}"/>
                </a:ext>
              </a:extLst>
            </p:cNvPr>
            <p:cNvSpPr/>
            <p:nvPr/>
          </p:nvSpPr>
          <p:spPr>
            <a:xfrm>
              <a:off x="7392870" y="2205420"/>
              <a:ext cx="31729" cy="31769"/>
            </a:xfrm>
            <a:custGeom>
              <a:avLst/>
              <a:gdLst/>
              <a:ahLst/>
              <a:cxnLst/>
              <a:rect l="l" t="t" r="r" b="b"/>
              <a:pathLst>
                <a:path w="775" h="776" extrusionOk="0">
                  <a:moveTo>
                    <a:pt x="394" y="1"/>
                  </a:moveTo>
                  <a:lnTo>
                    <a:pt x="0" y="394"/>
                  </a:lnTo>
                  <a:lnTo>
                    <a:pt x="382" y="775"/>
                  </a:lnTo>
                  <a:lnTo>
                    <a:pt x="775" y="382"/>
                  </a:lnTo>
                  <a:lnTo>
                    <a:pt x="39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3146;p80">
              <a:extLst>
                <a:ext uri="{FF2B5EF4-FFF2-40B4-BE49-F238E27FC236}">
                  <a16:creationId xmlns:a16="http://schemas.microsoft.com/office/drawing/2014/main" id="{D657FC75-F768-8578-6267-7B0034AF41C0}"/>
                </a:ext>
              </a:extLst>
            </p:cNvPr>
            <p:cNvSpPr/>
            <p:nvPr/>
          </p:nvSpPr>
          <p:spPr>
            <a:xfrm>
              <a:off x="7235660" y="2049316"/>
              <a:ext cx="374683" cy="371080"/>
            </a:xfrm>
            <a:custGeom>
              <a:avLst/>
              <a:gdLst/>
              <a:ahLst/>
              <a:cxnLst/>
              <a:rect l="l" t="t" r="r" b="b"/>
              <a:pathLst>
                <a:path w="9152" h="9064" extrusionOk="0">
                  <a:moveTo>
                    <a:pt x="6841" y="1554"/>
                  </a:moveTo>
                  <a:cubicBezTo>
                    <a:pt x="7301" y="1554"/>
                    <a:pt x="7675" y="1927"/>
                    <a:pt x="7675" y="2387"/>
                  </a:cubicBezTo>
                  <a:cubicBezTo>
                    <a:pt x="7675" y="2847"/>
                    <a:pt x="7301" y="3221"/>
                    <a:pt x="6841" y="3221"/>
                  </a:cubicBezTo>
                  <a:cubicBezTo>
                    <a:pt x="6381" y="3221"/>
                    <a:pt x="6008" y="2847"/>
                    <a:pt x="6008" y="2387"/>
                  </a:cubicBezTo>
                  <a:cubicBezTo>
                    <a:pt x="6009" y="1927"/>
                    <a:pt x="6381" y="1554"/>
                    <a:pt x="6841" y="1554"/>
                  </a:cubicBezTo>
                  <a:close/>
                  <a:moveTo>
                    <a:pt x="2394" y="6002"/>
                  </a:moveTo>
                  <a:cubicBezTo>
                    <a:pt x="2854" y="6002"/>
                    <a:pt x="3227" y="6375"/>
                    <a:pt x="3227" y="6835"/>
                  </a:cubicBezTo>
                  <a:cubicBezTo>
                    <a:pt x="3227" y="7295"/>
                    <a:pt x="2854" y="7669"/>
                    <a:pt x="2394" y="7669"/>
                  </a:cubicBezTo>
                  <a:cubicBezTo>
                    <a:pt x="1934" y="7669"/>
                    <a:pt x="1560" y="7295"/>
                    <a:pt x="1560" y="6835"/>
                  </a:cubicBezTo>
                  <a:cubicBezTo>
                    <a:pt x="1560" y="6374"/>
                    <a:pt x="1934" y="6002"/>
                    <a:pt x="2394" y="6002"/>
                  </a:cubicBezTo>
                  <a:close/>
                  <a:moveTo>
                    <a:pt x="7381" y="0"/>
                  </a:moveTo>
                  <a:cubicBezTo>
                    <a:pt x="7310" y="0"/>
                    <a:pt x="7238" y="28"/>
                    <a:pt x="7184" y="82"/>
                  </a:cubicBezTo>
                  <a:lnTo>
                    <a:pt x="4676" y="2590"/>
                  </a:lnTo>
                  <a:cubicBezTo>
                    <a:pt x="4611" y="2655"/>
                    <a:pt x="4583" y="2746"/>
                    <a:pt x="4599" y="2836"/>
                  </a:cubicBezTo>
                  <a:lnTo>
                    <a:pt x="4726" y="3552"/>
                  </a:lnTo>
                  <a:cubicBezTo>
                    <a:pt x="4742" y="3642"/>
                    <a:pt x="4713" y="3732"/>
                    <a:pt x="4650" y="3797"/>
                  </a:cubicBezTo>
                  <a:lnTo>
                    <a:pt x="3824" y="4623"/>
                  </a:lnTo>
                  <a:cubicBezTo>
                    <a:pt x="3771" y="4675"/>
                    <a:pt x="3701" y="4703"/>
                    <a:pt x="3629" y="4703"/>
                  </a:cubicBezTo>
                  <a:cubicBezTo>
                    <a:pt x="3612" y="4703"/>
                    <a:pt x="3595" y="4702"/>
                    <a:pt x="3579" y="4699"/>
                  </a:cubicBezTo>
                  <a:lnTo>
                    <a:pt x="2862" y="4572"/>
                  </a:lnTo>
                  <a:cubicBezTo>
                    <a:pt x="2846" y="4570"/>
                    <a:pt x="2830" y="4568"/>
                    <a:pt x="2814" y="4568"/>
                  </a:cubicBezTo>
                  <a:cubicBezTo>
                    <a:pt x="2741" y="4568"/>
                    <a:pt x="2670" y="4597"/>
                    <a:pt x="2617" y="4649"/>
                  </a:cubicBezTo>
                  <a:lnTo>
                    <a:pt x="109" y="7157"/>
                  </a:lnTo>
                  <a:cubicBezTo>
                    <a:pt x="0" y="7266"/>
                    <a:pt x="0" y="7442"/>
                    <a:pt x="109" y="7551"/>
                  </a:cubicBezTo>
                  <a:lnTo>
                    <a:pt x="1482" y="8925"/>
                  </a:lnTo>
                  <a:cubicBezTo>
                    <a:pt x="1557" y="8997"/>
                    <a:pt x="1706" y="9064"/>
                    <a:pt x="1827" y="9064"/>
                  </a:cubicBezTo>
                  <a:cubicBezTo>
                    <a:pt x="1884" y="9064"/>
                    <a:pt x="1934" y="9050"/>
                    <a:pt x="1968" y="9015"/>
                  </a:cubicBezTo>
                  <a:lnTo>
                    <a:pt x="9044" y="1941"/>
                  </a:lnTo>
                  <a:cubicBezTo>
                    <a:pt x="9152" y="1833"/>
                    <a:pt x="9060" y="1564"/>
                    <a:pt x="8951" y="1456"/>
                  </a:cubicBezTo>
                  <a:lnTo>
                    <a:pt x="7578" y="82"/>
                  </a:lnTo>
                  <a:cubicBezTo>
                    <a:pt x="7523" y="28"/>
                    <a:pt x="7452" y="0"/>
                    <a:pt x="738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3147;p80">
              <a:extLst>
                <a:ext uri="{FF2B5EF4-FFF2-40B4-BE49-F238E27FC236}">
                  <a16:creationId xmlns:a16="http://schemas.microsoft.com/office/drawing/2014/main" id="{57850120-964C-D31C-A8D4-A14C9F7F8419}"/>
                </a:ext>
              </a:extLst>
            </p:cNvPr>
            <p:cNvSpPr/>
            <p:nvPr/>
          </p:nvSpPr>
          <p:spPr>
            <a:xfrm>
              <a:off x="7296292" y="2108884"/>
              <a:ext cx="318349" cy="317162"/>
            </a:xfrm>
            <a:custGeom>
              <a:avLst/>
              <a:gdLst/>
              <a:ahLst/>
              <a:cxnLst/>
              <a:rect l="l" t="t" r="r" b="b"/>
              <a:pathLst>
                <a:path w="7776" h="7747" extrusionOk="0">
                  <a:moveTo>
                    <a:pt x="7469" y="1"/>
                  </a:moveTo>
                  <a:lnTo>
                    <a:pt x="7469" y="1"/>
                  </a:lnTo>
                  <a:cubicBezTo>
                    <a:pt x="7577" y="109"/>
                    <a:pt x="7577" y="286"/>
                    <a:pt x="7469" y="394"/>
                  </a:cubicBezTo>
                  <a:lnTo>
                    <a:pt x="394" y="7468"/>
                  </a:lnTo>
                  <a:cubicBezTo>
                    <a:pt x="340" y="7522"/>
                    <a:pt x="268" y="7549"/>
                    <a:pt x="197" y="7549"/>
                  </a:cubicBezTo>
                  <a:cubicBezTo>
                    <a:pt x="126" y="7549"/>
                    <a:pt x="55" y="7522"/>
                    <a:pt x="0" y="7468"/>
                  </a:cubicBezTo>
                  <a:lnTo>
                    <a:pt x="0" y="7468"/>
                  </a:lnTo>
                  <a:lnTo>
                    <a:pt x="197" y="7665"/>
                  </a:lnTo>
                  <a:cubicBezTo>
                    <a:pt x="251" y="7719"/>
                    <a:pt x="322" y="7746"/>
                    <a:pt x="393" y="7746"/>
                  </a:cubicBezTo>
                  <a:cubicBezTo>
                    <a:pt x="465" y="7746"/>
                    <a:pt x="536" y="7719"/>
                    <a:pt x="590" y="7665"/>
                  </a:cubicBezTo>
                  <a:lnTo>
                    <a:pt x="7665" y="590"/>
                  </a:lnTo>
                  <a:cubicBezTo>
                    <a:pt x="7775" y="481"/>
                    <a:pt x="7775" y="306"/>
                    <a:pt x="7665" y="198"/>
                  </a:cubicBezTo>
                  <a:lnTo>
                    <a:pt x="746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 name="Google Shape;3148;p80">
            <a:extLst>
              <a:ext uri="{FF2B5EF4-FFF2-40B4-BE49-F238E27FC236}">
                <a16:creationId xmlns:a16="http://schemas.microsoft.com/office/drawing/2014/main" id="{985FD380-2126-D225-6587-2F59F76ECA08}"/>
              </a:ext>
            </a:extLst>
          </p:cNvPr>
          <p:cNvGrpSpPr/>
          <p:nvPr/>
        </p:nvGrpSpPr>
        <p:grpSpPr>
          <a:xfrm>
            <a:off x="4851591" y="3119511"/>
            <a:ext cx="1352261" cy="1227406"/>
            <a:chOff x="7236725" y="2646385"/>
            <a:chExt cx="376771" cy="376771"/>
          </a:xfrm>
        </p:grpSpPr>
        <p:sp>
          <p:nvSpPr>
            <p:cNvPr id="144" name="Google Shape;3149;p80">
              <a:extLst>
                <a:ext uri="{FF2B5EF4-FFF2-40B4-BE49-F238E27FC236}">
                  <a16:creationId xmlns:a16="http://schemas.microsoft.com/office/drawing/2014/main" id="{CEB7236E-C9CC-929D-51D3-3DE5CDB12EC4}"/>
                </a:ext>
              </a:extLst>
            </p:cNvPr>
            <p:cNvSpPr/>
            <p:nvPr/>
          </p:nvSpPr>
          <p:spPr>
            <a:xfrm>
              <a:off x="7248065" y="2657766"/>
              <a:ext cx="354131" cy="360804"/>
            </a:xfrm>
            <a:custGeom>
              <a:avLst/>
              <a:gdLst/>
              <a:ahLst/>
              <a:cxnLst/>
              <a:rect l="l" t="t" r="r" b="b"/>
              <a:pathLst>
                <a:path w="8650" h="8813" extrusionOk="0">
                  <a:moveTo>
                    <a:pt x="4326" y="0"/>
                  </a:moveTo>
                  <a:cubicBezTo>
                    <a:pt x="1937" y="0"/>
                    <a:pt x="1" y="1937"/>
                    <a:pt x="1" y="4324"/>
                  </a:cubicBezTo>
                  <a:cubicBezTo>
                    <a:pt x="1" y="4912"/>
                    <a:pt x="124" y="6064"/>
                    <a:pt x="124" y="6064"/>
                  </a:cubicBezTo>
                  <a:cubicBezTo>
                    <a:pt x="142" y="6106"/>
                    <a:pt x="111" y="6169"/>
                    <a:pt x="130" y="6212"/>
                  </a:cubicBezTo>
                  <a:cubicBezTo>
                    <a:pt x="339" y="6675"/>
                    <a:pt x="622" y="7097"/>
                    <a:pt x="963" y="7463"/>
                  </a:cubicBezTo>
                  <a:cubicBezTo>
                    <a:pt x="1881" y="8381"/>
                    <a:pt x="3070" y="8812"/>
                    <a:pt x="4326" y="8812"/>
                  </a:cubicBezTo>
                  <a:cubicBezTo>
                    <a:pt x="4326" y="8812"/>
                    <a:pt x="4327" y="8812"/>
                    <a:pt x="4328" y="8812"/>
                  </a:cubicBezTo>
                  <a:cubicBezTo>
                    <a:pt x="6057" y="8812"/>
                    <a:pt x="7702" y="7692"/>
                    <a:pt x="8442" y="6030"/>
                  </a:cubicBezTo>
                  <a:cubicBezTo>
                    <a:pt x="8442" y="6030"/>
                    <a:pt x="8649" y="4910"/>
                    <a:pt x="8649" y="4324"/>
                  </a:cubicBezTo>
                  <a:cubicBezTo>
                    <a:pt x="8649" y="1937"/>
                    <a:pt x="6713" y="0"/>
                    <a:pt x="4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3150;p80">
              <a:extLst>
                <a:ext uri="{FF2B5EF4-FFF2-40B4-BE49-F238E27FC236}">
                  <a16:creationId xmlns:a16="http://schemas.microsoft.com/office/drawing/2014/main" id="{3114F5AF-B347-576F-58D0-123B6B9C8204}"/>
                </a:ext>
              </a:extLst>
            </p:cNvPr>
            <p:cNvSpPr/>
            <p:nvPr/>
          </p:nvSpPr>
          <p:spPr>
            <a:xfrm>
              <a:off x="7287449" y="2901400"/>
              <a:ext cx="310202" cy="121756"/>
            </a:xfrm>
            <a:custGeom>
              <a:avLst/>
              <a:gdLst/>
              <a:ahLst/>
              <a:cxnLst/>
              <a:rect l="l" t="t" r="r" b="b"/>
              <a:pathLst>
                <a:path w="7577" h="2974" extrusionOk="0">
                  <a:moveTo>
                    <a:pt x="7536" y="0"/>
                  </a:moveTo>
                  <a:lnTo>
                    <a:pt x="7344" y="22"/>
                  </a:lnTo>
                  <a:cubicBezTo>
                    <a:pt x="6627" y="1630"/>
                    <a:pt x="5016" y="2751"/>
                    <a:pt x="3140" y="2751"/>
                  </a:cubicBezTo>
                  <a:cubicBezTo>
                    <a:pt x="1927" y="2751"/>
                    <a:pt x="823" y="2280"/>
                    <a:pt x="0" y="1512"/>
                  </a:cubicBezTo>
                  <a:lnTo>
                    <a:pt x="0" y="1512"/>
                  </a:lnTo>
                  <a:cubicBezTo>
                    <a:pt x="840" y="2411"/>
                    <a:pt x="2035" y="2973"/>
                    <a:pt x="3362" y="2973"/>
                  </a:cubicBezTo>
                  <a:cubicBezTo>
                    <a:pt x="5229" y="2973"/>
                    <a:pt x="6837" y="1860"/>
                    <a:pt x="7559" y="261"/>
                  </a:cubicBezTo>
                  <a:cubicBezTo>
                    <a:pt x="7577" y="218"/>
                    <a:pt x="7536" y="0"/>
                    <a:pt x="7536"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3151;p80">
              <a:extLst>
                <a:ext uri="{FF2B5EF4-FFF2-40B4-BE49-F238E27FC236}">
                  <a16:creationId xmlns:a16="http://schemas.microsoft.com/office/drawing/2014/main" id="{2FBD27E1-51ED-B818-E61B-037267E948AC}"/>
                </a:ext>
              </a:extLst>
            </p:cNvPr>
            <p:cNvSpPr/>
            <p:nvPr/>
          </p:nvSpPr>
          <p:spPr>
            <a:xfrm>
              <a:off x="7542219" y="2703906"/>
              <a:ext cx="65872" cy="138623"/>
            </a:xfrm>
            <a:custGeom>
              <a:avLst/>
              <a:gdLst/>
              <a:ahLst/>
              <a:cxnLst/>
              <a:rect l="l" t="t" r="r" b="b"/>
              <a:pathLst>
                <a:path w="1609" h="3386" extrusionOk="0">
                  <a:moveTo>
                    <a:pt x="49" y="0"/>
                  </a:moveTo>
                  <a:lnTo>
                    <a:pt x="1" y="341"/>
                  </a:lnTo>
                  <a:cubicBezTo>
                    <a:pt x="732" y="1073"/>
                    <a:pt x="1185" y="2084"/>
                    <a:pt x="1185" y="3201"/>
                  </a:cubicBezTo>
                  <a:lnTo>
                    <a:pt x="1606" y="3386"/>
                  </a:lnTo>
                  <a:cubicBezTo>
                    <a:pt x="1609" y="3312"/>
                    <a:pt x="1606" y="3053"/>
                    <a:pt x="1606" y="2979"/>
                  </a:cubicBezTo>
                  <a:cubicBezTo>
                    <a:pt x="1606" y="1884"/>
                    <a:pt x="1163" y="847"/>
                    <a:pt x="490" y="48"/>
                  </a:cubicBezTo>
                  <a:lnTo>
                    <a:pt x="34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3152;p80">
              <a:extLst>
                <a:ext uri="{FF2B5EF4-FFF2-40B4-BE49-F238E27FC236}">
                  <a16:creationId xmlns:a16="http://schemas.microsoft.com/office/drawing/2014/main" id="{1CF5CB1C-30E4-8274-0660-318B9942325C}"/>
                </a:ext>
              </a:extLst>
            </p:cNvPr>
            <p:cNvSpPr/>
            <p:nvPr/>
          </p:nvSpPr>
          <p:spPr>
            <a:xfrm>
              <a:off x="7332033" y="2646385"/>
              <a:ext cx="224146" cy="71277"/>
            </a:xfrm>
            <a:custGeom>
              <a:avLst/>
              <a:gdLst/>
              <a:ahLst/>
              <a:cxnLst/>
              <a:rect l="l" t="t" r="r" b="b"/>
              <a:pathLst>
                <a:path w="5475" h="1741" extrusionOk="0">
                  <a:moveTo>
                    <a:pt x="2275" y="1"/>
                  </a:moveTo>
                  <a:cubicBezTo>
                    <a:pt x="1485" y="1"/>
                    <a:pt x="743" y="200"/>
                    <a:pt x="94" y="550"/>
                  </a:cubicBezTo>
                  <a:cubicBezTo>
                    <a:pt x="54" y="572"/>
                    <a:pt x="1" y="913"/>
                    <a:pt x="1" y="913"/>
                  </a:cubicBezTo>
                  <a:lnTo>
                    <a:pt x="251" y="1098"/>
                  </a:lnTo>
                  <a:cubicBezTo>
                    <a:pt x="846" y="754"/>
                    <a:pt x="1537" y="556"/>
                    <a:pt x="2275" y="556"/>
                  </a:cubicBezTo>
                  <a:cubicBezTo>
                    <a:pt x="3391" y="556"/>
                    <a:pt x="4403" y="1009"/>
                    <a:pt x="5135" y="1741"/>
                  </a:cubicBezTo>
                  <a:lnTo>
                    <a:pt x="5475" y="1400"/>
                  </a:lnTo>
                  <a:cubicBezTo>
                    <a:pt x="5475" y="1400"/>
                    <a:pt x="5462" y="1283"/>
                    <a:pt x="5427" y="1251"/>
                  </a:cubicBezTo>
                  <a:cubicBezTo>
                    <a:pt x="4603" y="477"/>
                    <a:pt x="3494" y="1"/>
                    <a:pt x="2275"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3153;p80">
              <a:extLst>
                <a:ext uri="{FF2B5EF4-FFF2-40B4-BE49-F238E27FC236}">
                  <a16:creationId xmlns:a16="http://schemas.microsoft.com/office/drawing/2014/main" id="{52455B9B-9AC9-F335-7DDF-7C75C26B3552}"/>
                </a:ext>
              </a:extLst>
            </p:cNvPr>
            <p:cNvSpPr/>
            <p:nvPr/>
          </p:nvSpPr>
          <p:spPr>
            <a:xfrm>
              <a:off x="7562280" y="2705625"/>
              <a:ext cx="51216" cy="136699"/>
            </a:xfrm>
            <a:custGeom>
              <a:avLst/>
              <a:gdLst/>
              <a:ahLst/>
              <a:cxnLst/>
              <a:rect l="l" t="t" r="r" b="b"/>
              <a:pathLst>
                <a:path w="1251" h="3339" extrusionOk="0">
                  <a:moveTo>
                    <a:pt x="0" y="0"/>
                  </a:moveTo>
                  <a:cubicBezTo>
                    <a:pt x="641" y="794"/>
                    <a:pt x="1029" y="1835"/>
                    <a:pt x="1029" y="2933"/>
                  </a:cubicBezTo>
                  <a:cubicBezTo>
                    <a:pt x="1029" y="3006"/>
                    <a:pt x="1026" y="3081"/>
                    <a:pt x="1024" y="3154"/>
                  </a:cubicBezTo>
                  <a:lnTo>
                    <a:pt x="1116" y="3339"/>
                  </a:lnTo>
                  <a:cubicBezTo>
                    <a:pt x="1116" y="3339"/>
                    <a:pt x="1251" y="3060"/>
                    <a:pt x="1249" y="3015"/>
                  </a:cubicBezTo>
                  <a:cubicBezTo>
                    <a:pt x="1214" y="1850"/>
                    <a:pt x="745" y="794"/>
                    <a:pt x="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3154;p80">
              <a:extLst>
                <a:ext uri="{FF2B5EF4-FFF2-40B4-BE49-F238E27FC236}">
                  <a16:creationId xmlns:a16="http://schemas.microsoft.com/office/drawing/2014/main" id="{72D9F89A-7F77-3083-3F8B-446F17FBC899}"/>
                </a:ext>
              </a:extLst>
            </p:cNvPr>
            <p:cNvSpPr/>
            <p:nvPr/>
          </p:nvSpPr>
          <p:spPr>
            <a:xfrm>
              <a:off x="7236725" y="2674347"/>
              <a:ext cx="105543" cy="231679"/>
            </a:xfrm>
            <a:custGeom>
              <a:avLst/>
              <a:gdLst/>
              <a:ahLst/>
              <a:cxnLst/>
              <a:rect l="l" t="t" r="r" b="b"/>
              <a:pathLst>
                <a:path w="2578" h="5659" extrusionOk="0">
                  <a:moveTo>
                    <a:pt x="2210" y="1"/>
                  </a:moveTo>
                  <a:cubicBezTo>
                    <a:pt x="2198" y="1"/>
                    <a:pt x="2188" y="3"/>
                    <a:pt x="2181" y="7"/>
                  </a:cubicBezTo>
                  <a:cubicBezTo>
                    <a:pt x="873" y="816"/>
                    <a:pt x="0" y="2266"/>
                    <a:pt x="0" y="3919"/>
                  </a:cubicBezTo>
                  <a:cubicBezTo>
                    <a:pt x="0" y="4494"/>
                    <a:pt x="106" y="5045"/>
                    <a:pt x="299" y="5551"/>
                  </a:cubicBezTo>
                  <a:cubicBezTo>
                    <a:pt x="315" y="5595"/>
                    <a:pt x="400" y="5659"/>
                    <a:pt x="400" y="5659"/>
                  </a:cubicBezTo>
                  <a:lnTo>
                    <a:pt x="863" y="5468"/>
                  </a:lnTo>
                  <a:cubicBezTo>
                    <a:pt x="665" y="4990"/>
                    <a:pt x="556" y="4468"/>
                    <a:pt x="556" y="3919"/>
                  </a:cubicBezTo>
                  <a:cubicBezTo>
                    <a:pt x="556" y="2423"/>
                    <a:pt x="1370" y="1116"/>
                    <a:pt x="2578" y="415"/>
                  </a:cubicBezTo>
                  <a:lnTo>
                    <a:pt x="2362" y="42"/>
                  </a:lnTo>
                  <a:cubicBezTo>
                    <a:pt x="2362" y="42"/>
                    <a:pt x="2265" y="1"/>
                    <a:pt x="2210"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3155;p80">
              <a:extLst>
                <a:ext uri="{FF2B5EF4-FFF2-40B4-BE49-F238E27FC236}">
                  <a16:creationId xmlns:a16="http://schemas.microsoft.com/office/drawing/2014/main" id="{16F17883-A712-B3F0-4B0D-03B50C2B4D9D}"/>
                </a:ext>
              </a:extLst>
            </p:cNvPr>
            <p:cNvSpPr/>
            <p:nvPr/>
          </p:nvSpPr>
          <p:spPr>
            <a:xfrm>
              <a:off x="7578123" y="2834791"/>
              <a:ext cx="26079" cy="67592"/>
            </a:xfrm>
            <a:custGeom>
              <a:avLst/>
              <a:gdLst/>
              <a:ahLst/>
              <a:cxnLst/>
              <a:rect l="l" t="t" r="r" b="b"/>
              <a:pathLst>
                <a:path w="637" h="1651" extrusionOk="0">
                  <a:moveTo>
                    <a:pt x="308" y="0"/>
                  </a:moveTo>
                  <a:lnTo>
                    <a:pt x="308" y="2"/>
                  </a:lnTo>
                  <a:cubicBezTo>
                    <a:pt x="308" y="551"/>
                    <a:pt x="199" y="1073"/>
                    <a:pt x="1" y="1550"/>
                  </a:cubicBezTo>
                  <a:lnTo>
                    <a:pt x="244" y="1650"/>
                  </a:lnTo>
                  <a:cubicBezTo>
                    <a:pt x="606" y="1256"/>
                    <a:pt x="637" y="611"/>
                    <a:pt x="63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3156;p80">
              <a:extLst>
                <a:ext uri="{FF2B5EF4-FFF2-40B4-BE49-F238E27FC236}">
                  <a16:creationId xmlns:a16="http://schemas.microsoft.com/office/drawing/2014/main" id="{0C0CB783-C870-C8F2-3969-1DF7DA1C796B}"/>
                </a:ext>
              </a:extLst>
            </p:cNvPr>
            <p:cNvSpPr/>
            <p:nvPr/>
          </p:nvSpPr>
          <p:spPr>
            <a:xfrm>
              <a:off x="7588113" y="2834914"/>
              <a:ext cx="25383" cy="72136"/>
            </a:xfrm>
            <a:custGeom>
              <a:avLst/>
              <a:gdLst/>
              <a:ahLst/>
              <a:cxnLst/>
              <a:rect l="l" t="t" r="r" b="b"/>
              <a:pathLst>
                <a:path w="620" h="1762" extrusionOk="0">
                  <a:moveTo>
                    <a:pt x="391" y="0"/>
                  </a:moveTo>
                  <a:cubicBezTo>
                    <a:pt x="363" y="585"/>
                    <a:pt x="226" y="1141"/>
                    <a:pt x="0" y="1648"/>
                  </a:cubicBezTo>
                  <a:lnTo>
                    <a:pt x="269" y="1761"/>
                  </a:lnTo>
                  <a:cubicBezTo>
                    <a:pt x="495" y="1219"/>
                    <a:pt x="620" y="624"/>
                    <a:pt x="62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3157;p80">
              <a:extLst>
                <a:ext uri="{FF2B5EF4-FFF2-40B4-BE49-F238E27FC236}">
                  <a16:creationId xmlns:a16="http://schemas.microsoft.com/office/drawing/2014/main" id="{C2D75596-07E8-0557-168D-4B29784C7B7B}"/>
                </a:ext>
              </a:extLst>
            </p:cNvPr>
            <p:cNvSpPr/>
            <p:nvPr/>
          </p:nvSpPr>
          <p:spPr>
            <a:xfrm>
              <a:off x="7419440" y="2688922"/>
              <a:ext cx="11136" cy="204659"/>
            </a:xfrm>
            <a:custGeom>
              <a:avLst/>
              <a:gdLst/>
              <a:ahLst/>
              <a:cxnLst/>
              <a:rect l="l" t="t" r="r" b="b"/>
              <a:pathLst>
                <a:path w="272" h="4999" extrusionOk="0">
                  <a:moveTo>
                    <a:pt x="135" y="0"/>
                  </a:moveTo>
                  <a:cubicBezTo>
                    <a:pt x="130" y="0"/>
                    <a:pt x="125" y="1"/>
                    <a:pt x="120" y="1"/>
                  </a:cubicBezTo>
                  <a:cubicBezTo>
                    <a:pt x="51" y="10"/>
                    <a:pt x="0" y="71"/>
                    <a:pt x="0" y="142"/>
                  </a:cubicBezTo>
                  <a:lnTo>
                    <a:pt x="0" y="4858"/>
                  </a:lnTo>
                  <a:cubicBezTo>
                    <a:pt x="0" y="4926"/>
                    <a:pt x="51" y="4987"/>
                    <a:pt x="120" y="4998"/>
                  </a:cubicBezTo>
                  <a:cubicBezTo>
                    <a:pt x="125" y="4999"/>
                    <a:pt x="130" y="4999"/>
                    <a:pt x="135" y="4999"/>
                  </a:cubicBezTo>
                  <a:cubicBezTo>
                    <a:pt x="210" y="4999"/>
                    <a:pt x="272" y="4936"/>
                    <a:pt x="272" y="4860"/>
                  </a:cubicBezTo>
                  <a:lnTo>
                    <a:pt x="272" y="139"/>
                  </a:lnTo>
                  <a:cubicBezTo>
                    <a:pt x="272" y="62"/>
                    <a:pt x="210" y="0"/>
                    <a:pt x="1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3158;p80">
              <a:extLst>
                <a:ext uri="{FF2B5EF4-FFF2-40B4-BE49-F238E27FC236}">
                  <a16:creationId xmlns:a16="http://schemas.microsoft.com/office/drawing/2014/main" id="{9E117618-3BDD-1C44-82A5-F195F63F1C91}"/>
                </a:ext>
              </a:extLst>
            </p:cNvPr>
            <p:cNvSpPr/>
            <p:nvPr/>
          </p:nvSpPr>
          <p:spPr>
            <a:xfrm>
              <a:off x="7453993" y="2931982"/>
              <a:ext cx="24646" cy="11054"/>
            </a:xfrm>
            <a:custGeom>
              <a:avLst/>
              <a:gdLst/>
              <a:ahLst/>
              <a:cxnLst/>
              <a:rect l="l" t="t" r="r" b="b"/>
              <a:pathLst>
                <a:path w="602" h="270" extrusionOk="0">
                  <a:moveTo>
                    <a:pt x="137" y="0"/>
                  </a:moveTo>
                  <a:cubicBezTo>
                    <a:pt x="62" y="0"/>
                    <a:pt x="0" y="62"/>
                    <a:pt x="3" y="139"/>
                  </a:cubicBezTo>
                  <a:cubicBezTo>
                    <a:pt x="5" y="213"/>
                    <a:pt x="69" y="269"/>
                    <a:pt x="143" y="269"/>
                  </a:cubicBezTo>
                  <a:lnTo>
                    <a:pt x="465" y="269"/>
                  </a:lnTo>
                  <a:cubicBezTo>
                    <a:pt x="542" y="269"/>
                    <a:pt x="602" y="208"/>
                    <a:pt x="600" y="131"/>
                  </a:cubicBezTo>
                  <a:cubicBezTo>
                    <a:pt x="597" y="57"/>
                    <a:pt x="532" y="0"/>
                    <a:pt x="45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3159;p80">
              <a:extLst>
                <a:ext uri="{FF2B5EF4-FFF2-40B4-BE49-F238E27FC236}">
                  <a16:creationId xmlns:a16="http://schemas.microsoft.com/office/drawing/2014/main" id="{D8311396-1D58-735E-254D-6035C1E26D90}"/>
                </a:ext>
              </a:extLst>
            </p:cNvPr>
            <p:cNvSpPr/>
            <p:nvPr/>
          </p:nvSpPr>
          <p:spPr>
            <a:xfrm>
              <a:off x="7372277" y="2931982"/>
              <a:ext cx="69148" cy="11054"/>
            </a:xfrm>
            <a:custGeom>
              <a:avLst/>
              <a:gdLst/>
              <a:ahLst/>
              <a:cxnLst/>
              <a:rect l="l" t="t" r="r" b="b"/>
              <a:pathLst>
                <a:path w="1689" h="270" extrusionOk="0">
                  <a:moveTo>
                    <a:pt x="136" y="0"/>
                  </a:moveTo>
                  <a:cubicBezTo>
                    <a:pt x="60" y="0"/>
                    <a:pt x="0" y="62"/>
                    <a:pt x="1" y="139"/>
                  </a:cubicBezTo>
                  <a:cubicBezTo>
                    <a:pt x="4" y="213"/>
                    <a:pt x="69" y="269"/>
                    <a:pt x="143" y="269"/>
                  </a:cubicBezTo>
                  <a:lnTo>
                    <a:pt x="1551" y="269"/>
                  </a:lnTo>
                  <a:cubicBezTo>
                    <a:pt x="1627" y="269"/>
                    <a:pt x="1688" y="208"/>
                    <a:pt x="1685" y="131"/>
                  </a:cubicBezTo>
                  <a:cubicBezTo>
                    <a:pt x="1683" y="57"/>
                    <a:pt x="1619" y="0"/>
                    <a:pt x="15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3160;p80">
              <a:extLst>
                <a:ext uri="{FF2B5EF4-FFF2-40B4-BE49-F238E27FC236}">
                  <a16:creationId xmlns:a16="http://schemas.microsoft.com/office/drawing/2014/main" id="{D04ECAE9-2EF4-F899-6B1D-99880B54CEE5}"/>
                </a:ext>
              </a:extLst>
            </p:cNvPr>
            <p:cNvSpPr/>
            <p:nvPr/>
          </p:nvSpPr>
          <p:spPr>
            <a:xfrm>
              <a:off x="7370926" y="2954786"/>
              <a:ext cx="108368" cy="11095"/>
            </a:xfrm>
            <a:custGeom>
              <a:avLst/>
              <a:gdLst/>
              <a:ahLst/>
              <a:cxnLst/>
              <a:rect l="l" t="t" r="r" b="b"/>
              <a:pathLst>
                <a:path w="2647" h="271" extrusionOk="0">
                  <a:moveTo>
                    <a:pt x="149" y="0"/>
                  </a:moveTo>
                  <a:cubicBezTo>
                    <a:pt x="66" y="0"/>
                    <a:pt x="1" y="70"/>
                    <a:pt x="10" y="152"/>
                  </a:cubicBezTo>
                  <a:cubicBezTo>
                    <a:pt x="18" y="221"/>
                    <a:pt x="81" y="270"/>
                    <a:pt x="150" y="270"/>
                  </a:cubicBezTo>
                  <a:lnTo>
                    <a:pt x="2499" y="270"/>
                  </a:lnTo>
                  <a:cubicBezTo>
                    <a:pt x="2581" y="270"/>
                    <a:pt x="2647" y="201"/>
                    <a:pt x="2638" y="118"/>
                  </a:cubicBezTo>
                  <a:cubicBezTo>
                    <a:pt x="2630" y="50"/>
                    <a:pt x="2567" y="0"/>
                    <a:pt x="24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3161;p80">
              <a:extLst>
                <a:ext uri="{FF2B5EF4-FFF2-40B4-BE49-F238E27FC236}">
                  <a16:creationId xmlns:a16="http://schemas.microsoft.com/office/drawing/2014/main" id="{2B21E2BC-3B03-C909-7974-6033013B55E9}"/>
                </a:ext>
              </a:extLst>
            </p:cNvPr>
            <p:cNvSpPr/>
            <p:nvPr/>
          </p:nvSpPr>
          <p:spPr>
            <a:xfrm>
              <a:off x="7413749" y="2823410"/>
              <a:ext cx="18996" cy="18955"/>
            </a:xfrm>
            <a:custGeom>
              <a:avLst/>
              <a:gdLst/>
              <a:ahLst/>
              <a:cxnLst/>
              <a:rect l="l" t="t" r="r" b="b"/>
              <a:pathLst>
                <a:path w="464" h="463" extrusionOk="0">
                  <a:moveTo>
                    <a:pt x="279" y="1"/>
                  </a:moveTo>
                  <a:cubicBezTo>
                    <a:pt x="126" y="1"/>
                    <a:pt x="0" y="124"/>
                    <a:pt x="0" y="278"/>
                  </a:cubicBezTo>
                  <a:cubicBezTo>
                    <a:pt x="0" y="307"/>
                    <a:pt x="4" y="334"/>
                    <a:pt x="12" y="359"/>
                  </a:cubicBezTo>
                  <a:cubicBezTo>
                    <a:pt x="94" y="441"/>
                    <a:pt x="157" y="463"/>
                    <a:pt x="185" y="463"/>
                  </a:cubicBezTo>
                  <a:cubicBezTo>
                    <a:pt x="339" y="463"/>
                    <a:pt x="463" y="339"/>
                    <a:pt x="463" y="185"/>
                  </a:cubicBezTo>
                  <a:cubicBezTo>
                    <a:pt x="463" y="157"/>
                    <a:pt x="454" y="107"/>
                    <a:pt x="359" y="12"/>
                  </a:cubicBezTo>
                  <a:cubicBezTo>
                    <a:pt x="333" y="4"/>
                    <a:pt x="306" y="1"/>
                    <a:pt x="2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3162;p80">
              <a:extLst>
                <a:ext uri="{FF2B5EF4-FFF2-40B4-BE49-F238E27FC236}">
                  <a16:creationId xmlns:a16="http://schemas.microsoft.com/office/drawing/2014/main" id="{07BBAF02-3ED6-DEC5-7F41-9B190DF3F057}"/>
                </a:ext>
              </a:extLst>
            </p:cNvPr>
            <p:cNvSpPr/>
            <p:nvPr/>
          </p:nvSpPr>
          <p:spPr>
            <a:xfrm>
              <a:off x="7414200" y="2823901"/>
              <a:ext cx="22312" cy="22271"/>
            </a:xfrm>
            <a:custGeom>
              <a:avLst/>
              <a:gdLst/>
              <a:ahLst/>
              <a:cxnLst/>
              <a:rect l="l" t="t" r="r" b="b"/>
              <a:pathLst>
                <a:path w="545" h="544" extrusionOk="0">
                  <a:moveTo>
                    <a:pt x="348" y="0"/>
                  </a:moveTo>
                  <a:lnTo>
                    <a:pt x="348" y="0"/>
                  </a:lnTo>
                  <a:cubicBezTo>
                    <a:pt x="355" y="26"/>
                    <a:pt x="359" y="53"/>
                    <a:pt x="359" y="80"/>
                  </a:cubicBezTo>
                  <a:cubicBezTo>
                    <a:pt x="359" y="233"/>
                    <a:pt x="236" y="359"/>
                    <a:pt x="81" y="359"/>
                  </a:cubicBezTo>
                  <a:cubicBezTo>
                    <a:pt x="53" y="359"/>
                    <a:pt x="26" y="355"/>
                    <a:pt x="1" y="347"/>
                  </a:cubicBezTo>
                  <a:lnTo>
                    <a:pt x="1" y="347"/>
                  </a:lnTo>
                  <a:cubicBezTo>
                    <a:pt x="34" y="460"/>
                    <a:pt x="140" y="544"/>
                    <a:pt x="266" y="544"/>
                  </a:cubicBezTo>
                  <a:cubicBezTo>
                    <a:pt x="419" y="544"/>
                    <a:pt x="544" y="419"/>
                    <a:pt x="544" y="265"/>
                  </a:cubicBezTo>
                  <a:cubicBezTo>
                    <a:pt x="544" y="142"/>
                    <a:pt x="461" y="34"/>
                    <a:pt x="34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3163;p80">
              <a:extLst>
                <a:ext uri="{FF2B5EF4-FFF2-40B4-BE49-F238E27FC236}">
                  <a16:creationId xmlns:a16="http://schemas.microsoft.com/office/drawing/2014/main" id="{0FFCB567-8EEB-E724-BF6A-4BD23D0CC85B}"/>
                </a:ext>
              </a:extLst>
            </p:cNvPr>
            <p:cNvSpPr/>
            <p:nvPr/>
          </p:nvSpPr>
          <p:spPr>
            <a:xfrm>
              <a:off x="7248966" y="2885925"/>
              <a:ext cx="45443" cy="26202"/>
            </a:xfrm>
            <a:custGeom>
              <a:avLst/>
              <a:gdLst/>
              <a:ahLst/>
              <a:cxnLst/>
              <a:rect l="l" t="t" r="r" b="b"/>
              <a:pathLst>
                <a:path w="1110" h="640" extrusionOk="0">
                  <a:moveTo>
                    <a:pt x="952" y="1"/>
                  </a:moveTo>
                  <a:cubicBezTo>
                    <a:pt x="935" y="1"/>
                    <a:pt x="916" y="4"/>
                    <a:pt x="899" y="11"/>
                  </a:cubicBezTo>
                  <a:lnTo>
                    <a:pt x="0" y="383"/>
                  </a:lnTo>
                  <a:cubicBezTo>
                    <a:pt x="33" y="470"/>
                    <a:pt x="69" y="555"/>
                    <a:pt x="106" y="640"/>
                  </a:cubicBezTo>
                  <a:lnTo>
                    <a:pt x="1004" y="268"/>
                  </a:lnTo>
                  <a:cubicBezTo>
                    <a:pt x="1076" y="238"/>
                    <a:pt x="1110" y="156"/>
                    <a:pt x="1081" y="86"/>
                  </a:cubicBezTo>
                  <a:cubicBezTo>
                    <a:pt x="1059" y="32"/>
                    <a:pt x="1007" y="1"/>
                    <a:pt x="95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3164;p80">
              <a:extLst>
                <a:ext uri="{FF2B5EF4-FFF2-40B4-BE49-F238E27FC236}">
                  <a16:creationId xmlns:a16="http://schemas.microsoft.com/office/drawing/2014/main" id="{2E7CA3B4-D151-D852-C64B-5B3799E3A5C5}"/>
                </a:ext>
              </a:extLst>
            </p:cNvPr>
            <p:cNvSpPr/>
            <p:nvPr/>
          </p:nvSpPr>
          <p:spPr>
            <a:xfrm>
              <a:off x="7326097" y="2668861"/>
              <a:ext cx="31360" cy="43069"/>
            </a:xfrm>
            <a:custGeom>
              <a:avLst/>
              <a:gdLst/>
              <a:ahLst/>
              <a:cxnLst/>
              <a:rect l="l" t="t" r="r" b="b"/>
              <a:pathLst>
                <a:path w="766" h="1052" extrusionOk="0">
                  <a:moveTo>
                    <a:pt x="241" y="1"/>
                  </a:moveTo>
                  <a:cubicBezTo>
                    <a:pt x="159" y="44"/>
                    <a:pt x="78" y="91"/>
                    <a:pt x="0" y="141"/>
                  </a:cubicBezTo>
                  <a:lnTo>
                    <a:pt x="487" y="983"/>
                  </a:lnTo>
                  <a:cubicBezTo>
                    <a:pt x="511" y="1027"/>
                    <a:pt x="558" y="1051"/>
                    <a:pt x="606" y="1051"/>
                  </a:cubicBezTo>
                  <a:cubicBezTo>
                    <a:pt x="629" y="1051"/>
                    <a:pt x="653" y="1045"/>
                    <a:pt x="676" y="1034"/>
                  </a:cubicBezTo>
                  <a:cubicBezTo>
                    <a:pt x="742" y="996"/>
                    <a:pt x="765" y="911"/>
                    <a:pt x="727" y="844"/>
                  </a:cubicBezTo>
                  <a:lnTo>
                    <a:pt x="24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3165;p80">
              <a:extLst>
                <a:ext uri="{FF2B5EF4-FFF2-40B4-BE49-F238E27FC236}">
                  <a16:creationId xmlns:a16="http://schemas.microsoft.com/office/drawing/2014/main" id="{F74C32FE-7000-DDD2-EBF2-7ED4F0048B27}"/>
                </a:ext>
              </a:extLst>
            </p:cNvPr>
            <p:cNvSpPr/>
            <p:nvPr/>
          </p:nvSpPr>
          <p:spPr>
            <a:xfrm>
              <a:off x="7523837" y="2697642"/>
              <a:ext cx="38361" cy="37910"/>
            </a:xfrm>
            <a:custGeom>
              <a:avLst/>
              <a:gdLst/>
              <a:ahLst/>
              <a:cxnLst/>
              <a:rect l="l" t="t" r="r" b="b"/>
              <a:pathLst>
                <a:path w="937" h="926" extrusionOk="0">
                  <a:moveTo>
                    <a:pt x="740" y="0"/>
                  </a:moveTo>
                  <a:lnTo>
                    <a:pt x="53" y="688"/>
                  </a:lnTo>
                  <a:cubicBezTo>
                    <a:pt x="0" y="742"/>
                    <a:pt x="0" y="831"/>
                    <a:pt x="54" y="884"/>
                  </a:cubicBezTo>
                  <a:cubicBezTo>
                    <a:pt x="82" y="912"/>
                    <a:pt x="118" y="926"/>
                    <a:pt x="151" y="926"/>
                  </a:cubicBezTo>
                  <a:cubicBezTo>
                    <a:pt x="187" y="926"/>
                    <a:pt x="223" y="912"/>
                    <a:pt x="249" y="884"/>
                  </a:cubicBezTo>
                  <a:lnTo>
                    <a:pt x="936" y="198"/>
                  </a:lnTo>
                  <a:cubicBezTo>
                    <a:pt x="873" y="130"/>
                    <a:pt x="808" y="64"/>
                    <a:pt x="7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3166;p80">
              <a:extLst>
                <a:ext uri="{FF2B5EF4-FFF2-40B4-BE49-F238E27FC236}">
                  <a16:creationId xmlns:a16="http://schemas.microsoft.com/office/drawing/2014/main" id="{83B2070B-818C-2373-144F-D2DBDF3B2679}"/>
                </a:ext>
              </a:extLst>
            </p:cNvPr>
            <p:cNvSpPr/>
            <p:nvPr/>
          </p:nvSpPr>
          <p:spPr>
            <a:xfrm>
              <a:off x="7585697" y="2897061"/>
              <a:ext cx="15557" cy="15066"/>
            </a:xfrm>
            <a:custGeom>
              <a:avLst/>
              <a:gdLst/>
              <a:ahLst/>
              <a:cxnLst/>
              <a:rect l="l" t="t" r="r" b="b"/>
              <a:pathLst>
                <a:path w="380" h="368" extrusionOk="0">
                  <a:moveTo>
                    <a:pt x="112" y="1"/>
                  </a:moveTo>
                  <a:cubicBezTo>
                    <a:pt x="95" y="44"/>
                    <a:pt x="77" y="86"/>
                    <a:pt x="58" y="128"/>
                  </a:cubicBezTo>
                  <a:cubicBezTo>
                    <a:pt x="40" y="170"/>
                    <a:pt x="21" y="213"/>
                    <a:pt x="0" y="255"/>
                  </a:cubicBezTo>
                  <a:lnTo>
                    <a:pt x="274" y="368"/>
                  </a:lnTo>
                  <a:cubicBezTo>
                    <a:pt x="312" y="283"/>
                    <a:pt x="346" y="198"/>
                    <a:pt x="379" y="111"/>
                  </a:cubicBezTo>
                  <a:lnTo>
                    <a:pt x="11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3167;p80">
              <a:extLst>
                <a:ext uri="{FF2B5EF4-FFF2-40B4-BE49-F238E27FC236}">
                  <a16:creationId xmlns:a16="http://schemas.microsoft.com/office/drawing/2014/main" id="{9907BB44-C168-46BF-935D-3C648F51DA8E}"/>
                </a:ext>
              </a:extLst>
            </p:cNvPr>
            <p:cNvSpPr/>
            <p:nvPr/>
          </p:nvSpPr>
          <p:spPr>
            <a:xfrm>
              <a:off x="7603875" y="2829018"/>
              <a:ext cx="9498" cy="11054"/>
            </a:xfrm>
            <a:custGeom>
              <a:avLst/>
              <a:gdLst/>
              <a:ahLst/>
              <a:cxnLst/>
              <a:rect l="l" t="t" r="r" b="b"/>
              <a:pathLst>
                <a:path w="232" h="270" extrusionOk="0">
                  <a:moveTo>
                    <a:pt x="14" y="1"/>
                  </a:moveTo>
                  <a:lnTo>
                    <a:pt x="10" y="135"/>
                  </a:lnTo>
                  <a:cubicBezTo>
                    <a:pt x="8" y="180"/>
                    <a:pt x="5" y="224"/>
                    <a:pt x="0" y="270"/>
                  </a:cubicBezTo>
                  <a:lnTo>
                    <a:pt x="228" y="270"/>
                  </a:lnTo>
                  <a:cubicBezTo>
                    <a:pt x="230" y="224"/>
                    <a:pt x="232" y="180"/>
                    <a:pt x="232" y="135"/>
                  </a:cubicBezTo>
                  <a:cubicBezTo>
                    <a:pt x="232" y="90"/>
                    <a:pt x="230" y="45"/>
                    <a:pt x="22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3168;p80">
              <a:extLst>
                <a:ext uri="{FF2B5EF4-FFF2-40B4-BE49-F238E27FC236}">
                  <a16:creationId xmlns:a16="http://schemas.microsoft.com/office/drawing/2014/main" id="{23741BA8-4FFD-9B2F-CD07-458C29EAB26F}"/>
                </a:ext>
              </a:extLst>
            </p:cNvPr>
            <p:cNvSpPr/>
            <p:nvPr/>
          </p:nvSpPr>
          <p:spPr>
            <a:xfrm>
              <a:off x="7555852" y="2885884"/>
              <a:ext cx="34553" cy="21657"/>
            </a:xfrm>
            <a:custGeom>
              <a:avLst/>
              <a:gdLst/>
              <a:ahLst/>
              <a:cxnLst/>
              <a:rect l="l" t="t" r="r" b="b"/>
              <a:pathLst>
                <a:path w="844" h="529" extrusionOk="0">
                  <a:moveTo>
                    <a:pt x="157" y="1"/>
                  </a:moveTo>
                  <a:cubicBezTo>
                    <a:pt x="102" y="1"/>
                    <a:pt x="51" y="34"/>
                    <a:pt x="29" y="87"/>
                  </a:cubicBezTo>
                  <a:cubicBezTo>
                    <a:pt x="0" y="159"/>
                    <a:pt x="33" y="239"/>
                    <a:pt x="105" y="269"/>
                  </a:cubicBezTo>
                  <a:lnTo>
                    <a:pt x="730" y="529"/>
                  </a:lnTo>
                  <a:cubicBezTo>
                    <a:pt x="750" y="487"/>
                    <a:pt x="770" y="446"/>
                    <a:pt x="788" y="402"/>
                  </a:cubicBezTo>
                  <a:cubicBezTo>
                    <a:pt x="807" y="360"/>
                    <a:pt x="825" y="318"/>
                    <a:pt x="843" y="275"/>
                  </a:cubicBezTo>
                  <a:lnTo>
                    <a:pt x="210" y="12"/>
                  </a:lnTo>
                  <a:cubicBezTo>
                    <a:pt x="193" y="4"/>
                    <a:pt x="175" y="1"/>
                    <a:pt x="1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3169;p80">
              <a:extLst>
                <a:ext uri="{FF2B5EF4-FFF2-40B4-BE49-F238E27FC236}">
                  <a16:creationId xmlns:a16="http://schemas.microsoft.com/office/drawing/2014/main" id="{58981632-BB54-9FBA-5E99-53D833A11107}"/>
                </a:ext>
              </a:extLst>
            </p:cNvPr>
            <p:cNvSpPr/>
            <p:nvPr/>
          </p:nvSpPr>
          <p:spPr>
            <a:xfrm>
              <a:off x="7568339" y="2829018"/>
              <a:ext cx="35495" cy="11054"/>
            </a:xfrm>
            <a:custGeom>
              <a:avLst/>
              <a:gdLst/>
              <a:ahLst/>
              <a:cxnLst/>
              <a:rect l="l" t="t" r="r" b="b"/>
              <a:pathLst>
                <a:path w="867" h="270" extrusionOk="0">
                  <a:moveTo>
                    <a:pt x="137" y="1"/>
                  </a:moveTo>
                  <a:cubicBezTo>
                    <a:pt x="61" y="1"/>
                    <a:pt x="0" y="62"/>
                    <a:pt x="2" y="139"/>
                  </a:cubicBezTo>
                  <a:cubicBezTo>
                    <a:pt x="3" y="212"/>
                    <a:pt x="70" y="270"/>
                    <a:pt x="144" y="270"/>
                  </a:cubicBezTo>
                  <a:lnTo>
                    <a:pt x="853" y="270"/>
                  </a:lnTo>
                  <a:cubicBezTo>
                    <a:pt x="857" y="224"/>
                    <a:pt x="859" y="180"/>
                    <a:pt x="862" y="135"/>
                  </a:cubicBezTo>
                  <a:cubicBezTo>
                    <a:pt x="865" y="90"/>
                    <a:pt x="866" y="45"/>
                    <a:pt x="86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3219;p80">
            <a:extLst>
              <a:ext uri="{FF2B5EF4-FFF2-40B4-BE49-F238E27FC236}">
                <a16:creationId xmlns:a16="http://schemas.microsoft.com/office/drawing/2014/main" id="{D570A89D-D069-A6F6-60D7-A387C4777BA0}"/>
              </a:ext>
            </a:extLst>
          </p:cNvPr>
          <p:cNvGrpSpPr/>
          <p:nvPr/>
        </p:nvGrpSpPr>
        <p:grpSpPr>
          <a:xfrm>
            <a:off x="2868451" y="4783016"/>
            <a:ext cx="1647278" cy="1378633"/>
            <a:chOff x="6422592" y="2656866"/>
            <a:chExt cx="370875" cy="376812"/>
          </a:xfrm>
        </p:grpSpPr>
        <p:sp>
          <p:nvSpPr>
            <p:cNvPr id="166" name="Google Shape;3220;p80">
              <a:extLst>
                <a:ext uri="{FF2B5EF4-FFF2-40B4-BE49-F238E27FC236}">
                  <a16:creationId xmlns:a16="http://schemas.microsoft.com/office/drawing/2014/main" id="{EC65918E-88BE-DCB4-5814-95840776D2B5}"/>
                </a:ext>
              </a:extLst>
            </p:cNvPr>
            <p:cNvSpPr/>
            <p:nvPr/>
          </p:nvSpPr>
          <p:spPr>
            <a:xfrm>
              <a:off x="6465210" y="2656866"/>
              <a:ext cx="285516" cy="360149"/>
            </a:xfrm>
            <a:custGeom>
              <a:avLst/>
              <a:gdLst/>
              <a:ahLst/>
              <a:cxnLst/>
              <a:rect l="l" t="t" r="r" b="b"/>
              <a:pathLst>
                <a:path w="6974" h="8797" extrusionOk="0">
                  <a:moveTo>
                    <a:pt x="3486" y="305"/>
                  </a:moveTo>
                  <a:lnTo>
                    <a:pt x="4342" y="935"/>
                  </a:lnTo>
                  <a:lnTo>
                    <a:pt x="3976" y="1209"/>
                  </a:lnTo>
                  <a:lnTo>
                    <a:pt x="3486" y="1363"/>
                  </a:lnTo>
                  <a:lnTo>
                    <a:pt x="2628" y="935"/>
                  </a:lnTo>
                  <a:lnTo>
                    <a:pt x="3486" y="305"/>
                  </a:lnTo>
                  <a:close/>
                  <a:moveTo>
                    <a:pt x="2499" y="1179"/>
                  </a:moveTo>
                  <a:lnTo>
                    <a:pt x="3175" y="1517"/>
                  </a:lnTo>
                  <a:lnTo>
                    <a:pt x="2837" y="1777"/>
                  </a:lnTo>
                  <a:lnTo>
                    <a:pt x="2499" y="1855"/>
                  </a:lnTo>
                  <a:lnTo>
                    <a:pt x="2499" y="1179"/>
                  </a:lnTo>
                  <a:close/>
                  <a:moveTo>
                    <a:pt x="4457" y="1179"/>
                  </a:moveTo>
                  <a:lnTo>
                    <a:pt x="4457" y="1855"/>
                  </a:lnTo>
                  <a:lnTo>
                    <a:pt x="3782" y="1516"/>
                  </a:lnTo>
                  <a:lnTo>
                    <a:pt x="4120" y="1257"/>
                  </a:lnTo>
                  <a:lnTo>
                    <a:pt x="4457" y="1179"/>
                  </a:lnTo>
                  <a:close/>
                  <a:moveTo>
                    <a:pt x="2230" y="1181"/>
                  </a:moveTo>
                  <a:lnTo>
                    <a:pt x="2230" y="1943"/>
                  </a:lnTo>
                  <a:lnTo>
                    <a:pt x="709" y="1943"/>
                  </a:lnTo>
                  <a:lnTo>
                    <a:pt x="2230" y="1181"/>
                  </a:lnTo>
                  <a:close/>
                  <a:moveTo>
                    <a:pt x="4747" y="1181"/>
                  </a:moveTo>
                  <a:lnTo>
                    <a:pt x="6267" y="1943"/>
                  </a:lnTo>
                  <a:lnTo>
                    <a:pt x="4747" y="1943"/>
                  </a:lnTo>
                  <a:lnTo>
                    <a:pt x="4747" y="1181"/>
                  </a:lnTo>
                  <a:close/>
                  <a:moveTo>
                    <a:pt x="3486" y="1669"/>
                  </a:moveTo>
                  <a:lnTo>
                    <a:pt x="4298" y="2077"/>
                  </a:lnTo>
                  <a:lnTo>
                    <a:pt x="3486" y="2484"/>
                  </a:lnTo>
                  <a:lnTo>
                    <a:pt x="2505" y="2077"/>
                  </a:lnTo>
                  <a:lnTo>
                    <a:pt x="3486" y="1669"/>
                  </a:lnTo>
                  <a:close/>
                  <a:moveTo>
                    <a:pt x="4457" y="2297"/>
                  </a:moveTo>
                  <a:lnTo>
                    <a:pt x="4457" y="2973"/>
                  </a:lnTo>
                  <a:lnTo>
                    <a:pt x="4120" y="2895"/>
                  </a:lnTo>
                  <a:lnTo>
                    <a:pt x="3782" y="2636"/>
                  </a:lnTo>
                  <a:lnTo>
                    <a:pt x="4457" y="2297"/>
                  </a:lnTo>
                  <a:close/>
                  <a:moveTo>
                    <a:pt x="2499" y="2298"/>
                  </a:moveTo>
                  <a:lnTo>
                    <a:pt x="2837" y="2376"/>
                  </a:lnTo>
                  <a:lnTo>
                    <a:pt x="3175" y="2636"/>
                  </a:lnTo>
                  <a:lnTo>
                    <a:pt x="2499" y="2975"/>
                  </a:lnTo>
                  <a:lnTo>
                    <a:pt x="2499" y="2298"/>
                  </a:lnTo>
                  <a:close/>
                  <a:moveTo>
                    <a:pt x="3486" y="2789"/>
                  </a:moveTo>
                  <a:lnTo>
                    <a:pt x="4467" y="3196"/>
                  </a:lnTo>
                  <a:lnTo>
                    <a:pt x="3486" y="3602"/>
                  </a:lnTo>
                  <a:lnTo>
                    <a:pt x="2673" y="3196"/>
                  </a:lnTo>
                  <a:lnTo>
                    <a:pt x="3486" y="2789"/>
                  </a:lnTo>
                  <a:close/>
                  <a:moveTo>
                    <a:pt x="2499" y="3418"/>
                  </a:moveTo>
                  <a:lnTo>
                    <a:pt x="3175" y="3757"/>
                  </a:lnTo>
                  <a:lnTo>
                    <a:pt x="2837" y="4017"/>
                  </a:lnTo>
                  <a:lnTo>
                    <a:pt x="2499" y="4095"/>
                  </a:lnTo>
                  <a:lnTo>
                    <a:pt x="2499" y="3418"/>
                  </a:lnTo>
                  <a:close/>
                  <a:moveTo>
                    <a:pt x="4457" y="3418"/>
                  </a:moveTo>
                  <a:lnTo>
                    <a:pt x="4457" y="4095"/>
                  </a:lnTo>
                  <a:lnTo>
                    <a:pt x="3782" y="3755"/>
                  </a:lnTo>
                  <a:lnTo>
                    <a:pt x="4120" y="3496"/>
                  </a:lnTo>
                  <a:lnTo>
                    <a:pt x="4457" y="3418"/>
                  </a:lnTo>
                  <a:close/>
                  <a:moveTo>
                    <a:pt x="2230" y="3410"/>
                  </a:moveTo>
                  <a:lnTo>
                    <a:pt x="2230" y="4171"/>
                  </a:lnTo>
                  <a:lnTo>
                    <a:pt x="709" y="4171"/>
                  </a:lnTo>
                  <a:lnTo>
                    <a:pt x="2230" y="3410"/>
                  </a:lnTo>
                  <a:close/>
                  <a:moveTo>
                    <a:pt x="4747" y="3410"/>
                  </a:moveTo>
                  <a:lnTo>
                    <a:pt x="6267" y="4171"/>
                  </a:lnTo>
                  <a:lnTo>
                    <a:pt x="4747" y="4171"/>
                  </a:lnTo>
                  <a:lnTo>
                    <a:pt x="4747" y="3410"/>
                  </a:lnTo>
                  <a:close/>
                  <a:moveTo>
                    <a:pt x="3486" y="3910"/>
                  </a:moveTo>
                  <a:lnTo>
                    <a:pt x="4298" y="4317"/>
                  </a:lnTo>
                  <a:lnTo>
                    <a:pt x="3486" y="4724"/>
                  </a:lnTo>
                  <a:lnTo>
                    <a:pt x="2505" y="4317"/>
                  </a:lnTo>
                  <a:lnTo>
                    <a:pt x="3486" y="3910"/>
                  </a:lnTo>
                  <a:close/>
                  <a:moveTo>
                    <a:pt x="4457" y="4536"/>
                  </a:moveTo>
                  <a:lnTo>
                    <a:pt x="4457" y="5213"/>
                  </a:lnTo>
                  <a:lnTo>
                    <a:pt x="4120" y="5135"/>
                  </a:lnTo>
                  <a:lnTo>
                    <a:pt x="3782" y="4876"/>
                  </a:lnTo>
                  <a:lnTo>
                    <a:pt x="4457" y="4536"/>
                  </a:lnTo>
                  <a:close/>
                  <a:moveTo>
                    <a:pt x="2499" y="4538"/>
                  </a:moveTo>
                  <a:lnTo>
                    <a:pt x="2837" y="4615"/>
                  </a:lnTo>
                  <a:lnTo>
                    <a:pt x="3175" y="4876"/>
                  </a:lnTo>
                  <a:lnTo>
                    <a:pt x="2499" y="5214"/>
                  </a:lnTo>
                  <a:lnTo>
                    <a:pt x="2499" y="4538"/>
                  </a:lnTo>
                  <a:close/>
                  <a:moveTo>
                    <a:pt x="3486" y="5030"/>
                  </a:moveTo>
                  <a:lnTo>
                    <a:pt x="4467" y="5437"/>
                  </a:lnTo>
                  <a:lnTo>
                    <a:pt x="3486" y="5843"/>
                  </a:lnTo>
                  <a:lnTo>
                    <a:pt x="2673" y="5436"/>
                  </a:lnTo>
                  <a:lnTo>
                    <a:pt x="3486" y="5030"/>
                  </a:lnTo>
                  <a:close/>
                  <a:moveTo>
                    <a:pt x="4517" y="5631"/>
                  </a:moveTo>
                  <a:lnTo>
                    <a:pt x="4758" y="6479"/>
                  </a:lnTo>
                  <a:lnTo>
                    <a:pt x="3792" y="5995"/>
                  </a:lnTo>
                  <a:lnTo>
                    <a:pt x="4129" y="5734"/>
                  </a:lnTo>
                  <a:lnTo>
                    <a:pt x="4517" y="5631"/>
                  </a:lnTo>
                  <a:close/>
                  <a:moveTo>
                    <a:pt x="2454" y="5632"/>
                  </a:moveTo>
                  <a:lnTo>
                    <a:pt x="3180" y="5996"/>
                  </a:lnTo>
                  <a:lnTo>
                    <a:pt x="2673" y="6342"/>
                  </a:lnTo>
                  <a:lnTo>
                    <a:pt x="2212" y="6481"/>
                  </a:lnTo>
                  <a:lnTo>
                    <a:pt x="2212" y="6481"/>
                  </a:lnTo>
                  <a:lnTo>
                    <a:pt x="2454" y="5632"/>
                  </a:lnTo>
                  <a:close/>
                  <a:moveTo>
                    <a:pt x="3485" y="6148"/>
                  </a:moveTo>
                  <a:lnTo>
                    <a:pt x="4681" y="6746"/>
                  </a:lnTo>
                  <a:lnTo>
                    <a:pt x="3485" y="7395"/>
                  </a:lnTo>
                  <a:lnTo>
                    <a:pt x="2143" y="6725"/>
                  </a:lnTo>
                  <a:lnTo>
                    <a:pt x="3485" y="6148"/>
                  </a:lnTo>
                  <a:close/>
                  <a:moveTo>
                    <a:pt x="4888" y="6946"/>
                  </a:moveTo>
                  <a:lnTo>
                    <a:pt x="5296" y="8379"/>
                  </a:lnTo>
                  <a:lnTo>
                    <a:pt x="5296" y="8379"/>
                  </a:lnTo>
                  <a:lnTo>
                    <a:pt x="4533" y="8057"/>
                  </a:lnTo>
                  <a:lnTo>
                    <a:pt x="3772" y="7551"/>
                  </a:lnTo>
                  <a:lnTo>
                    <a:pt x="4888" y="6946"/>
                  </a:lnTo>
                  <a:close/>
                  <a:moveTo>
                    <a:pt x="2080" y="6946"/>
                  </a:moveTo>
                  <a:lnTo>
                    <a:pt x="2673" y="7176"/>
                  </a:lnTo>
                  <a:lnTo>
                    <a:pt x="3198" y="7551"/>
                  </a:lnTo>
                  <a:lnTo>
                    <a:pt x="1673" y="8379"/>
                  </a:lnTo>
                  <a:lnTo>
                    <a:pt x="2080" y="6946"/>
                  </a:lnTo>
                  <a:close/>
                  <a:moveTo>
                    <a:pt x="3487" y="1"/>
                  </a:moveTo>
                  <a:cubicBezTo>
                    <a:pt x="3459" y="1"/>
                    <a:pt x="3430" y="10"/>
                    <a:pt x="3407" y="28"/>
                  </a:cubicBezTo>
                  <a:lnTo>
                    <a:pt x="2299" y="840"/>
                  </a:lnTo>
                  <a:lnTo>
                    <a:pt x="76" y="1953"/>
                  </a:lnTo>
                  <a:cubicBezTo>
                    <a:pt x="30" y="1976"/>
                    <a:pt x="1" y="2024"/>
                    <a:pt x="1" y="2076"/>
                  </a:cubicBezTo>
                  <a:lnTo>
                    <a:pt x="1" y="2449"/>
                  </a:lnTo>
                  <a:cubicBezTo>
                    <a:pt x="1" y="2524"/>
                    <a:pt x="62" y="2585"/>
                    <a:pt x="137" y="2585"/>
                  </a:cubicBezTo>
                  <a:cubicBezTo>
                    <a:pt x="142" y="2585"/>
                    <a:pt x="147" y="2585"/>
                    <a:pt x="153" y="2584"/>
                  </a:cubicBezTo>
                  <a:cubicBezTo>
                    <a:pt x="221" y="2577"/>
                    <a:pt x="271" y="2515"/>
                    <a:pt x="271" y="2445"/>
                  </a:cubicBezTo>
                  <a:lnTo>
                    <a:pt x="271" y="2213"/>
                  </a:lnTo>
                  <a:lnTo>
                    <a:pt x="2230" y="2213"/>
                  </a:lnTo>
                  <a:lnTo>
                    <a:pt x="2230" y="3111"/>
                  </a:lnTo>
                  <a:lnTo>
                    <a:pt x="76" y="4192"/>
                  </a:lnTo>
                  <a:cubicBezTo>
                    <a:pt x="30" y="4216"/>
                    <a:pt x="1" y="4264"/>
                    <a:pt x="1" y="4314"/>
                  </a:cubicBezTo>
                  <a:lnTo>
                    <a:pt x="1" y="4694"/>
                  </a:lnTo>
                  <a:cubicBezTo>
                    <a:pt x="1" y="4770"/>
                    <a:pt x="62" y="4831"/>
                    <a:pt x="137" y="4831"/>
                  </a:cubicBezTo>
                  <a:cubicBezTo>
                    <a:pt x="142" y="4831"/>
                    <a:pt x="147" y="4831"/>
                    <a:pt x="153" y="4830"/>
                  </a:cubicBezTo>
                  <a:cubicBezTo>
                    <a:pt x="221" y="4823"/>
                    <a:pt x="271" y="4761"/>
                    <a:pt x="271" y="4691"/>
                  </a:cubicBezTo>
                  <a:lnTo>
                    <a:pt x="271" y="4459"/>
                  </a:lnTo>
                  <a:lnTo>
                    <a:pt x="2230" y="4459"/>
                  </a:lnTo>
                  <a:lnTo>
                    <a:pt x="2230" y="5422"/>
                  </a:lnTo>
                  <a:lnTo>
                    <a:pt x="1319" y="8622"/>
                  </a:lnTo>
                  <a:cubicBezTo>
                    <a:pt x="1304" y="8675"/>
                    <a:pt x="1321" y="8732"/>
                    <a:pt x="1365" y="8766"/>
                  </a:cubicBezTo>
                  <a:cubicBezTo>
                    <a:pt x="1390" y="8786"/>
                    <a:pt x="1420" y="8796"/>
                    <a:pt x="1451" y="8796"/>
                  </a:cubicBezTo>
                  <a:cubicBezTo>
                    <a:pt x="1473" y="8796"/>
                    <a:pt x="1495" y="8791"/>
                    <a:pt x="1516" y="8780"/>
                  </a:cubicBezTo>
                  <a:lnTo>
                    <a:pt x="3488" y="7712"/>
                  </a:lnTo>
                  <a:lnTo>
                    <a:pt x="4541" y="8190"/>
                  </a:lnTo>
                  <a:lnTo>
                    <a:pt x="5409" y="8751"/>
                  </a:lnTo>
                  <a:lnTo>
                    <a:pt x="5460" y="8780"/>
                  </a:lnTo>
                  <a:cubicBezTo>
                    <a:pt x="5481" y="8791"/>
                    <a:pt x="5503" y="8796"/>
                    <a:pt x="5525" y="8796"/>
                  </a:cubicBezTo>
                  <a:cubicBezTo>
                    <a:pt x="5556" y="8796"/>
                    <a:pt x="5586" y="8786"/>
                    <a:pt x="5610" y="8766"/>
                  </a:cubicBezTo>
                  <a:cubicBezTo>
                    <a:pt x="5654" y="8732"/>
                    <a:pt x="5671" y="8675"/>
                    <a:pt x="5656" y="8622"/>
                  </a:cubicBezTo>
                  <a:lnTo>
                    <a:pt x="4744" y="5422"/>
                  </a:lnTo>
                  <a:lnTo>
                    <a:pt x="4744" y="4459"/>
                  </a:lnTo>
                  <a:lnTo>
                    <a:pt x="6704" y="4459"/>
                  </a:lnTo>
                  <a:lnTo>
                    <a:pt x="6704" y="4694"/>
                  </a:lnTo>
                  <a:cubicBezTo>
                    <a:pt x="6704" y="4770"/>
                    <a:pt x="6764" y="4831"/>
                    <a:pt x="6839" y="4831"/>
                  </a:cubicBezTo>
                  <a:cubicBezTo>
                    <a:pt x="6844" y="4831"/>
                    <a:pt x="6849" y="4831"/>
                    <a:pt x="6855" y="4830"/>
                  </a:cubicBezTo>
                  <a:cubicBezTo>
                    <a:pt x="6923" y="4823"/>
                    <a:pt x="6974" y="4761"/>
                    <a:pt x="6974" y="4691"/>
                  </a:cubicBezTo>
                  <a:lnTo>
                    <a:pt x="6974" y="4314"/>
                  </a:lnTo>
                  <a:cubicBezTo>
                    <a:pt x="6974" y="4262"/>
                    <a:pt x="6944" y="4216"/>
                    <a:pt x="6899" y="4192"/>
                  </a:cubicBezTo>
                  <a:lnTo>
                    <a:pt x="4744" y="3111"/>
                  </a:lnTo>
                  <a:lnTo>
                    <a:pt x="4744" y="2213"/>
                  </a:lnTo>
                  <a:lnTo>
                    <a:pt x="6704" y="2213"/>
                  </a:lnTo>
                  <a:lnTo>
                    <a:pt x="6704" y="2449"/>
                  </a:lnTo>
                  <a:cubicBezTo>
                    <a:pt x="6704" y="2524"/>
                    <a:pt x="6764" y="2585"/>
                    <a:pt x="6839" y="2585"/>
                  </a:cubicBezTo>
                  <a:cubicBezTo>
                    <a:pt x="6844" y="2585"/>
                    <a:pt x="6849" y="2585"/>
                    <a:pt x="6855" y="2584"/>
                  </a:cubicBezTo>
                  <a:cubicBezTo>
                    <a:pt x="6923" y="2577"/>
                    <a:pt x="6974" y="2515"/>
                    <a:pt x="6974" y="2445"/>
                  </a:cubicBezTo>
                  <a:lnTo>
                    <a:pt x="6974" y="2076"/>
                  </a:lnTo>
                  <a:cubicBezTo>
                    <a:pt x="6974" y="2023"/>
                    <a:pt x="6944" y="1976"/>
                    <a:pt x="6899" y="1953"/>
                  </a:cubicBezTo>
                  <a:lnTo>
                    <a:pt x="4676" y="840"/>
                  </a:lnTo>
                  <a:lnTo>
                    <a:pt x="3568" y="28"/>
                  </a:lnTo>
                  <a:cubicBezTo>
                    <a:pt x="3544" y="10"/>
                    <a:pt x="3515" y="1"/>
                    <a:pt x="348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3221;p80">
              <a:extLst>
                <a:ext uri="{FF2B5EF4-FFF2-40B4-BE49-F238E27FC236}">
                  <a16:creationId xmlns:a16="http://schemas.microsoft.com/office/drawing/2014/main" id="{89257FF4-FC80-63BE-019A-681763B5FE75}"/>
                </a:ext>
              </a:extLst>
            </p:cNvPr>
            <p:cNvSpPr/>
            <p:nvPr/>
          </p:nvSpPr>
          <p:spPr>
            <a:xfrm>
              <a:off x="6607559" y="2856366"/>
              <a:ext cx="42332" cy="45935"/>
            </a:xfrm>
            <a:custGeom>
              <a:avLst/>
              <a:gdLst/>
              <a:ahLst/>
              <a:cxnLst/>
              <a:rect l="l" t="t" r="r" b="b"/>
              <a:pathLst>
                <a:path w="1034" h="1122" extrusionOk="0">
                  <a:moveTo>
                    <a:pt x="306" y="1"/>
                  </a:moveTo>
                  <a:lnTo>
                    <a:pt x="0" y="154"/>
                  </a:lnTo>
                  <a:lnTo>
                    <a:pt x="799" y="560"/>
                  </a:lnTo>
                  <a:lnTo>
                    <a:pt x="0" y="968"/>
                  </a:lnTo>
                  <a:lnTo>
                    <a:pt x="306" y="1121"/>
                  </a:lnTo>
                  <a:lnTo>
                    <a:pt x="1033" y="757"/>
                  </a:lnTo>
                  <a:lnTo>
                    <a:pt x="988" y="599"/>
                  </a:lnTo>
                  <a:cubicBezTo>
                    <a:pt x="983" y="588"/>
                    <a:pt x="982" y="575"/>
                    <a:pt x="982" y="562"/>
                  </a:cubicBezTo>
                  <a:lnTo>
                    <a:pt x="982" y="340"/>
                  </a:lnTo>
                  <a:lnTo>
                    <a:pt x="30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3222;p80">
              <a:extLst>
                <a:ext uri="{FF2B5EF4-FFF2-40B4-BE49-F238E27FC236}">
                  <a16:creationId xmlns:a16="http://schemas.microsoft.com/office/drawing/2014/main" id="{08AB256F-E74A-EC24-D8CC-4092FBE85DB6}"/>
                </a:ext>
              </a:extLst>
            </p:cNvPr>
            <p:cNvSpPr/>
            <p:nvPr/>
          </p:nvSpPr>
          <p:spPr>
            <a:xfrm>
              <a:off x="6607804" y="2966085"/>
              <a:ext cx="78523" cy="48841"/>
            </a:xfrm>
            <a:custGeom>
              <a:avLst/>
              <a:gdLst/>
              <a:ahLst/>
              <a:cxnLst/>
              <a:rect l="l" t="t" r="r" b="b"/>
              <a:pathLst>
                <a:path w="1918" h="1193" extrusionOk="0">
                  <a:moveTo>
                    <a:pt x="289" y="1"/>
                  </a:moveTo>
                  <a:lnTo>
                    <a:pt x="1" y="154"/>
                  </a:lnTo>
                  <a:lnTo>
                    <a:pt x="1918" y="1193"/>
                  </a:lnTo>
                  <a:lnTo>
                    <a:pt x="1813" y="826"/>
                  </a:lnTo>
                  <a:lnTo>
                    <a:pt x="28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3223;p80">
              <a:extLst>
                <a:ext uri="{FF2B5EF4-FFF2-40B4-BE49-F238E27FC236}">
                  <a16:creationId xmlns:a16="http://schemas.microsoft.com/office/drawing/2014/main" id="{1276FCDA-98F0-31F4-4C22-EEBA7CABCA64}"/>
                </a:ext>
              </a:extLst>
            </p:cNvPr>
            <p:cNvSpPr/>
            <p:nvPr/>
          </p:nvSpPr>
          <p:spPr>
            <a:xfrm>
              <a:off x="6550366" y="2902301"/>
              <a:ext cx="57603" cy="63621"/>
            </a:xfrm>
            <a:custGeom>
              <a:avLst/>
              <a:gdLst/>
              <a:ahLst/>
              <a:cxnLst/>
              <a:rect l="l" t="t" r="r" b="b"/>
              <a:pathLst>
                <a:path w="1407" h="1554" extrusionOk="0">
                  <a:moveTo>
                    <a:pt x="1100" y="0"/>
                  </a:moveTo>
                  <a:lnTo>
                    <a:pt x="132" y="484"/>
                  </a:lnTo>
                  <a:lnTo>
                    <a:pt x="0" y="950"/>
                  </a:lnTo>
                  <a:lnTo>
                    <a:pt x="1119" y="1553"/>
                  </a:lnTo>
                  <a:lnTo>
                    <a:pt x="1407" y="1400"/>
                  </a:lnTo>
                  <a:lnTo>
                    <a:pt x="209" y="751"/>
                  </a:lnTo>
                  <a:lnTo>
                    <a:pt x="1406" y="153"/>
                  </a:lnTo>
                  <a:lnTo>
                    <a:pt x="110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3224;p80">
              <a:extLst>
                <a:ext uri="{FF2B5EF4-FFF2-40B4-BE49-F238E27FC236}">
                  <a16:creationId xmlns:a16="http://schemas.microsoft.com/office/drawing/2014/main" id="{2FA7B02F-A646-FAA5-ED12-F5DB90152E18}"/>
                </a:ext>
              </a:extLst>
            </p:cNvPr>
            <p:cNvSpPr/>
            <p:nvPr/>
          </p:nvSpPr>
          <p:spPr>
            <a:xfrm>
              <a:off x="6607518" y="2764743"/>
              <a:ext cx="40203" cy="45894"/>
            </a:xfrm>
            <a:custGeom>
              <a:avLst/>
              <a:gdLst/>
              <a:ahLst/>
              <a:cxnLst/>
              <a:rect l="l" t="t" r="r" b="b"/>
              <a:pathLst>
                <a:path w="982" h="1121" extrusionOk="0">
                  <a:moveTo>
                    <a:pt x="306" y="1"/>
                  </a:moveTo>
                  <a:lnTo>
                    <a:pt x="0" y="154"/>
                  </a:lnTo>
                  <a:lnTo>
                    <a:pt x="813" y="561"/>
                  </a:lnTo>
                  <a:lnTo>
                    <a:pt x="0" y="967"/>
                  </a:lnTo>
                  <a:lnTo>
                    <a:pt x="306" y="1120"/>
                  </a:lnTo>
                  <a:lnTo>
                    <a:pt x="981" y="782"/>
                  </a:lnTo>
                  <a:lnTo>
                    <a:pt x="981" y="338"/>
                  </a:lnTo>
                  <a:lnTo>
                    <a:pt x="30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3225;p80">
              <a:extLst>
                <a:ext uri="{FF2B5EF4-FFF2-40B4-BE49-F238E27FC236}">
                  <a16:creationId xmlns:a16="http://schemas.microsoft.com/office/drawing/2014/main" id="{CEEB5CD3-3418-6533-491B-6F3D18A00787}"/>
                </a:ext>
              </a:extLst>
            </p:cNvPr>
            <p:cNvSpPr/>
            <p:nvPr/>
          </p:nvSpPr>
          <p:spPr>
            <a:xfrm>
              <a:off x="6567560" y="2810554"/>
              <a:ext cx="40203" cy="45935"/>
            </a:xfrm>
            <a:custGeom>
              <a:avLst/>
              <a:gdLst/>
              <a:ahLst/>
              <a:cxnLst/>
              <a:rect l="l" t="t" r="r" b="b"/>
              <a:pathLst>
                <a:path w="982" h="1122" extrusionOk="0">
                  <a:moveTo>
                    <a:pt x="676" y="0"/>
                  </a:moveTo>
                  <a:lnTo>
                    <a:pt x="0" y="339"/>
                  </a:lnTo>
                  <a:lnTo>
                    <a:pt x="0" y="782"/>
                  </a:lnTo>
                  <a:lnTo>
                    <a:pt x="676" y="1122"/>
                  </a:lnTo>
                  <a:lnTo>
                    <a:pt x="982" y="969"/>
                  </a:lnTo>
                  <a:lnTo>
                    <a:pt x="169" y="560"/>
                  </a:lnTo>
                  <a:lnTo>
                    <a:pt x="982" y="153"/>
                  </a:lnTo>
                  <a:lnTo>
                    <a:pt x="67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3226;p80">
              <a:extLst>
                <a:ext uri="{FF2B5EF4-FFF2-40B4-BE49-F238E27FC236}">
                  <a16:creationId xmlns:a16="http://schemas.microsoft.com/office/drawing/2014/main" id="{ADAFE111-2CCC-FCF6-39DA-70A1BDED4568}"/>
                </a:ext>
              </a:extLst>
            </p:cNvPr>
            <p:cNvSpPr/>
            <p:nvPr/>
          </p:nvSpPr>
          <p:spPr>
            <a:xfrm>
              <a:off x="6567560" y="2718931"/>
              <a:ext cx="40203" cy="45853"/>
            </a:xfrm>
            <a:custGeom>
              <a:avLst/>
              <a:gdLst/>
              <a:ahLst/>
              <a:cxnLst/>
              <a:rect l="l" t="t" r="r" b="b"/>
              <a:pathLst>
                <a:path w="982" h="1120" extrusionOk="0">
                  <a:moveTo>
                    <a:pt x="676" y="0"/>
                  </a:moveTo>
                  <a:lnTo>
                    <a:pt x="0" y="339"/>
                  </a:lnTo>
                  <a:lnTo>
                    <a:pt x="0" y="782"/>
                  </a:lnTo>
                  <a:lnTo>
                    <a:pt x="676" y="1120"/>
                  </a:lnTo>
                  <a:lnTo>
                    <a:pt x="982" y="967"/>
                  </a:lnTo>
                  <a:lnTo>
                    <a:pt x="169" y="560"/>
                  </a:lnTo>
                  <a:lnTo>
                    <a:pt x="982" y="153"/>
                  </a:lnTo>
                  <a:lnTo>
                    <a:pt x="67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3227;p80">
              <a:extLst>
                <a:ext uri="{FF2B5EF4-FFF2-40B4-BE49-F238E27FC236}">
                  <a16:creationId xmlns:a16="http://schemas.microsoft.com/office/drawing/2014/main" id="{9D0E020F-783F-A3B9-20A7-360D6E97E874}"/>
                </a:ext>
              </a:extLst>
            </p:cNvPr>
            <p:cNvSpPr/>
            <p:nvPr/>
          </p:nvSpPr>
          <p:spPr>
            <a:xfrm>
              <a:off x="6607518" y="2695145"/>
              <a:ext cx="40203" cy="23827"/>
            </a:xfrm>
            <a:custGeom>
              <a:avLst/>
              <a:gdLst/>
              <a:ahLst/>
              <a:cxnLst/>
              <a:rect l="l" t="t" r="r" b="b"/>
              <a:pathLst>
                <a:path w="982" h="582" extrusionOk="0">
                  <a:moveTo>
                    <a:pt x="857" y="0"/>
                  </a:moveTo>
                  <a:lnTo>
                    <a:pt x="0" y="428"/>
                  </a:lnTo>
                  <a:lnTo>
                    <a:pt x="306" y="581"/>
                  </a:lnTo>
                  <a:lnTo>
                    <a:pt x="981" y="243"/>
                  </a:lnTo>
                  <a:lnTo>
                    <a:pt x="981" y="91"/>
                  </a:lnTo>
                  <a:lnTo>
                    <a:pt x="85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3228;p80">
              <a:extLst>
                <a:ext uri="{FF2B5EF4-FFF2-40B4-BE49-F238E27FC236}">
                  <a16:creationId xmlns:a16="http://schemas.microsoft.com/office/drawing/2014/main" id="{B4100A19-5C30-6EC4-723A-9D682AAC142A}"/>
                </a:ext>
              </a:extLst>
            </p:cNvPr>
            <p:cNvSpPr/>
            <p:nvPr/>
          </p:nvSpPr>
          <p:spPr>
            <a:xfrm>
              <a:off x="6422592" y="3011570"/>
              <a:ext cx="365103" cy="16253"/>
            </a:xfrm>
            <a:custGeom>
              <a:avLst/>
              <a:gdLst/>
              <a:ahLst/>
              <a:cxnLst/>
              <a:rect l="l" t="t" r="r" b="b"/>
              <a:pathLst>
                <a:path w="8918" h="397" extrusionOk="0">
                  <a:moveTo>
                    <a:pt x="138" y="1"/>
                  </a:moveTo>
                  <a:cubicBezTo>
                    <a:pt x="62" y="1"/>
                    <a:pt x="1" y="61"/>
                    <a:pt x="1" y="138"/>
                  </a:cubicBezTo>
                  <a:lnTo>
                    <a:pt x="1" y="271"/>
                  </a:lnTo>
                  <a:lnTo>
                    <a:pt x="8918" y="396"/>
                  </a:lnTo>
                  <a:lnTo>
                    <a:pt x="8791"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3229;p80">
              <a:extLst>
                <a:ext uri="{FF2B5EF4-FFF2-40B4-BE49-F238E27FC236}">
                  <a16:creationId xmlns:a16="http://schemas.microsoft.com/office/drawing/2014/main" id="{05E54565-977C-ED1D-9818-7B5921D5D8E3}"/>
                </a:ext>
              </a:extLst>
            </p:cNvPr>
            <p:cNvSpPr/>
            <p:nvPr/>
          </p:nvSpPr>
          <p:spPr>
            <a:xfrm>
              <a:off x="6422592" y="3011570"/>
              <a:ext cx="370875" cy="22108"/>
            </a:xfrm>
            <a:custGeom>
              <a:avLst/>
              <a:gdLst/>
              <a:ahLst/>
              <a:cxnLst/>
              <a:rect l="l" t="t" r="r" b="b"/>
              <a:pathLst>
                <a:path w="9059" h="540" extrusionOk="0">
                  <a:moveTo>
                    <a:pt x="8787" y="1"/>
                  </a:moveTo>
                  <a:lnTo>
                    <a:pt x="8787" y="270"/>
                  </a:lnTo>
                  <a:lnTo>
                    <a:pt x="1" y="270"/>
                  </a:lnTo>
                  <a:lnTo>
                    <a:pt x="1" y="403"/>
                  </a:lnTo>
                  <a:cubicBezTo>
                    <a:pt x="1" y="477"/>
                    <a:pt x="61" y="540"/>
                    <a:pt x="138" y="540"/>
                  </a:cubicBezTo>
                  <a:lnTo>
                    <a:pt x="8921" y="540"/>
                  </a:lnTo>
                  <a:cubicBezTo>
                    <a:pt x="8996" y="540"/>
                    <a:pt x="9058" y="480"/>
                    <a:pt x="9058" y="403"/>
                  </a:cubicBezTo>
                  <a:lnTo>
                    <a:pt x="9058" y="138"/>
                  </a:lnTo>
                  <a:cubicBezTo>
                    <a:pt x="9058" y="62"/>
                    <a:pt x="8997" y="1"/>
                    <a:pt x="8921"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6" name="Google Shape;3257;p80">
            <a:extLst>
              <a:ext uri="{FF2B5EF4-FFF2-40B4-BE49-F238E27FC236}">
                <a16:creationId xmlns:a16="http://schemas.microsoft.com/office/drawing/2014/main" id="{D4B55AA9-7500-074D-F983-F1297D1ED2C9}"/>
              </a:ext>
            </a:extLst>
          </p:cNvPr>
          <p:cNvGrpSpPr/>
          <p:nvPr/>
        </p:nvGrpSpPr>
        <p:grpSpPr>
          <a:xfrm>
            <a:off x="1178828" y="4768948"/>
            <a:ext cx="1297085" cy="1386487"/>
            <a:chOff x="6435160" y="2049193"/>
            <a:chExt cx="343036" cy="376935"/>
          </a:xfrm>
        </p:grpSpPr>
        <p:sp>
          <p:nvSpPr>
            <p:cNvPr id="177" name="Google Shape;3258;p80">
              <a:extLst>
                <a:ext uri="{FF2B5EF4-FFF2-40B4-BE49-F238E27FC236}">
                  <a16:creationId xmlns:a16="http://schemas.microsoft.com/office/drawing/2014/main" id="{CF708D06-4CAF-FBFE-2BD4-C9C9DD908511}"/>
                </a:ext>
              </a:extLst>
            </p:cNvPr>
            <p:cNvSpPr/>
            <p:nvPr/>
          </p:nvSpPr>
          <p:spPr>
            <a:xfrm>
              <a:off x="6742661" y="2049234"/>
              <a:ext cx="35536" cy="21125"/>
            </a:xfrm>
            <a:custGeom>
              <a:avLst/>
              <a:gdLst/>
              <a:ahLst/>
              <a:cxnLst/>
              <a:rect l="l" t="t" r="r" b="b"/>
              <a:pathLst>
                <a:path w="868" h="516" extrusionOk="0">
                  <a:moveTo>
                    <a:pt x="138" y="1"/>
                  </a:moveTo>
                  <a:cubicBezTo>
                    <a:pt x="61" y="1"/>
                    <a:pt x="1" y="62"/>
                    <a:pt x="1" y="138"/>
                  </a:cubicBezTo>
                  <a:cubicBezTo>
                    <a:pt x="1" y="215"/>
                    <a:pt x="62" y="275"/>
                    <a:pt x="138" y="275"/>
                  </a:cubicBezTo>
                  <a:cubicBezTo>
                    <a:pt x="320" y="275"/>
                    <a:pt x="492" y="347"/>
                    <a:pt x="621" y="475"/>
                  </a:cubicBezTo>
                  <a:cubicBezTo>
                    <a:pt x="647" y="502"/>
                    <a:pt x="682" y="515"/>
                    <a:pt x="718" y="515"/>
                  </a:cubicBezTo>
                  <a:cubicBezTo>
                    <a:pt x="753" y="515"/>
                    <a:pt x="788" y="501"/>
                    <a:pt x="814" y="475"/>
                  </a:cubicBezTo>
                  <a:cubicBezTo>
                    <a:pt x="868" y="422"/>
                    <a:pt x="868" y="336"/>
                    <a:pt x="814" y="281"/>
                  </a:cubicBezTo>
                  <a:cubicBezTo>
                    <a:pt x="634" y="101"/>
                    <a:pt x="393" y="1"/>
                    <a:pt x="13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3259;p80">
              <a:extLst>
                <a:ext uri="{FF2B5EF4-FFF2-40B4-BE49-F238E27FC236}">
                  <a16:creationId xmlns:a16="http://schemas.microsoft.com/office/drawing/2014/main" id="{079EDE4C-6DEC-6187-116D-13375236131B}"/>
                </a:ext>
              </a:extLst>
            </p:cNvPr>
            <p:cNvSpPr/>
            <p:nvPr/>
          </p:nvSpPr>
          <p:spPr>
            <a:xfrm>
              <a:off x="6742661" y="2106550"/>
              <a:ext cx="35536" cy="21125"/>
            </a:xfrm>
            <a:custGeom>
              <a:avLst/>
              <a:gdLst/>
              <a:ahLst/>
              <a:cxnLst/>
              <a:rect l="l" t="t" r="r" b="b"/>
              <a:pathLst>
                <a:path w="868" h="516" extrusionOk="0">
                  <a:moveTo>
                    <a:pt x="718" y="0"/>
                  </a:moveTo>
                  <a:cubicBezTo>
                    <a:pt x="682" y="0"/>
                    <a:pt x="647" y="14"/>
                    <a:pt x="621" y="41"/>
                  </a:cubicBezTo>
                  <a:cubicBezTo>
                    <a:pt x="492" y="171"/>
                    <a:pt x="320" y="241"/>
                    <a:pt x="138" y="241"/>
                  </a:cubicBezTo>
                  <a:cubicBezTo>
                    <a:pt x="61" y="241"/>
                    <a:pt x="1" y="302"/>
                    <a:pt x="1" y="378"/>
                  </a:cubicBezTo>
                  <a:cubicBezTo>
                    <a:pt x="1" y="455"/>
                    <a:pt x="62" y="516"/>
                    <a:pt x="138" y="516"/>
                  </a:cubicBezTo>
                  <a:cubicBezTo>
                    <a:pt x="393" y="516"/>
                    <a:pt x="634" y="415"/>
                    <a:pt x="815" y="235"/>
                  </a:cubicBezTo>
                  <a:cubicBezTo>
                    <a:pt x="868" y="181"/>
                    <a:pt x="868" y="95"/>
                    <a:pt x="815" y="41"/>
                  </a:cubicBezTo>
                  <a:cubicBezTo>
                    <a:pt x="788" y="14"/>
                    <a:pt x="753" y="0"/>
                    <a:pt x="71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3260;p80">
              <a:extLst>
                <a:ext uri="{FF2B5EF4-FFF2-40B4-BE49-F238E27FC236}">
                  <a16:creationId xmlns:a16="http://schemas.microsoft.com/office/drawing/2014/main" id="{9E78569A-DCE9-F090-E346-0F8690F9865A}"/>
                </a:ext>
              </a:extLst>
            </p:cNvPr>
            <p:cNvSpPr/>
            <p:nvPr/>
          </p:nvSpPr>
          <p:spPr>
            <a:xfrm>
              <a:off x="6705323" y="2049193"/>
              <a:ext cx="43028" cy="78482"/>
            </a:xfrm>
            <a:custGeom>
              <a:avLst/>
              <a:gdLst/>
              <a:ahLst/>
              <a:cxnLst/>
              <a:rect l="l" t="t" r="r" b="b"/>
              <a:pathLst>
                <a:path w="1051" h="1917" extrusionOk="0">
                  <a:moveTo>
                    <a:pt x="1051" y="1"/>
                  </a:moveTo>
                  <a:cubicBezTo>
                    <a:pt x="794" y="1"/>
                    <a:pt x="555" y="101"/>
                    <a:pt x="374" y="281"/>
                  </a:cubicBezTo>
                  <a:cubicBezTo>
                    <a:pt x="1" y="655"/>
                    <a:pt x="1" y="1262"/>
                    <a:pt x="374" y="1636"/>
                  </a:cubicBezTo>
                  <a:cubicBezTo>
                    <a:pt x="555" y="1816"/>
                    <a:pt x="794" y="1917"/>
                    <a:pt x="1051" y="1917"/>
                  </a:cubicBezTo>
                  <a:lnTo>
                    <a:pt x="1051" y="1641"/>
                  </a:lnTo>
                  <a:cubicBezTo>
                    <a:pt x="867" y="1641"/>
                    <a:pt x="696" y="1569"/>
                    <a:pt x="566" y="1441"/>
                  </a:cubicBezTo>
                  <a:cubicBezTo>
                    <a:pt x="301" y="1174"/>
                    <a:pt x="301" y="740"/>
                    <a:pt x="566" y="474"/>
                  </a:cubicBezTo>
                  <a:cubicBezTo>
                    <a:pt x="696" y="344"/>
                    <a:pt x="867" y="274"/>
                    <a:pt x="1051" y="274"/>
                  </a:cubicBezTo>
                  <a:lnTo>
                    <a:pt x="1051"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3261;p80">
              <a:extLst>
                <a:ext uri="{FF2B5EF4-FFF2-40B4-BE49-F238E27FC236}">
                  <a16:creationId xmlns:a16="http://schemas.microsoft.com/office/drawing/2014/main" id="{B0AE8D6F-24F9-DB07-46C8-7A176732FE30}"/>
                </a:ext>
              </a:extLst>
            </p:cNvPr>
            <p:cNvSpPr/>
            <p:nvPr/>
          </p:nvSpPr>
          <p:spPr>
            <a:xfrm>
              <a:off x="6456122" y="2221510"/>
              <a:ext cx="166298" cy="131090"/>
            </a:xfrm>
            <a:custGeom>
              <a:avLst/>
              <a:gdLst/>
              <a:ahLst/>
              <a:cxnLst/>
              <a:rect l="l" t="t" r="r" b="b"/>
              <a:pathLst>
                <a:path w="4062" h="3202" extrusionOk="0">
                  <a:moveTo>
                    <a:pt x="1741" y="0"/>
                  </a:moveTo>
                  <a:lnTo>
                    <a:pt x="0" y="581"/>
                  </a:lnTo>
                  <a:lnTo>
                    <a:pt x="2605" y="3184"/>
                  </a:lnTo>
                  <a:cubicBezTo>
                    <a:pt x="2617" y="3196"/>
                    <a:pt x="2635" y="3202"/>
                    <a:pt x="2658" y="3202"/>
                  </a:cubicBezTo>
                  <a:cubicBezTo>
                    <a:pt x="2951" y="3202"/>
                    <a:pt x="4062" y="2321"/>
                    <a:pt x="3766" y="2024"/>
                  </a:cubicBezTo>
                  <a:lnTo>
                    <a:pt x="1741"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3262;p80">
              <a:extLst>
                <a:ext uri="{FF2B5EF4-FFF2-40B4-BE49-F238E27FC236}">
                  <a16:creationId xmlns:a16="http://schemas.microsoft.com/office/drawing/2014/main" id="{F8801251-D900-A8E2-0FEA-3B0FB2753833}"/>
                </a:ext>
              </a:extLst>
            </p:cNvPr>
            <p:cNvSpPr/>
            <p:nvPr/>
          </p:nvSpPr>
          <p:spPr>
            <a:xfrm>
              <a:off x="6442243" y="2189126"/>
              <a:ext cx="85196" cy="65995"/>
            </a:xfrm>
            <a:custGeom>
              <a:avLst/>
              <a:gdLst/>
              <a:ahLst/>
              <a:cxnLst/>
              <a:rect l="l" t="t" r="r" b="b"/>
              <a:pathLst>
                <a:path w="2081" h="1612" extrusionOk="0">
                  <a:moveTo>
                    <a:pt x="1261" y="1"/>
                  </a:moveTo>
                  <a:cubicBezTo>
                    <a:pt x="996" y="1"/>
                    <a:pt x="0" y="1033"/>
                    <a:pt x="145" y="1177"/>
                  </a:cubicBezTo>
                  <a:lnTo>
                    <a:pt x="339" y="1372"/>
                  </a:lnTo>
                  <a:cubicBezTo>
                    <a:pt x="500" y="1532"/>
                    <a:pt x="710" y="1611"/>
                    <a:pt x="920" y="1611"/>
                  </a:cubicBezTo>
                  <a:cubicBezTo>
                    <a:pt x="1129" y="1611"/>
                    <a:pt x="1340" y="1531"/>
                    <a:pt x="1500" y="1372"/>
                  </a:cubicBezTo>
                  <a:lnTo>
                    <a:pt x="2080" y="791"/>
                  </a:lnTo>
                  <a:lnTo>
                    <a:pt x="1306" y="17"/>
                  </a:lnTo>
                  <a:cubicBezTo>
                    <a:pt x="1295" y="6"/>
                    <a:pt x="1280" y="1"/>
                    <a:pt x="12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3263;p80">
              <a:extLst>
                <a:ext uri="{FF2B5EF4-FFF2-40B4-BE49-F238E27FC236}">
                  <a16:creationId xmlns:a16="http://schemas.microsoft.com/office/drawing/2014/main" id="{380DA52B-74AB-A9D8-3609-00CB46A56F6F}"/>
                </a:ext>
              </a:extLst>
            </p:cNvPr>
            <p:cNvSpPr/>
            <p:nvPr/>
          </p:nvSpPr>
          <p:spPr>
            <a:xfrm>
              <a:off x="6597447" y="2054474"/>
              <a:ext cx="62884" cy="61287"/>
            </a:xfrm>
            <a:custGeom>
              <a:avLst/>
              <a:gdLst/>
              <a:ahLst/>
              <a:cxnLst/>
              <a:rect l="l" t="t" r="r" b="b"/>
              <a:pathLst>
                <a:path w="1536" h="1497" extrusionOk="0">
                  <a:moveTo>
                    <a:pt x="0" y="0"/>
                  </a:moveTo>
                  <a:lnTo>
                    <a:pt x="0" y="572"/>
                  </a:lnTo>
                  <a:lnTo>
                    <a:pt x="920" y="1496"/>
                  </a:lnTo>
                  <a:lnTo>
                    <a:pt x="1536" y="1369"/>
                  </a:lnTo>
                  <a:lnTo>
                    <a:pt x="1354"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3264;p80">
              <a:extLst>
                <a:ext uri="{FF2B5EF4-FFF2-40B4-BE49-F238E27FC236}">
                  <a16:creationId xmlns:a16="http://schemas.microsoft.com/office/drawing/2014/main" id="{958B7DB7-DA9F-32E9-F6C8-E7ECADDA20F7}"/>
                </a:ext>
              </a:extLst>
            </p:cNvPr>
            <p:cNvSpPr/>
            <p:nvPr/>
          </p:nvSpPr>
          <p:spPr>
            <a:xfrm>
              <a:off x="6597447" y="2065037"/>
              <a:ext cx="61942" cy="57152"/>
            </a:xfrm>
            <a:custGeom>
              <a:avLst/>
              <a:gdLst/>
              <a:ahLst/>
              <a:cxnLst/>
              <a:rect l="l" t="t" r="r" b="b"/>
              <a:pathLst>
                <a:path w="1513" h="1396" extrusionOk="0">
                  <a:moveTo>
                    <a:pt x="518" y="0"/>
                  </a:moveTo>
                  <a:cubicBezTo>
                    <a:pt x="421" y="0"/>
                    <a:pt x="212" y="149"/>
                    <a:pt x="0" y="342"/>
                  </a:cubicBezTo>
                  <a:lnTo>
                    <a:pt x="0" y="1396"/>
                  </a:lnTo>
                  <a:lnTo>
                    <a:pt x="1333" y="1396"/>
                  </a:lnTo>
                  <a:lnTo>
                    <a:pt x="1512" y="1127"/>
                  </a:lnTo>
                  <a:lnTo>
                    <a:pt x="907" y="1127"/>
                  </a:lnTo>
                  <a:cubicBezTo>
                    <a:pt x="959" y="1017"/>
                    <a:pt x="986" y="897"/>
                    <a:pt x="986" y="778"/>
                  </a:cubicBezTo>
                  <a:cubicBezTo>
                    <a:pt x="986" y="570"/>
                    <a:pt x="907" y="364"/>
                    <a:pt x="748" y="205"/>
                  </a:cubicBezTo>
                  <a:lnTo>
                    <a:pt x="557" y="14"/>
                  </a:lnTo>
                  <a:cubicBezTo>
                    <a:pt x="548" y="5"/>
                    <a:pt x="534" y="0"/>
                    <a:pt x="51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3265;p80">
              <a:extLst>
                <a:ext uri="{FF2B5EF4-FFF2-40B4-BE49-F238E27FC236}">
                  <a16:creationId xmlns:a16="http://schemas.microsoft.com/office/drawing/2014/main" id="{42D54E02-E022-297E-DC46-9AFC46D01B1A}"/>
                </a:ext>
              </a:extLst>
            </p:cNvPr>
            <p:cNvSpPr/>
            <p:nvPr/>
          </p:nvSpPr>
          <p:spPr>
            <a:xfrm>
              <a:off x="6653371" y="2055211"/>
              <a:ext cx="70335" cy="57684"/>
            </a:xfrm>
            <a:custGeom>
              <a:avLst/>
              <a:gdLst/>
              <a:ahLst/>
              <a:cxnLst/>
              <a:rect l="l" t="t" r="r" b="b"/>
              <a:pathLst>
                <a:path w="1718" h="1409" extrusionOk="0">
                  <a:moveTo>
                    <a:pt x="1" y="0"/>
                  </a:moveTo>
                  <a:lnTo>
                    <a:pt x="1" y="1348"/>
                  </a:lnTo>
                  <a:cubicBezTo>
                    <a:pt x="67" y="1389"/>
                    <a:pt x="138" y="1408"/>
                    <a:pt x="205" y="1408"/>
                  </a:cubicBezTo>
                  <a:cubicBezTo>
                    <a:pt x="298" y="1408"/>
                    <a:pt x="384" y="1373"/>
                    <a:pt x="443" y="1314"/>
                  </a:cubicBezTo>
                  <a:lnTo>
                    <a:pt x="739" y="1016"/>
                  </a:lnTo>
                  <a:cubicBezTo>
                    <a:pt x="792" y="963"/>
                    <a:pt x="863" y="935"/>
                    <a:pt x="937" y="935"/>
                  </a:cubicBezTo>
                  <a:lnTo>
                    <a:pt x="1538" y="935"/>
                  </a:lnTo>
                  <a:cubicBezTo>
                    <a:pt x="1636" y="935"/>
                    <a:pt x="1717" y="797"/>
                    <a:pt x="1717" y="675"/>
                  </a:cubicBezTo>
                  <a:cubicBezTo>
                    <a:pt x="1668" y="593"/>
                    <a:pt x="1577" y="539"/>
                    <a:pt x="1477" y="539"/>
                  </a:cubicBezTo>
                  <a:lnTo>
                    <a:pt x="875" y="539"/>
                  </a:lnTo>
                  <a:lnTo>
                    <a:pt x="574" y="238"/>
                  </a:lnTo>
                  <a:cubicBezTo>
                    <a:pt x="422" y="86"/>
                    <a:pt x="216" y="0"/>
                    <a:pt x="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3266;p80">
              <a:extLst>
                <a:ext uri="{FF2B5EF4-FFF2-40B4-BE49-F238E27FC236}">
                  <a16:creationId xmlns:a16="http://schemas.microsoft.com/office/drawing/2014/main" id="{13C7F4D7-BCF9-8AFF-BA8E-BCA1A053C3B1}"/>
                </a:ext>
              </a:extLst>
            </p:cNvPr>
            <p:cNvSpPr/>
            <p:nvPr/>
          </p:nvSpPr>
          <p:spPr>
            <a:xfrm>
              <a:off x="6653371" y="2082846"/>
              <a:ext cx="72136" cy="38606"/>
            </a:xfrm>
            <a:custGeom>
              <a:avLst/>
              <a:gdLst/>
              <a:ahLst/>
              <a:cxnLst/>
              <a:rect l="l" t="t" r="r" b="b"/>
              <a:pathLst>
                <a:path w="1762" h="943" extrusionOk="0">
                  <a:moveTo>
                    <a:pt x="1717" y="0"/>
                  </a:moveTo>
                  <a:cubicBezTo>
                    <a:pt x="1671" y="81"/>
                    <a:pt x="1583" y="134"/>
                    <a:pt x="1485" y="134"/>
                  </a:cubicBezTo>
                  <a:lnTo>
                    <a:pt x="885" y="134"/>
                  </a:lnTo>
                  <a:cubicBezTo>
                    <a:pt x="810" y="134"/>
                    <a:pt x="738" y="165"/>
                    <a:pt x="684" y="218"/>
                  </a:cubicBezTo>
                  <a:lnTo>
                    <a:pt x="389" y="513"/>
                  </a:lnTo>
                  <a:cubicBezTo>
                    <a:pt x="286" y="616"/>
                    <a:pt x="146" y="674"/>
                    <a:pt x="1" y="674"/>
                  </a:cubicBezTo>
                  <a:lnTo>
                    <a:pt x="1" y="943"/>
                  </a:lnTo>
                  <a:cubicBezTo>
                    <a:pt x="216" y="943"/>
                    <a:pt x="422" y="857"/>
                    <a:pt x="574" y="705"/>
                  </a:cubicBezTo>
                  <a:lnTo>
                    <a:pt x="875" y="403"/>
                  </a:lnTo>
                  <a:lnTo>
                    <a:pt x="1485" y="403"/>
                  </a:lnTo>
                  <a:cubicBezTo>
                    <a:pt x="1638" y="403"/>
                    <a:pt x="1762" y="276"/>
                    <a:pt x="1754" y="122"/>
                  </a:cubicBezTo>
                  <a:cubicBezTo>
                    <a:pt x="1751" y="76"/>
                    <a:pt x="1737" y="35"/>
                    <a:pt x="171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3267;p80">
              <a:extLst>
                <a:ext uri="{FF2B5EF4-FFF2-40B4-BE49-F238E27FC236}">
                  <a16:creationId xmlns:a16="http://schemas.microsoft.com/office/drawing/2014/main" id="{C9D2B595-6C0E-7090-B95A-961518A68AEF}"/>
                </a:ext>
              </a:extLst>
            </p:cNvPr>
            <p:cNvSpPr/>
            <p:nvPr/>
          </p:nvSpPr>
          <p:spPr>
            <a:xfrm>
              <a:off x="6435160" y="2054884"/>
              <a:ext cx="195529" cy="188897"/>
            </a:xfrm>
            <a:custGeom>
              <a:avLst/>
              <a:gdLst/>
              <a:ahLst/>
              <a:cxnLst/>
              <a:rect l="l" t="t" r="r" b="b"/>
              <a:pathLst>
                <a:path w="4776" h="4614" extrusionOk="0">
                  <a:moveTo>
                    <a:pt x="3953" y="0"/>
                  </a:moveTo>
                  <a:cubicBezTo>
                    <a:pt x="3743" y="0"/>
                    <a:pt x="3533" y="80"/>
                    <a:pt x="3373" y="240"/>
                  </a:cubicBezTo>
                  <a:lnTo>
                    <a:pt x="317" y="3296"/>
                  </a:lnTo>
                  <a:cubicBezTo>
                    <a:pt x="29" y="3583"/>
                    <a:pt x="1" y="4031"/>
                    <a:pt x="228" y="4352"/>
                  </a:cubicBezTo>
                  <a:cubicBezTo>
                    <a:pt x="399" y="4524"/>
                    <a:pt x="646" y="4614"/>
                    <a:pt x="813" y="4614"/>
                  </a:cubicBezTo>
                  <a:cubicBezTo>
                    <a:pt x="1025" y="4614"/>
                    <a:pt x="1235" y="4532"/>
                    <a:pt x="1394" y="4373"/>
                  </a:cubicBezTo>
                  <a:lnTo>
                    <a:pt x="4450" y="1318"/>
                  </a:lnTo>
                  <a:cubicBezTo>
                    <a:pt x="4738" y="1030"/>
                    <a:pt x="4776" y="500"/>
                    <a:pt x="4429" y="152"/>
                  </a:cubicBezTo>
                  <a:cubicBezTo>
                    <a:pt x="4287" y="51"/>
                    <a:pt x="4120" y="0"/>
                    <a:pt x="39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3268;p80">
              <a:extLst>
                <a:ext uri="{FF2B5EF4-FFF2-40B4-BE49-F238E27FC236}">
                  <a16:creationId xmlns:a16="http://schemas.microsoft.com/office/drawing/2014/main" id="{44AA99AE-3C29-37CE-7BEE-9E147172F749}"/>
                </a:ext>
              </a:extLst>
            </p:cNvPr>
            <p:cNvSpPr/>
            <p:nvPr/>
          </p:nvSpPr>
          <p:spPr>
            <a:xfrm>
              <a:off x="6444536" y="2061066"/>
              <a:ext cx="189388" cy="186154"/>
            </a:xfrm>
            <a:custGeom>
              <a:avLst/>
              <a:gdLst/>
              <a:ahLst/>
              <a:cxnLst/>
              <a:rect l="l" t="t" r="r" b="b"/>
              <a:pathLst>
                <a:path w="4626" h="4547" extrusionOk="0">
                  <a:moveTo>
                    <a:pt x="4200" y="1"/>
                  </a:moveTo>
                  <a:lnTo>
                    <a:pt x="4200" y="1"/>
                  </a:lnTo>
                  <a:cubicBezTo>
                    <a:pt x="4429" y="321"/>
                    <a:pt x="4399" y="770"/>
                    <a:pt x="4112" y="1057"/>
                  </a:cubicBezTo>
                  <a:lnTo>
                    <a:pt x="1056" y="4112"/>
                  </a:lnTo>
                  <a:cubicBezTo>
                    <a:pt x="895" y="4274"/>
                    <a:pt x="685" y="4353"/>
                    <a:pt x="475" y="4353"/>
                  </a:cubicBezTo>
                  <a:cubicBezTo>
                    <a:pt x="310" y="4353"/>
                    <a:pt x="142" y="4302"/>
                    <a:pt x="0" y="4201"/>
                  </a:cubicBezTo>
                  <a:lnTo>
                    <a:pt x="0" y="4201"/>
                  </a:lnTo>
                  <a:cubicBezTo>
                    <a:pt x="27" y="4238"/>
                    <a:pt x="56" y="4274"/>
                    <a:pt x="89" y="4306"/>
                  </a:cubicBezTo>
                  <a:cubicBezTo>
                    <a:pt x="251" y="4468"/>
                    <a:pt x="459" y="4547"/>
                    <a:pt x="669" y="4547"/>
                  </a:cubicBezTo>
                  <a:cubicBezTo>
                    <a:pt x="879" y="4547"/>
                    <a:pt x="1090" y="4466"/>
                    <a:pt x="1250" y="4306"/>
                  </a:cubicBezTo>
                  <a:lnTo>
                    <a:pt x="4305" y="1251"/>
                  </a:lnTo>
                  <a:cubicBezTo>
                    <a:pt x="4626" y="929"/>
                    <a:pt x="4626" y="409"/>
                    <a:pt x="4305" y="89"/>
                  </a:cubicBezTo>
                  <a:cubicBezTo>
                    <a:pt x="4272" y="56"/>
                    <a:pt x="4237" y="27"/>
                    <a:pt x="4200"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3269;p80">
              <a:extLst>
                <a:ext uri="{FF2B5EF4-FFF2-40B4-BE49-F238E27FC236}">
                  <a16:creationId xmlns:a16="http://schemas.microsoft.com/office/drawing/2014/main" id="{97CC9EBF-B354-863D-1149-C37A00430939}"/>
                </a:ext>
              </a:extLst>
            </p:cNvPr>
            <p:cNvSpPr/>
            <p:nvPr/>
          </p:nvSpPr>
          <p:spPr>
            <a:xfrm>
              <a:off x="6525597" y="2272685"/>
              <a:ext cx="122492" cy="107017"/>
            </a:xfrm>
            <a:custGeom>
              <a:avLst/>
              <a:gdLst/>
              <a:ahLst/>
              <a:cxnLst/>
              <a:rect l="l" t="t" r="r" b="b"/>
              <a:pathLst>
                <a:path w="2992" h="2614" extrusionOk="0">
                  <a:moveTo>
                    <a:pt x="1495" y="0"/>
                  </a:moveTo>
                  <a:cubicBezTo>
                    <a:pt x="736" y="0"/>
                    <a:pt x="122" y="614"/>
                    <a:pt x="122" y="1372"/>
                  </a:cubicBezTo>
                  <a:lnTo>
                    <a:pt x="122" y="2016"/>
                  </a:lnTo>
                  <a:cubicBezTo>
                    <a:pt x="122" y="2191"/>
                    <a:pt x="80" y="2362"/>
                    <a:pt x="1" y="2517"/>
                  </a:cubicBezTo>
                  <a:lnTo>
                    <a:pt x="2992" y="2614"/>
                  </a:lnTo>
                  <a:cubicBezTo>
                    <a:pt x="2787" y="2408"/>
                    <a:pt x="2781" y="2211"/>
                    <a:pt x="2781" y="1922"/>
                  </a:cubicBezTo>
                  <a:lnTo>
                    <a:pt x="2781" y="1305"/>
                  </a:lnTo>
                  <a:cubicBezTo>
                    <a:pt x="2781" y="969"/>
                    <a:pt x="2621" y="575"/>
                    <a:pt x="2355" y="309"/>
                  </a:cubicBezTo>
                  <a:cubicBezTo>
                    <a:pt x="2123" y="118"/>
                    <a:pt x="1827" y="2"/>
                    <a:pt x="1504" y="0"/>
                  </a:cubicBezTo>
                  <a:cubicBezTo>
                    <a:pt x="1501" y="0"/>
                    <a:pt x="1498" y="0"/>
                    <a:pt x="14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3270;p80">
              <a:extLst>
                <a:ext uri="{FF2B5EF4-FFF2-40B4-BE49-F238E27FC236}">
                  <a16:creationId xmlns:a16="http://schemas.microsoft.com/office/drawing/2014/main" id="{488BE1AE-5F22-4C19-72C3-E2E593CD7458}"/>
                </a:ext>
              </a:extLst>
            </p:cNvPr>
            <p:cNvSpPr/>
            <p:nvPr/>
          </p:nvSpPr>
          <p:spPr>
            <a:xfrm>
              <a:off x="6517327" y="2285458"/>
              <a:ext cx="138172" cy="104847"/>
            </a:xfrm>
            <a:custGeom>
              <a:avLst/>
              <a:gdLst/>
              <a:ahLst/>
              <a:cxnLst/>
              <a:rect l="l" t="t" r="r" b="b"/>
              <a:pathLst>
                <a:path w="3375" h="2561" extrusionOk="0">
                  <a:moveTo>
                    <a:pt x="2547" y="1"/>
                  </a:moveTo>
                  <a:lnTo>
                    <a:pt x="2547" y="1"/>
                  </a:lnTo>
                  <a:cubicBezTo>
                    <a:pt x="2746" y="242"/>
                    <a:pt x="2863" y="550"/>
                    <a:pt x="2856" y="884"/>
                  </a:cubicBezTo>
                  <a:lnTo>
                    <a:pt x="2856" y="1499"/>
                  </a:lnTo>
                  <a:cubicBezTo>
                    <a:pt x="2863" y="1787"/>
                    <a:pt x="2869" y="1984"/>
                    <a:pt x="3073" y="2195"/>
                  </a:cubicBezTo>
                  <a:lnTo>
                    <a:pt x="200" y="2195"/>
                  </a:lnTo>
                  <a:cubicBezTo>
                    <a:pt x="148" y="2301"/>
                    <a:pt x="83" y="2393"/>
                    <a:pt x="0" y="2475"/>
                  </a:cubicBezTo>
                  <a:lnTo>
                    <a:pt x="1687" y="2560"/>
                  </a:lnTo>
                  <a:lnTo>
                    <a:pt x="3374" y="2461"/>
                  </a:lnTo>
                  <a:cubicBezTo>
                    <a:pt x="3171" y="2258"/>
                    <a:pt x="3057" y="1980"/>
                    <a:pt x="3054" y="1691"/>
                  </a:cubicBezTo>
                  <a:lnTo>
                    <a:pt x="3054" y="1077"/>
                  </a:lnTo>
                  <a:cubicBezTo>
                    <a:pt x="3057" y="644"/>
                    <a:pt x="2858" y="255"/>
                    <a:pt x="2547"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3271;p80">
              <a:extLst>
                <a:ext uri="{FF2B5EF4-FFF2-40B4-BE49-F238E27FC236}">
                  <a16:creationId xmlns:a16="http://schemas.microsoft.com/office/drawing/2014/main" id="{07B2C094-B6A3-1780-AA20-16C4EF1527D3}"/>
                </a:ext>
              </a:extLst>
            </p:cNvPr>
            <p:cNvSpPr/>
            <p:nvPr/>
          </p:nvSpPr>
          <p:spPr>
            <a:xfrm>
              <a:off x="6489324" y="2386334"/>
              <a:ext cx="194424" cy="32261"/>
            </a:xfrm>
            <a:custGeom>
              <a:avLst/>
              <a:gdLst/>
              <a:ahLst/>
              <a:cxnLst/>
              <a:rect l="l" t="t" r="r" b="b"/>
              <a:pathLst>
                <a:path w="4749" h="788" extrusionOk="0">
                  <a:moveTo>
                    <a:pt x="4059" y="0"/>
                  </a:moveTo>
                  <a:lnTo>
                    <a:pt x="686" y="11"/>
                  </a:lnTo>
                  <a:lnTo>
                    <a:pt x="684" y="12"/>
                  </a:lnTo>
                  <a:lnTo>
                    <a:pt x="1" y="697"/>
                  </a:lnTo>
                  <a:lnTo>
                    <a:pt x="2374" y="787"/>
                  </a:lnTo>
                  <a:lnTo>
                    <a:pt x="4748" y="697"/>
                  </a:lnTo>
                  <a:lnTo>
                    <a:pt x="4059"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3272;p80">
              <a:extLst>
                <a:ext uri="{FF2B5EF4-FFF2-40B4-BE49-F238E27FC236}">
                  <a16:creationId xmlns:a16="http://schemas.microsoft.com/office/drawing/2014/main" id="{DDCC28DE-61F9-F2D7-16EB-7B267707219B}"/>
                </a:ext>
              </a:extLst>
            </p:cNvPr>
            <p:cNvSpPr/>
            <p:nvPr/>
          </p:nvSpPr>
          <p:spPr>
            <a:xfrm>
              <a:off x="6481136" y="2414992"/>
              <a:ext cx="210882" cy="11136"/>
            </a:xfrm>
            <a:custGeom>
              <a:avLst/>
              <a:gdLst/>
              <a:ahLst/>
              <a:cxnLst/>
              <a:rect l="l" t="t" r="r" b="b"/>
              <a:pathLst>
                <a:path w="5151" h="272" extrusionOk="0">
                  <a:moveTo>
                    <a:pt x="203" y="1"/>
                  </a:moveTo>
                  <a:lnTo>
                    <a:pt x="40" y="161"/>
                  </a:lnTo>
                  <a:cubicBezTo>
                    <a:pt x="0" y="201"/>
                    <a:pt x="29" y="271"/>
                    <a:pt x="86" y="271"/>
                  </a:cubicBezTo>
                  <a:lnTo>
                    <a:pt x="5068" y="271"/>
                  </a:lnTo>
                  <a:cubicBezTo>
                    <a:pt x="5124" y="270"/>
                    <a:pt x="5151" y="201"/>
                    <a:pt x="5112" y="161"/>
                  </a:cubicBezTo>
                  <a:lnTo>
                    <a:pt x="495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3273;p80">
              <a:extLst>
                <a:ext uri="{FF2B5EF4-FFF2-40B4-BE49-F238E27FC236}">
                  <a16:creationId xmlns:a16="http://schemas.microsoft.com/office/drawing/2014/main" id="{1C3D3AA1-5549-F646-6E19-081E9320DC90}"/>
                </a:ext>
              </a:extLst>
            </p:cNvPr>
            <p:cNvSpPr/>
            <p:nvPr/>
          </p:nvSpPr>
          <p:spPr>
            <a:xfrm>
              <a:off x="6575339" y="2316900"/>
              <a:ext cx="22353" cy="22435"/>
            </a:xfrm>
            <a:custGeom>
              <a:avLst/>
              <a:gdLst/>
              <a:ahLst/>
              <a:cxnLst/>
              <a:rect l="l" t="t" r="r" b="b"/>
              <a:pathLst>
                <a:path w="546" h="548" extrusionOk="0">
                  <a:moveTo>
                    <a:pt x="273" y="1"/>
                  </a:moveTo>
                  <a:cubicBezTo>
                    <a:pt x="123" y="1"/>
                    <a:pt x="0" y="123"/>
                    <a:pt x="0" y="274"/>
                  </a:cubicBezTo>
                  <a:cubicBezTo>
                    <a:pt x="0" y="425"/>
                    <a:pt x="123" y="547"/>
                    <a:pt x="273" y="547"/>
                  </a:cubicBezTo>
                  <a:cubicBezTo>
                    <a:pt x="423" y="547"/>
                    <a:pt x="546" y="425"/>
                    <a:pt x="546" y="274"/>
                  </a:cubicBezTo>
                  <a:cubicBezTo>
                    <a:pt x="546" y="123"/>
                    <a:pt x="423" y="1"/>
                    <a:pt x="273"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 name="Google Shape;3274;p80">
            <a:extLst>
              <a:ext uri="{FF2B5EF4-FFF2-40B4-BE49-F238E27FC236}">
                <a16:creationId xmlns:a16="http://schemas.microsoft.com/office/drawing/2014/main" id="{61D5E4C0-6E5D-7847-7A38-3E5D77B61880}"/>
              </a:ext>
            </a:extLst>
          </p:cNvPr>
          <p:cNvGrpSpPr/>
          <p:nvPr/>
        </p:nvGrpSpPr>
        <p:grpSpPr>
          <a:xfrm>
            <a:off x="4926624" y="1515217"/>
            <a:ext cx="1319432" cy="1368659"/>
            <a:chOff x="5663564" y="3254016"/>
            <a:chExt cx="254606" cy="376771"/>
          </a:xfrm>
        </p:grpSpPr>
        <p:sp>
          <p:nvSpPr>
            <p:cNvPr id="194" name="Google Shape;3275;p80">
              <a:extLst>
                <a:ext uri="{FF2B5EF4-FFF2-40B4-BE49-F238E27FC236}">
                  <a16:creationId xmlns:a16="http://schemas.microsoft.com/office/drawing/2014/main" id="{EDAAE152-3A2A-CD7F-BC01-F8B649D3C72A}"/>
                </a:ext>
              </a:extLst>
            </p:cNvPr>
            <p:cNvSpPr/>
            <p:nvPr/>
          </p:nvSpPr>
          <p:spPr>
            <a:xfrm>
              <a:off x="5691403" y="3343143"/>
              <a:ext cx="192827" cy="192786"/>
            </a:xfrm>
            <a:custGeom>
              <a:avLst/>
              <a:gdLst/>
              <a:ahLst/>
              <a:cxnLst/>
              <a:rect l="l" t="t" r="r" b="b"/>
              <a:pathLst>
                <a:path w="4710" h="4709" extrusionOk="0">
                  <a:moveTo>
                    <a:pt x="539" y="0"/>
                  </a:moveTo>
                  <a:cubicBezTo>
                    <a:pt x="242" y="0"/>
                    <a:pt x="0" y="242"/>
                    <a:pt x="0" y="539"/>
                  </a:cubicBezTo>
                  <a:lnTo>
                    <a:pt x="0" y="4314"/>
                  </a:lnTo>
                  <a:cubicBezTo>
                    <a:pt x="0" y="4412"/>
                    <a:pt x="27" y="4504"/>
                    <a:pt x="73" y="4584"/>
                  </a:cubicBezTo>
                  <a:lnTo>
                    <a:pt x="4314" y="4708"/>
                  </a:lnTo>
                  <a:cubicBezTo>
                    <a:pt x="4315" y="4708"/>
                    <a:pt x="4316" y="4708"/>
                    <a:pt x="4316" y="4708"/>
                  </a:cubicBezTo>
                  <a:cubicBezTo>
                    <a:pt x="4533" y="4708"/>
                    <a:pt x="4709" y="4531"/>
                    <a:pt x="4709" y="4314"/>
                  </a:cubicBezTo>
                  <a:lnTo>
                    <a:pt x="4584" y="73"/>
                  </a:lnTo>
                  <a:cubicBezTo>
                    <a:pt x="4504" y="27"/>
                    <a:pt x="4412" y="0"/>
                    <a:pt x="431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3276;p80">
              <a:extLst>
                <a:ext uri="{FF2B5EF4-FFF2-40B4-BE49-F238E27FC236}">
                  <a16:creationId xmlns:a16="http://schemas.microsoft.com/office/drawing/2014/main" id="{B77EA29D-860D-F42C-D7DC-15A96C3332B7}"/>
                </a:ext>
              </a:extLst>
            </p:cNvPr>
            <p:cNvSpPr/>
            <p:nvPr/>
          </p:nvSpPr>
          <p:spPr>
            <a:xfrm>
              <a:off x="5694392" y="3346131"/>
              <a:ext cx="195734" cy="195693"/>
            </a:xfrm>
            <a:custGeom>
              <a:avLst/>
              <a:gdLst/>
              <a:ahLst/>
              <a:cxnLst/>
              <a:rect l="l" t="t" r="r" b="b"/>
              <a:pathLst>
                <a:path w="4781" h="4780" extrusionOk="0">
                  <a:moveTo>
                    <a:pt x="4511" y="0"/>
                  </a:moveTo>
                  <a:lnTo>
                    <a:pt x="4511" y="4241"/>
                  </a:lnTo>
                  <a:cubicBezTo>
                    <a:pt x="4511" y="4390"/>
                    <a:pt x="4389" y="4511"/>
                    <a:pt x="4241" y="4511"/>
                  </a:cubicBezTo>
                  <a:lnTo>
                    <a:pt x="0" y="4511"/>
                  </a:lnTo>
                  <a:cubicBezTo>
                    <a:pt x="94" y="4671"/>
                    <a:pt x="268" y="4780"/>
                    <a:pt x="466" y="4780"/>
                  </a:cubicBezTo>
                  <a:lnTo>
                    <a:pt x="4241" y="4780"/>
                  </a:lnTo>
                  <a:cubicBezTo>
                    <a:pt x="4539" y="4780"/>
                    <a:pt x="4781" y="4538"/>
                    <a:pt x="4781" y="4240"/>
                  </a:cubicBezTo>
                  <a:lnTo>
                    <a:pt x="4781" y="465"/>
                  </a:lnTo>
                  <a:cubicBezTo>
                    <a:pt x="4780" y="268"/>
                    <a:pt x="4671" y="93"/>
                    <a:pt x="45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3277;p80">
              <a:extLst>
                <a:ext uri="{FF2B5EF4-FFF2-40B4-BE49-F238E27FC236}">
                  <a16:creationId xmlns:a16="http://schemas.microsoft.com/office/drawing/2014/main" id="{FDA82373-2135-A7DB-3708-175FDF38CE42}"/>
                </a:ext>
              </a:extLst>
            </p:cNvPr>
            <p:cNvSpPr/>
            <p:nvPr/>
          </p:nvSpPr>
          <p:spPr>
            <a:xfrm>
              <a:off x="5724524" y="3376222"/>
              <a:ext cx="126586" cy="126546"/>
            </a:xfrm>
            <a:custGeom>
              <a:avLst/>
              <a:gdLst/>
              <a:ahLst/>
              <a:cxnLst/>
              <a:rect l="l" t="t" r="r" b="b"/>
              <a:pathLst>
                <a:path w="3092" h="3091" extrusionOk="0">
                  <a:moveTo>
                    <a:pt x="136" y="0"/>
                  </a:moveTo>
                  <a:cubicBezTo>
                    <a:pt x="62" y="0"/>
                    <a:pt x="1" y="62"/>
                    <a:pt x="1" y="136"/>
                  </a:cubicBezTo>
                  <a:lnTo>
                    <a:pt x="1" y="2965"/>
                  </a:lnTo>
                  <a:lnTo>
                    <a:pt x="3092" y="3091"/>
                  </a:lnTo>
                  <a:lnTo>
                    <a:pt x="3092" y="3091"/>
                  </a:lnTo>
                  <a:lnTo>
                    <a:pt x="2966"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3278;p80">
              <a:extLst>
                <a:ext uri="{FF2B5EF4-FFF2-40B4-BE49-F238E27FC236}">
                  <a16:creationId xmlns:a16="http://schemas.microsoft.com/office/drawing/2014/main" id="{902E6B24-6BFB-EFE8-50EA-D6A387ECDB72}"/>
                </a:ext>
              </a:extLst>
            </p:cNvPr>
            <p:cNvSpPr/>
            <p:nvPr/>
          </p:nvSpPr>
          <p:spPr>
            <a:xfrm>
              <a:off x="5724565" y="3376222"/>
              <a:ext cx="132441" cy="132441"/>
            </a:xfrm>
            <a:custGeom>
              <a:avLst/>
              <a:gdLst/>
              <a:ahLst/>
              <a:cxnLst/>
              <a:rect l="l" t="t" r="r" b="b"/>
              <a:pathLst>
                <a:path w="3235" h="3235" extrusionOk="0">
                  <a:moveTo>
                    <a:pt x="2965" y="0"/>
                  </a:moveTo>
                  <a:lnTo>
                    <a:pt x="2965" y="2965"/>
                  </a:lnTo>
                  <a:lnTo>
                    <a:pt x="1" y="2965"/>
                  </a:lnTo>
                  <a:lnTo>
                    <a:pt x="1" y="3100"/>
                  </a:lnTo>
                  <a:cubicBezTo>
                    <a:pt x="1" y="3174"/>
                    <a:pt x="61" y="3234"/>
                    <a:pt x="135" y="3234"/>
                  </a:cubicBezTo>
                  <a:lnTo>
                    <a:pt x="3099" y="3234"/>
                  </a:lnTo>
                  <a:cubicBezTo>
                    <a:pt x="3173" y="3234"/>
                    <a:pt x="3234" y="3174"/>
                    <a:pt x="3234" y="3100"/>
                  </a:cubicBezTo>
                  <a:lnTo>
                    <a:pt x="3234" y="136"/>
                  </a:lnTo>
                  <a:cubicBezTo>
                    <a:pt x="3234" y="62"/>
                    <a:pt x="3173" y="0"/>
                    <a:pt x="30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3279;p80">
              <a:extLst>
                <a:ext uri="{FF2B5EF4-FFF2-40B4-BE49-F238E27FC236}">
                  <a16:creationId xmlns:a16="http://schemas.microsoft.com/office/drawing/2014/main" id="{2E25B8A4-3329-A903-5A14-20D5BFEAC967}"/>
                </a:ext>
              </a:extLst>
            </p:cNvPr>
            <p:cNvSpPr/>
            <p:nvPr/>
          </p:nvSpPr>
          <p:spPr>
            <a:xfrm>
              <a:off x="5675191" y="3254057"/>
              <a:ext cx="55597" cy="70990"/>
            </a:xfrm>
            <a:custGeom>
              <a:avLst/>
              <a:gdLst/>
              <a:ahLst/>
              <a:cxnLst/>
              <a:rect l="l" t="t" r="r" b="b"/>
              <a:pathLst>
                <a:path w="1358" h="1734" extrusionOk="0">
                  <a:moveTo>
                    <a:pt x="135" y="1"/>
                  </a:moveTo>
                  <a:cubicBezTo>
                    <a:pt x="130" y="1"/>
                    <a:pt x="124" y="1"/>
                    <a:pt x="118" y="2"/>
                  </a:cubicBezTo>
                  <a:cubicBezTo>
                    <a:pt x="51" y="9"/>
                    <a:pt x="1" y="71"/>
                    <a:pt x="1" y="140"/>
                  </a:cubicBezTo>
                  <a:lnTo>
                    <a:pt x="1" y="557"/>
                  </a:lnTo>
                  <a:cubicBezTo>
                    <a:pt x="1" y="593"/>
                    <a:pt x="15" y="626"/>
                    <a:pt x="41" y="652"/>
                  </a:cubicBezTo>
                  <a:lnTo>
                    <a:pt x="1119" y="1731"/>
                  </a:lnTo>
                  <a:cubicBezTo>
                    <a:pt x="1121" y="1733"/>
                    <a:pt x="1124" y="1734"/>
                    <a:pt x="1128" y="1734"/>
                  </a:cubicBezTo>
                  <a:cubicBezTo>
                    <a:pt x="1176" y="1734"/>
                    <a:pt x="1358" y="1588"/>
                    <a:pt x="1309" y="1540"/>
                  </a:cubicBezTo>
                  <a:lnTo>
                    <a:pt x="270" y="501"/>
                  </a:lnTo>
                  <a:lnTo>
                    <a:pt x="270" y="135"/>
                  </a:lnTo>
                  <a:cubicBezTo>
                    <a:pt x="270" y="61"/>
                    <a:pt x="210" y="1"/>
                    <a:pt x="135"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3280;p80">
              <a:extLst>
                <a:ext uri="{FF2B5EF4-FFF2-40B4-BE49-F238E27FC236}">
                  <a16:creationId xmlns:a16="http://schemas.microsoft.com/office/drawing/2014/main" id="{594DFACE-15DC-3DCC-F002-CEFDF8D88752}"/>
                </a:ext>
              </a:extLst>
            </p:cNvPr>
            <p:cNvSpPr/>
            <p:nvPr/>
          </p:nvSpPr>
          <p:spPr>
            <a:xfrm>
              <a:off x="5851438" y="3254016"/>
              <a:ext cx="55597" cy="70990"/>
            </a:xfrm>
            <a:custGeom>
              <a:avLst/>
              <a:gdLst/>
              <a:ahLst/>
              <a:cxnLst/>
              <a:rect l="l" t="t" r="r" b="b"/>
              <a:pathLst>
                <a:path w="1358" h="1734" extrusionOk="0">
                  <a:moveTo>
                    <a:pt x="1223" y="1"/>
                  </a:moveTo>
                  <a:cubicBezTo>
                    <a:pt x="1217" y="1"/>
                    <a:pt x="1211" y="1"/>
                    <a:pt x="1205" y="2"/>
                  </a:cubicBezTo>
                  <a:cubicBezTo>
                    <a:pt x="1139" y="9"/>
                    <a:pt x="1088" y="71"/>
                    <a:pt x="1088" y="140"/>
                  </a:cubicBezTo>
                  <a:lnTo>
                    <a:pt x="1088" y="501"/>
                  </a:lnTo>
                  <a:lnTo>
                    <a:pt x="49" y="1540"/>
                  </a:lnTo>
                  <a:cubicBezTo>
                    <a:pt x="0" y="1589"/>
                    <a:pt x="180" y="1733"/>
                    <a:pt x="229" y="1733"/>
                  </a:cubicBezTo>
                  <a:cubicBezTo>
                    <a:pt x="234" y="1733"/>
                    <a:pt x="237" y="1732"/>
                    <a:pt x="239" y="1730"/>
                  </a:cubicBezTo>
                  <a:lnTo>
                    <a:pt x="1318" y="652"/>
                  </a:lnTo>
                  <a:cubicBezTo>
                    <a:pt x="1342" y="626"/>
                    <a:pt x="1357" y="593"/>
                    <a:pt x="1357" y="557"/>
                  </a:cubicBezTo>
                  <a:lnTo>
                    <a:pt x="1357" y="135"/>
                  </a:lnTo>
                  <a:cubicBezTo>
                    <a:pt x="1357" y="61"/>
                    <a:pt x="1297" y="1"/>
                    <a:pt x="1223"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3281;p80">
              <a:extLst>
                <a:ext uri="{FF2B5EF4-FFF2-40B4-BE49-F238E27FC236}">
                  <a16:creationId xmlns:a16="http://schemas.microsoft.com/office/drawing/2014/main" id="{309827F9-5D03-A195-15D0-95AAB3DB0211}"/>
                </a:ext>
              </a:extLst>
            </p:cNvPr>
            <p:cNvSpPr/>
            <p:nvPr/>
          </p:nvSpPr>
          <p:spPr>
            <a:xfrm>
              <a:off x="5818440" y="3254057"/>
              <a:ext cx="37051" cy="71277"/>
            </a:xfrm>
            <a:custGeom>
              <a:avLst/>
              <a:gdLst/>
              <a:ahLst/>
              <a:cxnLst/>
              <a:rect l="l" t="t" r="r" b="b"/>
              <a:pathLst>
                <a:path w="905" h="1741" extrusionOk="0">
                  <a:moveTo>
                    <a:pt x="770" y="1"/>
                  </a:moveTo>
                  <a:cubicBezTo>
                    <a:pt x="764" y="1"/>
                    <a:pt x="758" y="1"/>
                    <a:pt x="753" y="2"/>
                  </a:cubicBezTo>
                  <a:cubicBezTo>
                    <a:pt x="685" y="9"/>
                    <a:pt x="635" y="71"/>
                    <a:pt x="635" y="140"/>
                  </a:cubicBezTo>
                  <a:lnTo>
                    <a:pt x="635" y="1035"/>
                  </a:lnTo>
                  <a:lnTo>
                    <a:pt x="53" y="1533"/>
                  </a:lnTo>
                  <a:cubicBezTo>
                    <a:pt x="0" y="1579"/>
                    <a:pt x="182" y="1740"/>
                    <a:pt x="222" y="1740"/>
                  </a:cubicBezTo>
                  <a:cubicBezTo>
                    <a:pt x="224" y="1740"/>
                    <a:pt x="226" y="1740"/>
                    <a:pt x="227" y="1738"/>
                  </a:cubicBezTo>
                  <a:lnTo>
                    <a:pt x="857" y="1199"/>
                  </a:lnTo>
                  <a:cubicBezTo>
                    <a:pt x="887" y="1173"/>
                    <a:pt x="904" y="1136"/>
                    <a:pt x="904" y="1096"/>
                  </a:cubicBezTo>
                  <a:lnTo>
                    <a:pt x="904" y="135"/>
                  </a:lnTo>
                  <a:cubicBezTo>
                    <a:pt x="904" y="61"/>
                    <a:pt x="844" y="1"/>
                    <a:pt x="770"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3282;p80">
              <a:extLst>
                <a:ext uri="{FF2B5EF4-FFF2-40B4-BE49-F238E27FC236}">
                  <a16:creationId xmlns:a16="http://schemas.microsoft.com/office/drawing/2014/main" id="{4C2F70D2-9D05-65F8-1923-00FB06DCB872}"/>
                </a:ext>
              </a:extLst>
            </p:cNvPr>
            <p:cNvSpPr/>
            <p:nvPr/>
          </p:nvSpPr>
          <p:spPr>
            <a:xfrm>
              <a:off x="5763499" y="3254057"/>
              <a:ext cx="33571" cy="70990"/>
            </a:xfrm>
            <a:custGeom>
              <a:avLst/>
              <a:gdLst/>
              <a:ahLst/>
              <a:cxnLst/>
              <a:rect l="l" t="t" r="r" b="b"/>
              <a:pathLst>
                <a:path w="820" h="1734" extrusionOk="0">
                  <a:moveTo>
                    <a:pt x="135" y="1"/>
                  </a:moveTo>
                  <a:cubicBezTo>
                    <a:pt x="129" y="1"/>
                    <a:pt x="123" y="1"/>
                    <a:pt x="117" y="2"/>
                  </a:cubicBezTo>
                  <a:cubicBezTo>
                    <a:pt x="50" y="9"/>
                    <a:pt x="0" y="71"/>
                    <a:pt x="0" y="140"/>
                  </a:cubicBezTo>
                  <a:lnTo>
                    <a:pt x="0" y="1096"/>
                  </a:lnTo>
                  <a:cubicBezTo>
                    <a:pt x="0" y="1132"/>
                    <a:pt x="15" y="1167"/>
                    <a:pt x="39" y="1191"/>
                  </a:cubicBezTo>
                  <a:lnTo>
                    <a:pt x="579" y="1731"/>
                  </a:lnTo>
                  <a:cubicBezTo>
                    <a:pt x="581" y="1733"/>
                    <a:pt x="584" y="1734"/>
                    <a:pt x="588" y="1734"/>
                  </a:cubicBezTo>
                  <a:cubicBezTo>
                    <a:pt x="636" y="1734"/>
                    <a:pt x="819" y="1588"/>
                    <a:pt x="769" y="1541"/>
                  </a:cubicBezTo>
                  <a:lnTo>
                    <a:pt x="269" y="1041"/>
                  </a:lnTo>
                  <a:lnTo>
                    <a:pt x="269" y="135"/>
                  </a:lnTo>
                  <a:cubicBezTo>
                    <a:pt x="269" y="61"/>
                    <a:pt x="209" y="1"/>
                    <a:pt x="135"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3283;p80">
              <a:extLst>
                <a:ext uri="{FF2B5EF4-FFF2-40B4-BE49-F238E27FC236}">
                  <a16:creationId xmlns:a16="http://schemas.microsoft.com/office/drawing/2014/main" id="{1190A317-0BE2-0EC2-1BDE-2D24B0D68D74}"/>
                </a:ext>
              </a:extLst>
            </p:cNvPr>
            <p:cNvSpPr/>
            <p:nvPr/>
          </p:nvSpPr>
          <p:spPr>
            <a:xfrm>
              <a:off x="5730419" y="3254057"/>
              <a:ext cx="33489" cy="70990"/>
            </a:xfrm>
            <a:custGeom>
              <a:avLst/>
              <a:gdLst/>
              <a:ahLst/>
              <a:cxnLst/>
              <a:rect l="l" t="t" r="r" b="b"/>
              <a:pathLst>
                <a:path w="818" h="1734" extrusionOk="0">
                  <a:moveTo>
                    <a:pt x="135" y="1"/>
                  </a:moveTo>
                  <a:cubicBezTo>
                    <a:pt x="129" y="1"/>
                    <a:pt x="123" y="1"/>
                    <a:pt x="117" y="2"/>
                  </a:cubicBezTo>
                  <a:cubicBezTo>
                    <a:pt x="50" y="9"/>
                    <a:pt x="0" y="71"/>
                    <a:pt x="0" y="140"/>
                  </a:cubicBezTo>
                  <a:lnTo>
                    <a:pt x="0" y="1096"/>
                  </a:lnTo>
                  <a:cubicBezTo>
                    <a:pt x="0" y="1132"/>
                    <a:pt x="14" y="1167"/>
                    <a:pt x="39" y="1191"/>
                  </a:cubicBezTo>
                  <a:lnTo>
                    <a:pt x="578" y="1731"/>
                  </a:lnTo>
                  <a:cubicBezTo>
                    <a:pt x="580" y="1733"/>
                    <a:pt x="583" y="1734"/>
                    <a:pt x="587" y="1734"/>
                  </a:cubicBezTo>
                  <a:cubicBezTo>
                    <a:pt x="635" y="1734"/>
                    <a:pt x="817" y="1588"/>
                    <a:pt x="768" y="1541"/>
                  </a:cubicBezTo>
                  <a:lnTo>
                    <a:pt x="268" y="1041"/>
                  </a:lnTo>
                  <a:lnTo>
                    <a:pt x="268" y="135"/>
                  </a:lnTo>
                  <a:cubicBezTo>
                    <a:pt x="268" y="61"/>
                    <a:pt x="208" y="1"/>
                    <a:pt x="135"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3284;p80">
              <a:extLst>
                <a:ext uri="{FF2B5EF4-FFF2-40B4-BE49-F238E27FC236}">
                  <a16:creationId xmlns:a16="http://schemas.microsoft.com/office/drawing/2014/main" id="{62AEE8A5-8B3C-D578-35FF-904B776D1BE1}"/>
                </a:ext>
              </a:extLst>
            </p:cNvPr>
            <p:cNvSpPr/>
            <p:nvPr/>
          </p:nvSpPr>
          <p:spPr>
            <a:xfrm>
              <a:off x="5851397" y="3559756"/>
              <a:ext cx="55637" cy="70949"/>
            </a:xfrm>
            <a:custGeom>
              <a:avLst/>
              <a:gdLst/>
              <a:ahLst/>
              <a:cxnLst/>
              <a:rect l="l" t="t" r="r" b="b"/>
              <a:pathLst>
                <a:path w="1359" h="1733" extrusionOk="0">
                  <a:moveTo>
                    <a:pt x="231" y="1"/>
                  </a:moveTo>
                  <a:cubicBezTo>
                    <a:pt x="183" y="1"/>
                    <a:pt x="1" y="146"/>
                    <a:pt x="50" y="194"/>
                  </a:cubicBezTo>
                  <a:lnTo>
                    <a:pt x="1089" y="1233"/>
                  </a:lnTo>
                  <a:lnTo>
                    <a:pt x="1089" y="1599"/>
                  </a:lnTo>
                  <a:cubicBezTo>
                    <a:pt x="1089" y="1672"/>
                    <a:pt x="1150" y="1733"/>
                    <a:pt x="1224" y="1733"/>
                  </a:cubicBezTo>
                  <a:cubicBezTo>
                    <a:pt x="1229" y="1733"/>
                    <a:pt x="1235" y="1733"/>
                    <a:pt x="1241" y="1732"/>
                  </a:cubicBezTo>
                  <a:cubicBezTo>
                    <a:pt x="1309" y="1724"/>
                    <a:pt x="1358" y="1662"/>
                    <a:pt x="1358" y="1594"/>
                  </a:cubicBezTo>
                  <a:lnTo>
                    <a:pt x="1358" y="1177"/>
                  </a:lnTo>
                  <a:cubicBezTo>
                    <a:pt x="1358" y="1141"/>
                    <a:pt x="1344" y="1107"/>
                    <a:pt x="1319" y="1082"/>
                  </a:cubicBezTo>
                  <a:lnTo>
                    <a:pt x="240" y="4"/>
                  </a:lnTo>
                  <a:cubicBezTo>
                    <a:pt x="238" y="2"/>
                    <a:pt x="235" y="1"/>
                    <a:pt x="231"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3285;p80">
              <a:extLst>
                <a:ext uri="{FF2B5EF4-FFF2-40B4-BE49-F238E27FC236}">
                  <a16:creationId xmlns:a16="http://schemas.microsoft.com/office/drawing/2014/main" id="{1CE5F6DB-7268-6412-7888-358CFD20C967}"/>
                </a:ext>
              </a:extLst>
            </p:cNvPr>
            <p:cNvSpPr/>
            <p:nvPr/>
          </p:nvSpPr>
          <p:spPr>
            <a:xfrm>
              <a:off x="5675191" y="3559797"/>
              <a:ext cx="55597" cy="70990"/>
            </a:xfrm>
            <a:custGeom>
              <a:avLst/>
              <a:gdLst/>
              <a:ahLst/>
              <a:cxnLst/>
              <a:rect l="l" t="t" r="r" b="b"/>
              <a:pathLst>
                <a:path w="1358" h="1734" extrusionOk="0">
                  <a:moveTo>
                    <a:pt x="1128" y="1"/>
                  </a:moveTo>
                  <a:cubicBezTo>
                    <a:pt x="1124" y="1"/>
                    <a:pt x="1121" y="2"/>
                    <a:pt x="1119" y="4"/>
                  </a:cubicBezTo>
                  <a:lnTo>
                    <a:pt x="41" y="1082"/>
                  </a:lnTo>
                  <a:cubicBezTo>
                    <a:pt x="15" y="1107"/>
                    <a:pt x="1" y="1141"/>
                    <a:pt x="1" y="1177"/>
                  </a:cubicBezTo>
                  <a:lnTo>
                    <a:pt x="1" y="1599"/>
                  </a:lnTo>
                  <a:cubicBezTo>
                    <a:pt x="1" y="1672"/>
                    <a:pt x="61" y="1733"/>
                    <a:pt x="135" y="1733"/>
                  </a:cubicBezTo>
                  <a:cubicBezTo>
                    <a:pt x="141" y="1733"/>
                    <a:pt x="147" y="1733"/>
                    <a:pt x="153" y="1732"/>
                  </a:cubicBezTo>
                  <a:cubicBezTo>
                    <a:pt x="220" y="1725"/>
                    <a:pt x="270" y="1662"/>
                    <a:pt x="270" y="1594"/>
                  </a:cubicBezTo>
                  <a:lnTo>
                    <a:pt x="270" y="1233"/>
                  </a:lnTo>
                  <a:lnTo>
                    <a:pt x="1309" y="194"/>
                  </a:lnTo>
                  <a:cubicBezTo>
                    <a:pt x="1358" y="145"/>
                    <a:pt x="1177" y="1"/>
                    <a:pt x="1128"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3286;p80">
              <a:extLst>
                <a:ext uri="{FF2B5EF4-FFF2-40B4-BE49-F238E27FC236}">
                  <a16:creationId xmlns:a16="http://schemas.microsoft.com/office/drawing/2014/main" id="{F333A1A1-C673-6A51-6FB8-556036F006E8}"/>
                </a:ext>
              </a:extLst>
            </p:cNvPr>
            <p:cNvSpPr/>
            <p:nvPr/>
          </p:nvSpPr>
          <p:spPr>
            <a:xfrm>
              <a:off x="5726776" y="3559470"/>
              <a:ext cx="37051" cy="71236"/>
            </a:xfrm>
            <a:custGeom>
              <a:avLst/>
              <a:gdLst/>
              <a:ahLst/>
              <a:cxnLst/>
              <a:rect l="l" t="t" r="r" b="b"/>
              <a:pathLst>
                <a:path w="905" h="1740" extrusionOk="0">
                  <a:moveTo>
                    <a:pt x="682" y="0"/>
                  </a:moveTo>
                  <a:cubicBezTo>
                    <a:pt x="680" y="0"/>
                    <a:pt x="678" y="1"/>
                    <a:pt x="677" y="2"/>
                  </a:cubicBezTo>
                  <a:lnTo>
                    <a:pt x="48" y="541"/>
                  </a:lnTo>
                  <a:cubicBezTo>
                    <a:pt x="17" y="568"/>
                    <a:pt x="0" y="605"/>
                    <a:pt x="0" y="645"/>
                  </a:cubicBezTo>
                  <a:lnTo>
                    <a:pt x="0" y="1606"/>
                  </a:lnTo>
                  <a:cubicBezTo>
                    <a:pt x="0" y="1679"/>
                    <a:pt x="60" y="1740"/>
                    <a:pt x="135" y="1740"/>
                  </a:cubicBezTo>
                  <a:cubicBezTo>
                    <a:pt x="140" y="1740"/>
                    <a:pt x="146" y="1740"/>
                    <a:pt x="152" y="1739"/>
                  </a:cubicBezTo>
                  <a:cubicBezTo>
                    <a:pt x="219" y="1731"/>
                    <a:pt x="269" y="1669"/>
                    <a:pt x="269" y="1601"/>
                  </a:cubicBezTo>
                  <a:lnTo>
                    <a:pt x="269" y="707"/>
                  </a:lnTo>
                  <a:lnTo>
                    <a:pt x="851" y="208"/>
                  </a:lnTo>
                  <a:cubicBezTo>
                    <a:pt x="905" y="162"/>
                    <a:pt x="722" y="0"/>
                    <a:pt x="682"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3287;p80">
              <a:extLst>
                <a:ext uri="{FF2B5EF4-FFF2-40B4-BE49-F238E27FC236}">
                  <a16:creationId xmlns:a16="http://schemas.microsoft.com/office/drawing/2014/main" id="{6AAAD814-7632-5F5E-9623-AF971407A0EA}"/>
                </a:ext>
              </a:extLst>
            </p:cNvPr>
            <p:cNvSpPr/>
            <p:nvPr/>
          </p:nvSpPr>
          <p:spPr>
            <a:xfrm>
              <a:off x="5785197" y="3559756"/>
              <a:ext cx="33571" cy="70949"/>
            </a:xfrm>
            <a:custGeom>
              <a:avLst/>
              <a:gdLst/>
              <a:ahLst/>
              <a:cxnLst/>
              <a:rect l="l" t="t" r="r" b="b"/>
              <a:pathLst>
                <a:path w="820" h="1733" extrusionOk="0">
                  <a:moveTo>
                    <a:pt x="232" y="1"/>
                  </a:moveTo>
                  <a:cubicBezTo>
                    <a:pt x="184" y="1"/>
                    <a:pt x="1" y="146"/>
                    <a:pt x="51" y="195"/>
                  </a:cubicBezTo>
                  <a:lnTo>
                    <a:pt x="551" y="695"/>
                  </a:lnTo>
                  <a:lnTo>
                    <a:pt x="551" y="1599"/>
                  </a:lnTo>
                  <a:cubicBezTo>
                    <a:pt x="551" y="1672"/>
                    <a:pt x="611" y="1733"/>
                    <a:pt x="684" y="1733"/>
                  </a:cubicBezTo>
                  <a:cubicBezTo>
                    <a:pt x="690" y="1733"/>
                    <a:pt x="696" y="1733"/>
                    <a:pt x="701" y="1732"/>
                  </a:cubicBezTo>
                  <a:cubicBezTo>
                    <a:pt x="769" y="1724"/>
                    <a:pt x="820" y="1662"/>
                    <a:pt x="820" y="1594"/>
                  </a:cubicBezTo>
                  <a:lnTo>
                    <a:pt x="820" y="638"/>
                  </a:lnTo>
                  <a:cubicBezTo>
                    <a:pt x="820" y="602"/>
                    <a:pt x="805" y="568"/>
                    <a:pt x="780" y="543"/>
                  </a:cubicBezTo>
                  <a:lnTo>
                    <a:pt x="240" y="4"/>
                  </a:lnTo>
                  <a:cubicBezTo>
                    <a:pt x="238" y="2"/>
                    <a:pt x="236" y="1"/>
                    <a:pt x="232"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3288;p80">
              <a:extLst>
                <a:ext uri="{FF2B5EF4-FFF2-40B4-BE49-F238E27FC236}">
                  <a16:creationId xmlns:a16="http://schemas.microsoft.com/office/drawing/2014/main" id="{8ADAFF7F-080C-2004-81C3-DF67AE96A8B9}"/>
                </a:ext>
              </a:extLst>
            </p:cNvPr>
            <p:cNvSpPr/>
            <p:nvPr/>
          </p:nvSpPr>
          <p:spPr>
            <a:xfrm>
              <a:off x="5818277" y="3559756"/>
              <a:ext cx="33571" cy="70949"/>
            </a:xfrm>
            <a:custGeom>
              <a:avLst/>
              <a:gdLst/>
              <a:ahLst/>
              <a:cxnLst/>
              <a:rect l="l" t="t" r="r" b="b"/>
              <a:pathLst>
                <a:path w="820" h="1733" extrusionOk="0">
                  <a:moveTo>
                    <a:pt x="232" y="1"/>
                  </a:moveTo>
                  <a:cubicBezTo>
                    <a:pt x="184" y="1"/>
                    <a:pt x="1" y="146"/>
                    <a:pt x="51" y="195"/>
                  </a:cubicBezTo>
                  <a:lnTo>
                    <a:pt x="551" y="695"/>
                  </a:lnTo>
                  <a:lnTo>
                    <a:pt x="551" y="1599"/>
                  </a:lnTo>
                  <a:cubicBezTo>
                    <a:pt x="551" y="1672"/>
                    <a:pt x="611" y="1733"/>
                    <a:pt x="685" y="1733"/>
                  </a:cubicBezTo>
                  <a:cubicBezTo>
                    <a:pt x="691" y="1733"/>
                    <a:pt x="697" y="1733"/>
                    <a:pt x="703" y="1732"/>
                  </a:cubicBezTo>
                  <a:cubicBezTo>
                    <a:pt x="769" y="1724"/>
                    <a:pt x="820" y="1662"/>
                    <a:pt x="820" y="1594"/>
                  </a:cubicBezTo>
                  <a:lnTo>
                    <a:pt x="820" y="638"/>
                  </a:lnTo>
                  <a:cubicBezTo>
                    <a:pt x="820" y="602"/>
                    <a:pt x="805" y="568"/>
                    <a:pt x="780" y="543"/>
                  </a:cubicBezTo>
                  <a:lnTo>
                    <a:pt x="241" y="4"/>
                  </a:lnTo>
                  <a:cubicBezTo>
                    <a:pt x="239" y="2"/>
                    <a:pt x="236" y="1"/>
                    <a:pt x="232"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3289;p80">
              <a:extLst>
                <a:ext uri="{FF2B5EF4-FFF2-40B4-BE49-F238E27FC236}">
                  <a16:creationId xmlns:a16="http://schemas.microsoft.com/office/drawing/2014/main" id="{AE46ACAD-99FF-9E8D-0011-7400A12D46F3}"/>
                </a:ext>
              </a:extLst>
            </p:cNvPr>
            <p:cNvSpPr/>
            <p:nvPr/>
          </p:nvSpPr>
          <p:spPr>
            <a:xfrm>
              <a:off x="5663564" y="3502850"/>
              <a:ext cx="44952" cy="11054"/>
            </a:xfrm>
            <a:custGeom>
              <a:avLst/>
              <a:gdLst/>
              <a:ahLst/>
              <a:cxnLst/>
              <a:rect l="l" t="t" r="r" b="b"/>
              <a:pathLst>
                <a:path w="1098" h="270" extrusionOk="0">
                  <a:moveTo>
                    <a:pt x="145" y="1"/>
                  </a:moveTo>
                  <a:cubicBezTo>
                    <a:pt x="66" y="1"/>
                    <a:pt x="1" y="71"/>
                    <a:pt x="11" y="152"/>
                  </a:cubicBezTo>
                  <a:cubicBezTo>
                    <a:pt x="20" y="219"/>
                    <a:pt x="81" y="270"/>
                    <a:pt x="151" y="270"/>
                  </a:cubicBezTo>
                  <a:lnTo>
                    <a:pt x="954" y="270"/>
                  </a:lnTo>
                  <a:cubicBezTo>
                    <a:pt x="1033" y="270"/>
                    <a:pt x="1097" y="199"/>
                    <a:pt x="1087" y="118"/>
                  </a:cubicBezTo>
                  <a:cubicBezTo>
                    <a:pt x="1079" y="51"/>
                    <a:pt x="1017" y="1"/>
                    <a:pt x="948"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3290;p80">
              <a:extLst>
                <a:ext uri="{FF2B5EF4-FFF2-40B4-BE49-F238E27FC236}">
                  <a16:creationId xmlns:a16="http://schemas.microsoft.com/office/drawing/2014/main" id="{931B79BC-1D1A-7BD6-1389-10032F10CDCD}"/>
                </a:ext>
              </a:extLst>
            </p:cNvPr>
            <p:cNvSpPr/>
            <p:nvPr/>
          </p:nvSpPr>
          <p:spPr>
            <a:xfrm>
              <a:off x="5663564" y="3469688"/>
              <a:ext cx="44952" cy="11054"/>
            </a:xfrm>
            <a:custGeom>
              <a:avLst/>
              <a:gdLst/>
              <a:ahLst/>
              <a:cxnLst/>
              <a:rect l="l" t="t" r="r" b="b"/>
              <a:pathLst>
                <a:path w="1098" h="270" extrusionOk="0">
                  <a:moveTo>
                    <a:pt x="145" y="1"/>
                  </a:moveTo>
                  <a:cubicBezTo>
                    <a:pt x="66" y="1"/>
                    <a:pt x="1" y="70"/>
                    <a:pt x="11" y="153"/>
                  </a:cubicBezTo>
                  <a:cubicBezTo>
                    <a:pt x="20" y="220"/>
                    <a:pt x="81" y="270"/>
                    <a:pt x="151" y="270"/>
                  </a:cubicBezTo>
                  <a:lnTo>
                    <a:pt x="954" y="270"/>
                  </a:lnTo>
                  <a:cubicBezTo>
                    <a:pt x="1033" y="270"/>
                    <a:pt x="1097" y="201"/>
                    <a:pt x="1087" y="118"/>
                  </a:cubicBezTo>
                  <a:cubicBezTo>
                    <a:pt x="1079" y="51"/>
                    <a:pt x="1017" y="1"/>
                    <a:pt x="948"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3291;p80">
              <a:extLst>
                <a:ext uri="{FF2B5EF4-FFF2-40B4-BE49-F238E27FC236}">
                  <a16:creationId xmlns:a16="http://schemas.microsoft.com/office/drawing/2014/main" id="{C653CE71-25D2-8710-0646-5D2D994E1038}"/>
                </a:ext>
              </a:extLst>
            </p:cNvPr>
            <p:cNvSpPr/>
            <p:nvPr/>
          </p:nvSpPr>
          <p:spPr>
            <a:xfrm>
              <a:off x="5663564" y="3436609"/>
              <a:ext cx="44952" cy="11054"/>
            </a:xfrm>
            <a:custGeom>
              <a:avLst/>
              <a:gdLst/>
              <a:ahLst/>
              <a:cxnLst/>
              <a:rect l="l" t="t" r="r" b="b"/>
              <a:pathLst>
                <a:path w="1098" h="270" extrusionOk="0">
                  <a:moveTo>
                    <a:pt x="145" y="0"/>
                  </a:moveTo>
                  <a:cubicBezTo>
                    <a:pt x="66" y="0"/>
                    <a:pt x="1" y="70"/>
                    <a:pt x="11" y="152"/>
                  </a:cubicBezTo>
                  <a:cubicBezTo>
                    <a:pt x="20" y="219"/>
                    <a:pt x="81" y="269"/>
                    <a:pt x="151" y="269"/>
                  </a:cubicBezTo>
                  <a:lnTo>
                    <a:pt x="954" y="269"/>
                  </a:lnTo>
                  <a:cubicBezTo>
                    <a:pt x="1033" y="269"/>
                    <a:pt x="1097" y="200"/>
                    <a:pt x="1087" y="118"/>
                  </a:cubicBezTo>
                  <a:cubicBezTo>
                    <a:pt x="1079" y="50"/>
                    <a:pt x="1017" y="0"/>
                    <a:pt x="948"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3292;p80">
              <a:extLst>
                <a:ext uri="{FF2B5EF4-FFF2-40B4-BE49-F238E27FC236}">
                  <a16:creationId xmlns:a16="http://schemas.microsoft.com/office/drawing/2014/main" id="{31C4EBD9-DF84-8AEE-6EAD-AA7B329E2283}"/>
                </a:ext>
              </a:extLst>
            </p:cNvPr>
            <p:cNvSpPr/>
            <p:nvPr/>
          </p:nvSpPr>
          <p:spPr>
            <a:xfrm>
              <a:off x="5663564" y="3370409"/>
              <a:ext cx="44952" cy="11054"/>
            </a:xfrm>
            <a:custGeom>
              <a:avLst/>
              <a:gdLst/>
              <a:ahLst/>
              <a:cxnLst/>
              <a:rect l="l" t="t" r="r" b="b"/>
              <a:pathLst>
                <a:path w="1098" h="270" extrusionOk="0">
                  <a:moveTo>
                    <a:pt x="145" y="0"/>
                  </a:moveTo>
                  <a:cubicBezTo>
                    <a:pt x="66" y="0"/>
                    <a:pt x="1" y="71"/>
                    <a:pt x="11" y="152"/>
                  </a:cubicBezTo>
                  <a:cubicBezTo>
                    <a:pt x="20" y="219"/>
                    <a:pt x="81" y="269"/>
                    <a:pt x="151" y="269"/>
                  </a:cubicBezTo>
                  <a:lnTo>
                    <a:pt x="954" y="269"/>
                  </a:lnTo>
                  <a:cubicBezTo>
                    <a:pt x="1033" y="269"/>
                    <a:pt x="1097" y="199"/>
                    <a:pt x="1087" y="118"/>
                  </a:cubicBezTo>
                  <a:cubicBezTo>
                    <a:pt x="1079" y="51"/>
                    <a:pt x="1017" y="0"/>
                    <a:pt x="948"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3293;p80">
              <a:extLst>
                <a:ext uri="{FF2B5EF4-FFF2-40B4-BE49-F238E27FC236}">
                  <a16:creationId xmlns:a16="http://schemas.microsoft.com/office/drawing/2014/main" id="{B4AFF8AB-26F5-4CF3-5663-E65BC12E4464}"/>
                </a:ext>
              </a:extLst>
            </p:cNvPr>
            <p:cNvSpPr/>
            <p:nvPr/>
          </p:nvSpPr>
          <p:spPr>
            <a:xfrm>
              <a:off x="5663564" y="3403529"/>
              <a:ext cx="44952" cy="11054"/>
            </a:xfrm>
            <a:custGeom>
              <a:avLst/>
              <a:gdLst/>
              <a:ahLst/>
              <a:cxnLst/>
              <a:rect l="l" t="t" r="r" b="b"/>
              <a:pathLst>
                <a:path w="1098" h="270" extrusionOk="0">
                  <a:moveTo>
                    <a:pt x="145" y="0"/>
                  </a:moveTo>
                  <a:cubicBezTo>
                    <a:pt x="66" y="0"/>
                    <a:pt x="1" y="70"/>
                    <a:pt x="11" y="151"/>
                  </a:cubicBezTo>
                  <a:cubicBezTo>
                    <a:pt x="20" y="219"/>
                    <a:pt x="81" y="269"/>
                    <a:pt x="151" y="269"/>
                  </a:cubicBezTo>
                  <a:lnTo>
                    <a:pt x="954" y="269"/>
                  </a:lnTo>
                  <a:cubicBezTo>
                    <a:pt x="1033" y="269"/>
                    <a:pt x="1097" y="199"/>
                    <a:pt x="1087" y="117"/>
                  </a:cubicBezTo>
                  <a:cubicBezTo>
                    <a:pt x="1079" y="50"/>
                    <a:pt x="1017" y="0"/>
                    <a:pt x="948"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3294;p80">
              <a:extLst>
                <a:ext uri="{FF2B5EF4-FFF2-40B4-BE49-F238E27FC236}">
                  <a16:creationId xmlns:a16="http://schemas.microsoft.com/office/drawing/2014/main" id="{B76915B4-1D5F-5A19-A88A-05EC81BA00AB}"/>
                </a:ext>
              </a:extLst>
            </p:cNvPr>
            <p:cNvSpPr/>
            <p:nvPr/>
          </p:nvSpPr>
          <p:spPr>
            <a:xfrm>
              <a:off x="5873259" y="3502850"/>
              <a:ext cx="44911" cy="11054"/>
            </a:xfrm>
            <a:custGeom>
              <a:avLst/>
              <a:gdLst/>
              <a:ahLst/>
              <a:cxnLst/>
              <a:rect l="l" t="t" r="r" b="b"/>
              <a:pathLst>
                <a:path w="1097" h="270" extrusionOk="0">
                  <a:moveTo>
                    <a:pt x="144" y="1"/>
                  </a:moveTo>
                  <a:cubicBezTo>
                    <a:pt x="65" y="1"/>
                    <a:pt x="0" y="71"/>
                    <a:pt x="11" y="152"/>
                  </a:cubicBezTo>
                  <a:cubicBezTo>
                    <a:pt x="19" y="219"/>
                    <a:pt x="80" y="270"/>
                    <a:pt x="149" y="270"/>
                  </a:cubicBezTo>
                  <a:lnTo>
                    <a:pt x="953" y="270"/>
                  </a:lnTo>
                  <a:cubicBezTo>
                    <a:pt x="1033" y="270"/>
                    <a:pt x="1096" y="199"/>
                    <a:pt x="1086" y="118"/>
                  </a:cubicBezTo>
                  <a:cubicBezTo>
                    <a:pt x="1077" y="51"/>
                    <a:pt x="1016" y="1"/>
                    <a:pt x="948"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3295;p80">
              <a:extLst>
                <a:ext uri="{FF2B5EF4-FFF2-40B4-BE49-F238E27FC236}">
                  <a16:creationId xmlns:a16="http://schemas.microsoft.com/office/drawing/2014/main" id="{5B9FE855-252B-0FD3-0C27-466243AFB781}"/>
                </a:ext>
              </a:extLst>
            </p:cNvPr>
            <p:cNvSpPr/>
            <p:nvPr/>
          </p:nvSpPr>
          <p:spPr>
            <a:xfrm>
              <a:off x="5873259" y="3469688"/>
              <a:ext cx="44911" cy="11054"/>
            </a:xfrm>
            <a:custGeom>
              <a:avLst/>
              <a:gdLst/>
              <a:ahLst/>
              <a:cxnLst/>
              <a:rect l="l" t="t" r="r" b="b"/>
              <a:pathLst>
                <a:path w="1097" h="270" extrusionOk="0">
                  <a:moveTo>
                    <a:pt x="144" y="1"/>
                  </a:moveTo>
                  <a:cubicBezTo>
                    <a:pt x="65" y="1"/>
                    <a:pt x="0" y="70"/>
                    <a:pt x="11" y="153"/>
                  </a:cubicBezTo>
                  <a:cubicBezTo>
                    <a:pt x="19" y="220"/>
                    <a:pt x="80" y="270"/>
                    <a:pt x="149" y="270"/>
                  </a:cubicBezTo>
                  <a:lnTo>
                    <a:pt x="953" y="270"/>
                  </a:lnTo>
                  <a:cubicBezTo>
                    <a:pt x="1033" y="270"/>
                    <a:pt x="1096" y="201"/>
                    <a:pt x="1086" y="118"/>
                  </a:cubicBezTo>
                  <a:cubicBezTo>
                    <a:pt x="1077" y="51"/>
                    <a:pt x="1016" y="1"/>
                    <a:pt x="948"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3296;p80">
              <a:extLst>
                <a:ext uri="{FF2B5EF4-FFF2-40B4-BE49-F238E27FC236}">
                  <a16:creationId xmlns:a16="http://schemas.microsoft.com/office/drawing/2014/main" id="{D85821B8-E340-D872-1255-C087C865CFBA}"/>
                </a:ext>
              </a:extLst>
            </p:cNvPr>
            <p:cNvSpPr/>
            <p:nvPr/>
          </p:nvSpPr>
          <p:spPr>
            <a:xfrm>
              <a:off x="5873259" y="3436609"/>
              <a:ext cx="44911" cy="11054"/>
            </a:xfrm>
            <a:custGeom>
              <a:avLst/>
              <a:gdLst/>
              <a:ahLst/>
              <a:cxnLst/>
              <a:rect l="l" t="t" r="r" b="b"/>
              <a:pathLst>
                <a:path w="1097" h="270" extrusionOk="0">
                  <a:moveTo>
                    <a:pt x="144" y="0"/>
                  </a:moveTo>
                  <a:cubicBezTo>
                    <a:pt x="65" y="0"/>
                    <a:pt x="0" y="70"/>
                    <a:pt x="11" y="152"/>
                  </a:cubicBezTo>
                  <a:cubicBezTo>
                    <a:pt x="19" y="219"/>
                    <a:pt x="80" y="269"/>
                    <a:pt x="149" y="269"/>
                  </a:cubicBezTo>
                  <a:lnTo>
                    <a:pt x="953" y="269"/>
                  </a:lnTo>
                  <a:cubicBezTo>
                    <a:pt x="1033" y="269"/>
                    <a:pt x="1096" y="200"/>
                    <a:pt x="1086" y="118"/>
                  </a:cubicBezTo>
                  <a:cubicBezTo>
                    <a:pt x="1077" y="50"/>
                    <a:pt x="1016" y="0"/>
                    <a:pt x="948"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3297;p80">
              <a:extLst>
                <a:ext uri="{FF2B5EF4-FFF2-40B4-BE49-F238E27FC236}">
                  <a16:creationId xmlns:a16="http://schemas.microsoft.com/office/drawing/2014/main" id="{B404E0C9-B9DF-3510-D58D-85668B2AEC2E}"/>
                </a:ext>
              </a:extLst>
            </p:cNvPr>
            <p:cNvSpPr/>
            <p:nvPr/>
          </p:nvSpPr>
          <p:spPr>
            <a:xfrm>
              <a:off x="5873259" y="3370409"/>
              <a:ext cx="44911" cy="11054"/>
            </a:xfrm>
            <a:custGeom>
              <a:avLst/>
              <a:gdLst/>
              <a:ahLst/>
              <a:cxnLst/>
              <a:rect l="l" t="t" r="r" b="b"/>
              <a:pathLst>
                <a:path w="1097" h="270" extrusionOk="0">
                  <a:moveTo>
                    <a:pt x="144" y="0"/>
                  </a:moveTo>
                  <a:cubicBezTo>
                    <a:pt x="65" y="0"/>
                    <a:pt x="0" y="71"/>
                    <a:pt x="11" y="152"/>
                  </a:cubicBezTo>
                  <a:cubicBezTo>
                    <a:pt x="19" y="219"/>
                    <a:pt x="80" y="269"/>
                    <a:pt x="149" y="269"/>
                  </a:cubicBezTo>
                  <a:lnTo>
                    <a:pt x="953" y="269"/>
                  </a:lnTo>
                  <a:cubicBezTo>
                    <a:pt x="1033" y="269"/>
                    <a:pt x="1096" y="199"/>
                    <a:pt x="1086" y="118"/>
                  </a:cubicBezTo>
                  <a:cubicBezTo>
                    <a:pt x="1077" y="51"/>
                    <a:pt x="1016" y="0"/>
                    <a:pt x="948"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3298;p80">
              <a:extLst>
                <a:ext uri="{FF2B5EF4-FFF2-40B4-BE49-F238E27FC236}">
                  <a16:creationId xmlns:a16="http://schemas.microsoft.com/office/drawing/2014/main" id="{5A3D2A25-6837-402D-7C58-2B429F24A67B}"/>
                </a:ext>
              </a:extLst>
            </p:cNvPr>
            <p:cNvSpPr/>
            <p:nvPr/>
          </p:nvSpPr>
          <p:spPr>
            <a:xfrm>
              <a:off x="5873259" y="3403529"/>
              <a:ext cx="44911" cy="11054"/>
            </a:xfrm>
            <a:custGeom>
              <a:avLst/>
              <a:gdLst/>
              <a:ahLst/>
              <a:cxnLst/>
              <a:rect l="l" t="t" r="r" b="b"/>
              <a:pathLst>
                <a:path w="1097" h="270" extrusionOk="0">
                  <a:moveTo>
                    <a:pt x="144" y="0"/>
                  </a:moveTo>
                  <a:cubicBezTo>
                    <a:pt x="65" y="0"/>
                    <a:pt x="0" y="70"/>
                    <a:pt x="11" y="151"/>
                  </a:cubicBezTo>
                  <a:cubicBezTo>
                    <a:pt x="19" y="219"/>
                    <a:pt x="80" y="269"/>
                    <a:pt x="149" y="269"/>
                  </a:cubicBezTo>
                  <a:lnTo>
                    <a:pt x="953" y="269"/>
                  </a:lnTo>
                  <a:cubicBezTo>
                    <a:pt x="1033" y="269"/>
                    <a:pt x="1096" y="199"/>
                    <a:pt x="1086" y="117"/>
                  </a:cubicBezTo>
                  <a:cubicBezTo>
                    <a:pt x="1077" y="50"/>
                    <a:pt x="1016" y="0"/>
                    <a:pt x="948"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3299;p80">
              <a:extLst>
                <a:ext uri="{FF2B5EF4-FFF2-40B4-BE49-F238E27FC236}">
                  <a16:creationId xmlns:a16="http://schemas.microsoft.com/office/drawing/2014/main" id="{EC320771-39B8-FB85-7AE2-BB513FB1C15A}"/>
                </a:ext>
              </a:extLst>
            </p:cNvPr>
            <p:cNvSpPr/>
            <p:nvPr/>
          </p:nvSpPr>
          <p:spPr>
            <a:xfrm>
              <a:off x="5752486" y="3525203"/>
              <a:ext cx="11054" cy="44133"/>
            </a:xfrm>
            <a:custGeom>
              <a:avLst/>
              <a:gdLst/>
              <a:ahLst/>
              <a:cxnLst/>
              <a:rect l="l" t="t" r="r" b="b"/>
              <a:pathLst>
                <a:path w="270" h="1078" extrusionOk="0">
                  <a:moveTo>
                    <a:pt x="135" y="0"/>
                  </a:moveTo>
                  <a:cubicBezTo>
                    <a:pt x="129" y="0"/>
                    <a:pt x="123" y="1"/>
                    <a:pt x="117" y="1"/>
                  </a:cubicBezTo>
                  <a:cubicBezTo>
                    <a:pt x="50" y="10"/>
                    <a:pt x="0" y="71"/>
                    <a:pt x="0" y="141"/>
                  </a:cubicBezTo>
                  <a:lnTo>
                    <a:pt x="0" y="938"/>
                  </a:lnTo>
                  <a:cubicBezTo>
                    <a:pt x="0" y="1007"/>
                    <a:pt x="50" y="1069"/>
                    <a:pt x="117" y="1077"/>
                  </a:cubicBezTo>
                  <a:cubicBezTo>
                    <a:pt x="123" y="1077"/>
                    <a:pt x="129" y="1078"/>
                    <a:pt x="135" y="1078"/>
                  </a:cubicBezTo>
                  <a:cubicBezTo>
                    <a:pt x="209" y="1078"/>
                    <a:pt x="269" y="1018"/>
                    <a:pt x="269" y="944"/>
                  </a:cubicBezTo>
                  <a:lnTo>
                    <a:pt x="269" y="135"/>
                  </a:lnTo>
                  <a:cubicBezTo>
                    <a:pt x="269" y="62"/>
                    <a:pt x="209" y="0"/>
                    <a:pt x="135"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3300;p80">
              <a:extLst>
                <a:ext uri="{FF2B5EF4-FFF2-40B4-BE49-F238E27FC236}">
                  <a16:creationId xmlns:a16="http://schemas.microsoft.com/office/drawing/2014/main" id="{D449BE65-857E-0CE7-C3D9-24FAC76C7AF5}"/>
                </a:ext>
              </a:extLst>
            </p:cNvPr>
            <p:cNvSpPr/>
            <p:nvPr/>
          </p:nvSpPr>
          <p:spPr>
            <a:xfrm>
              <a:off x="5719406" y="3525203"/>
              <a:ext cx="11054" cy="44133"/>
            </a:xfrm>
            <a:custGeom>
              <a:avLst/>
              <a:gdLst/>
              <a:ahLst/>
              <a:cxnLst/>
              <a:rect l="l" t="t" r="r" b="b"/>
              <a:pathLst>
                <a:path w="270" h="1078" extrusionOk="0">
                  <a:moveTo>
                    <a:pt x="134" y="0"/>
                  </a:moveTo>
                  <a:cubicBezTo>
                    <a:pt x="129" y="0"/>
                    <a:pt x="123" y="1"/>
                    <a:pt x="117" y="1"/>
                  </a:cubicBezTo>
                  <a:cubicBezTo>
                    <a:pt x="50" y="10"/>
                    <a:pt x="0" y="71"/>
                    <a:pt x="0" y="141"/>
                  </a:cubicBezTo>
                  <a:lnTo>
                    <a:pt x="0" y="938"/>
                  </a:lnTo>
                  <a:cubicBezTo>
                    <a:pt x="0" y="1007"/>
                    <a:pt x="49" y="1069"/>
                    <a:pt x="117" y="1077"/>
                  </a:cubicBezTo>
                  <a:cubicBezTo>
                    <a:pt x="123" y="1077"/>
                    <a:pt x="129" y="1078"/>
                    <a:pt x="135" y="1078"/>
                  </a:cubicBezTo>
                  <a:cubicBezTo>
                    <a:pt x="208" y="1078"/>
                    <a:pt x="269" y="1018"/>
                    <a:pt x="269" y="944"/>
                  </a:cubicBezTo>
                  <a:lnTo>
                    <a:pt x="269" y="135"/>
                  </a:lnTo>
                  <a:cubicBezTo>
                    <a:pt x="269" y="62"/>
                    <a:pt x="208" y="0"/>
                    <a:pt x="134"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3301;p80">
              <a:extLst>
                <a:ext uri="{FF2B5EF4-FFF2-40B4-BE49-F238E27FC236}">
                  <a16:creationId xmlns:a16="http://schemas.microsoft.com/office/drawing/2014/main" id="{173387E0-3BF1-E499-7DD4-24FBEFA65E77}"/>
                </a:ext>
              </a:extLst>
            </p:cNvPr>
            <p:cNvSpPr/>
            <p:nvPr/>
          </p:nvSpPr>
          <p:spPr>
            <a:xfrm>
              <a:off x="5818645" y="3525203"/>
              <a:ext cx="11054" cy="44133"/>
            </a:xfrm>
            <a:custGeom>
              <a:avLst/>
              <a:gdLst/>
              <a:ahLst/>
              <a:cxnLst/>
              <a:rect l="l" t="t" r="r" b="b"/>
              <a:pathLst>
                <a:path w="270" h="1078" extrusionOk="0">
                  <a:moveTo>
                    <a:pt x="135" y="0"/>
                  </a:moveTo>
                  <a:cubicBezTo>
                    <a:pt x="129" y="0"/>
                    <a:pt x="124" y="1"/>
                    <a:pt x="118" y="1"/>
                  </a:cubicBezTo>
                  <a:cubicBezTo>
                    <a:pt x="51" y="10"/>
                    <a:pt x="1" y="71"/>
                    <a:pt x="1" y="141"/>
                  </a:cubicBezTo>
                  <a:lnTo>
                    <a:pt x="1" y="938"/>
                  </a:lnTo>
                  <a:cubicBezTo>
                    <a:pt x="1" y="1007"/>
                    <a:pt x="51" y="1069"/>
                    <a:pt x="118" y="1077"/>
                  </a:cubicBezTo>
                  <a:cubicBezTo>
                    <a:pt x="124" y="1077"/>
                    <a:pt x="130" y="1078"/>
                    <a:pt x="136" y="1078"/>
                  </a:cubicBezTo>
                  <a:cubicBezTo>
                    <a:pt x="210" y="1078"/>
                    <a:pt x="270" y="1018"/>
                    <a:pt x="270" y="944"/>
                  </a:cubicBezTo>
                  <a:lnTo>
                    <a:pt x="270" y="135"/>
                  </a:lnTo>
                  <a:cubicBezTo>
                    <a:pt x="270" y="62"/>
                    <a:pt x="210" y="0"/>
                    <a:pt x="135"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3302;p80">
              <a:extLst>
                <a:ext uri="{FF2B5EF4-FFF2-40B4-BE49-F238E27FC236}">
                  <a16:creationId xmlns:a16="http://schemas.microsoft.com/office/drawing/2014/main" id="{959A453D-FD36-B0D6-5229-CBEDFAAD108F}"/>
                </a:ext>
              </a:extLst>
            </p:cNvPr>
            <p:cNvSpPr/>
            <p:nvPr/>
          </p:nvSpPr>
          <p:spPr>
            <a:xfrm>
              <a:off x="5851806" y="3525203"/>
              <a:ext cx="11054" cy="44133"/>
            </a:xfrm>
            <a:custGeom>
              <a:avLst/>
              <a:gdLst/>
              <a:ahLst/>
              <a:cxnLst/>
              <a:rect l="l" t="t" r="r" b="b"/>
              <a:pathLst>
                <a:path w="270" h="1078" extrusionOk="0">
                  <a:moveTo>
                    <a:pt x="135" y="0"/>
                  </a:moveTo>
                  <a:cubicBezTo>
                    <a:pt x="130" y="0"/>
                    <a:pt x="124" y="1"/>
                    <a:pt x="118" y="1"/>
                  </a:cubicBezTo>
                  <a:cubicBezTo>
                    <a:pt x="50" y="10"/>
                    <a:pt x="1" y="71"/>
                    <a:pt x="1" y="141"/>
                  </a:cubicBezTo>
                  <a:lnTo>
                    <a:pt x="1" y="938"/>
                  </a:lnTo>
                  <a:cubicBezTo>
                    <a:pt x="1" y="1007"/>
                    <a:pt x="49" y="1069"/>
                    <a:pt x="118" y="1077"/>
                  </a:cubicBezTo>
                  <a:cubicBezTo>
                    <a:pt x="124" y="1077"/>
                    <a:pt x="130" y="1078"/>
                    <a:pt x="136" y="1078"/>
                  </a:cubicBezTo>
                  <a:cubicBezTo>
                    <a:pt x="210" y="1078"/>
                    <a:pt x="270" y="1018"/>
                    <a:pt x="270" y="944"/>
                  </a:cubicBezTo>
                  <a:lnTo>
                    <a:pt x="270" y="135"/>
                  </a:lnTo>
                  <a:cubicBezTo>
                    <a:pt x="270" y="62"/>
                    <a:pt x="210" y="0"/>
                    <a:pt x="135"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3303;p80">
              <a:extLst>
                <a:ext uri="{FF2B5EF4-FFF2-40B4-BE49-F238E27FC236}">
                  <a16:creationId xmlns:a16="http://schemas.microsoft.com/office/drawing/2014/main" id="{69FCD14A-24C4-7766-C2FC-C7FC0BD76A0D}"/>
                </a:ext>
              </a:extLst>
            </p:cNvPr>
            <p:cNvSpPr/>
            <p:nvPr/>
          </p:nvSpPr>
          <p:spPr>
            <a:xfrm>
              <a:off x="5719406" y="3315467"/>
              <a:ext cx="11054" cy="44174"/>
            </a:xfrm>
            <a:custGeom>
              <a:avLst/>
              <a:gdLst/>
              <a:ahLst/>
              <a:cxnLst/>
              <a:rect l="l" t="t" r="r" b="b"/>
              <a:pathLst>
                <a:path w="270" h="1079" extrusionOk="0">
                  <a:moveTo>
                    <a:pt x="134" y="1"/>
                  </a:moveTo>
                  <a:cubicBezTo>
                    <a:pt x="129" y="1"/>
                    <a:pt x="123" y="1"/>
                    <a:pt x="117" y="2"/>
                  </a:cubicBezTo>
                  <a:cubicBezTo>
                    <a:pt x="50" y="11"/>
                    <a:pt x="0" y="73"/>
                    <a:pt x="0" y="141"/>
                  </a:cubicBezTo>
                  <a:lnTo>
                    <a:pt x="0" y="939"/>
                  </a:lnTo>
                  <a:cubicBezTo>
                    <a:pt x="0" y="1008"/>
                    <a:pt x="49" y="1070"/>
                    <a:pt x="117" y="1077"/>
                  </a:cubicBezTo>
                  <a:cubicBezTo>
                    <a:pt x="123" y="1078"/>
                    <a:pt x="129" y="1078"/>
                    <a:pt x="135" y="1078"/>
                  </a:cubicBezTo>
                  <a:cubicBezTo>
                    <a:pt x="208" y="1078"/>
                    <a:pt x="269" y="1019"/>
                    <a:pt x="269" y="944"/>
                  </a:cubicBezTo>
                  <a:lnTo>
                    <a:pt x="269" y="136"/>
                  </a:lnTo>
                  <a:cubicBezTo>
                    <a:pt x="269" y="63"/>
                    <a:pt x="208" y="1"/>
                    <a:pt x="134"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3304;p80">
              <a:extLst>
                <a:ext uri="{FF2B5EF4-FFF2-40B4-BE49-F238E27FC236}">
                  <a16:creationId xmlns:a16="http://schemas.microsoft.com/office/drawing/2014/main" id="{7C0AE870-3D16-4C71-35C7-89DE3940BAC4}"/>
                </a:ext>
              </a:extLst>
            </p:cNvPr>
            <p:cNvSpPr/>
            <p:nvPr/>
          </p:nvSpPr>
          <p:spPr>
            <a:xfrm>
              <a:off x="5851806" y="3315467"/>
              <a:ext cx="11054" cy="44174"/>
            </a:xfrm>
            <a:custGeom>
              <a:avLst/>
              <a:gdLst/>
              <a:ahLst/>
              <a:cxnLst/>
              <a:rect l="l" t="t" r="r" b="b"/>
              <a:pathLst>
                <a:path w="270" h="1079" extrusionOk="0">
                  <a:moveTo>
                    <a:pt x="135" y="1"/>
                  </a:moveTo>
                  <a:cubicBezTo>
                    <a:pt x="130" y="1"/>
                    <a:pt x="124" y="1"/>
                    <a:pt x="118" y="2"/>
                  </a:cubicBezTo>
                  <a:cubicBezTo>
                    <a:pt x="50" y="11"/>
                    <a:pt x="1" y="73"/>
                    <a:pt x="1" y="141"/>
                  </a:cubicBezTo>
                  <a:lnTo>
                    <a:pt x="1" y="939"/>
                  </a:lnTo>
                  <a:cubicBezTo>
                    <a:pt x="1" y="1008"/>
                    <a:pt x="49" y="1070"/>
                    <a:pt x="118" y="1077"/>
                  </a:cubicBezTo>
                  <a:cubicBezTo>
                    <a:pt x="124" y="1078"/>
                    <a:pt x="130" y="1078"/>
                    <a:pt x="136" y="1078"/>
                  </a:cubicBezTo>
                  <a:cubicBezTo>
                    <a:pt x="210" y="1078"/>
                    <a:pt x="270" y="1019"/>
                    <a:pt x="270" y="944"/>
                  </a:cubicBezTo>
                  <a:lnTo>
                    <a:pt x="270" y="136"/>
                  </a:lnTo>
                  <a:cubicBezTo>
                    <a:pt x="270" y="63"/>
                    <a:pt x="210" y="1"/>
                    <a:pt x="135"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3305;p80">
              <a:extLst>
                <a:ext uri="{FF2B5EF4-FFF2-40B4-BE49-F238E27FC236}">
                  <a16:creationId xmlns:a16="http://schemas.microsoft.com/office/drawing/2014/main" id="{72960AAC-E18D-2ACD-0B4A-B673F69469C9}"/>
                </a:ext>
              </a:extLst>
            </p:cNvPr>
            <p:cNvSpPr/>
            <p:nvPr/>
          </p:nvSpPr>
          <p:spPr>
            <a:xfrm>
              <a:off x="5785565" y="3525203"/>
              <a:ext cx="11054" cy="44133"/>
            </a:xfrm>
            <a:custGeom>
              <a:avLst/>
              <a:gdLst/>
              <a:ahLst/>
              <a:cxnLst/>
              <a:rect l="l" t="t" r="r" b="b"/>
              <a:pathLst>
                <a:path w="270" h="1078" extrusionOk="0">
                  <a:moveTo>
                    <a:pt x="135" y="0"/>
                  </a:moveTo>
                  <a:cubicBezTo>
                    <a:pt x="129" y="0"/>
                    <a:pt x="123" y="1"/>
                    <a:pt x="117" y="1"/>
                  </a:cubicBezTo>
                  <a:cubicBezTo>
                    <a:pt x="51" y="10"/>
                    <a:pt x="0" y="71"/>
                    <a:pt x="0" y="141"/>
                  </a:cubicBezTo>
                  <a:lnTo>
                    <a:pt x="0" y="938"/>
                  </a:lnTo>
                  <a:cubicBezTo>
                    <a:pt x="0" y="1007"/>
                    <a:pt x="51" y="1069"/>
                    <a:pt x="117" y="1077"/>
                  </a:cubicBezTo>
                  <a:cubicBezTo>
                    <a:pt x="124" y="1077"/>
                    <a:pt x="130" y="1078"/>
                    <a:pt x="135" y="1078"/>
                  </a:cubicBezTo>
                  <a:cubicBezTo>
                    <a:pt x="210" y="1078"/>
                    <a:pt x="269" y="1018"/>
                    <a:pt x="269" y="944"/>
                  </a:cubicBezTo>
                  <a:lnTo>
                    <a:pt x="269" y="135"/>
                  </a:lnTo>
                  <a:cubicBezTo>
                    <a:pt x="269" y="62"/>
                    <a:pt x="209" y="0"/>
                    <a:pt x="135"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3306;p80">
              <a:extLst>
                <a:ext uri="{FF2B5EF4-FFF2-40B4-BE49-F238E27FC236}">
                  <a16:creationId xmlns:a16="http://schemas.microsoft.com/office/drawing/2014/main" id="{3ACE8A7C-054B-558A-885A-112FCF77445F}"/>
                </a:ext>
              </a:extLst>
            </p:cNvPr>
            <p:cNvSpPr/>
            <p:nvPr/>
          </p:nvSpPr>
          <p:spPr>
            <a:xfrm>
              <a:off x="5818645" y="3315467"/>
              <a:ext cx="11054" cy="44174"/>
            </a:xfrm>
            <a:custGeom>
              <a:avLst/>
              <a:gdLst/>
              <a:ahLst/>
              <a:cxnLst/>
              <a:rect l="l" t="t" r="r" b="b"/>
              <a:pathLst>
                <a:path w="270" h="1079" extrusionOk="0">
                  <a:moveTo>
                    <a:pt x="135" y="1"/>
                  </a:moveTo>
                  <a:cubicBezTo>
                    <a:pt x="129" y="1"/>
                    <a:pt x="124" y="1"/>
                    <a:pt x="118" y="2"/>
                  </a:cubicBezTo>
                  <a:cubicBezTo>
                    <a:pt x="51" y="11"/>
                    <a:pt x="1" y="73"/>
                    <a:pt x="1" y="141"/>
                  </a:cubicBezTo>
                  <a:lnTo>
                    <a:pt x="1" y="939"/>
                  </a:lnTo>
                  <a:cubicBezTo>
                    <a:pt x="1" y="1008"/>
                    <a:pt x="51" y="1070"/>
                    <a:pt x="118" y="1077"/>
                  </a:cubicBezTo>
                  <a:cubicBezTo>
                    <a:pt x="124" y="1078"/>
                    <a:pt x="130" y="1078"/>
                    <a:pt x="136" y="1078"/>
                  </a:cubicBezTo>
                  <a:cubicBezTo>
                    <a:pt x="210" y="1078"/>
                    <a:pt x="270" y="1019"/>
                    <a:pt x="270" y="944"/>
                  </a:cubicBezTo>
                  <a:lnTo>
                    <a:pt x="270" y="136"/>
                  </a:lnTo>
                  <a:cubicBezTo>
                    <a:pt x="270" y="63"/>
                    <a:pt x="210" y="1"/>
                    <a:pt x="135"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3307;p80">
              <a:extLst>
                <a:ext uri="{FF2B5EF4-FFF2-40B4-BE49-F238E27FC236}">
                  <a16:creationId xmlns:a16="http://schemas.microsoft.com/office/drawing/2014/main" id="{9B357639-DAF7-5AB5-CA13-FB86C3E9E38D}"/>
                </a:ext>
              </a:extLst>
            </p:cNvPr>
            <p:cNvSpPr/>
            <p:nvPr/>
          </p:nvSpPr>
          <p:spPr>
            <a:xfrm>
              <a:off x="5752486" y="3315467"/>
              <a:ext cx="11054" cy="44174"/>
            </a:xfrm>
            <a:custGeom>
              <a:avLst/>
              <a:gdLst/>
              <a:ahLst/>
              <a:cxnLst/>
              <a:rect l="l" t="t" r="r" b="b"/>
              <a:pathLst>
                <a:path w="270" h="1079" extrusionOk="0">
                  <a:moveTo>
                    <a:pt x="135" y="1"/>
                  </a:moveTo>
                  <a:cubicBezTo>
                    <a:pt x="129" y="1"/>
                    <a:pt x="123" y="1"/>
                    <a:pt x="117" y="2"/>
                  </a:cubicBezTo>
                  <a:cubicBezTo>
                    <a:pt x="50" y="11"/>
                    <a:pt x="0" y="73"/>
                    <a:pt x="0" y="141"/>
                  </a:cubicBezTo>
                  <a:lnTo>
                    <a:pt x="0" y="939"/>
                  </a:lnTo>
                  <a:cubicBezTo>
                    <a:pt x="0" y="1008"/>
                    <a:pt x="50" y="1070"/>
                    <a:pt x="117" y="1077"/>
                  </a:cubicBezTo>
                  <a:cubicBezTo>
                    <a:pt x="123" y="1078"/>
                    <a:pt x="129" y="1078"/>
                    <a:pt x="135" y="1078"/>
                  </a:cubicBezTo>
                  <a:cubicBezTo>
                    <a:pt x="209" y="1078"/>
                    <a:pt x="269" y="1019"/>
                    <a:pt x="269" y="944"/>
                  </a:cubicBezTo>
                  <a:lnTo>
                    <a:pt x="269" y="136"/>
                  </a:lnTo>
                  <a:cubicBezTo>
                    <a:pt x="269" y="63"/>
                    <a:pt x="209" y="1"/>
                    <a:pt x="135"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3308;p80">
              <a:extLst>
                <a:ext uri="{FF2B5EF4-FFF2-40B4-BE49-F238E27FC236}">
                  <a16:creationId xmlns:a16="http://schemas.microsoft.com/office/drawing/2014/main" id="{338B89F7-432A-F59F-D49B-440ACEC2E27A}"/>
                </a:ext>
              </a:extLst>
            </p:cNvPr>
            <p:cNvSpPr/>
            <p:nvPr/>
          </p:nvSpPr>
          <p:spPr>
            <a:xfrm>
              <a:off x="5785565" y="3315467"/>
              <a:ext cx="11054" cy="44174"/>
            </a:xfrm>
            <a:custGeom>
              <a:avLst/>
              <a:gdLst/>
              <a:ahLst/>
              <a:cxnLst/>
              <a:rect l="l" t="t" r="r" b="b"/>
              <a:pathLst>
                <a:path w="270" h="1079" extrusionOk="0">
                  <a:moveTo>
                    <a:pt x="135" y="1"/>
                  </a:moveTo>
                  <a:cubicBezTo>
                    <a:pt x="129" y="1"/>
                    <a:pt x="123" y="1"/>
                    <a:pt x="117" y="2"/>
                  </a:cubicBezTo>
                  <a:cubicBezTo>
                    <a:pt x="51" y="11"/>
                    <a:pt x="0" y="73"/>
                    <a:pt x="0" y="141"/>
                  </a:cubicBezTo>
                  <a:lnTo>
                    <a:pt x="0" y="939"/>
                  </a:lnTo>
                  <a:cubicBezTo>
                    <a:pt x="0" y="1008"/>
                    <a:pt x="51" y="1070"/>
                    <a:pt x="117" y="1077"/>
                  </a:cubicBezTo>
                  <a:cubicBezTo>
                    <a:pt x="124" y="1078"/>
                    <a:pt x="130" y="1078"/>
                    <a:pt x="135" y="1078"/>
                  </a:cubicBezTo>
                  <a:cubicBezTo>
                    <a:pt x="210" y="1078"/>
                    <a:pt x="269" y="1019"/>
                    <a:pt x="269" y="944"/>
                  </a:cubicBezTo>
                  <a:lnTo>
                    <a:pt x="269" y="136"/>
                  </a:lnTo>
                  <a:cubicBezTo>
                    <a:pt x="269" y="63"/>
                    <a:pt x="209" y="1"/>
                    <a:pt x="135"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3309;p80">
            <a:extLst>
              <a:ext uri="{FF2B5EF4-FFF2-40B4-BE49-F238E27FC236}">
                <a16:creationId xmlns:a16="http://schemas.microsoft.com/office/drawing/2014/main" id="{C5BB02AA-87A9-7D7F-FAFE-6D84A73A6624}"/>
              </a:ext>
            </a:extLst>
          </p:cNvPr>
          <p:cNvGrpSpPr/>
          <p:nvPr/>
        </p:nvGrpSpPr>
        <p:grpSpPr>
          <a:xfrm>
            <a:off x="1177314" y="1598395"/>
            <a:ext cx="1298600" cy="1369887"/>
            <a:chOff x="5642194" y="1452124"/>
            <a:chExt cx="297306" cy="376771"/>
          </a:xfrm>
        </p:grpSpPr>
        <p:sp>
          <p:nvSpPr>
            <p:cNvPr id="229" name="Google Shape;3310;p80">
              <a:extLst>
                <a:ext uri="{FF2B5EF4-FFF2-40B4-BE49-F238E27FC236}">
                  <a16:creationId xmlns:a16="http://schemas.microsoft.com/office/drawing/2014/main" id="{4134415F-34B4-52CB-EACC-E8EE19005EDA}"/>
                </a:ext>
              </a:extLst>
            </p:cNvPr>
            <p:cNvSpPr/>
            <p:nvPr/>
          </p:nvSpPr>
          <p:spPr>
            <a:xfrm>
              <a:off x="5642194" y="1684008"/>
              <a:ext cx="297306" cy="139114"/>
            </a:xfrm>
            <a:custGeom>
              <a:avLst/>
              <a:gdLst/>
              <a:ahLst/>
              <a:cxnLst/>
              <a:rect l="l" t="t" r="r" b="b"/>
              <a:pathLst>
                <a:path w="7262" h="3398" extrusionOk="0">
                  <a:moveTo>
                    <a:pt x="140" y="1"/>
                  </a:moveTo>
                  <a:cubicBezTo>
                    <a:pt x="63" y="1"/>
                    <a:pt x="1" y="63"/>
                    <a:pt x="1" y="139"/>
                  </a:cubicBezTo>
                  <a:lnTo>
                    <a:pt x="1" y="3261"/>
                  </a:lnTo>
                  <a:cubicBezTo>
                    <a:pt x="1" y="3336"/>
                    <a:pt x="62" y="3397"/>
                    <a:pt x="137" y="3397"/>
                  </a:cubicBezTo>
                  <a:lnTo>
                    <a:pt x="2575" y="3397"/>
                  </a:lnTo>
                  <a:cubicBezTo>
                    <a:pt x="2645" y="3397"/>
                    <a:pt x="2707" y="3347"/>
                    <a:pt x="2715" y="3278"/>
                  </a:cubicBezTo>
                  <a:cubicBezTo>
                    <a:pt x="2726" y="3197"/>
                    <a:pt x="2659" y="3127"/>
                    <a:pt x="2577" y="3127"/>
                  </a:cubicBezTo>
                  <a:lnTo>
                    <a:pt x="269" y="3127"/>
                  </a:lnTo>
                  <a:lnTo>
                    <a:pt x="269" y="287"/>
                  </a:lnTo>
                  <a:lnTo>
                    <a:pt x="6972" y="287"/>
                  </a:lnTo>
                  <a:lnTo>
                    <a:pt x="6972" y="3127"/>
                  </a:lnTo>
                  <a:lnTo>
                    <a:pt x="4684" y="3127"/>
                  </a:lnTo>
                  <a:cubicBezTo>
                    <a:pt x="4614" y="3127"/>
                    <a:pt x="4552" y="3177"/>
                    <a:pt x="4544" y="3245"/>
                  </a:cubicBezTo>
                  <a:cubicBezTo>
                    <a:pt x="4533" y="3328"/>
                    <a:pt x="4600" y="3397"/>
                    <a:pt x="4683" y="3397"/>
                  </a:cubicBezTo>
                  <a:lnTo>
                    <a:pt x="7121" y="3397"/>
                  </a:lnTo>
                  <a:cubicBezTo>
                    <a:pt x="7197" y="3397"/>
                    <a:pt x="7259" y="3335"/>
                    <a:pt x="7259" y="3259"/>
                  </a:cubicBezTo>
                  <a:lnTo>
                    <a:pt x="7259" y="139"/>
                  </a:lnTo>
                  <a:cubicBezTo>
                    <a:pt x="7262" y="63"/>
                    <a:pt x="7199" y="1"/>
                    <a:pt x="71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3311;p80">
              <a:extLst>
                <a:ext uri="{FF2B5EF4-FFF2-40B4-BE49-F238E27FC236}">
                  <a16:creationId xmlns:a16="http://schemas.microsoft.com/office/drawing/2014/main" id="{A3FE8662-060D-238B-78AE-076361530085}"/>
                </a:ext>
              </a:extLst>
            </p:cNvPr>
            <p:cNvSpPr/>
            <p:nvPr/>
          </p:nvSpPr>
          <p:spPr>
            <a:xfrm>
              <a:off x="5752158" y="1780136"/>
              <a:ext cx="63007" cy="39753"/>
            </a:xfrm>
            <a:custGeom>
              <a:avLst/>
              <a:gdLst/>
              <a:ahLst/>
              <a:cxnLst/>
              <a:rect l="l" t="t" r="r" b="b"/>
              <a:pathLst>
                <a:path w="1539" h="971" extrusionOk="0">
                  <a:moveTo>
                    <a:pt x="1378" y="1"/>
                  </a:moveTo>
                  <a:cubicBezTo>
                    <a:pt x="1355" y="1"/>
                    <a:pt x="1331" y="7"/>
                    <a:pt x="1309" y="19"/>
                  </a:cubicBezTo>
                  <a:lnTo>
                    <a:pt x="93" y="711"/>
                  </a:lnTo>
                  <a:cubicBezTo>
                    <a:pt x="25" y="749"/>
                    <a:pt x="1" y="833"/>
                    <a:pt x="40" y="900"/>
                  </a:cubicBezTo>
                  <a:cubicBezTo>
                    <a:pt x="66" y="945"/>
                    <a:pt x="112" y="970"/>
                    <a:pt x="161" y="970"/>
                  </a:cubicBezTo>
                  <a:cubicBezTo>
                    <a:pt x="183" y="970"/>
                    <a:pt x="208" y="964"/>
                    <a:pt x="230" y="953"/>
                  </a:cubicBezTo>
                  <a:lnTo>
                    <a:pt x="1446" y="262"/>
                  </a:lnTo>
                  <a:cubicBezTo>
                    <a:pt x="1514" y="223"/>
                    <a:pt x="1538" y="139"/>
                    <a:pt x="1499" y="72"/>
                  </a:cubicBezTo>
                  <a:cubicBezTo>
                    <a:pt x="1473" y="27"/>
                    <a:pt x="1427" y="1"/>
                    <a:pt x="137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3312;p80">
              <a:extLst>
                <a:ext uri="{FF2B5EF4-FFF2-40B4-BE49-F238E27FC236}">
                  <a16:creationId xmlns:a16="http://schemas.microsoft.com/office/drawing/2014/main" id="{272573C1-7809-F1EE-FF77-3B833193E33F}"/>
                </a:ext>
              </a:extLst>
            </p:cNvPr>
            <p:cNvSpPr/>
            <p:nvPr/>
          </p:nvSpPr>
          <p:spPr>
            <a:xfrm>
              <a:off x="5756989" y="1648636"/>
              <a:ext cx="61533" cy="72054"/>
            </a:xfrm>
            <a:custGeom>
              <a:avLst/>
              <a:gdLst/>
              <a:ahLst/>
              <a:cxnLst/>
              <a:rect l="l" t="t" r="r" b="b"/>
              <a:pathLst>
                <a:path w="1503" h="1760" extrusionOk="0">
                  <a:moveTo>
                    <a:pt x="1" y="1"/>
                  </a:moveTo>
                  <a:lnTo>
                    <a:pt x="1" y="1190"/>
                  </a:lnTo>
                  <a:lnTo>
                    <a:pt x="826" y="1760"/>
                  </a:lnTo>
                  <a:lnTo>
                    <a:pt x="1502" y="1366"/>
                  </a:lnTo>
                  <a:lnTo>
                    <a:pt x="13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3313;p80">
              <a:extLst>
                <a:ext uri="{FF2B5EF4-FFF2-40B4-BE49-F238E27FC236}">
                  <a16:creationId xmlns:a16="http://schemas.microsoft.com/office/drawing/2014/main" id="{A581F965-A117-7A63-8415-2AE68B78FBF6}"/>
                </a:ext>
              </a:extLst>
            </p:cNvPr>
            <p:cNvSpPr/>
            <p:nvPr/>
          </p:nvSpPr>
          <p:spPr>
            <a:xfrm>
              <a:off x="5756989" y="1648677"/>
              <a:ext cx="67756" cy="75289"/>
            </a:xfrm>
            <a:custGeom>
              <a:avLst/>
              <a:gdLst/>
              <a:ahLst/>
              <a:cxnLst/>
              <a:rect l="l" t="t" r="r" b="b"/>
              <a:pathLst>
                <a:path w="1655" h="1839" extrusionOk="0">
                  <a:moveTo>
                    <a:pt x="1367" y="1"/>
                  </a:moveTo>
                  <a:lnTo>
                    <a:pt x="1367" y="1175"/>
                  </a:lnTo>
                  <a:cubicBezTo>
                    <a:pt x="1367" y="1247"/>
                    <a:pt x="1329" y="1312"/>
                    <a:pt x="1267" y="1349"/>
                  </a:cubicBezTo>
                  <a:lnTo>
                    <a:pt x="974" y="1519"/>
                  </a:lnTo>
                  <a:cubicBezTo>
                    <a:pt x="911" y="1556"/>
                    <a:pt x="841" y="1574"/>
                    <a:pt x="771" y="1574"/>
                  </a:cubicBezTo>
                  <a:cubicBezTo>
                    <a:pt x="701" y="1574"/>
                    <a:pt x="631" y="1556"/>
                    <a:pt x="569" y="1519"/>
                  </a:cubicBezTo>
                  <a:lnTo>
                    <a:pt x="1" y="1188"/>
                  </a:lnTo>
                  <a:lnTo>
                    <a:pt x="1" y="1287"/>
                  </a:lnTo>
                  <a:cubicBezTo>
                    <a:pt x="1" y="1386"/>
                    <a:pt x="54" y="1478"/>
                    <a:pt x="139" y="1528"/>
                  </a:cubicBezTo>
                  <a:lnTo>
                    <a:pt x="550" y="1765"/>
                  </a:lnTo>
                  <a:cubicBezTo>
                    <a:pt x="635" y="1814"/>
                    <a:pt x="731" y="1839"/>
                    <a:pt x="827" y="1839"/>
                  </a:cubicBezTo>
                  <a:cubicBezTo>
                    <a:pt x="923" y="1839"/>
                    <a:pt x="1019" y="1814"/>
                    <a:pt x="1106" y="1765"/>
                  </a:cubicBezTo>
                  <a:lnTo>
                    <a:pt x="1516" y="1528"/>
                  </a:lnTo>
                  <a:cubicBezTo>
                    <a:pt x="1602" y="1477"/>
                    <a:pt x="1654" y="1386"/>
                    <a:pt x="1654" y="1287"/>
                  </a:cubicBezTo>
                  <a:lnTo>
                    <a:pt x="165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3314;p80">
              <a:extLst>
                <a:ext uri="{FF2B5EF4-FFF2-40B4-BE49-F238E27FC236}">
                  <a16:creationId xmlns:a16="http://schemas.microsoft.com/office/drawing/2014/main" id="{FAE4C3EB-7066-ABA4-8151-E0F05D423F46}"/>
                </a:ext>
              </a:extLst>
            </p:cNvPr>
            <p:cNvSpPr/>
            <p:nvPr/>
          </p:nvSpPr>
          <p:spPr>
            <a:xfrm>
              <a:off x="5706306" y="1452124"/>
              <a:ext cx="162122" cy="197863"/>
            </a:xfrm>
            <a:custGeom>
              <a:avLst/>
              <a:gdLst/>
              <a:ahLst/>
              <a:cxnLst/>
              <a:rect l="l" t="t" r="r" b="b"/>
              <a:pathLst>
                <a:path w="3960" h="4833" extrusionOk="0">
                  <a:moveTo>
                    <a:pt x="2058" y="0"/>
                  </a:moveTo>
                  <a:cubicBezTo>
                    <a:pt x="937" y="0"/>
                    <a:pt x="28" y="891"/>
                    <a:pt x="10" y="2014"/>
                  </a:cubicBezTo>
                  <a:cubicBezTo>
                    <a:pt x="0" y="2558"/>
                    <a:pt x="204" y="3035"/>
                    <a:pt x="542" y="3543"/>
                  </a:cubicBezTo>
                  <a:cubicBezTo>
                    <a:pt x="792" y="3919"/>
                    <a:pt x="939" y="4326"/>
                    <a:pt x="955" y="4702"/>
                  </a:cubicBezTo>
                  <a:lnTo>
                    <a:pt x="2736" y="4833"/>
                  </a:lnTo>
                  <a:cubicBezTo>
                    <a:pt x="2885" y="4833"/>
                    <a:pt x="3007" y="4715"/>
                    <a:pt x="3013" y="4568"/>
                  </a:cubicBezTo>
                  <a:cubicBezTo>
                    <a:pt x="3026" y="4188"/>
                    <a:pt x="3176" y="3775"/>
                    <a:pt x="3429" y="3394"/>
                  </a:cubicBezTo>
                  <a:cubicBezTo>
                    <a:pt x="3760" y="2896"/>
                    <a:pt x="3960" y="2432"/>
                    <a:pt x="3960" y="1903"/>
                  </a:cubicBezTo>
                  <a:cubicBezTo>
                    <a:pt x="3960" y="1408"/>
                    <a:pt x="3747" y="855"/>
                    <a:pt x="3362" y="469"/>
                  </a:cubicBezTo>
                  <a:cubicBezTo>
                    <a:pt x="3016" y="182"/>
                    <a:pt x="2570" y="8"/>
                    <a:pt x="2087" y="0"/>
                  </a:cubicBezTo>
                  <a:cubicBezTo>
                    <a:pt x="2077" y="0"/>
                    <a:pt x="2068" y="0"/>
                    <a:pt x="2058"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3315;p80">
              <a:extLst>
                <a:ext uri="{FF2B5EF4-FFF2-40B4-BE49-F238E27FC236}">
                  <a16:creationId xmlns:a16="http://schemas.microsoft.com/office/drawing/2014/main" id="{0C5C355B-7634-1B83-6D40-19A09F7327D8}"/>
                </a:ext>
              </a:extLst>
            </p:cNvPr>
            <p:cNvSpPr/>
            <p:nvPr/>
          </p:nvSpPr>
          <p:spPr>
            <a:xfrm>
              <a:off x="5745444" y="1471284"/>
              <a:ext cx="129043" cy="184762"/>
            </a:xfrm>
            <a:custGeom>
              <a:avLst/>
              <a:gdLst/>
              <a:ahLst/>
              <a:cxnLst/>
              <a:rect l="l" t="t" r="r" b="b"/>
              <a:pathLst>
                <a:path w="3152" h="4513" extrusionOk="0">
                  <a:moveTo>
                    <a:pt x="2406" y="1"/>
                  </a:moveTo>
                  <a:cubicBezTo>
                    <a:pt x="2699" y="355"/>
                    <a:pt x="2874" y="809"/>
                    <a:pt x="2874" y="1304"/>
                  </a:cubicBezTo>
                  <a:cubicBezTo>
                    <a:pt x="2874" y="1834"/>
                    <a:pt x="2674" y="2299"/>
                    <a:pt x="2345" y="2796"/>
                  </a:cubicBezTo>
                  <a:cubicBezTo>
                    <a:pt x="2090" y="3176"/>
                    <a:pt x="1940" y="3588"/>
                    <a:pt x="1928" y="3969"/>
                  </a:cubicBezTo>
                  <a:cubicBezTo>
                    <a:pt x="1923" y="4119"/>
                    <a:pt x="1798" y="4235"/>
                    <a:pt x="1650" y="4243"/>
                  </a:cubicBezTo>
                  <a:lnTo>
                    <a:pt x="0" y="4243"/>
                  </a:lnTo>
                  <a:lnTo>
                    <a:pt x="0" y="4246"/>
                  </a:lnTo>
                  <a:cubicBezTo>
                    <a:pt x="5" y="4395"/>
                    <a:pt x="129" y="4512"/>
                    <a:pt x="278" y="4512"/>
                  </a:cubicBezTo>
                  <a:lnTo>
                    <a:pt x="1928" y="4512"/>
                  </a:lnTo>
                  <a:cubicBezTo>
                    <a:pt x="2077" y="4511"/>
                    <a:pt x="2199" y="4395"/>
                    <a:pt x="2204" y="4246"/>
                  </a:cubicBezTo>
                  <a:cubicBezTo>
                    <a:pt x="2218" y="3867"/>
                    <a:pt x="2368" y="3454"/>
                    <a:pt x="2621" y="3072"/>
                  </a:cubicBezTo>
                  <a:cubicBezTo>
                    <a:pt x="2951" y="2575"/>
                    <a:pt x="3152" y="2111"/>
                    <a:pt x="3152" y="1581"/>
                  </a:cubicBezTo>
                  <a:cubicBezTo>
                    <a:pt x="3152" y="946"/>
                    <a:pt x="2862" y="376"/>
                    <a:pt x="24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3316;p80">
              <a:extLst>
                <a:ext uri="{FF2B5EF4-FFF2-40B4-BE49-F238E27FC236}">
                  <a16:creationId xmlns:a16="http://schemas.microsoft.com/office/drawing/2014/main" id="{2B0474F0-6CB3-ADC6-1625-0122B043E4DA}"/>
                </a:ext>
              </a:extLst>
            </p:cNvPr>
            <p:cNvSpPr/>
            <p:nvPr/>
          </p:nvSpPr>
          <p:spPr>
            <a:xfrm>
              <a:off x="5756989" y="1661164"/>
              <a:ext cx="58667" cy="21084"/>
            </a:xfrm>
            <a:custGeom>
              <a:avLst/>
              <a:gdLst/>
              <a:ahLst/>
              <a:cxnLst/>
              <a:rect l="l" t="t" r="r" b="b"/>
              <a:pathLst>
                <a:path w="1433" h="515" extrusionOk="0">
                  <a:moveTo>
                    <a:pt x="1" y="1"/>
                  </a:moveTo>
                  <a:lnTo>
                    <a:pt x="1" y="284"/>
                  </a:lnTo>
                  <a:lnTo>
                    <a:pt x="1374" y="515"/>
                  </a:lnTo>
                  <a:lnTo>
                    <a:pt x="1433" y="379"/>
                  </a:lnTo>
                  <a:lnTo>
                    <a:pt x="1374" y="232"/>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3317;p80">
              <a:extLst>
                <a:ext uri="{FF2B5EF4-FFF2-40B4-BE49-F238E27FC236}">
                  <a16:creationId xmlns:a16="http://schemas.microsoft.com/office/drawing/2014/main" id="{C7303379-FDFE-2971-7FB2-3E929E6FC30B}"/>
                </a:ext>
              </a:extLst>
            </p:cNvPr>
            <p:cNvSpPr/>
            <p:nvPr/>
          </p:nvSpPr>
          <p:spPr>
            <a:xfrm>
              <a:off x="5812954" y="1670867"/>
              <a:ext cx="11054" cy="13101"/>
            </a:xfrm>
            <a:custGeom>
              <a:avLst/>
              <a:gdLst/>
              <a:ahLst/>
              <a:cxnLst/>
              <a:rect l="l" t="t" r="r" b="b"/>
              <a:pathLst>
                <a:path w="270" h="320" extrusionOk="0">
                  <a:moveTo>
                    <a:pt x="0" y="0"/>
                  </a:moveTo>
                  <a:lnTo>
                    <a:pt x="0" y="274"/>
                  </a:lnTo>
                  <a:lnTo>
                    <a:pt x="269" y="320"/>
                  </a:lnTo>
                  <a:lnTo>
                    <a:pt x="269" y="46"/>
                  </a:lnTo>
                  <a:lnTo>
                    <a:pt x="0" y="0"/>
                  </a:lnTo>
                  <a:close/>
                </a:path>
              </a:pathLst>
            </a:custGeom>
            <a:solidFill>
              <a:srgbClr val="5F6C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3318;p80">
              <a:extLst>
                <a:ext uri="{FF2B5EF4-FFF2-40B4-BE49-F238E27FC236}">
                  <a16:creationId xmlns:a16="http://schemas.microsoft.com/office/drawing/2014/main" id="{7B110CBD-24C7-5667-91F6-D74DB206E5C4}"/>
                </a:ext>
              </a:extLst>
            </p:cNvPr>
            <p:cNvSpPr/>
            <p:nvPr/>
          </p:nvSpPr>
          <p:spPr>
            <a:xfrm>
              <a:off x="5756989" y="1683927"/>
              <a:ext cx="58667" cy="20224"/>
            </a:xfrm>
            <a:custGeom>
              <a:avLst/>
              <a:gdLst/>
              <a:ahLst/>
              <a:cxnLst/>
              <a:rect l="l" t="t" r="r" b="b"/>
              <a:pathLst>
                <a:path w="1433" h="494" extrusionOk="0">
                  <a:moveTo>
                    <a:pt x="1" y="1"/>
                  </a:moveTo>
                  <a:lnTo>
                    <a:pt x="1" y="283"/>
                  </a:lnTo>
                  <a:lnTo>
                    <a:pt x="1253" y="494"/>
                  </a:lnTo>
                  <a:lnTo>
                    <a:pt x="1433" y="462"/>
                  </a:lnTo>
                  <a:lnTo>
                    <a:pt x="1374" y="231"/>
                  </a:lnTo>
                  <a:lnTo>
                    <a:pt x="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3319;p80">
              <a:extLst>
                <a:ext uri="{FF2B5EF4-FFF2-40B4-BE49-F238E27FC236}">
                  <a16:creationId xmlns:a16="http://schemas.microsoft.com/office/drawing/2014/main" id="{6FDEEE53-A4A1-D5B0-2240-75D2F1121F02}"/>
                </a:ext>
              </a:extLst>
            </p:cNvPr>
            <p:cNvSpPr/>
            <p:nvPr/>
          </p:nvSpPr>
          <p:spPr>
            <a:xfrm>
              <a:off x="5808205" y="1693670"/>
              <a:ext cx="15803" cy="12814"/>
            </a:xfrm>
            <a:custGeom>
              <a:avLst/>
              <a:gdLst/>
              <a:ahLst/>
              <a:cxnLst/>
              <a:rect l="l" t="t" r="r" b="b"/>
              <a:pathLst>
                <a:path w="386" h="313" extrusionOk="0">
                  <a:moveTo>
                    <a:pt x="116" y="0"/>
                  </a:moveTo>
                  <a:lnTo>
                    <a:pt x="116" y="74"/>
                  </a:lnTo>
                  <a:cubicBezTo>
                    <a:pt x="116" y="144"/>
                    <a:pt x="79" y="208"/>
                    <a:pt x="18" y="243"/>
                  </a:cubicBezTo>
                  <a:lnTo>
                    <a:pt x="0" y="253"/>
                  </a:lnTo>
                  <a:lnTo>
                    <a:pt x="351" y="313"/>
                  </a:lnTo>
                  <a:cubicBezTo>
                    <a:pt x="374" y="272"/>
                    <a:pt x="385" y="228"/>
                    <a:pt x="385" y="182"/>
                  </a:cubicBezTo>
                  <a:lnTo>
                    <a:pt x="385" y="45"/>
                  </a:lnTo>
                  <a:lnTo>
                    <a:pt x="116" y="0"/>
                  </a:lnTo>
                  <a:close/>
                </a:path>
              </a:pathLst>
            </a:custGeom>
            <a:solidFill>
              <a:srgbClr val="5F6C7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3320;p80">
              <a:extLst>
                <a:ext uri="{FF2B5EF4-FFF2-40B4-BE49-F238E27FC236}">
                  <a16:creationId xmlns:a16="http://schemas.microsoft.com/office/drawing/2014/main" id="{8DB98FDC-D76C-0482-C50F-338F62914C22}"/>
                </a:ext>
              </a:extLst>
            </p:cNvPr>
            <p:cNvSpPr/>
            <p:nvPr/>
          </p:nvSpPr>
          <p:spPr>
            <a:xfrm>
              <a:off x="5751626" y="1494702"/>
              <a:ext cx="79055" cy="80079"/>
            </a:xfrm>
            <a:custGeom>
              <a:avLst/>
              <a:gdLst/>
              <a:ahLst/>
              <a:cxnLst/>
              <a:rect l="l" t="t" r="r" b="b"/>
              <a:pathLst>
                <a:path w="1931" h="1956" extrusionOk="0">
                  <a:moveTo>
                    <a:pt x="951" y="532"/>
                  </a:moveTo>
                  <a:cubicBezTo>
                    <a:pt x="1194" y="532"/>
                    <a:pt x="1394" y="732"/>
                    <a:pt x="1394" y="975"/>
                  </a:cubicBezTo>
                  <a:cubicBezTo>
                    <a:pt x="1394" y="1220"/>
                    <a:pt x="1194" y="1419"/>
                    <a:pt x="951" y="1419"/>
                  </a:cubicBezTo>
                  <a:cubicBezTo>
                    <a:pt x="707" y="1419"/>
                    <a:pt x="508" y="1220"/>
                    <a:pt x="508" y="975"/>
                  </a:cubicBezTo>
                  <a:cubicBezTo>
                    <a:pt x="508" y="732"/>
                    <a:pt x="707" y="532"/>
                    <a:pt x="951" y="532"/>
                  </a:cubicBezTo>
                  <a:close/>
                  <a:moveTo>
                    <a:pt x="952" y="1"/>
                  </a:moveTo>
                  <a:cubicBezTo>
                    <a:pt x="876" y="1"/>
                    <a:pt x="816" y="140"/>
                    <a:pt x="816" y="140"/>
                  </a:cubicBezTo>
                  <a:lnTo>
                    <a:pt x="816" y="284"/>
                  </a:lnTo>
                  <a:cubicBezTo>
                    <a:pt x="724" y="302"/>
                    <a:pt x="637" y="339"/>
                    <a:pt x="561" y="390"/>
                  </a:cubicBezTo>
                  <a:lnTo>
                    <a:pt x="470" y="298"/>
                  </a:lnTo>
                  <a:cubicBezTo>
                    <a:pt x="443" y="272"/>
                    <a:pt x="409" y="259"/>
                    <a:pt x="374" y="259"/>
                  </a:cubicBezTo>
                  <a:cubicBezTo>
                    <a:pt x="339" y="259"/>
                    <a:pt x="303" y="273"/>
                    <a:pt x="277" y="300"/>
                  </a:cubicBezTo>
                  <a:cubicBezTo>
                    <a:pt x="225" y="355"/>
                    <a:pt x="230" y="441"/>
                    <a:pt x="283" y="493"/>
                  </a:cubicBezTo>
                  <a:lnTo>
                    <a:pt x="370" y="580"/>
                  </a:lnTo>
                  <a:cubicBezTo>
                    <a:pt x="321" y="656"/>
                    <a:pt x="283" y="742"/>
                    <a:pt x="265" y="835"/>
                  </a:cubicBezTo>
                  <a:lnTo>
                    <a:pt x="136" y="835"/>
                  </a:lnTo>
                  <a:cubicBezTo>
                    <a:pt x="60" y="835"/>
                    <a:pt x="0" y="896"/>
                    <a:pt x="1" y="973"/>
                  </a:cubicBezTo>
                  <a:cubicBezTo>
                    <a:pt x="4" y="1047"/>
                    <a:pt x="69" y="1104"/>
                    <a:pt x="143" y="1104"/>
                  </a:cubicBezTo>
                  <a:lnTo>
                    <a:pt x="265" y="1104"/>
                  </a:lnTo>
                  <a:cubicBezTo>
                    <a:pt x="282" y="1196"/>
                    <a:pt x="319" y="1284"/>
                    <a:pt x="370" y="1358"/>
                  </a:cubicBezTo>
                  <a:lnTo>
                    <a:pt x="278" y="1450"/>
                  </a:lnTo>
                  <a:cubicBezTo>
                    <a:pt x="225" y="1503"/>
                    <a:pt x="225" y="1591"/>
                    <a:pt x="281" y="1643"/>
                  </a:cubicBezTo>
                  <a:cubicBezTo>
                    <a:pt x="306" y="1668"/>
                    <a:pt x="339" y="1679"/>
                    <a:pt x="372" y="1679"/>
                  </a:cubicBezTo>
                  <a:cubicBezTo>
                    <a:pt x="409" y="1679"/>
                    <a:pt x="446" y="1665"/>
                    <a:pt x="474" y="1637"/>
                  </a:cubicBezTo>
                  <a:lnTo>
                    <a:pt x="560" y="1549"/>
                  </a:lnTo>
                  <a:cubicBezTo>
                    <a:pt x="635" y="1600"/>
                    <a:pt x="723" y="1637"/>
                    <a:pt x="815" y="1655"/>
                  </a:cubicBezTo>
                  <a:lnTo>
                    <a:pt x="815" y="1817"/>
                  </a:lnTo>
                  <a:cubicBezTo>
                    <a:pt x="815" y="1817"/>
                    <a:pt x="875" y="1956"/>
                    <a:pt x="951" y="1956"/>
                  </a:cubicBezTo>
                  <a:cubicBezTo>
                    <a:pt x="1028" y="1956"/>
                    <a:pt x="1089" y="1892"/>
                    <a:pt x="1085" y="1823"/>
                  </a:cubicBezTo>
                  <a:lnTo>
                    <a:pt x="1085" y="1689"/>
                  </a:lnTo>
                  <a:cubicBezTo>
                    <a:pt x="1185" y="1671"/>
                    <a:pt x="1275" y="1633"/>
                    <a:pt x="1353" y="1580"/>
                  </a:cubicBezTo>
                  <a:lnTo>
                    <a:pt x="1448" y="1675"/>
                  </a:lnTo>
                  <a:cubicBezTo>
                    <a:pt x="1475" y="1702"/>
                    <a:pt x="1510" y="1715"/>
                    <a:pt x="1546" y="1715"/>
                  </a:cubicBezTo>
                  <a:cubicBezTo>
                    <a:pt x="1581" y="1715"/>
                    <a:pt x="1617" y="1702"/>
                    <a:pt x="1644" y="1675"/>
                  </a:cubicBezTo>
                  <a:cubicBezTo>
                    <a:pt x="1699" y="1621"/>
                    <a:pt x="1699" y="1533"/>
                    <a:pt x="1644" y="1478"/>
                  </a:cubicBezTo>
                  <a:lnTo>
                    <a:pt x="1549" y="1384"/>
                  </a:lnTo>
                  <a:cubicBezTo>
                    <a:pt x="1602" y="1306"/>
                    <a:pt x="1641" y="1216"/>
                    <a:pt x="1659" y="1107"/>
                  </a:cubicBezTo>
                  <a:lnTo>
                    <a:pt x="1792" y="1107"/>
                  </a:lnTo>
                  <a:cubicBezTo>
                    <a:pt x="1798" y="1108"/>
                    <a:pt x="1805" y="1109"/>
                    <a:pt x="1811" y="1109"/>
                  </a:cubicBezTo>
                  <a:cubicBezTo>
                    <a:pt x="1879" y="1109"/>
                    <a:pt x="1931" y="1051"/>
                    <a:pt x="1931" y="981"/>
                  </a:cubicBezTo>
                  <a:cubicBezTo>
                    <a:pt x="1931" y="905"/>
                    <a:pt x="1869" y="841"/>
                    <a:pt x="1792" y="837"/>
                  </a:cubicBezTo>
                  <a:lnTo>
                    <a:pt x="1659" y="837"/>
                  </a:lnTo>
                  <a:cubicBezTo>
                    <a:pt x="1641" y="747"/>
                    <a:pt x="1602" y="657"/>
                    <a:pt x="1549" y="579"/>
                  </a:cubicBezTo>
                  <a:lnTo>
                    <a:pt x="1644" y="484"/>
                  </a:lnTo>
                  <a:cubicBezTo>
                    <a:pt x="1699" y="430"/>
                    <a:pt x="1699" y="341"/>
                    <a:pt x="1644" y="288"/>
                  </a:cubicBezTo>
                  <a:cubicBezTo>
                    <a:pt x="1617" y="261"/>
                    <a:pt x="1581" y="247"/>
                    <a:pt x="1546" y="247"/>
                  </a:cubicBezTo>
                  <a:cubicBezTo>
                    <a:pt x="1510" y="247"/>
                    <a:pt x="1475" y="261"/>
                    <a:pt x="1448" y="288"/>
                  </a:cubicBezTo>
                  <a:lnTo>
                    <a:pt x="1353" y="383"/>
                  </a:lnTo>
                  <a:cubicBezTo>
                    <a:pt x="1275" y="330"/>
                    <a:pt x="1187" y="291"/>
                    <a:pt x="1085" y="273"/>
                  </a:cubicBezTo>
                  <a:lnTo>
                    <a:pt x="1085" y="140"/>
                  </a:lnTo>
                  <a:cubicBezTo>
                    <a:pt x="1090" y="63"/>
                    <a:pt x="1029" y="1"/>
                    <a:pt x="95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3321;p80">
              <a:extLst>
                <a:ext uri="{FF2B5EF4-FFF2-40B4-BE49-F238E27FC236}">
                  <a16:creationId xmlns:a16="http://schemas.microsoft.com/office/drawing/2014/main" id="{4A38FF73-D6D6-5ECB-F57E-0EE35601F2D4}"/>
                </a:ext>
              </a:extLst>
            </p:cNvPr>
            <p:cNvSpPr/>
            <p:nvPr/>
          </p:nvSpPr>
          <p:spPr>
            <a:xfrm>
              <a:off x="5741473" y="1806091"/>
              <a:ext cx="18996" cy="18996"/>
            </a:xfrm>
            <a:custGeom>
              <a:avLst/>
              <a:gdLst/>
              <a:ahLst/>
              <a:cxnLst/>
              <a:rect l="l" t="t" r="r" b="b"/>
              <a:pathLst>
                <a:path w="464" h="464" extrusionOk="0">
                  <a:moveTo>
                    <a:pt x="279" y="1"/>
                  </a:moveTo>
                  <a:cubicBezTo>
                    <a:pt x="126" y="1"/>
                    <a:pt x="0" y="125"/>
                    <a:pt x="0" y="279"/>
                  </a:cubicBezTo>
                  <a:cubicBezTo>
                    <a:pt x="0" y="307"/>
                    <a:pt x="3" y="335"/>
                    <a:pt x="12" y="359"/>
                  </a:cubicBezTo>
                  <a:cubicBezTo>
                    <a:pt x="94" y="442"/>
                    <a:pt x="156" y="464"/>
                    <a:pt x="185" y="464"/>
                  </a:cubicBezTo>
                  <a:cubicBezTo>
                    <a:pt x="338" y="464"/>
                    <a:pt x="463" y="340"/>
                    <a:pt x="463" y="185"/>
                  </a:cubicBezTo>
                  <a:cubicBezTo>
                    <a:pt x="463" y="158"/>
                    <a:pt x="454" y="108"/>
                    <a:pt x="359" y="13"/>
                  </a:cubicBezTo>
                  <a:cubicBezTo>
                    <a:pt x="334" y="5"/>
                    <a:pt x="306" y="1"/>
                    <a:pt x="279"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3322;p80">
              <a:extLst>
                <a:ext uri="{FF2B5EF4-FFF2-40B4-BE49-F238E27FC236}">
                  <a16:creationId xmlns:a16="http://schemas.microsoft.com/office/drawing/2014/main" id="{CA25FD22-EFAC-ED0E-EEC0-CAFA41054CD4}"/>
                </a:ext>
              </a:extLst>
            </p:cNvPr>
            <p:cNvSpPr/>
            <p:nvPr/>
          </p:nvSpPr>
          <p:spPr>
            <a:xfrm>
              <a:off x="5741882" y="1806624"/>
              <a:ext cx="22353" cy="22271"/>
            </a:xfrm>
            <a:custGeom>
              <a:avLst/>
              <a:gdLst/>
              <a:ahLst/>
              <a:cxnLst/>
              <a:rect l="l" t="t" r="r" b="b"/>
              <a:pathLst>
                <a:path w="546" h="544" extrusionOk="0">
                  <a:moveTo>
                    <a:pt x="348" y="0"/>
                  </a:moveTo>
                  <a:cubicBezTo>
                    <a:pt x="355" y="25"/>
                    <a:pt x="359" y="53"/>
                    <a:pt x="359" y="80"/>
                  </a:cubicBezTo>
                  <a:cubicBezTo>
                    <a:pt x="359" y="233"/>
                    <a:pt x="235" y="359"/>
                    <a:pt x="81" y="359"/>
                  </a:cubicBezTo>
                  <a:cubicBezTo>
                    <a:pt x="53" y="359"/>
                    <a:pt x="25" y="355"/>
                    <a:pt x="1" y="346"/>
                  </a:cubicBezTo>
                  <a:lnTo>
                    <a:pt x="1" y="346"/>
                  </a:lnTo>
                  <a:cubicBezTo>
                    <a:pt x="34" y="460"/>
                    <a:pt x="140" y="544"/>
                    <a:pt x="266" y="544"/>
                  </a:cubicBezTo>
                  <a:cubicBezTo>
                    <a:pt x="419" y="544"/>
                    <a:pt x="544" y="419"/>
                    <a:pt x="544" y="265"/>
                  </a:cubicBezTo>
                  <a:cubicBezTo>
                    <a:pt x="545" y="141"/>
                    <a:pt x="462" y="34"/>
                    <a:pt x="3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3323;p80">
              <a:extLst>
                <a:ext uri="{FF2B5EF4-FFF2-40B4-BE49-F238E27FC236}">
                  <a16:creationId xmlns:a16="http://schemas.microsoft.com/office/drawing/2014/main" id="{A740E6E5-E070-5F71-C292-971548F394A6}"/>
                </a:ext>
              </a:extLst>
            </p:cNvPr>
            <p:cNvSpPr/>
            <p:nvPr/>
          </p:nvSpPr>
          <p:spPr>
            <a:xfrm>
              <a:off x="5816885" y="1806091"/>
              <a:ext cx="18996" cy="18996"/>
            </a:xfrm>
            <a:custGeom>
              <a:avLst/>
              <a:gdLst/>
              <a:ahLst/>
              <a:cxnLst/>
              <a:rect l="l" t="t" r="r" b="b"/>
              <a:pathLst>
                <a:path w="464" h="464" extrusionOk="0">
                  <a:moveTo>
                    <a:pt x="279" y="1"/>
                  </a:moveTo>
                  <a:cubicBezTo>
                    <a:pt x="126" y="1"/>
                    <a:pt x="0" y="125"/>
                    <a:pt x="0" y="279"/>
                  </a:cubicBezTo>
                  <a:cubicBezTo>
                    <a:pt x="0" y="307"/>
                    <a:pt x="5" y="335"/>
                    <a:pt x="12" y="359"/>
                  </a:cubicBezTo>
                  <a:cubicBezTo>
                    <a:pt x="94" y="442"/>
                    <a:pt x="158" y="464"/>
                    <a:pt x="185" y="464"/>
                  </a:cubicBezTo>
                  <a:cubicBezTo>
                    <a:pt x="339" y="464"/>
                    <a:pt x="463" y="340"/>
                    <a:pt x="463" y="185"/>
                  </a:cubicBezTo>
                  <a:cubicBezTo>
                    <a:pt x="463" y="158"/>
                    <a:pt x="454" y="108"/>
                    <a:pt x="359" y="13"/>
                  </a:cubicBezTo>
                  <a:cubicBezTo>
                    <a:pt x="334" y="5"/>
                    <a:pt x="306" y="1"/>
                    <a:pt x="279"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3324;p80">
              <a:extLst>
                <a:ext uri="{FF2B5EF4-FFF2-40B4-BE49-F238E27FC236}">
                  <a16:creationId xmlns:a16="http://schemas.microsoft.com/office/drawing/2014/main" id="{F2065504-0E66-3586-686A-6992368DC39C}"/>
                </a:ext>
              </a:extLst>
            </p:cNvPr>
            <p:cNvSpPr/>
            <p:nvPr/>
          </p:nvSpPr>
          <p:spPr>
            <a:xfrm>
              <a:off x="5817335" y="1806624"/>
              <a:ext cx="22353" cy="22271"/>
            </a:xfrm>
            <a:custGeom>
              <a:avLst/>
              <a:gdLst/>
              <a:ahLst/>
              <a:cxnLst/>
              <a:rect l="l" t="t" r="r" b="b"/>
              <a:pathLst>
                <a:path w="546" h="544" extrusionOk="0">
                  <a:moveTo>
                    <a:pt x="348" y="0"/>
                  </a:moveTo>
                  <a:cubicBezTo>
                    <a:pt x="356" y="25"/>
                    <a:pt x="360" y="53"/>
                    <a:pt x="360" y="80"/>
                  </a:cubicBezTo>
                  <a:cubicBezTo>
                    <a:pt x="360" y="233"/>
                    <a:pt x="236" y="359"/>
                    <a:pt x="81" y="359"/>
                  </a:cubicBezTo>
                  <a:cubicBezTo>
                    <a:pt x="54" y="359"/>
                    <a:pt x="26" y="355"/>
                    <a:pt x="1" y="346"/>
                  </a:cubicBezTo>
                  <a:lnTo>
                    <a:pt x="1" y="346"/>
                  </a:lnTo>
                  <a:cubicBezTo>
                    <a:pt x="36" y="460"/>
                    <a:pt x="141" y="544"/>
                    <a:pt x="266" y="544"/>
                  </a:cubicBezTo>
                  <a:cubicBezTo>
                    <a:pt x="419" y="544"/>
                    <a:pt x="544" y="419"/>
                    <a:pt x="544" y="265"/>
                  </a:cubicBezTo>
                  <a:cubicBezTo>
                    <a:pt x="545" y="141"/>
                    <a:pt x="463" y="34"/>
                    <a:pt x="34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 name="Google Shape;3325;p80">
            <a:extLst>
              <a:ext uri="{FF2B5EF4-FFF2-40B4-BE49-F238E27FC236}">
                <a16:creationId xmlns:a16="http://schemas.microsoft.com/office/drawing/2014/main" id="{8A4E271D-8799-93DA-F1A2-A1D514D4BCD5}"/>
              </a:ext>
            </a:extLst>
          </p:cNvPr>
          <p:cNvGrpSpPr/>
          <p:nvPr/>
        </p:nvGrpSpPr>
        <p:grpSpPr>
          <a:xfrm>
            <a:off x="6705434" y="1565139"/>
            <a:ext cx="1397556" cy="1234331"/>
            <a:chOff x="5613577" y="2656825"/>
            <a:chExt cx="355073" cy="376853"/>
          </a:xfrm>
        </p:grpSpPr>
        <p:sp>
          <p:nvSpPr>
            <p:cNvPr id="245" name="Google Shape;3326;p80">
              <a:extLst>
                <a:ext uri="{FF2B5EF4-FFF2-40B4-BE49-F238E27FC236}">
                  <a16:creationId xmlns:a16="http://schemas.microsoft.com/office/drawing/2014/main" id="{FEBF76C3-5F44-52ED-E970-4BE64CACCD0D}"/>
                </a:ext>
              </a:extLst>
            </p:cNvPr>
            <p:cNvSpPr/>
            <p:nvPr/>
          </p:nvSpPr>
          <p:spPr>
            <a:xfrm>
              <a:off x="5914895" y="2656825"/>
              <a:ext cx="53754" cy="52239"/>
            </a:xfrm>
            <a:custGeom>
              <a:avLst/>
              <a:gdLst/>
              <a:ahLst/>
              <a:cxnLst/>
              <a:rect l="l" t="t" r="r" b="b"/>
              <a:pathLst>
                <a:path w="1313" h="1276" extrusionOk="0">
                  <a:moveTo>
                    <a:pt x="153" y="0"/>
                  </a:moveTo>
                  <a:cubicBezTo>
                    <a:pt x="136" y="0"/>
                    <a:pt x="118" y="4"/>
                    <a:pt x="102" y="11"/>
                  </a:cubicBezTo>
                  <a:cubicBezTo>
                    <a:pt x="33" y="40"/>
                    <a:pt x="0" y="119"/>
                    <a:pt x="29" y="188"/>
                  </a:cubicBezTo>
                  <a:cubicBezTo>
                    <a:pt x="232" y="679"/>
                    <a:pt x="614" y="1063"/>
                    <a:pt x="1107" y="1265"/>
                  </a:cubicBezTo>
                  <a:cubicBezTo>
                    <a:pt x="1124" y="1272"/>
                    <a:pt x="1141" y="1276"/>
                    <a:pt x="1158" y="1276"/>
                  </a:cubicBezTo>
                  <a:cubicBezTo>
                    <a:pt x="1210" y="1276"/>
                    <a:pt x="1261" y="1244"/>
                    <a:pt x="1283" y="1192"/>
                  </a:cubicBezTo>
                  <a:cubicBezTo>
                    <a:pt x="1313" y="1123"/>
                    <a:pt x="1279" y="1045"/>
                    <a:pt x="1210" y="1016"/>
                  </a:cubicBezTo>
                  <a:cubicBezTo>
                    <a:pt x="784" y="839"/>
                    <a:pt x="454" y="509"/>
                    <a:pt x="278" y="84"/>
                  </a:cubicBezTo>
                  <a:cubicBezTo>
                    <a:pt x="256" y="32"/>
                    <a:pt x="206" y="0"/>
                    <a:pt x="15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3327;p80">
              <a:extLst>
                <a:ext uri="{FF2B5EF4-FFF2-40B4-BE49-F238E27FC236}">
                  <a16:creationId xmlns:a16="http://schemas.microsoft.com/office/drawing/2014/main" id="{2B9BAC9B-BFEB-794B-A451-8F50B92C60EF}"/>
                </a:ext>
              </a:extLst>
            </p:cNvPr>
            <p:cNvSpPr/>
            <p:nvPr/>
          </p:nvSpPr>
          <p:spPr>
            <a:xfrm>
              <a:off x="5850824" y="2679383"/>
              <a:ext cx="95145" cy="93671"/>
            </a:xfrm>
            <a:custGeom>
              <a:avLst/>
              <a:gdLst/>
              <a:ahLst/>
              <a:cxnLst/>
              <a:rect l="l" t="t" r="r" b="b"/>
              <a:pathLst>
                <a:path w="2324" h="2288" extrusionOk="0">
                  <a:moveTo>
                    <a:pt x="155" y="1"/>
                  </a:moveTo>
                  <a:cubicBezTo>
                    <a:pt x="137" y="1"/>
                    <a:pt x="120" y="4"/>
                    <a:pt x="103" y="12"/>
                  </a:cubicBezTo>
                  <a:cubicBezTo>
                    <a:pt x="34" y="40"/>
                    <a:pt x="1" y="119"/>
                    <a:pt x="30" y="188"/>
                  </a:cubicBezTo>
                  <a:cubicBezTo>
                    <a:pt x="425" y="1141"/>
                    <a:pt x="1166" y="1883"/>
                    <a:pt x="2119" y="2277"/>
                  </a:cubicBezTo>
                  <a:cubicBezTo>
                    <a:pt x="2136" y="2284"/>
                    <a:pt x="2153" y="2287"/>
                    <a:pt x="2171" y="2287"/>
                  </a:cubicBezTo>
                  <a:cubicBezTo>
                    <a:pt x="2224" y="2287"/>
                    <a:pt x="2273" y="2256"/>
                    <a:pt x="2294" y="2203"/>
                  </a:cubicBezTo>
                  <a:cubicBezTo>
                    <a:pt x="2324" y="2133"/>
                    <a:pt x="2290" y="2055"/>
                    <a:pt x="2221" y="2027"/>
                  </a:cubicBezTo>
                  <a:cubicBezTo>
                    <a:pt x="1337" y="1660"/>
                    <a:pt x="646" y="971"/>
                    <a:pt x="279" y="84"/>
                  </a:cubicBezTo>
                  <a:cubicBezTo>
                    <a:pt x="258" y="33"/>
                    <a:pt x="208" y="1"/>
                    <a:pt x="1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3328;p80">
              <a:extLst>
                <a:ext uri="{FF2B5EF4-FFF2-40B4-BE49-F238E27FC236}">
                  <a16:creationId xmlns:a16="http://schemas.microsoft.com/office/drawing/2014/main" id="{CA913577-3589-C3B9-4026-D8A25BE881BB}"/>
                </a:ext>
              </a:extLst>
            </p:cNvPr>
            <p:cNvSpPr/>
            <p:nvPr/>
          </p:nvSpPr>
          <p:spPr>
            <a:xfrm>
              <a:off x="5780366" y="2704356"/>
              <a:ext cx="140793" cy="139237"/>
            </a:xfrm>
            <a:custGeom>
              <a:avLst/>
              <a:gdLst/>
              <a:ahLst/>
              <a:cxnLst/>
              <a:rect l="l" t="t" r="r" b="b"/>
              <a:pathLst>
                <a:path w="3439" h="3401" extrusionOk="0">
                  <a:moveTo>
                    <a:pt x="154" y="0"/>
                  </a:moveTo>
                  <a:cubicBezTo>
                    <a:pt x="136" y="0"/>
                    <a:pt x="119" y="3"/>
                    <a:pt x="102" y="10"/>
                  </a:cubicBezTo>
                  <a:cubicBezTo>
                    <a:pt x="33" y="40"/>
                    <a:pt x="1" y="119"/>
                    <a:pt x="30" y="188"/>
                  </a:cubicBezTo>
                  <a:cubicBezTo>
                    <a:pt x="634" y="1647"/>
                    <a:pt x="1772" y="2784"/>
                    <a:pt x="3232" y="3390"/>
                  </a:cubicBezTo>
                  <a:cubicBezTo>
                    <a:pt x="3249" y="3396"/>
                    <a:pt x="3266" y="3400"/>
                    <a:pt x="3283" y="3400"/>
                  </a:cubicBezTo>
                  <a:cubicBezTo>
                    <a:pt x="3336" y="3400"/>
                    <a:pt x="3386" y="3369"/>
                    <a:pt x="3409" y="3317"/>
                  </a:cubicBezTo>
                  <a:cubicBezTo>
                    <a:pt x="3438" y="3247"/>
                    <a:pt x="3404" y="3169"/>
                    <a:pt x="3336" y="3141"/>
                  </a:cubicBezTo>
                  <a:cubicBezTo>
                    <a:pt x="1942" y="2563"/>
                    <a:pt x="856" y="1477"/>
                    <a:pt x="279" y="83"/>
                  </a:cubicBezTo>
                  <a:cubicBezTo>
                    <a:pt x="257" y="31"/>
                    <a:pt x="206" y="0"/>
                    <a:pt x="1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3329;p80">
              <a:extLst>
                <a:ext uri="{FF2B5EF4-FFF2-40B4-BE49-F238E27FC236}">
                  <a16:creationId xmlns:a16="http://schemas.microsoft.com/office/drawing/2014/main" id="{B4386EA1-E858-B082-B070-8EB402C08E20}"/>
                </a:ext>
              </a:extLst>
            </p:cNvPr>
            <p:cNvSpPr/>
            <p:nvPr/>
          </p:nvSpPr>
          <p:spPr>
            <a:xfrm>
              <a:off x="5674905" y="2851208"/>
              <a:ext cx="90723" cy="90109"/>
            </a:xfrm>
            <a:custGeom>
              <a:avLst/>
              <a:gdLst/>
              <a:ahLst/>
              <a:cxnLst/>
              <a:rect l="l" t="t" r="r" b="b"/>
              <a:pathLst>
                <a:path w="2216" h="2201" extrusionOk="0">
                  <a:moveTo>
                    <a:pt x="1011" y="0"/>
                  </a:moveTo>
                  <a:lnTo>
                    <a:pt x="382" y="629"/>
                  </a:lnTo>
                  <a:cubicBezTo>
                    <a:pt x="30" y="981"/>
                    <a:pt x="0" y="1535"/>
                    <a:pt x="294" y="1921"/>
                  </a:cubicBezTo>
                  <a:cubicBezTo>
                    <a:pt x="484" y="2111"/>
                    <a:pt x="735" y="2200"/>
                    <a:pt x="983" y="2200"/>
                  </a:cubicBezTo>
                  <a:cubicBezTo>
                    <a:pt x="1241" y="2200"/>
                    <a:pt x="1496" y="2103"/>
                    <a:pt x="1676" y="1923"/>
                  </a:cubicBezTo>
                  <a:lnTo>
                    <a:pt x="2216" y="1205"/>
                  </a:lnTo>
                  <a:lnTo>
                    <a:pt x="101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3330;p80">
              <a:extLst>
                <a:ext uri="{FF2B5EF4-FFF2-40B4-BE49-F238E27FC236}">
                  <a16:creationId xmlns:a16="http://schemas.microsoft.com/office/drawing/2014/main" id="{F2BFDB28-4B48-8546-D215-6361CBED03E6}"/>
                </a:ext>
              </a:extLst>
            </p:cNvPr>
            <p:cNvSpPr/>
            <p:nvPr/>
          </p:nvSpPr>
          <p:spPr>
            <a:xfrm>
              <a:off x="5686900" y="2900500"/>
              <a:ext cx="86506" cy="45402"/>
            </a:xfrm>
            <a:custGeom>
              <a:avLst/>
              <a:gdLst/>
              <a:ahLst/>
              <a:cxnLst/>
              <a:rect l="l" t="t" r="r" b="b"/>
              <a:pathLst>
                <a:path w="2113" h="1109" extrusionOk="0">
                  <a:moveTo>
                    <a:pt x="1923" y="1"/>
                  </a:moveTo>
                  <a:lnTo>
                    <a:pt x="1293" y="630"/>
                  </a:lnTo>
                  <a:cubicBezTo>
                    <a:pt x="1101" y="822"/>
                    <a:pt x="848" y="918"/>
                    <a:pt x="596" y="918"/>
                  </a:cubicBezTo>
                  <a:cubicBezTo>
                    <a:pt x="386" y="918"/>
                    <a:pt x="176" y="851"/>
                    <a:pt x="1" y="717"/>
                  </a:cubicBezTo>
                  <a:lnTo>
                    <a:pt x="1" y="717"/>
                  </a:lnTo>
                  <a:cubicBezTo>
                    <a:pt x="27" y="753"/>
                    <a:pt x="58" y="788"/>
                    <a:pt x="89" y="820"/>
                  </a:cubicBezTo>
                  <a:cubicBezTo>
                    <a:pt x="282" y="1012"/>
                    <a:pt x="534" y="1109"/>
                    <a:pt x="786" y="1109"/>
                  </a:cubicBezTo>
                  <a:cubicBezTo>
                    <a:pt x="1038" y="1109"/>
                    <a:pt x="1290" y="1012"/>
                    <a:pt x="1483" y="820"/>
                  </a:cubicBezTo>
                  <a:lnTo>
                    <a:pt x="2113" y="190"/>
                  </a:lnTo>
                  <a:lnTo>
                    <a:pt x="192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3331;p80">
              <a:extLst>
                <a:ext uri="{FF2B5EF4-FFF2-40B4-BE49-F238E27FC236}">
                  <a16:creationId xmlns:a16="http://schemas.microsoft.com/office/drawing/2014/main" id="{19285C10-86B1-48DC-AEFD-340255FD2716}"/>
                </a:ext>
              </a:extLst>
            </p:cNvPr>
            <p:cNvSpPr/>
            <p:nvPr/>
          </p:nvSpPr>
          <p:spPr>
            <a:xfrm>
              <a:off x="5843946" y="2734038"/>
              <a:ext cx="41104" cy="38484"/>
            </a:xfrm>
            <a:custGeom>
              <a:avLst/>
              <a:gdLst/>
              <a:ahLst/>
              <a:cxnLst/>
              <a:rect l="l" t="t" r="r" b="b"/>
              <a:pathLst>
                <a:path w="1004" h="940" extrusionOk="0">
                  <a:moveTo>
                    <a:pt x="331" y="0"/>
                  </a:moveTo>
                  <a:cubicBezTo>
                    <a:pt x="296" y="0"/>
                    <a:pt x="261" y="13"/>
                    <a:pt x="235" y="40"/>
                  </a:cubicBezTo>
                  <a:cubicBezTo>
                    <a:pt x="29" y="245"/>
                    <a:pt x="1" y="561"/>
                    <a:pt x="151" y="797"/>
                  </a:cubicBezTo>
                  <a:cubicBezTo>
                    <a:pt x="244" y="890"/>
                    <a:pt x="403" y="939"/>
                    <a:pt x="559" y="939"/>
                  </a:cubicBezTo>
                  <a:cubicBezTo>
                    <a:pt x="785" y="939"/>
                    <a:pt x="1003" y="837"/>
                    <a:pt x="1003" y="618"/>
                  </a:cubicBezTo>
                  <a:lnTo>
                    <a:pt x="426" y="40"/>
                  </a:lnTo>
                  <a:cubicBezTo>
                    <a:pt x="400" y="13"/>
                    <a:pt x="365" y="0"/>
                    <a:pt x="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3332;p80">
              <a:extLst>
                <a:ext uri="{FF2B5EF4-FFF2-40B4-BE49-F238E27FC236}">
                  <a16:creationId xmlns:a16="http://schemas.microsoft.com/office/drawing/2014/main" id="{29AD1BD4-0FE2-995C-5F2D-F7C2B265B647}"/>
                </a:ext>
              </a:extLst>
            </p:cNvPr>
            <p:cNvSpPr/>
            <p:nvPr/>
          </p:nvSpPr>
          <p:spPr>
            <a:xfrm>
              <a:off x="5850169" y="2759297"/>
              <a:ext cx="44338" cy="172112"/>
            </a:xfrm>
            <a:custGeom>
              <a:avLst/>
              <a:gdLst/>
              <a:ahLst/>
              <a:cxnLst/>
              <a:rect l="l" t="t" r="r" b="b"/>
              <a:pathLst>
                <a:path w="1083" h="4204" extrusionOk="0">
                  <a:moveTo>
                    <a:pt x="853" y="1"/>
                  </a:moveTo>
                  <a:lnTo>
                    <a:pt x="758" y="96"/>
                  </a:lnTo>
                  <a:cubicBezTo>
                    <a:pt x="639" y="215"/>
                    <a:pt x="483" y="274"/>
                    <a:pt x="327" y="274"/>
                  </a:cubicBezTo>
                  <a:cubicBezTo>
                    <a:pt x="214" y="274"/>
                    <a:pt x="100" y="243"/>
                    <a:pt x="1" y="180"/>
                  </a:cubicBezTo>
                  <a:lnTo>
                    <a:pt x="1" y="180"/>
                  </a:lnTo>
                  <a:cubicBezTo>
                    <a:pt x="25" y="218"/>
                    <a:pt x="52" y="254"/>
                    <a:pt x="85" y="286"/>
                  </a:cubicBezTo>
                  <a:cubicBezTo>
                    <a:pt x="205" y="405"/>
                    <a:pt x="361" y="464"/>
                    <a:pt x="516" y="464"/>
                  </a:cubicBezTo>
                  <a:cubicBezTo>
                    <a:pt x="619" y="464"/>
                    <a:pt x="721" y="439"/>
                    <a:pt x="813" y="387"/>
                  </a:cubicBezTo>
                  <a:lnTo>
                    <a:pt x="813" y="4064"/>
                  </a:lnTo>
                  <a:cubicBezTo>
                    <a:pt x="813" y="4133"/>
                    <a:pt x="864" y="4195"/>
                    <a:pt x="930" y="4202"/>
                  </a:cubicBezTo>
                  <a:cubicBezTo>
                    <a:pt x="936" y="4203"/>
                    <a:pt x="942" y="4203"/>
                    <a:pt x="948" y="4203"/>
                  </a:cubicBezTo>
                  <a:cubicBezTo>
                    <a:pt x="1022" y="4203"/>
                    <a:pt x="1082" y="4143"/>
                    <a:pt x="1082" y="4069"/>
                  </a:cubicBezTo>
                  <a:lnTo>
                    <a:pt x="1082" y="342"/>
                  </a:lnTo>
                  <a:cubicBezTo>
                    <a:pt x="1082" y="271"/>
                    <a:pt x="1054" y="202"/>
                    <a:pt x="1003" y="151"/>
                  </a:cubicBezTo>
                  <a:lnTo>
                    <a:pt x="853"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3333;p80">
              <a:extLst>
                <a:ext uri="{FF2B5EF4-FFF2-40B4-BE49-F238E27FC236}">
                  <a16:creationId xmlns:a16="http://schemas.microsoft.com/office/drawing/2014/main" id="{02DEC702-E7C7-744F-7232-9BF0904C2E6A}"/>
                </a:ext>
              </a:extLst>
            </p:cNvPr>
            <p:cNvSpPr/>
            <p:nvPr/>
          </p:nvSpPr>
          <p:spPr>
            <a:xfrm>
              <a:off x="5663933" y="2706567"/>
              <a:ext cx="248301" cy="248342"/>
            </a:xfrm>
            <a:custGeom>
              <a:avLst/>
              <a:gdLst/>
              <a:ahLst/>
              <a:cxnLst/>
              <a:rect l="l" t="t" r="r" b="b"/>
              <a:pathLst>
                <a:path w="6065" h="6066" extrusionOk="0">
                  <a:moveTo>
                    <a:pt x="266" y="1"/>
                  </a:moveTo>
                  <a:cubicBezTo>
                    <a:pt x="119" y="1"/>
                    <a:pt x="0" y="121"/>
                    <a:pt x="0" y="270"/>
                  </a:cubicBezTo>
                  <a:cubicBezTo>
                    <a:pt x="0" y="308"/>
                    <a:pt x="1" y="345"/>
                    <a:pt x="1" y="383"/>
                  </a:cubicBezTo>
                  <a:lnTo>
                    <a:pt x="5198" y="5939"/>
                  </a:lnTo>
                  <a:cubicBezTo>
                    <a:pt x="5236" y="5941"/>
                    <a:pt x="5758" y="6065"/>
                    <a:pt x="5796" y="6065"/>
                  </a:cubicBezTo>
                  <a:cubicBezTo>
                    <a:pt x="5946" y="6065"/>
                    <a:pt x="6065" y="5944"/>
                    <a:pt x="6065" y="5796"/>
                  </a:cubicBezTo>
                  <a:cubicBezTo>
                    <a:pt x="6065" y="5722"/>
                    <a:pt x="5910" y="5529"/>
                    <a:pt x="5861" y="5480"/>
                  </a:cubicBezTo>
                  <a:lnTo>
                    <a:pt x="460" y="80"/>
                  </a:lnTo>
                  <a:cubicBezTo>
                    <a:pt x="412" y="30"/>
                    <a:pt x="344" y="1"/>
                    <a:pt x="269" y="1"/>
                  </a:cubicBezTo>
                  <a:cubicBezTo>
                    <a:pt x="268" y="1"/>
                    <a:pt x="267" y="1"/>
                    <a:pt x="266"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3334;p80">
              <a:extLst>
                <a:ext uri="{FF2B5EF4-FFF2-40B4-BE49-F238E27FC236}">
                  <a16:creationId xmlns:a16="http://schemas.microsoft.com/office/drawing/2014/main" id="{347B949B-EDBC-A941-F104-C31CFC46B6DA}"/>
                </a:ext>
              </a:extLst>
            </p:cNvPr>
            <p:cNvSpPr/>
            <p:nvPr/>
          </p:nvSpPr>
          <p:spPr>
            <a:xfrm>
              <a:off x="5876739" y="2930836"/>
              <a:ext cx="41431" cy="29886"/>
            </a:xfrm>
            <a:custGeom>
              <a:avLst/>
              <a:gdLst/>
              <a:ahLst/>
              <a:cxnLst/>
              <a:rect l="l" t="t" r="r" b="b"/>
              <a:pathLst>
                <a:path w="1012" h="730" extrusionOk="0">
                  <a:moveTo>
                    <a:pt x="663" y="1"/>
                  </a:moveTo>
                  <a:cubicBezTo>
                    <a:pt x="712" y="49"/>
                    <a:pt x="742" y="117"/>
                    <a:pt x="742" y="192"/>
                  </a:cubicBezTo>
                  <a:cubicBezTo>
                    <a:pt x="742" y="341"/>
                    <a:pt x="621" y="461"/>
                    <a:pt x="473" y="461"/>
                  </a:cubicBezTo>
                  <a:cubicBezTo>
                    <a:pt x="435" y="461"/>
                    <a:pt x="38" y="460"/>
                    <a:pt x="1" y="460"/>
                  </a:cubicBezTo>
                  <a:lnTo>
                    <a:pt x="630" y="729"/>
                  </a:lnTo>
                  <a:cubicBezTo>
                    <a:pt x="668" y="730"/>
                    <a:pt x="705" y="730"/>
                    <a:pt x="743" y="730"/>
                  </a:cubicBezTo>
                  <a:cubicBezTo>
                    <a:pt x="890" y="730"/>
                    <a:pt x="1011" y="610"/>
                    <a:pt x="1011" y="461"/>
                  </a:cubicBezTo>
                  <a:cubicBezTo>
                    <a:pt x="1011" y="387"/>
                    <a:pt x="981" y="318"/>
                    <a:pt x="932" y="270"/>
                  </a:cubicBezTo>
                  <a:lnTo>
                    <a:pt x="6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3335;p80">
              <a:extLst>
                <a:ext uri="{FF2B5EF4-FFF2-40B4-BE49-F238E27FC236}">
                  <a16:creationId xmlns:a16="http://schemas.microsoft.com/office/drawing/2014/main" id="{D8F39B29-E258-FCA1-EA4D-5A596250AE48}"/>
                </a:ext>
              </a:extLst>
            </p:cNvPr>
            <p:cNvSpPr/>
            <p:nvPr/>
          </p:nvSpPr>
          <p:spPr>
            <a:xfrm>
              <a:off x="5656523" y="2906600"/>
              <a:ext cx="125154" cy="125154"/>
            </a:xfrm>
            <a:custGeom>
              <a:avLst/>
              <a:gdLst/>
              <a:ahLst/>
              <a:cxnLst/>
              <a:rect l="l" t="t" r="r" b="b"/>
              <a:pathLst>
                <a:path w="3057" h="3057" extrusionOk="0">
                  <a:moveTo>
                    <a:pt x="1528" y="271"/>
                  </a:moveTo>
                  <a:cubicBezTo>
                    <a:pt x="1643" y="271"/>
                    <a:pt x="1786" y="329"/>
                    <a:pt x="1848" y="492"/>
                  </a:cubicBezTo>
                  <a:lnTo>
                    <a:pt x="2323" y="1756"/>
                  </a:lnTo>
                  <a:lnTo>
                    <a:pt x="735" y="1756"/>
                  </a:lnTo>
                  <a:lnTo>
                    <a:pt x="1207" y="492"/>
                  </a:lnTo>
                  <a:cubicBezTo>
                    <a:pt x="1269" y="329"/>
                    <a:pt x="1413" y="271"/>
                    <a:pt x="1528" y="271"/>
                  </a:cubicBezTo>
                  <a:close/>
                  <a:moveTo>
                    <a:pt x="1529" y="1"/>
                  </a:moveTo>
                  <a:cubicBezTo>
                    <a:pt x="1272" y="1"/>
                    <a:pt x="1048" y="156"/>
                    <a:pt x="957" y="397"/>
                  </a:cubicBezTo>
                  <a:lnTo>
                    <a:pt x="27" y="2873"/>
                  </a:lnTo>
                  <a:cubicBezTo>
                    <a:pt x="1" y="2942"/>
                    <a:pt x="36" y="3020"/>
                    <a:pt x="106" y="3047"/>
                  </a:cubicBezTo>
                  <a:cubicBezTo>
                    <a:pt x="122" y="3053"/>
                    <a:pt x="138" y="3056"/>
                    <a:pt x="154" y="3056"/>
                  </a:cubicBezTo>
                  <a:cubicBezTo>
                    <a:pt x="208" y="3056"/>
                    <a:pt x="259" y="3024"/>
                    <a:pt x="277" y="2968"/>
                  </a:cubicBezTo>
                  <a:lnTo>
                    <a:pt x="632" y="2024"/>
                  </a:lnTo>
                  <a:lnTo>
                    <a:pt x="2423" y="2024"/>
                  </a:lnTo>
                  <a:lnTo>
                    <a:pt x="2777" y="2967"/>
                  </a:lnTo>
                  <a:cubicBezTo>
                    <a:pt x="2797" y="3021"/>
                    <a:pt x="2849" y="3054"/>
                    <a:pt x="2904" y="3054"/>
                  </a:cubicBezTo>
                  <a:cubicBezTo>
                    <a:pt x="2919" y="3054"/>
                    <a:pt x="2935" y="3052"/>
                    <a:pt x="2951" y="3046"/>
                  </a:cubicBezTo>
                  <a:cubicBezTo>
                    <a:pt x="3020" y="3019"/>
                    <a:pt x="3056" y="2941"/>
                    <a:pt x="3030" y="2872"/>
                  </a:cubicBezTo>
                  <a:lnTo>
                    <a:pt x="2102" y="397"/>
                  </a:lnTo>
                  <a:cubicBezTo>
                    <a:pt x="2011" y="156"/>
                    <a:pt x="1786" y="1"/>
                    <a:pt x="15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3336;p80">
              <a:extLst>
                <a:ext uri="{FF2B5EF4-FFF2-40B4-BE49-F238E27FC236}">
                  <a16:creationId xmlns:a16="http://schemas.microsoft.com/office/drawing/2014/main" id="{2C5B8F53-26A1-4C8C-3382-0B6E91684FC9}"/>
                </a:ext>
              </a:extLst>
            </p:cNvPr>
            <p:cNvSpPr/>
            <p:nvPr/>
          </p:nvSpPr>
          <p:spPr>
            <a:xfrm>
              <a:off x="5663974" y="2722165"/>
              <a:ext cx="227504" cy="229469"/>
            </a:xfrm>
            <a:custGeom>
              <a:avLst/>
              <a:gdLst/>
              <a:ahLst/>
              <a:cxnLst/>
              <a:rect l="l" t="t" r="r" b="b"/>
              <a:pathLst>
                <a:path w="5557" h="5605" extrusionOk="0">
                  <a:moveTo>
                    <a:pt x="0" y="1"/>
                  </a:moveTo>
                  <a:lnTo>
                    <a:pt x="0" y="1"/>
                  </a:lnTo>
                  <a:cubicBezTo>
                    <a:pt x="30" y="1527"/>
                    <a:pt x="633" y="2914"/>
                    <a:pt x="1606" y="3951"/>
                  </a:cubicBezTo>
                  <a:cubicBezTo>
                    <a:pt x="2517" y="4805"/>
                    <a:pt x="3864" y="5605"/>
                    <a:pt x="5066" y="5605"/>
                  </a:cubicBezTo>
                  <a:cubicBezTo>
                    <a:pt x="5233" y="5605"/>
                    <a:pt x="5397" y="5589"/>
                    <a:pt x="5556" y="5557"/>
                  </a:cubicBezTo>
                  <a:lnTo>
                    <a:pt x="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3337;p80">
              <a:extLst>
                <a:ext uri="{FF2B5EF4-FFF2-40B4-BE49-F238E27FC236}">
                  <a16:creationId xmlns:a16="http://schemas.microsoft.com/office/drawing/2014/main" id="{FA89319A-273A-F16E-9A56-119F144D196C}"/>
                </a:ext>
              </a:extLst>
            </p:cNvPr>
            <p:cNvSpPr/>
            <p:nvPr/>
          </p:nvSpPr>
          <p:spPr>
            <a:xfrm>
              <a:off x="5729764" y="2883878"/>
              <a:ext cx="172726" cy="76803"/>
            </a:xfrm>
            <a:custGeom>
              <a:avLst/>
              <a:gdLst/>
              <a:ahLst/>
              <a:cxnLst/>
              <a:rect l="l" t="t" r="r" b="b"/>
              <a:pathLst>
                <a:path w="4219" h="1876" extrusionOk="0">
                  <a:moveTo>
                    <a:pt x="0" y="1"/>
                  </a:moveTo>
                  <a:lnTo>
                    <a:pt x="0" y="1"/>
                  </a:lnTo>
                  <a:cubicBezTo>
                    <a:pt x="43" y="46"/>
                    <a:pt x="87" y="93"/>
                    <a:pt x="132" y="138"/>
                  </a:cubicBezTo>
                  <a:cubicBezTo>
                    <a:pt x="1182" y="1188"/>
                    <a:pt x="2623" y="1845"/>
                    <a:pt x="4218" y="1876"/>
                  </a:cubicBezTo>
                  <a:lnTo>
                    <a:pt x="3949" y="1607"/>
                  </a:lnTo>
                  <a:cubicBezTo>
                    <a:pt x="2423" y="1578"/>
                    <a:pt x="1036" y="974"/>
                    <a:pt x="0" y="1"/>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3338;p80">
              <a:extLst>
                <a:ext uri="{FF2B5EF4-FFF2-40B4-BE49-F238E27FC236}">
                  <a16:creationId xmlns:a16="http://schemas.microsoft.com/office/drawing/2014/main" id="{CF3EB374-AC3A-275C-951B-FCE17AF312D0}"/>
                </a:ext>
              </a:extLst>
            </p:cNvPr>
            <p:cNvSpPr/>
            <p:nvPr/>
          </p:nvSpPr>
          <p:spPr>
            <a:xfrm>
              <a:off x="5613577" y="3022624"/>
              <a:ext cx="331819" cy="11054"/>
            </a:xfrm>
            <a:custGeom>
              <a:avLst/>
              <a:gdLst/>
              <a:ahLst/>
              <a:cxnLst/>
              <a:rect l="l" t="t" r="r" b="b"/>
              <a:pathLst>
                <a:path w="8105" h="270" extrusionOk="0">
                  <a:moveTo>
                    <a:pt x="144" y="1"/>
                  </a:moveTo>
                  <a:cubicBezTo>
                    <a:pt x="64" y="1"/>
                    <a:pt x="0" y="70"/>
                    <a:pt x="11" y="153"/>
                  </a:cubicBezTo>
                  <a:cubicBezTo>
                    <a:pt x="18" y="220"/>
                    <a:pt x="80" y="270"/>
                    <a:pt x="149" y="270"/>
                  </a:cubicBezTo>
                  <a:lnTo>
                    <a:pt x="7961" y="270"/>
                  </a:lnTo>
                  <a:cubicBezTo>
                    <a:pt x="8040" y="270"/>
                    <a:pt x="8104" y="200"/>
                    <a:pt x="8094" y="118"/>
                  </a:cubicBezTo>
                  <a:cubicBezTo>
                    <a:pt x="8085" y="51"/>
                    <a:pt x="8024" y="1"/>
                    <a:pt x="7955"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 name="Google Shape;3349;p80">
            <a:extLst>
              <a:ext uri="{FF2B5EF4-FFF2-40B4-BE49-F238E27FC236}">
                <a16:creationId xmlns:a16="http://schemas.microsoft.com/office/drawing/2014/main" id="{48A68986-51B0-D028-2FAD-EF7E249506A1}"/>
              </a:ext>
            </a:extLst>
          </p:cNvPr>
          <p:cNvGrpSpPr/>
          <p:nvPr/>
        </p:nvGrpSpPr>
        <p:grpSpPr>
          <a:xfrm>
            <a:off x="2881792" y="1604530"/>
            <a:ext cx="1521397" cy="1251211"/>
            <a:chOff x="5602277" y="2077237"/>
            <a:chExt cx="377057" cy="320888"/>
          </a:xfrm>
        </p:grpSpPr>
        <p:sp>
          <p:nvSpPr>
            <p:cNvPr id="259" name="Google Shape;3350;p80">
              <a:extLst>
                <a:ext uri="{FF2B5EF4-FFF2-40B4-BE49-F238E27FC236}">
                  <a16:creationId xmlns:a16="http://schemas.microsoft.com/office/drawing/2014/main" id="{B4143397-5964-DA81-7099-B7761299D90D}"/>
                </a:ext>
              </a:extLst>
            </p:cNvPr>
            <p:cNvSpPr/>
            <p:nvPr/>
          </p:nvSpPr>
          <p:spPr>
            <a:xfrm>
              <a:off x="5745444" y="2316982"/>
              <a:ext cx="90518" cy="45853"/>
            </a:xfrm>
            <a:custGeom>
              <a:avLst/>
              <a:gdLst/>
              <a:ahLst/>
              <a:cxnLst/>
              <a:rect l="l" t="t" r="r" b="b"/>
              <a:pathLst>
                <a:path w="2211" h="1120" extrusionOk="0">
                  <a:moveTo>
                    <a:pt x="1032" y="1"/>
                  </a:moveTo>
                  <a:cubicBezTo>
                    <a:pt x="387" y="1"/>
                    <a:pt x="111" y="439"/>
                    <a:pt x="111" y="439"/>
                  </a:cubicBezTo>
                  <a:cubicBezTo>
                    <a:pt x="111" y="439"/>
                    <a:pt x="51" y="708"/>
                    <a:pt x="0" y="935"/>
                  </a:cubicBezTo>
                  <a:cubicBezTo>
                    <a:pt x="0" y="935"/>
                    <a:pt x="388" y="1119"/>
                    <a:pt x="1106" y="1119"/>
                  </a:cubicBezTo>
                  <a:cubicBezTo>
                    <a:pt x="1823" y="1119"/>
                    <a:pt x="2211" y="935"/>
                    <a:pt x="2211" y="935"/>
                  </a:cubicBezTo>
                  <a:cubicBezTo>
                    <a:pt x="2161" y="708"/>
                    <a:pt x="2100" y="439"/>
                    <a:pt x="2100" y="439"/>
                  </a:cubicBezTo>
                  <a:cubicBezTo>
                    <a:pt x="2100" y="439"/>
                    <a:pt x="1677" y="1"/>
                    <a:pt x="103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3351;p80">
              <a:extLst>
                <a:ext uri="{FF2B5EF4-FFF2-40B4-BE49-F238E27FC236}">
                  <a16:creationId xmlns:a16="http://schemas.microsoft.com/office/drawing/2014/main" id="{EF08EDEB-BD44-0590-99EA-DB374ED9892C}"/>
                </a:ext>
              </a:extLst>
            </p:cNvPr>
            <p:cNvSpPr/>
            <p:nvPr/>
          </p:nvSpPr>
          <p:spPr>
            <a:xfrm>
              <a:off x="5720594" y="2355383"/>
              <a:ext cx="140342" cy="31688"/>
            </a:xfrm>
            <a:custGeom>
              <a:avLst/>
              <a:gdLst/>
              <a:ahLst/>
              <a:cxnLst/>
              <a:rect l="l" t="t" r="r" b="b"/>
              <a:pathLst>
                <a:path w="3428" h="774" extrusionOk="0">
                  <a:moveTo>
                    <a:pt x="607" y="1"/>
                  </a:moveTo>
                  <a:cubicBezTo>
                    <a:pt x="598" y="41"/>
                    <a:pt x="590" y="80"/>
                    <a:pt x="583" y="115"/>
                  </a:cubicBezTo>
                  <a:cubicBezTo>
                    <a:pt x="530" y="351"/>
                    <a:pt x="373" y="495"/>
                    <a:pt x="1" y="495"/>
                  </a:cubicBezTo>
                  <a:cubicBezTo>
                    <a:pt x="1" y="495"/>
                    <a:pt x="244" y="773"/>
                    <a:pt x="1640" y="773"/>
                  </a:cubicBezTo>
                  <a:cubicBezTo>
                    <a:pt x="3035" y="773"/>
                    <a:pt x="3427" y="495"/>
                    <a:pt x="3427" y="495"/>
                  </a:cubicBezTo>
                  <a:lnTo>
                    <a:pt x="3427" y="495"/>
                  </a:lnTo>
                  <a:cubicBezTo>
                    <a:pt x="3425" y="495"/>
                    <a:pt x="3422" y="495"/>
                    <a:pt x="3419" y="495"/>
                  </a:cubicBezTo>
                  <a:cubicBezTo>
                    <a:pt x="3052" y="495"/>
                    <a:pt x="2896" y="350"/>
                    <a:pt x="2844" y="115"/>
                  </a:cubicBezTo>
                  <a:cubicBezTo>
                    <a:pt x="2837" y="80"/>
                    <a:pt x="2827" y="40"/>
                    <a:pt x="2818"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3352;p80">
              <a:extLst>
                <a:ext uri="{FF2B5EF4-FFF2-40B4-BE49-F238E27FC236}">
                  <a16:creationId xmlns:a16="http://schemas.microsoft.com/office/drawing/2014/main" id="{0C456218-4B95-3DA2-1168-4C30F598CA00}"/>
                </a:ext>
              </a:extLst>
            </p:cNvPr>
            <p:cNvSpPr/>
            <p:nvPr/>
          </p:nvSpPr>
          <p:spPr>
            <a:xfrm>
              <a:off x="5691649" y="2375280"/>
              <a:ext cx="198027" cy="22845"/>
            </a:xfrm>
            <a:custGeom>
              <a:avLst/>
              <a:gdLst/>
              <a:ahLst/>
              <a:cxnLst/>
              <a:rect l="l" t="t" r="r" b="b"/>
              <a:pathLst>
                <a:path w="4837" h="558" extrusionOk="0">
                  <a:moveTo>
                    <a:pt x="279" y="0"/>
                  </a:moveTo>
                  <a:cubicBezTo>
                    <a:pt x="125" y="0"/>
                    <a:pt x="1" y="125"/>
                    <a:pt x="1" y="278"/>
                  </a:cubicBezTo>
                  <a:lnTo>
                    <a:pt x="1" y="419"/>
                  </a:lnTo>
                  <a:cubicBezTo>
                    <a:pt x="1" y="496"/>
                    <a:pt x="63" y="557"/>
                    <a:pt x="140" y="557"/>
                  </a:cubicBezTo>
                  <a:lnTo>
                    <a:pt x="4690" y="557"/>
                  </a:lnTo>
                  <a:cubicBezTo>
                    <a:pt x="4770" y="557"/>
                    <a:pt x="4835" y="493"/>
                    <a:pt x="4835" y="414"/>
                  </a:cubicBezTo>
                  <a:lnTo>
                    <a:pt x="4836" y="278"/>
                  </a:lnTo>
                  <a:cubicBezTo>
                    <a:pt x="4836" y="124"/>
                    <a:pt x="4710" y="0"/>
                    <a:pt x="45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3353;p80">
              <a:extLst>
                <a:ext uri="{FF2B5EF4-FFF2-40B4-BE49-F238E27FC236}">
                  <a16:creationId xmlns:a16="http://schemas.microsoft.com/office/drawing/2014/main" id="{8BAB5ECB-B183-6ED7-9ABD-F30CBC5853DD}"/>
                </a:ext>
              </a:extLst>
            </p:cNvPr>
            <p:cNvSpPr/>
            <p:nvPr/>
          </p:nvSpPr>
          <p:spPr>
            <a:xfrm>
              <a:off x="5602646" y="2077319"/>
              <a:ext cx="370425" cy="249447"/>
            </a:xfrm>
            <a:custGeom>
              <a:avLst/>
              <a:gdLst/>
              <a:ahLst/>
              <a:cxnLst/>
              <a:rect l="l" t="t" r="r" b="b"/>
              <a:pathLst>
                <a:path w="9048" h="6093" extrusionOk="0">
                  <a:moveTo>
                    <a:pt x="277" y="0"/>
                  </a:moveTo>
                  <a:cubicBezTo>
                    <a:pt x="126" y="0"/>
                    <a:pt x="0" y="125"/>
                    <a:pt x="0" y="279"/>
                  </a:cubicBezTo>
                  <a:lnTo>
                    <a:pt x="0" y="574"/>
                  </a:lnTo>
                  <a:lnTo>
                    <a:pt x="92" y="3154"/>
                  </a:lnTo>
                  <a:lnTo>
                    <a:pt x="0" y="5734"/>
                  </a:lnTo>
                  <a:lnTo>
                    <a:pt x="0" y="6010"/>
                  </a:lnTo>
                  <a:lnTo>
                    <a:pt x="9047" y="6092"/>
                  </a:lnTo>
                  <a:lnTo>
                    <a:pt x="89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3354;p80">
              <a:extLst>
                <a:ext uri="{FF2B5EF4-FFF2-40B4-BE49-F238E27FC236}">
                  <a16:creationId xmlns:a16="http://schemas.microsoft.com/office/drawing/2014/main" id="{49886A9F-BE90-E998-4284-0B1ABEEE0FC1}"/>
                </a:ext>
              </a:extLst>
            </p:cNvPr>
            <p:cNvSpPr/>
            <p:nvPr/>
          </p:nvSpPr>
          <p:spPr>
            <a:xfrm>
              <a:off x="5602277" y="2077237"/>
              <a:ext cx="376853" cy="257676"/>
            </a:xfrm>
            <a:custGeom>
              <a:avLst/>
              <a:gdLst/>
              <a:ahLst/>
              <a:cxnLst/>
              <a:rect l="l" t="t" r="r" b="b"/>
              <a:pathLst>
                <a:path w="9205" h="6294" extrusionOk="0">
                  <a:moveTo>
                    <a:pt x="8920" y="0"/>
                  </a:moveTo>
                  <a:lnTo>
                    <a:pt x="8920" y="5879"/>
                  </a:lnTo>
                  <a:cubicBezTo>
                    <a:pt x="8924" y="5956"/>
                    <a:pt x="8862" y="6019"/>
                    <a:pt x="8786" y="6025"/>
                  </a:cubicBezTo>
                  <a:lnTo>
                    <a:pt x="1" y="6025"/>
                  </a:lnTo>
                  <a:cubicBezTo>
                    <a:pt x="1" y="6169"/>
                    <a:pt x="124" y="6294"/>
                    <a:pt x="275" y="6294"/>
                  </a:cubicBezTo>
                  <a:cubicBezTo>
                    <a:pt x="277" y="6294"/>
                    <a:pt x="278" y="6294"/>
                    <a:pt x="279" y="6294"/>
                  </a:cubicBezTo>
                  <a:lnTo>
                    <a:pt x="8926" y="6294"/>
                  </a:lnTo>
                  <a:cubicBezTo>
                    <a:pt x="8927" y="6294"/>
                    <a:pt x="8928" y="6294"/>
                    <a:pt x="8929" y="6294"/>
                  </a:cubicBezTo>
                  <a:cubicBezTo>
                    <a:pt x="9081" y="6294"/>
                    <a:pt x="9204" y="6169"/>
                    <a:pt x="9192" y="6017"/>
                  </a:cubicBezTo>
                  <a:lnTo>
                    <a:pt x="9192" y="5721"/>
                  </a:lnTo>
                  <a:lnTo>
                    <a:pt x="9012" y="3157"/>
                  </a:lnTo>
                  <a:lnTo>
                    <a:pt x="9192" y="575"/>
                  </a:lnTo>
                  <a:lnTo>
                    <a:pt x="9192" y="278"/>
                  </a:lnTo>
                  <a:cubicBezTo>
                    <a:pt x="9204" y="125"/>
                    <a:pt x="9081" y="0"/>
                    <a:pt x="8923"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3355;p80">
              <a:extLst>
                <a:ext uri="{FF2B5EF4-FFF2-40B4-BE49-F238E27FC236}">
                  <a16:creationId xmlns:a16="http://schemas.microsoft.com/office/drawing/2014/main" id="{4BF48BF5-01D1-CC0C-8749-27D48BE87CB1}"/>
                </a:ext>
              </a:extLst>
            </p:cNvPr>
            <p:cNvSpPr/>
            <p:nvPr/>
          </p:nvSpPr>
          <p:spPr>
            <a:xfrm>
              <a:off x="5602646" y="2100819"/>
              <a:ext cx="372800" cy="211209"/>
            </a:xfrm>
            <a:custGeom>
              <a:avLst/>
              <a:gdLst/>
              <a:ahLst/>
              <a:cxnLst/>
              <a:rect l="l" t="t" r="r" b="b"/>
              <a:pathLst>
                <a:path w="9106" h="5159" extrusionOk="0">
                  <a:moveTo>
                    <a:pt x="0" y="0"/>
                  </a:moveTo>
                  <a:lnTo>
                    <a:pt x="0" y="5159"/>
                  </a:lnTo>
                  <a:lnTo>
                    <a:pt x="8910" y="5159"/>
                  </a:lnTo>
                  <a:lnTo>
                    <a:pt x="9105" y="2571"/>
                  </a:lnTo>
                  <a:lnTo>
                    <a:pt x="892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3356;p80">
              <a:extLst>
                <a:ext uri="{FF2B5EF4-FFF2-40B4-BE49-F238E27FC236}">
                  <a16:creationId xmlns:a16="http://schemas.microsoft.com/office/drawing/2014/main" id="{61DB5028-CD19-D418-1E3F-1F92DFA54DC6}"/>
                </a:ext>
              </a:extLst>
            </p:cNvPr>
            <p:cNvSpPr/>
            <p:nvPr/>
          </p:nvSpPr>
          <p:spPr>
            <a:xfrm>
              <a:off x="5967789" y="2100819"/>
              <a:ext cx="11545" cy="211209"/>
            </a:xfrm>
            <a:custGeom>
              <a:avLst/>
              <a:gdLst/>
              <a:ahLst/>
              <a:cxnLst/>
              <a:rect l="l" t="t" r="r" b="b"/>
              <a:pathLst>
                <a:path w="282" h="5159" extrusionOk="0">
                  <a:moveTo>
                    <a:pt x="12" y="0"/>
                  </a:moveTo>
                  <a:lnTo>
                    <a:pt x="1" y="5159"/>
                  </a:lnTo>
                  <a:lnTo>
                    <a:pt x="281" y="5159"/>
                  </a:lnTo>
                  <a:lnTo>
                    <a:pt x="28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3357;p80">
              <a:extLst>
                <a:ext uri="{FF2B5EF4-FFF2-40B4-BE49-F238E27FC236}">
                  <a16:creationId xmlns:a16="http://schemas.microsoft.com/office/drawing/2014/main" id="{E411DBAD-49B3-41BE-D1D3-ED53C1104C81}"/>
                </a:ext>
              </a:extLst>
            </p:cNvPr>
            <p:cNvSpPr/>
            <p:nvPr/>
          </p:nvSpPr>
          <p:spPr>
            <a:xfrm>
              <a:off x="5810293" y="2174101"/>
              <a:ext cx="30541" cy="64767"/>
            </a:xfrm>
            <a:custGeom>
              <a:avLst/>
              <a:gdLst/>
              <a:ahLst/>
              <a:cxnLst/>
              <a:rect l="l" t="t" r="r" b="b"/>
              <a:pathLst>
                <a:path w="746" h="1582" extrusionOk="0">
                  <a:moveTo>
                    <a:pt x="590" y="1"/>
                  </a:moveTo>
                  <a:cubicBezTo>
                    <a:pt x="532" y="1"/>
                    <a:pt x="477" y="38"/>
                    <a:pt x="458" y="96"/>
                  </a:cubicBezTo>
                  <a:lnTo>
                    <a:pt x="24" y="1399"/>
                  </a:lnTo>
                  <a:cubicBezTo>
                    <a:pt x="1" y="1472"/>
                    <a:pt x="40" y="1551"/>
                    <a:pt x="113" y="1575"/>
                  </a:cubicBezTo>
                  <a:cubicBezTo>
                    <a:pt x="128" y="1578"/>
                    <a:pt x="141" y="1581"/>
                    <a:pt x="156" y="1581"/>
                  </a:cubicBezTo>
                  <a:cubicBezTo>
                    <a:pt x="214" y="1581"/>
                    <a:pt x="268" y="1544"/>
                    <a:pt x="288" y="1486"/>
                  </a:cubicBezTo>
                  <a:lnTo>
                    <a:pt x="722" y="183"/>
                  </a:lnTo>
                  <a:cubicBezTo>
                    <a:pt x="746" y="111"/>
                    <a:pt x="706" y="31"/>
                    <a:pt x="634" y="8"/>
                  </a:cubicBezTo>
                  <a:cubicBezTo>
                    <a:pt x="619" y="3"/>
                    <a:pt x="604" y="1"/>
                    <a:pt x="590"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3358;p80">
              <a:extLst>
                <a:ext uri="{FF2B5EF4-FFF2-40B4-BE49-F238E27FC236}">
                  <a16:creationId xmlns:a16="http://schemas.microsoft.com/office/drawing/2014/main" id="{632EA8DA-069E-4C81-2C6A-F7F6C415D31B}"/>
                </a:ext>
              </a:extLst>
            </p:cNvPr>
            <p:cNvSpPr/>
            <p:nvPr/>
          </p:nvSpPr>
          <p:spPr>
            <a:xfrm>
              <a:off x="5862328" y="2174019"/>
              <a:ext cx="39221" cy="64849"/>
            </a:xfrm>
            <a:custGeom>
              <a:avLst/>
              <a:gdLst/>
              <a:ahLst/>
              <a:cxnLst/>
              <a:rect l="l" t="t" r="r" b="b"/>
              <a:pathLst>
                <a:path w="958" h="1584" extrusionOk="0">
                  <a:moveTo>
                    <a:pt x="153" y="1"/>
                  </a:moveTo>
                  <a:cubicBezTo>
                    <a:pt x="118" y="1"/>
                    <a:pt x="82" y="14"/>
                    <a:pt x="55" y="42"/>
                  </a:cubicBezTo>
                  <a:cubicBezTo>
                    <a:pt x="0" y="96"/>
                    <a:pt x="0" y="183"/>
                    <a:pt x="55" y="238"/>
                  </a:cubicBezTo>
                  <a:lnTo>
                    <a:pt x="609" y="792"/>
                  </a:lnTo>
                  <a:lnTo>
                    <a:pt x="55" y="1346"/>
                  </a:lnTo>
                  <a:cubicBezTo>
                    <a:pt x="0" y="1400"/>
                    <a:pt x="0" y="1488"/>
                    <a:pt x="55" y="1542"/>
                  </a:cubicBezTo>
                  <a:cubicBezTo>
                    <a:pt x="81" y="1570"/>
                    <a:pt x="116" y="1583"/>
                    <a:pt x="152" y="1583"/>
                  </a:cubicBezTo>
                  <a:cubicBezTo>
                    <a:pt x="188" y="1583"/>
                    <a:pt x="224" y="1569"/>
                    <a:pt x="251" y="1541"/>
                  </a:cubicBezTo>
                  <a:lnTo>
                    <a:pt x="902" y="889"/>
                  </a:lnTo>
                  <a:cubicBezTo>
                    <a:pt x="957" y="835"/>
                    <a:pt x="957" y="747"/>
                    <a:pt x="902" y="693"/>
                  </a:cubicBezTo>
                  <a:lnTo>
                    <a:pt x="251" y="42"/>
                  </a:lnTo>
                  <a:cubicBezTo>
                    <a:pt x="224" y="14"/>
                    <a:pt x="189" y="1"/>
                    <a:pt x="153"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3359;p80">
              <a:extLst>
                <a:ext uri="{FF2B5EF4-FFF2-40B4-BE49-F238E27FC236}">
                  <a16:creationId xmlns:a16="http://schemas.microsoft.com/office/drawing/2014/main" id="{7E8C627F-96A5-5D4E-FDCC-3586816C3858}"/>
                </a:ext>
              </a:extLst>
            </p:cNvPr>
            <p:cNvSpPr/>
            <p:nvPr/>
          </p:nvSpPr>
          <p:spPr>
            <a:xfrm>
              <a:off x="5679981" y="2174101"/>
              <a:ext cx="39221" cy="64767"/>
            </a:xfrm>
            <a:custGeom>
              <a:avLst/>
              <a:gdLst/>
              <a:ahLst/>
              <a:cxnLst/>
              <a:rect l="l" t="t" r="r" b="b"/>
              <a:pathLst>
                <a:path w="958" h="1582" extrusionOk="0">
                  <a:moveTo>
                    <a:pt x="805" y="1"/>
                  </a:moveTo>
                  <a:cubicBezTo>
                    <a:pt x="769" y="1"/>
                    <a:pt x="734" y="14"/>
                    <a:pt x="707" y="41"/>
                  </a:cubicBezTo>
                  <a:lnTo>
                    <a:pt x="56" y="692"/>
                  </a:lnTo>
                  <a:cubicBezTo>
                    <a:pt x="1" y="747"/>
                    <a:pt x="1" y="834"/>
                    <a:pt x="56" y="889"/>
                  </a:cubicBezTo>
                  <a:lnTo>
                    <a:pt x="707" y="1540"/>
                  </a:lnTo>
                  <a:cubicBezTo>
                    <a:pt x="733" y="1568"/>
                    <a:pt x="769" y="1581"/>
                    <a:pt x="805" y="1581"/>
                  </a:cubicBezTo>
                  <a:cubicBezTo>
                    <a:pt x="840" y="1581"/>
                    <a:pt x="875" y="1567"/>
                    <a:pt x="903" y="1541"/>
                  </a:cubicBezTo>
                  <a:cubicBezTo>
                    <a:pt x="958" y="1487"/>
                    <a:pt x="958" y="1399"/>
                    <a:pt x="903" y="1345"/>
                  </a:cubicBezTo>
                  <a:lnTo>
                    <a:pt x="349" y="791"/>
                  </a:lnTo>
                  <a:lnTo>
                    <a:pt x="903" y="237"/>
                  </a:lnTo>
                  <a:cubicBezTo>
                    <a:pt x="958" y="183"/>
                    <a:pt x="958" y="95"/>
                    <a:pt x="903" y="41"/>
                  </a:cubicBezTo>
                  <a:cubicBezTo>
                    <a:pt x="876" y="14"/>
                    <a:pt x="840" y="1"/>
                    <a:pt x="805"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3360;p80">
              <a:extLst>
                <a:ext uri="{FF2B5EF4-FFF2-40B4-BE49-F238E27FC236}">
                  <a16:creationId xmlns:a16="http://schemas.microsoft.com/office/drawing/2014/main" id="{191A9FA3-4BD3-D94E-7153-6C24FF553C47}"/>
                </a:ext>
              </a:extLst>
            </p:cNvPr>
            <p:cNvSpPr/>
            <p:nvPr/>
          </p:nvSpPr>
          <p:spPr>
            <a:xfrm>
              <a:off x="5741923" y="2227405"/>
              <a:ext cx="45730" cy="11054"/>
            </a:xfrm>
            <a:custGeom>
              <a:avLst/>
              <a:gdLst/>
              <a:ahLst/>
              <a:cxnLst/>
              <a:rect l="l" t="t" r="r" b="b"/>
              <a:pathLst>
                <a:path w="1117" h="270" extrusionOk="0">
                  <a:moveTo>
                    <a:pt x="137" y="1"/>
                  </a:moveTo>
                  <a:cubicBezTo>
                    <a:pt x="62" y="1"/>
                    <a:pt x="1" y="63"/>
                    <a:pt x="2" y="139"/>
                  </a:cubicBezTo>
                  <a:cubicBezTo>
                    <a:pt x="5" y="213"/>
                    <a:pt x="69" y="270"/>
                    <a:pt x="143" y="270"/>
                  </a:cubicBezTo>
                  <a:lnTo>
                    <a:pt x="981" y="270"/>
                  </a:lnTo>
                  <a:cubicBezTo>
                    <a:pt x="1056" y="270"/>
                    <a:pt x="1117" y="207"/>
                    <a:pt x="1115" y="132"/>
                  </a:cubicBezTo>
                  <a:cubicBezTo>
                    <a:pt x="1113" y="58"/>
                    <a:pt x="1048" y="1"/>
                    <a:pt x="975"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8" name="Pladsholder til slidenummer 287">
            <a:extLst>
              <a:ext uri="{FF2B5EF4-FFF2-40B4-BE49-F238E27FC236}">
                <a16:creationId xmlns:a16="http://schemas.microsoft.com/office/drawing/2014/main" id="{9466AD67-EE66-EB2A-29E1-3B8288CDFF72}"/>
              </a:ext>
            </a:extLst>
          </p:cNvPr>
          <p:cNvSpPr>
            <a:spLocks noGrp="1"/>
          </p:cNvSpPr>
          <p:nvPr>
            <p:ph type="sldNum" sz="quarter" idx="12"/>
          </p:nvPr>
        </p:nvSpPr>
        <p:spPr/>
        <p:txBody>
          <a:bodyPr/>
          <a:lstStyle/>
          <a:p>
            <a:fld id="{311372BF-1BD1-EE46-89BF-9D315F3C4C6D}" type="slidenum">
              <a:rPr lang="da-DK" smtClean="0"/>
              <a:t>15</a:t>
            </a:fld>
            <a:endParaRPr lang="da-DK"/>
          </a:p>
        </p:txBody>
      </p:sp>
    </p:spTree>
    <p:extLst>
      <p:ext uri="{BB962C8B-B14F-4D97-AF65-F5344CB8AC3E}">
        <p14:creationId xmlns:p14="http://schemas.microsoft.com/office/powerpoint/2010/main" val="590740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0" name="Billede 179">
            <a:extLst>
              <a:ext uri="{FF2B5EF4-FFF2-40B4-BE49-F238E27FC236}">
                <a16:creationId xmlns:a16="http://schemas.microsoft.com/office/drawing/2014/main" id="{B92F9C2F-3181-07BD-CD3A-0C2D385BA12F}"/>
              </a:ext>
            </a:extLst>
          </p:cNvPr>
          <p:cNvPicPr>
            <a:picLocks noChangeAspect="1"/>
          </p:cNvPicPr>
          <p:nvPr/>
        </p:nvPicPr>
        <p:blipFill>
          <a:blip r:embed="rId3"/>
          <a:stretch>
            <a:fillRect/>
          </a:stretch>
        </p:blipFill>
        <p:spPr>
          <a:xfrm>
            <a:off x="903164" y="245705"/>
            <a:ext cx="2254810" cy="2595465"/>
          </a:xfrm>
          <a:prstGeom prst="rect">
            <a:avLst/>
          </a:prstGeom>
        </p:spPr>
      </p:pic>
      <p:grpSp>
        <p:nvGrpSpPr>
          <p:cNvPr id="181" name="Google Shape;1276;p48">
            <a:extLst>
              <a:ext uri="{FF2B5EF4-FFF2-40B4-BE49-F238E27FC236}">
                <a16:creationId xmlns:a16="http://schemas.microsoft.com/office/drawing/2014/main" id="{7CCBEE31-E76C-BE9C-5CFF-057508CF4EB2}"/>
              </a:ext>
            </a:extLst>
          </p:cNvPr>
          <p:cNvGrpSpPr/>
          <p:nvPr/>
        </p:nvGrpSpPr>
        <p:grpSpPr>
          <a:xfrm>
            <a:off x="3748212" y="322594"/>
            <a:ext cx="1351977" cy="1222083"/>
            <a:chOff x="3471403" y="596833"/>
            <a:chExt cx="557582" cy="557572"/>
          </a:xfrm>
        </p:grpSpPr>
        <p:sp>
          <p:nvSpPr>
            <p:cNvPr id="182" name="Google Shape;1277;p48">
              <a:extLst>
                <a:ext uri="{FF2B5EF4-FFF2-40B4-BE49-F238E27FC236}">
                  <a16:creationId xmlns:a16="http://schemas.microsoft.com/office/drawing/2014/main" id="{09582ADC-56A9-9EAC-0735-EA3D5FEAB6C9}"/>
                </a:ext>
              </a:extLst>
            </p:cNvPr>
            <p:cNvSpPr/>
            <p:nvPr/>
          </p:nvSpPr>
          <p:spPr>
            <a:xfrm>
              <a:off x="3863178" y="728189"/>
              <a:ext cx="12401" cy="11023"/>
            </a:xfrm>
            <a:custGeom>
              <a:avLst/>
              <a:gdLst/>
              <a:ahLst/>
              <a:cxnLst/>
              <a:rect l="l" t="t" r="r" b="b"/>
              <a:pathLst>
                <a:path w="27" h="24" extrusionOk="0">
                  <a:moveTo>
                    <a:pt x="0" y="0"/>
                  </a:moveTo>
                  <a:cubicBezTo>
                    <a:pt x="4" y="3"/>
                    <a:pt x="7" y="6"/>
                    <a:pt x="11" y="9"/>
                  </a:cubicBezTo>
                  <a:lnTo>
                    <a:pt x="11" y="9"/>
                  </a:lnTo>
                  <a:cubicBezTo>
                    <a:pt x="7" y="6"/>
                    <a:pt x="4" y="3"/>
                    <a:pt x="0" y="0"/>
                  </a:cubicBezTo>
                  <a:close/>
                  <a:moveTo>
                    <a:pt x="11" y="9"/>
                  </a:moveTo>
                  <a:cubicBezTo>
                    <a:pt x="16" y="14"/>
                    <a:pt x="21" y="19"/>
                    <a:pt x="27" y="24"/>
                  </a:cubicBezTo>
                  <a:cubicBezTo>
                    <a:pt x="22" y="18"/>
                    <a:pt x="17" y="14"/>
                    <a:pt x="11" y="9"/>
                  </a:cubicBezTo>
                  <a:close/>
                </a:path>
              </a:pathLst>
            </a:custGeom>
            <a:solidFill>
              <a:srgbClr val="61E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278;p48">
              <a:extLst>
                <a:ext uri="{FF2B5EF4-FFF2-40B4-BE49-F238E27FC236}">
                  <a16:creationId xmlns:a16="http://schemas.microsoft.com/office/drawing/2014/main" id="{86BBB8AD-4E8E-50EC-3C9C-0023243940EC}"/>
                </a:ext>
              </a:extLst>
            </p:cNvPr>
            <p:cNvSpPr/>
            <p:nvPr/>
          </p:nvSpPr>
          <p:spPr>
            <a:xfrm>
              <a:off x="3884305" y="747479"/>
              <a:ext cx="5052" cy="5052"/>
            </a:xfrm>
            <a:custGeom>
              <a:avLst/>
              <a:gdLst/>
              <a:ahLst/>
              <a:cxnLst/>
              <a:rect l="l" t="t" r="r" b="b"/>
              <a:pathLst>
                <a:path w="11" h="11" extrusionOk="0">
                  <a:moveTo>
                    <a:pt x="0" y="0"/>
                  </a:moveTo>
                  <a:lnTo>
                    <a:pt x="11" y="11"/>
                  </a:lnTo>
                  <a:cubicBezTo>
                    <a:pt x="7" y="7"/>
                    <a:pt x="3" y="3"/>
                    <a:pt x="0" y="0"/>
                  </a:cubicBezTo>
                  <a:close/>
                </a:path>
              </a:pathLst>
            </a:custGeom>
            <a:solidFill>
              <a:srgbClr val="61E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279;p48">
              <a:extLst>
                <a:ext uri="{FF2B5EF4-FFF2-40B4-BE49-F238E27FC236}">
                  <a16:creationId xmlns:a16="http://schemas.microsoft.com/office/drawing/2014/main" id="{E1155DA6-C556-5201-9A23-D56ED672E61C}"/>
                </a:ext>
              </a:extLst>
            </p:cNvPr>
            <p:cNvSpPr/>
            <p:nvPr/>
          </p:nvSpPr>
          <p:spPr>
            <a:xfrm>
              <a:off x="3752030" y="689609"/>
              <a:ext cx="37662" cy="4593"/>
            </a:xfrm>
            <a:custGeom>
              <a:avLst/>
              <a:gdLst/>
              <a:ahLst/>
              <a:cxnLst/>
              <a:rect l="l" t="t" r="r" b="b"/>
              <a:pathLst>
                <a:path w="82" h="10" extrusionOk="0">
                  <a:moveTo>
                    <a:pt x="1" y="1"/>
                  </a:moveTo>
                  <a:cubicBezTo>
                    <a:pt x="13" y="2"/>
                    <a:pt x="27" y="2"/>
                    <a:pt x="40" y="3"/>
                  </a:cubicBezTo>
                  <a:cubicBezTo>
                    <a:pt x="27" y="2"/>
                    <a:pt x="13" y="1"/>
                    <a:pt x="1" y="1"/>
                  </a:cubicBezTo>
                  <a:close/>
                  <a:moveTo>
                    <a:pt x="40" y="3"/>
                  </a:moveTo>
                  <a:cubicBezTo>
                    <a:pt x="54" y="6"/>
                    <a:pt x="68" y="7"/>
                    <a:pt x="82" y="10"/>
                  </a:cubicBezTo>
                  <a:cubicBezTo>
                    <a:pt x="69" y="7"/>
                    <a:pt x="55" y="4"/>
                    <a:pt x="40" y="3"/>
                  </a:cubicBezTo>
                  <a:close/>
                </a:path>
              </a:pathLst>
            </a:custGeom>
            <a:solidFill>
              <a:srgbClr val="61E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280;p48">
              <a:extLst>
                <a:ext uri="{FF2B5EF4-FFF2-40B4-BE49-F238E27FC236}">
                  <a16:creationId xmlns:a16="http://schemas.microsoft.com/office/drawing/2014/main" id="{A4017706-6D6C-CA7F-8D36-0C788A3D895E}"/>
                </a:ext>
              </a:extLst>
            </p:cNvPr>
            <p:cNvSpPr/>
            <p:nvPr/>
          </p:nvSpPr>
          <p:spPr>
            <a:xfrm>
              <a:off x="3896247" y="761716"/>
              <a:ext cx="4134" cy="4593"/>
            </a:xfrm>
            <a:custGeom>
              <a:avLst/>
              <a:gdLst/>
              <a:ahLst/>
              <a:cxnLst/>
              <a:rect l="l" t="t" r="r" b="b"/>
              <a:pathLst>
                <a:path w="9" h="10" extrusionOk="0">
                  <a:moveTo>
                    <a:pt x="1" y="0"/>
                  </a:moveTo>
                  <a:cubicBezTo>
                    <a:pt x="3" y="2"/>
                    <a:pt x="6" y="7"/>
                    <a:pt x="8" y="10"/>
                  </a:cubicBezTo>
                  <a:cubicBezTo>
                    <a:pt x="6" y="5"/>
                    <a:pt x="3" y="2"/>
                    <a:pt x="1" y="0"/>
                  </a:cubicBezTo>
                  <a:close/>
                </a:path>
              </a:pathLst>
            </a:custGeom>
            <a:solidFill>
              <a:srgbClr val="61E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281;p48">
              <a:extLst>
                <a:ext uri="{FF2B5EF4-FFF2-40B4-BE49-F238E27FC236}">
                  <a16:creationId xmlns:a16="http://schemas.microsoft.com/office/drawing/2014/main" id="{3D2C17DE-EBF1-CFFB-C41C-35596665423B}"/>
                </a:ext>
              </a:extLst>
            </p:cNvPr>
            <p:cNvSpPr/>
            <p:nvPr/>
          </p:nvSpPr>
          <p:spPr>
            <a:xfrm>
              <a:off x="3848481" y="717625"/>
              <a:ext cx="9645" cy="6889"/>
            </a:xfrm>
            <a:custGeom>
              <a:avLst/>
              <a:gdLst/>
              <a:ahLst/>
              <a:cxnLst/>
              <a:rect l="l" t="t" r="r" b="b"/>
              <a:pathLst>
                <a:path w="21" h="15" extrusionOk="0">
                  <a:moveTo>
                    <a:pt x="0" y="1"/>
                  </a:moveTo>
                  <a:cubicBezTo>
                    <a:pt x="7" y="5"/>
                    <a:pt x="14" y="11"/>
                    <a:pt x="20" y="15"/>
                  </a:cubicBezTo>
                  <a:cubicBezTo>
                    <a:pt x="14" y="11"/>
                    <a:pt x="7" y="5"/>
                    <a:pt x="0" y="1"/>
                  </a:cubicBezTo>
                  <a:close/>
                </a:path>
              </a:pathLst>
            </a:custGeom>
            <a:solidFill>
              <a:srgbClr val="61E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282;p48">
              <a:extLst>
                <a:ext uri="{FF2B5EF4-FFF2-40B4-BE49-F238E27FC236}">
                  <a16:creationId xmlns:a16="http://schemas.microsoft.com/office/drawing/2014/main" id="{646F3F1F-4B58-9752-D9C0-3CA0B2650997}"/>
                </a:ext>
              </a:extLst>
            </p:cNvPr>
            <p:cNvSpPr/>
            <p:nvPr/>
          </p:nvSpPr>
          <p:spPr>
            <a:xfrm>
              <a:off x="3831487" y="708440"/>
              <a:ext cx="10564" cy="5971"/>
            </a:xfrm>
            <a:custGeom>
              <a:avLst/>
              <a:gdLst/>
              <a:ahLst/>
              <a:cxnLst/>
              <a:rect l="l" t="t" r="r" b="b"/>
              <a:pathLst>
                <a:path w="23" h="13" extrusionOk="0">
                  <a:moveTo>
                    <a:pt x="1" y="1"/>
                  </a:moveTo>
                  <a:cubicBezTo>
                    <a:pt x="8" y="5"/>
                    <a:pt x="16" y="9"/>
                    <a:pt x="22" y="12"/>
                  </a:cubicBezTo>
                  <a:cubicBezTo>
                    <a:pt x="16" y="9"/>
                    <a:pt x="8" y="5"/>
                    <a:pt x="1" y="1"/>
                  </a:cubicBezTo>
                  <a:close/>
                </a:path>
              </a:pathLst>
            </a:custGeom>
            <a:solidFill>
              <a:srgbClr val="61E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283;p48">
              <a:extLst>
                <a:ext uri="{FF2B5EF4-FFF2-40B4-BE49-F238E27FC236}">
                  <a16:creationId xmlns:a16="http://schemas.microsoft.com/office/drawing/2014/main" id="{1CAC0BD3-7EB6-3DE5-0F27-DE3E4BBE4260}"/>
                </a:ext>
              </a:extLst>
            </p:cNvPr>
            <p:cNvSpPr/>
            <p:nvPr/>
          </p:nvSpPr>
          <p:spPr>
            <a:xfrm>
              <a:off x="3794284" y="695580"/>
              <a:ext cx="13320" cy="4593"/>
            </a:xfrm>
            <a:custGeom>
              <a:avLst/>
              <a:gdLst/>
              <a:ahLst/>
              <a:cxnLst/>
              <a:rect l="l" t="t" r="r" b="b"/>
              <a:pathLst>
                <a:path w="29" h="10" extrusionOk="0">
                  <a:moveTo>
                    <a:pt x="1" y="1"/>
                  </a:moveTo>
                  <a:lnTo>
                    <a:pt x="28" y="9"/>
                  </a:lnTo>
                  <a:cubicBezTo>
                    <a:pt x="20" y="5"/>
                    <a:pt x="10" y="2"/>
                    <a:pt x="1" y="1"/>
                  </a:cubicBezTo>
                  <a:close/>
                </a:path>
              </a:pathLst>
            </a:custGeom>
            <a:solidFill>
              <a:srgbClr val="61E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284;p48">
              <a:extLst>
                <a:ext uri="{FF2B5EF4-FFF2-40B4-BE49-F238E27FC236}">
                  <a16:creationId xmlns:a16="http://schemas.microsoft.com/office/drawing/2014/main" id="{D5E982DC-8379-63CD-7E3B-E913B17850B2}"/>
                </a:ext>
              </a:extLst>
            </p:cNvPr>
            <p:cNvSpPr/>
            <p:nvPr/>
          </p:nvSpPr>
          <p:spPr>
            <a:xfrm>
              <a:off x="3814034" y="701091"/>
              <a:ext cx="11023" cy="5052"/>
            </a:xfrm>
            <a:custGeom>
              <a:avLst/>
              <a:gdLst/>
              <a:ahLst/>
              <a:cxnLst/>
              <a:rect l="l" t="t" r="r" b="b"/>
              <a:pathLst>
                <a:path w="24" h="11" extrusionOk="0">
                  <a:moveTo>
                    <a:pt x="0" y="1"/>
                  </a:moveTo>
                  <a:cubicBezTo>
                    <a:pt x="9" y="4"/>
                    <a:pt x="16" y="8"/>
                    <a:pt x="24" y="10"/>
                  </a:cubicBezTo>
                  <a:cubicBezTo>
                    <a:pt x="16" y="8"/>
                    <a:pt x="9" y="4"/>
                    <a:pt x="0" y="1"/>
                  </a:cubicBezTo>
                  <a:close/>
                </a:path>
              </a:pathLst>
            </a:custGeom>
            <a:solidFill>
              <a:srgbClr val="61E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285;p48">
              <a:extLst>
                <a:ext uri="{FF2B5EF4-FFF2-40B4-BE49-F238E27FC236}">
                  <a16:creationId xmlns:a16="http://schemas.microsoft.com/office/drawing/2014/main" id="{AC2AE7D1-A9AD-232E-4F93-D294DDCA1628}"/>
                </a:ext>
              </a:extLst>
            </p:cNvPr>
            <p:cNvSpPr/>
            <p:nvPr/>
          </p:nvSpPr>
          <p:spPr>
            <a:xfrm>
              <a:off x="3752030" y="597293"/>
              <a:ext cx="276955" cy="557112"/>
            </a:xfrm>
            <a:custGeom>
              <a:avLst/>
              <a:gdLst/>
              <a:ahLst/>
              <a:cxnLst/>
              <a:rect l="l" t="t" r="r" b="b"/>
              <a:pathLst>
                <a:path w="603" h="1213" extrusionOk="0">
                  <a:moveTo>
                    <a:pt x="1" y="1"/>
                  </a:moveTo>
                  <a:lnTo>
                    <a:pt x="1" y="177"/>
                  </a:lnTo>
                  <a:cubicBezTo>
                    <a:pt x="13" y="177"/>
                    <a:pt x="27" y="178"/>
                    <a:pt x="40" y="181"/>
                  </a:cubicBezTo>
                  <a:cubicBezTo>
                    <a:pt x="257" y="202"/>
                    <a:pt x="426" y="386"/>
                    <a:pt x="426" y="608"/>
                  </a:cubicBezTo>
                  <a:cubicBezTo>
                    <a:pt x="426" y="830"/>
                    <a:pt x="257" y="1015"/>
                    <a:pt x="40" y="1036"/>
                  </a:cubicBezTo>
                  <a:cubicBezTo>
                    <a:pt x="27" y="1037"/>
                    <a:pt x="13" y="1037"/>
                    <a:pt x="1" y="1037"/>
                  </a:cubicBezTo>
                  <a:lnTo>
                    <a:pt x="1" y="1212"/>
                  </a:lnTo>
                  <a:lnTo>
                    <a:pt x="465" y="1212"/>
                  </a:lnTo>
                  <a:cubicBezTo>
                    <a:pt x="541" y="1212"/>
                    <a:pt x="602" y="1150"/>
                    <a:pt x="602" y="1075"/>
                  </a:cubicBezTo>
                  <a:lnTo>
                    <a:pt x="602" y="139"/>
                  </a:lnTo>
                  <a:cubicBezTo>
                    <a:pt x="603" y="63"/>
                    <a:pt x="541" y="1"/>
                    <a:pt x="465"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286;p48">
              <a:extLst>
                <a:ext uri="{FF2B5EF4-FFF2-40B4-BE49-F238E27FC236}">
                  <a16:creationId xmlns:a16="http://schemas.microsoft.com/office/drawing/2014/main" id="{A0839E16-9FC9-8CF0-D5C2-E21FAD3FFE27}"/>
                </a:ext>
              </a:extLst>
            </p:cNvPr>
            <p:cNvSpPr/>
            <p:nvPr/>
          </p:nvSpPr>
          <p:spPr>
            <a:xfrm>
              <a:off x="3750192" y="690527"/>
              <a:ext cx="2296" cy="459"/>
            </a:xfrm>
            <a:custGeom>
              <a:avLst/>
              <a:gdLst/>
              <a:ahLst/>
              <a:cxnLst/>
              <a:rect l="l" t="t" r="r" b="b"/>
              <a:pathLst>
                <a:path w="5" h="1" extrusionOk="0">
                  <a:moveTo>
                    <a:pt x="5" y="0"/>
                  </a:moveTo>
                  <a:lnTo>
                    <a:pt x="0" y="0"/>
                  </a:lnTo>
                  <a:close/>
                </a:path>
              </a:pathLst>
            </a:custGeom>
            <a:solidFill>
              <a:srgbClr val="61E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287;p48">
              <a:extLst>
                <a:ext uri="{FF2B5EF4-FFF2-40B4-BE49-F238E27FC236}">
                  <a16:creationId xmlns:a16="http://schemas.microsoft.com/office/drawing/2014/main" id="{2DE011C3-F71B-2518-F16C-F1CDDA358714}"/>
                </a:ext>
              </a:extLst>
            </p:cNvPr>
            <p:cNvSpPr/>
            <p:nvPr/>
          </p:nvSpPr>
          <p:spPr>
            <a:xfrm>
              <a:off x="3750192" y="690527"/>
              <a:ext cx="2296" cy="459"/>
            </a:xfrm>
            <a:custGeom>
              <a:avLst/>
              <a:gdLst/>
              <a:ahLst/>
              <a:cxnLst/>
              <a:rect l="l" t="t" r="r" b="b"/>
              <a:pathLst>
                <a:path w="5" h="1" extrusionOk="0">
                  <a:moveTo>
                    <a:pt x="5" y="0"/>
                  </a:move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288;p48">
              <a:extLst>
                <a:ext uri="{FF2B5EF4-FFF2-40B4-BE49-F238E27FC236}">
                  <a16:creationId xmlns:a16="http://schemas.microsoft.com/office/drawing/2014/main" id="{0C84DA9C-B4B3-A4DB-3889-08D8E84489D9}"/>
                </a:ext>
              </a:extLst>
            </p:cNvPr>
            <p:cNvSpPr/>
            <p:nvPr/>
          </p:nvSpPr>
          <p:spPr>
            <a:xfrm>
              <a:off x="3471403" y="596833"/>
              <a:ext cx="281089" cy="556652"/>
            </a:xfrm>
            <a:custGeom>
              <a:avLst/>
              <a:gdLst/>
              <a:ahLst/>
              <a:cxnLst/>
              <a:rect l="l" t="t" r="r" b="b"/>
              <a:pathLst>
                <a:path w="612" h="1212" extrusionOk="0">
                  <a:moveTo>
                    <a:pt x="138" y="1"/>
                  </a:moveTo>
                  <a:cubicBezTo>
                    <a:pt x="62" y="1"/>
                    <a:pt x="1" y="62"/>
                    <a:pt x="1" y="139"/>
                  </a:cubicBezTo>
                  <a:lnTo>
                    <a:pt x="1" y="1074"/>
                  </a:lnTo>
                  <a:cubicBezTo>
                    <a:pt x="1" y="1150"/>
                    <a:pt x="62" y="1211"/>
                    <a:pt x="138" y="1211"/>
                  </a:cubicBezTo>
                  <a:lnTo>
                    <a:pt x="612" y="1211"/>
                  </a:lnTo>
                  <a:lnTo>
                    <a:pt x="612" y="1037"/>
                  </a:lnTo>
                  <a:cubicBezTo>
                    <a:pt x="610" y="1038"/>
                    <a:pt x="608" y="1038"/>
                    <a:pt x="607" y="1038"/>
                  </a:cubicBezTo>
                  <a:cubicBezTo>
                    <a:pt x="592" y="1038"/>
                    <a:pt x="577" y="1037"/>
                    <a:pt x="563" y="1035"/>
                  </a:cubicBezTo>
                  <a:cubicBezTo>
                    <a:pt x="346" y="1014"/>
                    <a:pt x="177" y="830"/>
                    <a:pt x="177" y="607"/>
                  </a:cubicBezTo>
                  <a:cubicBezTo>
                    <a:pt x="177" y="386"/>
                    <a:pt x="346" y="201"/>
                    <a:pt x="563" y="179"/>
                  </a:cubicBezTo>
                  <a:cubicBezTo>
                    <a:pt x="578" y="178"/>
                    <a:pt x="592" y="177"/>
                    <a:pt x="607" y="177"/>
                  </a:cubicBezTo>
                  <a:lnTo>
                    <a:pt x="612" y="177"/>
                  </a:lnTo>
                  <a:lnTo>
                    <a:pt x="6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289;p48">
              <a:extLst>
                <a:ext uri="{FF2B5EF4-FFF2-40B4-BE49-F238E27FC236}">
                  <a16:creationId xmlns:a16="http://schemas.microsoft.com/office/drawing/2014/main" id="{853DEF96-C1AC-8989-D1DA-793D51642F0B}"/>
                </a:ext>
              </a:extLst>
            </p:cNvPr>
            <p:cNvSpPr/>
            <p:nvPr/>
          </p:nvSpPr>
          <p:spPr>
            <a:xfrm>
              <a:off x="3564180" y="690987"/>
              <a:ext cx="338501" cy="336196"/>
            </a:xfrm>
            <a:custGeom>
              <a:avLst/>
              <a:gdLst/>
              <a:ahLst/>
              <a:cxnLst/>
              <a:rect l="l" t="t" r="r" b="b"/>
              <a:pathLst>
                <a:path w="737" h="732" extrusionOk="0">
                  <a:moveTo>
                    <a:pt x="361" y="0"/>
                  </a:moveTo>
                  <a:cubicBezTo>
                    <a:pt x="235" y="14"/>
                    <a:pt x="126" y="86"/>
                    <a:pt x="62" y="187"/>
                  </a:cubicBezTo>
                  <a:lnTo>
                    <a:pt x="62" y="337"/>
                  </a:lnTo>
                  <a:lnTo>
                    <a:pt x="5" y="337"/>
                  </a:lnTo>
                  <a:cubicBezTo>
                    <a:pt x="2" y="358"/>
                    <a:pt x="0" y="380"/>
                    <a:pt x="0" y="402"/>
                  </a:cubicBezTo>
                  <a:cubicBezTo>
                    <a:pt x="0" y="424"/>
                    <a:pt x="3" y="447"/>
                    <a:pt x="5" y="466"/>
                  </a:cubicBezTo>
                  <a:lnTo>
                    <a:pt x="62" y="466"/>
                  </a:lnTo>
                  <a:lnTo>
                    <a:pt x="62" y="618"/>
                  </a:lnTo>
                  <a:cubicBezTo>
                    <a:pt x="90" y="662"/>
                    <a:pt x="127" y="701"/>
                    <a:pt x="170" y="732"/>
                  </a:cubicBezTo>
                  <a:cubicBezTo>
                    <a:pt x="126" y="667"/>
                    <a:pt x="101" y="589"/>
                    <a:pt x="101" y="506"/>
                  </a:cubicBezTo>
                  <a:cubicBezTo>
                    <a:pt x="101" y="282"/>
                    <a:pt x="282" y="101"/>
                    <a:pt x="507" y="101"/>
                  </a:cubicBezTo>
                  <a:cubicBezTo>
                    <a:pt x="592" y="101"/>
                    <a:pt x="672" y="127"/>
                    <a:pt x="737" y="172"/>
                  </a:cubicBezTo>
                  <a:cubicBezTo>
                    <a:pt x="735" y="170"/>
                    <a:pt x="732" y="167"/>
                    <a:pt x="731" y="165"/>
                  </a:cubicBezTo>
                  <a:cubicBezTo>
                    <a:pt x="729" y="161"/>
                    <a:pt x="726" y="157"/>
                    <a:pt x="724" y="155"/>
                  </a:cubicBezTo>
                  <a:lnTo>
                    <a:pt x="708" y="135"/>
                  </a:lnTo>
                  <a:lnTo>
                    <a:pt x="697" y="124"/>
                  </a:lnTo>
                  <a:lnTo>
                    <a:pt x="678" y="106"/>
                  </a:lnTo>
                  <a:cubicBezTo>
                    <a:pt x="670" y="97"/>
                    <a:pt x="661" y="91"/>
                    <a:pt x="651" y="84"/>
                  </a:cubicBezTo>
                  <a:cubicBezTo>
                    <a:pt x="647" y="79"/>
                    <a:pt x="642" y="76"/>
                    <a:pt x="638" y="74"/>
                  </a:cubicBezTo>
                  <a:cubicBezTo>
                    <a:pt x="631" y="70"/>
                    <a:pt x="624" y="64"/>
                    <a:pt x="618" y="60"/>
                  </a:cubicBezTo>
                  <a:cubicBezTo>
                    <a:pt x="614" y="58"/>
                    <a:pt x="608" y="55"/>
                    <a:pt x="603" y="53"/>
                  </a:cubicBezTo>
                  <a:cubicBezTo>
                    <a:pt x="597" y="48"/>
                    <a:pt x="588" y="44"/>
                    <a:pt x="582" y="41"/>
                  </a:cubicBezTo>
                  <a:cubicBezTo>
                    <a:pt x="576" y="38"/>
                    <a:pt x="572" y="36"/>
                    <a:pt x="567" y="33"/>
                  </a:cubicBezTo>
                  <a:cubicBezTo>
                    <a:pt x="559" y="30"/>
                    <a:pt x="551" y="27"/>
                    <a:pt x="543" y="25"/>
                  </a:cubicBezTo>
                  <a:cubicBezTo>
                    <a:pt x="539" y="23"/>
                    <a:pt x="534" y="20"/>
                    <a:pt x="529" y="19"/>
                  </a:cubicBezTo>
                  <a:lnTo>
                    <a:pt x="502" y="11"/>
                  </a:lnTo>
                  <a:cubicBezTo>
                    <a:pt x="497" y="10"/>
                    <a:pt x="495" y="9"/>
                    <a:pt x="491" y="9"/>
                  </a:cubicBezTo>
                  <a:cubicBezTo>
                    <a:pt x="478" y="5"/>
                    <a:pt x="463" y="3"/>
                    <a:pt x="449" y="1"/>
                  </a:cubicBezTo>
                  <a:lnTo>
                    <a:pt x="449" y="51"/>
                  </a:lnTo>
                  <a:cubicBezTo>
                    <a:pt x="449" y="75"/>
                    <a:pt x="430" y="95"/>
                    <a:pt x="405" y="95"/>
                  </a:cubicBezTo>
                  <a:cubicBezTo>
                    <a:pt x="382" y="95"/>
                    <a:pt x="361" y="75"/>
                    <a:pt x="361" y="51"/>
                  </a:cubicBezTo>
                  <a:lnTo>
                    <a:pt x="361"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290;p48">
              <a:extLst>
                <a:ext uri="{FF2B5EF4-FFF2-40B4-BE49-F238E27FC236}">
                  <a16:creationId xmlns:a16="http://schemas.microsoft.com/office/drawing/2014/main" id="{72761F8B-317B-C774-299B-4972761A62CA}"/>
                </a:ext>
              </a:extLst>
            </p:cNvPr>
            <p:cNvSpPr/>
            <p:nvPr/>
          </p:nvSpPr>
          <p:spPr>
            <a:xfrm>
              <a:off x="3610568" y="736456"/>
              <a:ext cx="326100" cy="325173"/>
            </a:xfrm>
            <a:custGeom>
              <a:avLst/>
              <a:gdLst/>
              <a:ahLst/>
              <a:cxnLst/>
              <a:rect l="l" t="t" r="r" b="b"/>
              <a:pathLst>
                <a:path w="710" h="708" extrusionOk="0">
                  <a:moveTo>
                    <a:pt x="304" y="260"/>
                  </a:moveTo>
                  <a:cubicBezTo>
                    <a:pt x="328" y="260"/>
                    <a:pt x="348" y="281"/>
                    <a:pt x="348" y="305"/>
                  </a:cubicBezTo>
                  <a:cubicBezTo>
                    <a:pt x="348" y="329"/>
                    <a:pt x="328" y="349"/>
                    <a:pt x="304" y="349"/>
                  </a:cubicBezTo>
                  <a:cubicBezTo>
                    <a:pt x="281" y="349"/>
                    <a:pt x="260" y="329"/>
                    <a:pt x="260" y="305"/>
                  </a:cubicBezTo>
                  <a:cubicBezTo>
                    <a:pt x="260" y="281"/>
                    <a:pt x="281" y="260"/>
                    <a:pt x="304" y="260"/>
                  </a:cubicBezTo>
                  <a:close/>
                  <a:moveTo>
                    <a:pt x="473" y="249"/>
                  </a:moveTo>
                  <a:cubicBezTo>
                    <a:pt x="503" y="249"/>
                    <a:pt x="529" y="274"/>
                    <a:pt x="529" y="305"/>
                  </a:cubicBezTo>
                  <a:cubicBezTo>
                    <a:pt x="529" y="335"/>
                    <a:pt x="503" y="361"/>
                    <a:pt x="473" y="361"/>
                  </a:cubicBezTo>
                  <a:cubicBezTo>
                    <a:pt x="442" y="361"/>
                    <a:pt x="417" y="335"/>
                    <a:pt x="417" y="305"/>
                  </a:cubicBezTo>
                  <a:cubicBezTo>
                    <a:pt x="417" y="274"/>
                    <a:pt x="442" y="249"/>
                    <a:pt x="473" y="249"/>
                  </a:cubicBezTo>
                  <a:close/>
                  <a:moveTo>
                    <a:pt x="134" y="250"/>
                  </a:moveTo>
                  <a:cubicBezTo>
                    <a:pt x="165" y="250"/>
                    <a:pt x="191" y="275"/>
                    <a:pt x="191" y="306"/>
                  </a:cubicBezTo>
                  <a:cubicBezTo>
                    <a:pt x="191" y="337"/>
                    <a:pt x="166" y="362"/>
                    <a:pt x="134" y="362"/>
                  </a:cubicBezTo>
                  <a:cubicBezTo>
                    <a:pt x="104" y="362"/>
                    <a:pt x="79" y="337"/>
                    <a:pt x="79" y="306"/>
                  </a:cubicBezTo>
                  <a:cubicBezTo>
                    <a:pt x="79" y="275"/>
                    <a:pt x="104" y="250"/>
                    <a:pt x="134" y="250"/>
                  </a:cubicBezTo>
                  <a:close/>
                  <a:moveTo>
                    <a:pt x="407" y="1"/>
                  </a:moveTo>
                  <a:cubicBezTo>
                    <a:pt x="182" y="1"/>
                    <a:pt x="1" y="182"/>
                    <a:pt x="1" y="407"/>
                  </a:cubicBezTo>
                  <a:cubicBezTo>
                    <a:pt x="1" y="490"/>
                    <a:pt x="26" y="568"/>
                    <a:pt x="70" y="633"/>
                  </a:cubicBezTo>
                  <a:cubicBezTo>
                    <a:pt x="126" y="672"/>
                    <a:pt x="191" y="698"/>
                    <a:pt x="262" y="706"/>
                  </a:cubicBezTo>
                  <a:lnTo>
                    <a:pt x="262" y="658"/>
                  </a:lnTo>
                  <a:cubicBezTo>
                    <a:pt x="260" y="635"/>
                    <a:pt x="281" y="615"/>
                    <a:pt x="304" y="615"/>
                  </a:cubicBezTo>
                  <a:cubicBezTo>
                    <a:pt x="328" y="615"/>
                    <a:pt x="348" y="635"/>
                    <a:pt x="348" y="659"/>
                  </a:cubicBezTo>
                  <a:lnTo>
                    <a:pt x="348" y="707"/>
                  </a:lnTo>
                  <a:cubicBezTo>
                    <a:pt x="474" y="693"/>
                    <a:pt x="583" y="622"/>
                    <a:pt x="648" y="520"/>
                  </a:cubicBezTo>
                  <a:lnTo>
                    <a:pt x="648" y="369"/>
                  </a:lnTo>
                  <a:lnTo>
                    <a:pt x="704" y="369"/>
                  </a:lnTo>
                  <a:cubicBezTo>
                    <a:pt x="707" y="348"/>
                    <a:pt x="710" y="327"/>
                    <a:pt x="710" y="305"/>
                  </a:cubicBezTo>
                  <a:cubicBezTo>
                    <a:pt x="710" y="282"/>
                    <a:pt x="706" y="260"/>
                    <a:pt x="704" y="239"/>
                  </a:cubicBezTo>
                  <a:lnTo>
                    <a:pt x="648" y="239"/>
                  </a:lnTo>
                  <a:lnTo>
                    <a:pt x="648" y="88"/>
                  </a:lnTo>
                  <a:cubicBezTo>
                    <a:pt x="643" y="83"/>
                    <a:pt x="641" y="78"/>
                    <a:pt x="637" y="72"/>
                  </a:cubicBezTo>
                  <a:cubicBezTo>
                    <a:pt x="572" y="27"/>
                    <a:pt x="492" y="1"/>
                    <a:pt x="407" y="1"/>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291;p48">
              <a:extLst>
                <a:ext uri="{FF2B5EF4-FFF2-40B4-BE49-F238E27FC236}">
                  <a16:creationId xmlns:a16="http://schemas.microsoft.com/office/drawing/2014/main" id="{4B705DC6-72E6-53E0-39A0-CD3E6E8E651F}"/>
                </a:ext>
              </a:extLst>
            </p:cNvPr>
            <p:cNvSpPr/>
            <p:nvPr/>
          </p:nvSpPr>
          <p:spPr>
            <a:xfrm>
              <a:off x="3729984" y="1018916"/>
              <a:ext cx="40877" cy="43632"/>
            </a:xfrm>
            <a:custGeom>
              <a:avLst/>
              <a:gdLst/>
              <a:ahLst/>
              <a:cxnLst/>
              <a:rect l="l" t="t" r="r" b="b"/>
              <a:pathLst>
                <a:path w="89" h="95" extrusionOk="0">
                  <a:moveTo>
                    <a:pt x="44" y="0"/>
                  </a:moveTo>
                  <a:cubicBezTo>
                    <a:pt x="21" y="0"/>
                    <a:pt x="0" y="20"/>
                    <a:pt x="0" y="44"/>
                  </a:cubicBezTo>
                  <a:lnTo>
                    <a:pt x="0" y="92"/>
                  </a:lnTo>
                  <a:cubicBezTo>
                    <a:pt x="15" y="93"/>
                    <a:pt x="29" y="95"/>
                    <a:pt x="44" y="95"/>
                  </a:cubicBezTo>
                  <a:cubicBezTo>
                    <a:pt x="59" y="95"/>
                    <a:pt x="74" y="93"/>
                    <a:pt x="88" y="92"/>
                  </a:cubicBezTo>
                  <a:lnTo>
                    <a:pt x="88" y="44"/>
                  </a:lnTo>
                  <a:cubicBezTo>
                    <a:pt x="88" y="20"/>
                    <a:pt x="69" y="0"/>
                    <a:pt x="44"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292;p48">
              <a:extLst>
                <a:ext uri="{FF2B5EF4-FFF2-40B4-BE49-F238E27FC236}">
                  <a16:creationId xmlns:a16="http://schemas.microsoft.com/office/drawing/2014/main" id="{46EB538C-6732-85E4-2921-8DF83049C7F9}"/>
                </a:ext>
              </a:extLst>
            </p:cNvPr>
            <p:cNvSpPr/>
            <p:nvPr/>
          </p:nvSpPr>
          <p:spPr>
            <a:xfrm>
              <a:off x="3729984" y="690527"/>
              <a:ext cx="40877" cy="44551"/>
            </a:xfrm>
            <a:custGeom>
              <a:avLst/>
              <a:gdLst/>
              <a:ahLst/>
              <a:cxnLst/>
              <a:rect l="l" t="t" r="r" b="b"/>
              <a:pathLst>
                <a:path w="89" h="97" extrusionOk="0">
                  <a:moveTo>
                    <a:pt x="44" y="0"/>
                  </a:moveTo>
                  <a:cubicBezTo>
                    <a:pt x="29" y="0"/>
                    <a:pt x="14" y="1"/>
                    <a:pt x="0" y="2"/>
                  </a:cubicBezTo>
                  <a:lnTo>
                    <a:pt x="0" y="54"/>
                  </a:lnTo>
                  <a:cubicBezTo>
                    <a:pt x="0" y="76"/>
                    <a:pt x="21" y="96"/>
                    <a:pt x="44" y="96"/>
                  </a:cubicBezTo>
                  <a:cubicBezTo>
                    <a:pt x="68" y="96"/>
                    <a:pt x="88" y="76"/>
                    <a:pt x="88" y="52"/>
                  </a:cubicBezTo>
                  <a:lnTo>
                    <a:pt x="88" y="2"/>
                  </a:lnTo>
                  <a:cubicBezTo>
                    <a:pt x="75" y="1"/>
                    <a:pt x="61" y="0"/>
                    <a:pt x="49"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293;p48">
              <a:extLst>
                <a:ext uri="{FF2B5EF4-FFF2-40B4-BE49-F238E27FC236}">
                  <a16:creationId xmlns:a16="http://schemas.microsoft.com/office/drawing/2014/main" id="{0F7644C2-EE2F-8107-8841-2DECB25F7316}"/>
                </a:ext>
              </a:extLst>
            </p:cNvPr>
            <p:cNvSpPr/>
            <p:nvPr/>
          </p:nvSpPr>
          <p:spPr>
            <a:xfrm>
              <a:off x="3566476" y="905932"/>
              <a:ext cx="26639" cy="69811"/>
            </a:xfrm>
            <a:custGeom>
              <a:avLst/>
              <a:gdLst/>
              <a:ahLst/>
              <a:cxnLst/>
              <a:rect l="l" t="t" r="r" b="b"/>
              <a:pathLst>
                <a:path w="58" h="152" extrusionOk="0">
                  <a:moveTo>
                    <a:pt x="0" y="0"/>
                  </a:moveTo>
                  <a:cubicBezTo>
                    <a:pt x="10" y="55"/>
                    <a:pt x="29" y="105"/>
                    <a:pt x="57" y="151"/>
                  </a:cubicBezTo>
                  <a:lnTo>
                    <a:pt x="57"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294;p48">
              <a:extLst>
                <a:ext uri="{FF2B5EF4-FFF2-40B4-BE49-F238E27FC236}">
                  <a16:creationId xmlns:a16="http://schemas.microsoft.com/office/drawing/2014/main" id="{A6AF5C2F-5C41-0C31-3E20-F3A3FFD5621F}"/>
                </a:ext>
              </a:extLst>
            </p:cNvPr>
            <p:cNvSpPr/>
            <p:nvPr/>
          </p:nvSpPr>
          <p:spPr>
            <a:xfrm>
              <a:off x="3566936" y="776873"/>
              <a:ext cx="26639" cy="68893"/>
            </a:xfrm>
            <a:custGeom>
              <a:avLst/>
              <a:gdLst/>
              <a:ahLst/>
              <a:cxnLst/>
              <a:rect l="l" t="t" r="r" b="b"/>
              <a:pathLst>
                <a:path w="58" h="150" extrusionOk="0">
                  <a:moveTo>
                    <a:pt x="57" y="0"/>
                  </a:moveTo>
                  <a:cubicBezTo>
                    <a:pt x="29" y="44"/>
                    <a:pt x="9" y="95"/>
                    <a:pt x="0" y="150"/>
                  </a:cubicBezTo>
                  <a:lnTo>
                    <a:pt x="57" y="150"/>
                  </a:lnTo>
                  <a:lnTo>
                    <a:pt x="57"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1295;p48">
              <a:extLst>
                <a:ext uri="{FF2B5EF4-FFF2-40B4-BE49-F238E27FC236}">
                  <a16:creationId xmlns:a16="http://schemas.microsoft.com/office/drawing/2014/main" id="{F2DBE99B-F852-8692-6EE5-896CC8D64124}"/>
                </a:ext>
              </a:extLst>
            </p:cNvPr>
            <p:cNvSpPr/>
            <p:nvPr/>
          </p:nvSpPr>
          <p:spPr>
            <a:xfrm>
              <a:off x="3907729" y="776873"/>
              <a:ext cx="26639" cy="68893"/>
            </a:xfrm>
            <a:custGeom>
              <a:avLst/>
              <a:gdLst/>
              <a:ahLst/>
              <a:cxnLst/>
              <a:rect l="l" t="t" r="r" b="b"/>
              <a:pathLst>
                <a:path w="58" h="150" extrusionOk="0">
                  <a:moveTo>
                    <a:pt x="1" y="0"/>
                  </a:moveTo>
                  <a:lnTo>
                    <a:pt x="1" y="150"/>
                  </a:lnTo>
                  <a:lnTo>
                    <a:pt x="57" y="150"/>
                  </a:lnTo>
                  <a:cubicBezTo>
                    <a:pt x="48" y="95"/>
                    <a:pt x="28" y="44"/>
                    <a:pt x="1"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1296;p48">
              <a:extLst>
                <a:ext uri="{FF2B5EF4-FFF2-40B4-BE49-F238E27FC236}">
                  <a16:creationId xmlns:a16="http://schemas.microsoft.com/office/drawing/2014/main" id="{0D23CA35-9FD8-03EE-1090-E08EDE967061}"/>
                </a:ext>
              </a:extLst>
            </p:cNvPr>
            <p:cNvSpPr/>
            <p:nvPr/>
          </p:nvSpPr>
          <p:spPr>
            <a:xfrm>
              <a:off x="3907270" y="905932"/>
              <a:ext cx="26639" cy="69811"/>
            </a:xfrm>
            <a:custGeom>
              <a:avLst/>
              <a:gdLst/>
              <a:ahLst/>
              <a:cxnLst/>
              <a:rect l="l" t="t" r="r" b="b"/>
              <a:pathLst>
                <a:path w="58" h="152" extrusionOk="0">
                  <a:moveTo>
                    <a:pt x="0" y="0"/>
                  </a:moveTo>
                  <a:lnTo>
                    <a:pt x="0" y="151"/>
                  </a:lnTo>
                  <a:cubicBezTo>
                    <a:pt x="28" y="105"/>
                    <a:pt x="49" y="55"/>
                    <a:pt x="57"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1297;p48">
              <a:extLst>
                <a:ext uri="{FF2B5EF4-FFF2-40B4-BE49-F238E27FC236}">
                  <a16:creationId xmlns:a16="http://schemas.microsoft.com/office/drawing/2014/main" id="{C587675D-54B7-EB67-D92A-0D4E6B50B9BD}"/>
                </a:ext>
              </a:extLst>
            </p:cNvPr>
            <p:cNvSpPr/>
            <p:nvPr/>
          </p:nvSpPr>
          <p:spPr>
            <a:xfrm>
              <a:off x="3729984" y="855870"/>
              <a:ext cx="40877" cy="41336"/>
            </a:xfrm>
            <a:custGeom>
              <a:avLst/>
              <a:gdLst/>
              <a:ahLst/>
              <a:cxnLst/>
              <a:rect l="l" t="t" r="r" b="b"/>
              <a:pathLst>
                <a:path w="89" h="90" extrusionOk="0">
                  <a:moveTo>
                    <a:pt x="27" y="16"/>
                  </a:moveTo>
                  <a:lnTo>
                    <a:pt x="72" y="62"/>
                  </a:lnTo>
                  <a:lnTo>
                    <a:pt x="58" y="77"/>
                  </a:lnTo>
                  <a:lnTo>
                    <a:pt x="12" y="31"/>
                  </a:lnTo>
                  <a:lnTo>
                    <a:pt x="27" y="16"/>
                  </a:lnTo>
                  <a:close/>
                  <a:moveTo>
                    <a:pt x="44" y="0"/>
                  </a:moveTo>
                  <a:cubicBezTo>
                    <a:pt x="21" y="0"/>
                    <a:pt x="0" y="21"/>
                    <a:pt x="0" y="45"/>
                  </a:cubicBezTo>
                  <a:cubicBezTo>
                    <a:pt x="0" y="69"/>
                    <a:pt x="21" y="89"/>
                    <a:pt x="44" y="89"/>
                  </a:cubicBezTo>
                  <a:cubicBezTo>
                    <a:pt x="68" y="89"/>
                    <a:pt x="88" y="69"/>
                    <a:pt x="88" y="45"/>
                  </a:cubicBezTo>
                  <a:cubicBezTo>
                    <a:pt x="88" y="21"/>
                    <a:pt x="68" y="0"/>
                    <a:pt x="44" y="0"/>
                  </a:cubicBezTo>
                  <a:close/>
                </a:path>
              </a:pathLst>
            </a:custGeom>
            <a:solidFill>
              <a:schemeClr val="bg2">
                <a:lumMod val="9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1298;p48">
              <a:extLst>
                <a:ext uri="{FF2B5EF4-FFF2-40B4-BE49-F238E27FC236}">
                  <a16:creationId xmlns:a16="http://schemas.microsoft.com/office/drawing/2014/main" id="{0C4987CD-9039-9201-5514-81EE846BDF2E}"/>
                </a:ext>
              </a:extLst>
            </p:cNvPr>
            <p:cNvSpPr/>
            <p:nvPr/>
          </p:nvSpPr>
          <p:spPr>
            <a:xfrm>
              <a:off x="3646393" y="850358"/>
              <a:ext cx="51900" cy="51899"/>
            </a:xfrm>
            <a:custGeom>
              <a:avLst/>
              <a:gdLst/>
              <a:ahLst/>
              <a:cxnLst/>
              <a:rect l="l" t="t" r="r" b="b"/>
              <a:pathLst>
                <a:path w="113" h="113" extrusionOk="0">
                  <a:moveTo>
                    <a:pt x="56" y="1"/>
                  </a:moveTo>
                  <a:cubicBezTo>
                    <a:pt x="26" y="1"/>
                    <a:pt x="1" y="26"/>
                    <a:pt x="1" y="57"/>
                  </a:cubicBezTo>
                  <a:cubicBezTo>
                    <a:pt x="1" y="87"/>
                    <a:pt x="26" y="113"/>
                    <a:pt x="56" y="113"/>
                  </a:cubicBezTo>
                  <a:cubicBezTo>
                    <a:pt x="87" y="113"/>
                    <a:pt x="113" y="87"/>
                    <a:pt x="113" y="57"/>
                  </a:cubicBezTo>
                  <a:cubicBezTo>
                    <a:pt x="113" y="26"/>
                    <a:pt x="88" y="1"/>
                    <a:pt x="56"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1299;p48">
              <a:extLst>
                <a:ext uri="{FF2B5EF4-FFF2-40B4-BE49-F238E27FC236}">
                  <a16:creationId xmlns:a16="http://schemas.microsoft.com/office/drawing/2014/main" id="{6BF30E7E-4C61-4073-94A6-0CE85A0D3D43}"/>
                </a:ext>
              </a:extLst>
            </p:cNvPr>
            <p:cNvSpPr/>
            <p:nvPr/>
          </p:nvSpPr>
          <p:spPr>
            <a:xfrm>
              <a:off x="3801633" y="850818"/>
              <a:ext cx="51900" cy="51899"/>
            </a:xfrm>
            <a:custGeom>
              <a:avLst/>
              <a:gdLst/>
              <a:ahLst/>
              <a:cxnLst/>
              <a:rect l="l" t="t" r="r" b="b"/>
              <a:pathLst>
                <a:path w="113" h="113" extrusionOk="0">
                  <a:moveTo>
                    <a:pt x="57" y="1"/>
                  </a:moveTo>
                  <a:cubicBezTo>
                    <a:pt x="26" y="1"/>
                    <a:pt x="1" y="26"/>
                    <a:pt x="1" y="57"/>
                  </a:cubicBezTo>
                  <a:cubicBezTo>
                    <a:pt x="1" y="88"/>
                    <a:pt x="26" y="113"/>
                    <a:pt x="57" y="113"/>
                  </a:cubicBezTo>
                  <a:cubicBezTo>
                    <a:pt x="87" y="113"/>
                    <a:pt x="113" y="88"/>
                    <a:pt x="113" y="57"/>
                  </a:cubicBezTo>
                  <a:cubicBezTo>
                    <a:pt x="113" y="26"/>
                    <a:pt x="87" y="1"/>
                    <a:pt x="57"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1300;p48">
              <a:extLst>
                <a:ext uri="{FF2B5EF4-FFF2-40B4-BE49-F238E27FC236}">
                  <a16:creationId xmlns:a16="http://schemas.microsoft.com/office/drawing/2014/main" id="{233FB318-EF82-09F8-D87B-F3F050582254}"/>
                </a:ext>
              </a:extLst>
            </p:cNvPr>
            <p:cNvSpPr/>
            <p:nvPr/>
          </p:nvSpPr>
          <p:spPr>
            <a:xfrm>
              <a:off x="3735495" y="863218"/>
              <a:ext cx="28017" cy="28016"/>
            </a:xfrm>
            <a:custGeom>
              <a:avLst/>
              <a:gdLst/>
              <a:ahLst/>
              <a:cxnLst/>
              <a:rect l="l" t="t" r="r" b="b"/>
              <a:pathLst>
                <a:path w="61" h="61" extrusionOk="0">
                  <a:moveTo>
                    <a:pt x="14" y="0"/>
                  </a:moveTo>
                  <a:lnTo>
                    <a:pt x="0" y="14"/>
                  </a:lnTo>
                  <a:lnTo>
                    <a:pt x="45" y="60"/>
                  </a:lnTo>
                  <a:lnTo>
                    <a:pt x="60" y="45"/>
                  </a:lnTo>
                  <a:lnTo>
                    <a:pt x="14" y="0"/>
                  </a:lnTo>
                  <a:close/>
                </a:path>
              </a:pathLst>
            </a:custGeom>
            <a:solidFill>
              <a:schemeClr val="bg2">
                <a:lumMod val="9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1301;p48">
              <a:extLst>
                <a:ext uri="{FF2B5EF4-FFF2-40B4-BE49-F238E27FC236}">
                  <a16:creationId xmlns:a16="http://schemas.microsoft.com/office/drawing/2014/main" id="{715E0E9B-0F5E-3D1F-0D42-FE72689AC9C8}"/>
                </a:ext>
              </a:extLst>
            </p:cNvPr>
            <p:cNvSpPr/>
            <p:nvPr/>
          </p:nvSpPr>
          <p:spPr>
            <a:xfrm>
              <a:off x="3471403" y="596833"/>
              <a:ext cx="281089" cy="556653"/>
            </a:xfrm>
            <a:custGeom>
              <a:avLst/>
              <a:gdLst/>
              <a:ahLst/>
              <a:cxnLst/>
              <a:rect l="l" t="t" r="r" b="b"/>
              <a:pathLst>
                <a:path w="612" h="1212" extrusionOk="0">
                  <a:moveTo>
                    <a:pt x="138" y="1"/>
                  </a:moveTo>
                  <a:cubicBezTo>
                    <a:pt x="62" y="1"/>
                    <a:pt x="1" y="62"/>
                    <a:pt x="1" y="139"/>
                  </a:cubicBezTo>
                  <a:lnTo>
                    <a:pt x="1" y="1074"/>
                  </a:lnTo>
                  <a:cubicBezTo>
                    <a:pt x="1" y="1150"/>
                    <a:pt x="62" y="1211"/>
                    <a:pt x="138" y="1211"/>
                  </a:cubicBezTo>
                  <a:lnTo>
                    <a:pt x="612" y="1211"/>
                  </a:lnTo>
                  <a:lnTo>
                    <a:pt x="612" y="1037"/>
                  </a:lnTo>
                  <a:cubicBezTo>
                    <a:pt x="610" y="1038"/>
                    <a:pt x="608" y="1038"/>
                    <a:pt x="607" y="1038"/>
                  </a:cubicBezTo>
                  <a:cubicBezTo>
                    <a:pt x="592" y="1038"/>
                    <a:pt x="577" y="1037"/>
                    <a:pt x="563" y="1035"/>
                  </a:cubicBezTo>
                  <a:cubicBezTo>
                    <a:pt x="346" y="1014"/>
                    <a:pt x="177" y="830"/>
                    <a:pt x="177" y="607"/>
                  </a:cubicBezTo>
                  <a:cubicBezTo>
                    <a:pt x="177" y="386"/>
                    <a:pt x="346" y="201"/>
                    <a:pt x="563" y="179"/>
                  </a:cubicBezTo>
                  <a:cubicBezTo>
                    <a:pt x="578" y="178"/>
                    <a:pt x="592" y="177"/>
                    <a:pt x="607" y="177"/>
                  </a:cubicBezTo>
                  <a:lnTo>
                    <a:pt x="612" y="177"/>
                  </a:lnTo>
                  <a:lnTo>
                    <a:pt x="612"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1302;p48">
              <a:extLst>
                <a:ext uri="{FF2B5EF4-FFF2-40B4-BE49-F238E27FC236}">
                  <a16:creationId xmlns:a16="http://schemas.microsoft.com/office/drawing/2014/main" id="{D22776F0-C3D1-68E5-BDF1-665BBE329E0E}"/>
                </a:ext>
              </a:extLst>
            </p:cNvPr>
            <p:cNvSpPr/>
            <p:nvPr/>
          </p:nvSpPr>
          <p:spPr>
            <a:xfrm>
              <a:off x="3729524" y="680423"/>
              <a:ext cx="218165" cy="394067"/>
            </a:xfrm>
            <a:custGeom>
              <a:avLst/>
              <a:gdLst/>
              <a:ahLst/>
              <a:cxnLst/>
              <a:rect l="l" t="t" r="r" b="b"/>
              <a:pathLst>
                <a:path w="475" h="858" extrusionOk="0">
                  <a:moveTo>
                    <a:pt x="88" y="1"/>
                  </a:moveTo>
                  <a:lnTo>
                    <a:pt x="88" y="25"/>
                  </a:lnTo>
                  <a:cubicBezTo>
                    <a:pt x="103" y="26"/>
                    <a:pt x="117" y="27"/>
                    <a:pt x="131" y="32"/>
                  </a:cubicBezTo>
                  <a:cubicBezTo>
                    <a:pt x="135" y="33"/>
                    <a:pt x="137" y="33"/>
                    <a:pt x="142" y="34"/>
                  </a:cubicBezTo>
                  <a:lnTo>
                    <a:pt x="169" y="42"/>
                  </a:lnTo>
                  <a:cubicBezTo>
                    <a:pt x="175" y="43"/>
                    <a:pt x="179" y="45"/>
                    <a:pt x="183" y="48"/>
                  </a:cubicBezTo>
                  <a:cubicBezTo>
                    <a:pt x="191" y="50"/>
                    <a:pt x="199" y="54"/>
                    <a:pt x="207" y="56"/>
                  </a:cubicBezTo>
                  <a:cubicBezTo>
                    <a:pt x="212" y="59"/>
                    <a:pt x="216" y="61"/>
                    <a:pt x="222" y="64"/>
                  </a:cubicBezTo>
                  <a:cubicBezTo>
                    <a:pt x="228" y="67"/>
                    <a:pt x="237" y="71"/>
                    <a:pt x="243" y="76"/>
                  </a:cubicBezTo>
                  <a:cubicBezTo>
                    <a:pt x="248" y="78"/>
                    <a:pt x="253" y="81"/>
                    <a:pt x="258" y="83"/>
                  </a:cubicBezTo>
                  <a:cubicBezTo>
                    <a:pt x="264" y="87"/>
                    <a:pt x="271" y="93"/>
                    <a:pt x="277" y="97"/>
                  </a:cubicBezTo>
                  <a:cubicBezTo>
                    <a:pt x="282" y="99"/>
                    <a:pt x="287" y="103"/>
                    <a:pt x="291" y="107"/>
                  </a:cubicBezTo>
                  <a:cubicBezTo>
                    <a:pt x="301" y="113"/>
                    <a:pt x="308" y="120"/>
                    <a:pt x="318" y="129"/>
                  </a:cubicBezTo>
                  <a:cubicBezTo>
                    <a:pt x="324" y="134"/>
                    <a:pt x="330" y="141"/>
                    <a:pt x="336" y="147"/>
                  </a:cubicBezTo>
                  <a:lnTo>
                    <a:pt x="347" y="158"/>
                  </a:lnTo>
                  <a:lnTo>
                    <a:pt x="363" y="178"/>
                  </a:lnTo>
                  <a:cubicBezTo>
                    <a:pt x="366" y="180"/>
                    <a:pt x="368" y="185"/>
                    <a:pt x="371" y="188"/>
                  </a:cubicBezTo>
                  <a:cubicBezTo>
                    <a:pt x="375" y="190"/>
                    <a:pt x="376" y="193"/>
                    <a:pt x="377" y="195"/>
                  </a:cubicBezTo>
                  <a:cubicBezTo>
                    <a:pt x="381" y="201"/>
                    <a:pt x="384" y="206"/>
                    <a:pt x="387" y="211"/>
                  </a:cubicBezTo>
                  <a:cubicBezTo>
                    <a:pt x="415" y="256"/>
                    <a:pt x="436" y="307"/>
                    <a:pt x="443" y="361"/>
                  </a:cubicBezTo>
                  <a:cubicBezTo>
                    <a:pt x="447" y="382"/>
                    <a:pt x="448" y="404"/>
                    <a:pt x="448" y="426"/>
                  </a:cubicBezTo>
                  <a:cubicBezTo>
                    <a:pt x="448" y="448"/>
                    <a:pt x="446" y="471"/>
                    <a:pt x="443" y="490"/>
                  </a:cubicBezTo>
                  <a:cubicBezTo>
                    <a:pt x="435" y="546"/>
                    <a:pt x="415" y="596"/>
                    <a:pt x="387" y="642"/>
                  </a:cubicBezTo>
                  <a:cubicBezTo>
                    <a:pt x="323" y="744"/>
                    <a:pt x="215" y="815"/>
                    <a:pt x="88" y="829"/>
                  </a:cubicBezTo>
                  <a:cubicBezTo>
                    <a:pt x="73" y="830"/>
                    <a:pt x="58" y="832"/>
                    <a:pt x="44" y="832"/>
                  </a:cubicBezTo>
                  <a:cubicBezTo>
                    <a:pt x="29" y="832"/>
                    <a:pt x="14" y="830"/>
                    <a:pt x="0" y="829"/>
                  </a:cubicBezTo>
                  <a:lnTo>
                    <a:pt x="0" y="832"/>
                  </a:lnTo>
                  <a:lnTo>
                    <a:pt x="0" y="854"/>
                  </a:lnTo>
                  <a:cubicBezTo>
                    <a:pt x="14" y="856"/>
                    <a:pt x="29" y="857"/>
                    <a:pt x="44" y="857"/>
                  </a:cubicBezTo>
                  <a:lnTo>
                    <a:pt x="47" y="857"/>
                  </a:lnTo>
                  <a:cubicBezTo>
                    <a:pt x="61" y="857"/>
                    <a:pt x="74" y="856"/>
                    <a:pt x="88" y="856"/>
                  </a:cubicBezTo>
                  <a:cubicBezTo>
                    <a:pt x="304" y="835"/>
                    <a:pt x="474" y="650"/>
                    <a:pt x="474" y="428"/>
                  </a:cubicBezTo>
                  <a:cubicBezTo>
                    <a:pt x="474" y="206"/>
                    <a:pt x="304" y="22"/>
                    <a:pt x="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1303;p48">
              <a:extLst>
                <a:ext uri="{FF2B5EF4-FFF2-40B4-BE49-F238E27FC236}">
                  <a16:creationId xmlns:a16="http://schemas.microsoft.com/office/drawing/2014/main" id="{98505D2B-70D0-F1E8-6A99-3E1F19D9F4E2}"/>
                </a:ext>
              </a:extLst>
            </p:cNvPr>
            <p:cNvSpPr/>
            <p:nvPr/>
          </p:nvSpPr>
          <p:spPr>
            <a:xfrm>
              <a:off x="3552698" y="678127"/>
              <a:ext cx="218165" cy="394067"/>
            </a:xfrm>
            <a:custGeom>
              <a:avLst/>
              <a:gdLst/>
              <a:ahLst/>
              <a:cxnLst/>
              <a:rect l="l" t="t" r="r" b="b"/>
              <a:pathLst>
                <a:path w="475" h="858" extrusionOk="0">
                  <a:moveTo>
                    <a:pt x="430" y="0"/>
                  </a:moveTo>
                  <a:cubicBezTo>
                    <a:pt x="415" y="1"/>
                    <a:pt x="401" y="1"/>
                    <a:pt x="386" y="2"/>
                  </a:cubicBezTo>
                  <a:cubicBezTo>
                    <a:pt x="169" y="24"/>
                    <a:pt x="0" y="209"/>
                    <a:pt x="0" y="430"/>
                  </a:cubicBezTo>
                  <a:cubicBezTo>
                    <a:pt x="0" y="653"/>
                    <a:pt x="169" y="837"/>
                    <a:pt x="386" y="858"/>
                  </a:cubicBezTo>
                  <a:lnTo>
                    <a:pt x="386" y="835"/>
                  </a:lnTo>
                  <a:lnTo>
                    <a:pt x="386" y="833"/>
                  </a:lnTo>
                  <a:cubicBezTo>
                    <a:pt x="316" y="825"/>
                    <a:pt x="250" y="799"/>
                    <a:pt x="195" y="760"/>
                  </a:cubicBezTo>
                  <a:cubicBezTo>
                    <a:pt x="152" y="729"/>
                    <a:pt x="116" y="690"/>
                    <a:pt x="87" y="646"/>
                  </a:cubicBezTo>
                  <a:cubicBezTo>
                    <a:pt x="59" y="600"/>
                    <a:pt x="39" y="550"/>
                    <a:pt x="30" y="494"/>
                  </a:cubicBezTo>
                  <a:cubicBezTo>
                    <a:pt x="27" y="473"/>
                    <a:pt x="25" y="452"/>
                    <a:pt x="25" y="430"/>
                  </a:cubicBezTo>
                  <a:cubicBezTo>
                    <a:pt x="25" y="408"/>
                    <a:pt x="28" y="386"/>
                    <a:pt x="30" y="365"/>
                  </a:cubicBezTo>
                  <a:cubicBezTo>
                    <a:pt x="40" y="310"/>
                    <a:pt x="59" y="259"/>
                    <a:pt x="87" y="215"/>
                  </a:cubicBezTo>
                  <a:cubicBezTo>
                    <a:pt x="151" y="114"/>
                    <a:pt x="259" y="42"/>
                    <a:pt x="386" y="28"/>
                  </a:cubicBezTo>
                  <a:cubicBezTo>
                    <a:pt x="401" y="27"/>
                    <a:pt x="415" y="26"/>
                    <a:pt x="430" y="26"/>
                  </a:cubicBezTo>
                  <a:lnTo>
                    <a:pt x="435" y="26"/>
                  </a:lnTo>
                  <a:cubicBezTo>
                    <a:pt x="447" y="26"/>
                    <a:pt x="461" y="27"/>
                    <a:pt x="474" y="28"/>
                  </a:cubicBezTo>
                  <a:lnTo>
                    <a:pt x="474" y="2"/>
                  </a:lnTo>
                  <a:cubicBezTo>
                    <a:pt x="461" y="1"/>
                    <a:pt x="447" y="1"/>
                    <a:pt x="4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 name="Gruppe 356">
            <a:extLst>
              <a:ext uri="{FF2B5EF4-FFF2-40B4-BE49-F238E27FC236}">
                <a16:creationId xmlns:a16="http://schemas.microsoft.com/office/drawing/2014/main" id="{DC990EEC-DCE9-51B9-EA8E-90AB49A320D9}"/>
              </a:ext>
            </a:extLst>
          </p:cNvPr>
          <p:cNvGrpSpPr/>
          <p:nvPr/>
        </p:nvGrpSpPr>
        <p:grpSpPr>
          <a:xfrm>
            <a:off x="3976587" y="3393477"/>
            <a:ext cx="1514758" cy="1960897"/>
            <a:chOff x="6007721" y="2284521"/>
            <a:chExt cx="1514758" cy="1960897"/>
          </a:xfrm>
        </p:grpSpPr>
        <p:sp>
          <p:nvSpPr>
            <p:cNvPr id="334" name="Google Shape;1189;p48">
              <a:extLst>
                <a:ext uri="{FF2B5EF4-FFF2-40B4-BE49-F238E27FC236}">
                  <a16:creationId xmlns:a16="http://schemas.microsoft.com/office/drawing/2014/main" id="{A3293337-56B5-0A33-21AE-5FC2F35C5259}"/>
                </a:ext>
              </a:extLst>
            </p:cNvPr>
            <p:cNvSpPr/>
            <p:nvPr/>
          </p:nvSpPr>
          <p:spPr>
            <a:xfrm rot="10800000">
              <a:off x="6007721" y="2284521"/>
              <a:ext cx="1514757" cy="774353"/>
            </a:xfrm>
            <a:custGeom>
              <a:avLst/>
              <a:gdLst/>
              <a:ahLst/>
              <a:cxnLst/>
              <a:rect l="l" t="t" r="r" b="b"/>
              <a:pathLst>
                <a:path w="3298" h="1686" extrusionOk="0">
                  <a:moveTo>
                    <a:pt x="1" y="0"/>
                  </a:moveTo>
                  <a:lnTo>
                    <a:pt x="1" y="104"/>
                  </a:lnTo>
                  <a:lnTo>
                    <a:pt x="1" y="1583"/>
                  </a:lnTo>
                  <a:lnTo>
                    <a:pt x="1" y="1686"/>
                  </a:lnTo>
                  <a:lnTo>
                    <a:pt x="103" y="1583"/>
                  </a:lnTo>
                  <a:lnTo>
                    <a:pt x="103" y="104"/>
                  </a:lnTo>
                  <a:lnTo>
                    <a:pt x="3192" y="104"/>
                  </a:lnTo>
                  <a:lnTo>
                    <a:pt x="32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1158;p48">
              <a:extLst>
                <a:ext uri="{FF2B5EF4-FFF2-40B4-BE49-F238E27FC236}">
                  <a16:creationId xmlns:a16="http://schemas.microsoft.com/office/drawing/2014/main" id="{85A19D86-FB77-ED9A-E012-9ED2FDFABDDE}"/>
                </a:ext>
              </a:extLst>
            </p:cNvPr>
            <p:cNvSpPr/>
            <p:nvPr/>
          </p:nvSpPr>
          <p:spPr>
            <a:xfrm>
              <a:off x="6595163" y="2477634"/>
              <a:ext cx="179125" cy="585587"/>
            </a:xfrm>
            <a:custGeom>
              <a:avLst/>
              <a:gdLst/>
              <a:ahLst/>
              <a:cxnLst/>
              <a:rect l="l" t="t" r="r" b="b"/>
              <a:pathLst>
                <a:path w="390" h="1275" extrusionOk="0">
                  <a:moveTo>
                    <a:pt x="390" y="0"/>
                  </a:moveTo>
                  <a:cubicBezTo>
                    <a:pt x="175" y="0"/>
                    <a:pt x="0" y="176"/>
                    <a:pt x="0" y="390"/>
                  </a:cubicBezTo>
                  <a:lnTo>
                    <a:pt x="0" y="1275"/>
                  </a:lnTo>
                  <a:lnTo>
                    <a:pt x="111" y="1275"/>
                  </a:lnTo>
                  <a:lnTo>
                    <a:pt x="111" y="390"/>
                  </a:lnTo>
                  <a:cubicBezTo>
                    <a:pt x="111" y="236"/>
                    <a:pt x="236" y="110"/>
                    <a:pt x="390" y="110"/>
                  </a:cubicBezTo>
                  <a:lnTo>
                    <a:pt x="390" y="0"/>
                  </a:lnTo>
                  <a:close/>
                </a:path>
              </a:pathLst>
            </a:custGeom>
            <a:solidFill>
              <a:srgbClr val="34595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1163;p48">
              <a:extLst>
                <a:ext uri="{FF2B5EF4-FFF2-40B4-BE49-F238E27FC236}">
                  <a16:creationId xmlns:a16="http://schemas.microsoft.com/office/drawing/2014/main" id="{F44CF135-0F9D-E324-0E87-C5AB3CE8D597}"/>
                </a:ext>
              </a:extLst>
            </p:cNvPr>
            <p:cNvSpPr/>
            <p:nvPr/>
          </p:nvSpPr>
          <p:spPr>
            <a:xfrm>
              <a:off x="6055038" y="2334797"/>
              <a:ext cx="688706" cy="679281"/>
            </a:xfrm>
            <a:custGeom>
              <a:avLst/>
              <a:gdLst/>
              <a:ahLst/>
              <a:cxnLst/>
              <a:rect l="l" t="t" r="r" b="b"/>
              <a:pathLst>
                <a:path w="1480" h="1479" extrusionOk="0">
                  <a:moveTo>
                    <a:pt x="0" y="0"/>
                  </a:moveTo>
                  <a:lnTo>
                    <a:pt x="0" y="1479"/>
                  </a:lnTo>
                  <a:lnTo>
                    <a:pt x="1479" y="1479"/>
                  </a:lnTo>
                  <a:lnTo>
                    <a:pt x="1479"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1165;p48">
              <a:extLst>
                <a:ext uri="{FF2B5EF4-FFF2-40B4-BE49-F238E27FC236}">
                  <a16:creationId xmlns:a16="http://schemas.microsoft.com/office/drawing/2014/main" id="{7B156D30-3692-AB85-E30C-AC00522AAD91}"/>
                </a:ext>
              </a:extLst>
            </p:cNvPr>
            <p:cNvSpPr/>
            <p:nvPr/>
          </p:nvSpPr>
          <p:spPr>
            <a:xfrm>
              <a:off x="6734328" y="2334797"/>
              <a:ext cx="61546" cy="679283"/>
            </a:xfrm>
            <a:custGeom>
              <a:avLst/>
              <a:gdLst/>
              <a:ahLst/>
              <a:cxnLst/>
              <a:rect l="l" t="t" r="r" b="b"/>
              <a:pathLst>
                <a:path w="134" h="1479" extrusionOk="0">
                  <a:moveTo>
                    <a:pt x="0" y="0"/>
                  </a:moveTo>
                  <a:lnTo>
                    <a:pt x="0" y="1479"/>
                  </a:lnTo>
                  <a:lnTo>
                    <a:pt x="134" y="1479"/>
                  </a:lnTo>
                  <a:lnTo>
                    <a:pt x="134"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1170;p48">
              <a:extLst>
                <a:ext uri="{FF2B5EF4-FFF2-40B4-BE49-F238E27FC236}">
                  <a16:creationId xmlns:a16="http://schemas.microsoft.com/office/drawing/2014/main" id="{E31F3F30-92A3-AFAD-D09C-AA216304B567}"/>
                </a:ext>
              </a:extLst>
            </p:cNvPr>
            <p:cNvSpPr/>
            <p:nvPr/>
          </p:nvSpPr>
          <p:spPr>
            <a:xfrm>
              <a:off x="6055038" y="2334797"/>
              <a:ext cx="24343" cy="679281"/>
            </a:xfrm>
            <a:custGeom>
              <a:avLst/>
              <a:gdLst/>
              <a:ahLst/>
              <a:cxnLst/>
              <a:rect l="l" t="t" r="r" b="b"/>
              <a:pathLst>
                <a:path w="53" h="1479" extrusionOk="0">
                  <a:moveTo>
                    <a:pt x="0" y="0"/>
                  </a:moveTo>
                  <a:lnTo>
                    <a:pt x="0" y="1479"/>
                  </a:lnTo>
                  <a:lnTo>
                    <a:pt x="53" y="1479"/>
                  </a:lnTo>
                  <a:lnTo>
                    <a:pt x="53"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1172;p48">
              <a:extLst>
                <a:ext uri="{FF2B5EF4-FFF2-40B4-BE49-F238E27FC236}">
                  <a16:creationId xmlns:a16="http://schemas.microsoft.com/office/drawing/2014/main" id="{2121B54C-03FE-4BAE-91ED-E305E28CE1E7}"/>
                </a:ext>
              </a:extLst>
            </p:cNvPr>
            <p:cNvSpPr/>
            <p:nvPr/>
          </p:nvSpPr>
          <p:spPr>
            <a:xfrm>
              <a:off x="6055497" y="2334338"/>
              <a:ext cx="679298" cy="24342"/>
            </a:xfrm>
            <a:custGeom>
              <a:avLst/>
              <a:gdLst/>
              <a:ahLst/>
              <a:cxnLst/>
              <a:rect l="l" t="t" r="r" b="b"/>
              <a:pathLst>
                <a:path w="1479" h="53" extrusionOk="0">
                  <a:moveTo>
                    <a:pt x="0" y="0"/>
                  </a:moveTo>
                  <a:lnTo>
                    <a:pt x="0" y="52"/>
                  </a:lnTo>
                  <a:lnTo>
                    <a:pt x="1478" y="52"/>
                  </a:lnTo>
                  <a:lnTo>
                    <a:pt x="1478"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1173;p48">
              <a:extLst>
                <a:ext uri="{FF2B5EF4-FFF2-40B4-BE49-F238E27FC236}">
                  <a16:creationId xmlns:a16="http://schemas.microsoft.com/office/drawing/2014/main" id="{D37034DA-10CD-1B6E-F251-BDA32EFACDDE}"/>
                </a:ext>
              </a:extLst>
            </p:cNvPr>
            <p:cNvSpPr/>
            <p:nvPr/>
          </p:nvSpPr>
          <p:spPr>
            <a:xfrm>
              <a:off x="6055038" y="2989277"/>
              <a:ext cx="679757" cy="23883"/>
            </a:xfrm>
            <a:custGeom>
              <a:avLst/>
              <a:gdLst/>
              <a:ahLst/>
              <a:cxnLst/>
              <a:rect l="l" t="t" r="r" b="b"/>
              <a:pathLst>
                <a:path w="1480" h="52" extrusionOk="0">
                  <a:moveTo>
                    <a:pt x="0" y="1"/>
                  </a:moveTo>
                  <a:lnTo>
                    <a:pt x="0" y="52"/>
                  </a:lnTo>
                  <a:lnTo>
                    <a:pt x="1479" y="52"/>
                  </a:lnTo>
                  <a:lnTo>
                    <a:pt x="1479"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1176;p48">
              <a:extLst>
                <a:ext uri="{FF2B5EF4-FFF2-40B4-BE49-F238E27FC236}">
                  <a16:creationId xmlns:a16="http://schemas.microsoft.com/office/drawing/2014/main" id="{9B6F166E-14A4-1073-2746-57CDB778C5B8}"/>
                </a:ext>
              </a:extLst>
            </p:cNvPr>
            <p:cNvSpPr/>
            <p:nvPr/>
          </p:nvSpPr>
          <p:spPr>
            <a:xfrm>
              <a:off x="6055266" y="2339388"/>
              <a:ext cx="679297" cy="679283"/>
            </a:xfrm>
            <a:custGeom>
              <a:avLst/>
              <a:gdLst/>
              <a:ahLst/>
              <a:cxnLst/>
              <a:rect l="l" t="t" r="r" b="b"/>
              <a:pathLst>
                <a:path w="1479" h="1479" extrusionOk="0">
                  <a:moveTo>
                    <a:pt x="0" y="0"/>
                  </a:moveTo>
                  <a:lnTo>
                    <a:pt x="0" y="1479"/>
                  </a:lnTo>
                  <a:lnTo>
                    <a:pt x="1478" y="0"/>
                  </a:lnTo>
                  <a:close/>
                </a:path>
              </a:pathLst>
            </a:custGeom>
            <a:solidFill>
              <a:srgbClr val="202020">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1177;p48">
              <a:extLst>
                <a:ext uri="{FF2B5EF4-FFF2-40B4-BE49-F238E27FC236}">
                  <a16:creationId xmlns:a16="http://schemas.microsoft.com/office/drawing/2014/main" id="{43CC164B-78E9-98EA-178F-BF77A79C7E27}"/>
                </a:ext>
              </a:extLst>
            </p:cNvPr>
            <p:cNvSpPr/>
            <p:nvPr/>
          </p:nvSpPr>
          <p:spPr>
            <a:xfrm>
              <a:off x="6374245" y="2471664"/>
              <a:ext cx="223677" cy="405548"/>
            </a:xfrm>
            <a:custGeom>
              <a:avLst/>
              <a:gdLst/>
              <a:ahLst/>
              <a:cxnLst/>
              <a:rect l="l" t="t" r="r" b="b"/>
              <a:pathLst>
                <a:path w="487" h="883" extrusionOk="0">
                  <a:moveTo>
                    <a:pt x="90" y="0"/>
                  </a:moveTo>
                  <a:lnTo>
                    <a:pt x="90" y="27"/>
                  </a:lnTo>
                  <a:cubicBezTo>
                    <a:pt x="299" y="50"/>
                    <a:pt x="460" y="226"/>
                    <a:pt x="460" y="440"/>
                  </a:cubicBezTo>
                  <a:cubicBezTo>
                    <a:pt x="460" y="654"/>
                    <a:pt x="299" y="830"/>
                    <a:pt x="90" y="853"/>
                  </a:cubicBezTo>
                  <a:cubicBezTo>
                    <a:pt x="75" y="854"/>
                    <a:pt x="60" y="856"/>
                    <a:pt x="45" y="856"/>
                  </a:cubicBezTo>
                  <a:cubicBezTo>
                    <a:pt x="30" y="856"/>
                    <a:pt x="15" y="854"/>
                    <a:pt x="0" y="853"/>
                  </a:cubicBezTo>
                  <a:lnTo>
                    <a:pt x="0" y="879"/>
                  </a:lnTo>
                  <a:cubicBezTo>
                    <a:pt x="15" y="881"/>
                    <a:pt x="30" y="883"/>
                    <a:pt x="45" y="883"/>
                  </a:cubicBezTo>
                  <a:cubicBezTo>
                    <a:pt x="59" y="883"/>
                    <a:pt x="74" y="881"/>
                    <a:pt x="90" y="879"/>
                  </a:cubicBezTo>
                  <a:cubicBezTo>
                    <a:pt x="313" y="857"/>
                    <a:pt x="487" y="669"/>
                    <a:pt x="487" y="441"/>
                  </a:cubicBezTo>
                  <a:cubicBezTo>
                    <a:pt x="487" y="214"/>
                    <a:pt x="313" y="23"/>
                    <a:pt x="90" y="0"/>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1178;p48">
              <a:extLst>
                <a:ext uri="{FF2B5EF4-FFF2-40B4-BE49-F238E27FC236}">
                  <a16:creationId xmlns:a16="http://schemas.microsoft.com/office/drawing/2014/main" id="{D73B6847-81AB-E0A3-B3CE-AB1E34BF5C4E}"/>
                </a:ext>
              </a:extLst>
            </p:cNvPr>
            <p:cNvSpPr/>
            <p:nvPr/>
          </p:nvSpPr>
          <p:spPr>
            <a:xfrm>
              <a:off x="6191907" y="2471204"/>
              <a:ext cx="224136" cy="404170"/>
            </a:xfrm>
            <a:custGeom>
              <a:avLst/>
              <a:gdLst/>
              <a:ahLst/>
              <a:cxnLst/>
              <a:rect l="l" t="t" r="r" b="b"/>
              <a:pathLst>
                <a:path w="488" h="880" extrusionOk="0">
                  <a:moveTo>
                    <a:pt x="442" y="0"/>
                  </a:moveTo>
                  <a:cubicBezTo>
                    <a:pt x="427" y="0"/>
                    <a:pt x="412" y="1"/>
                    <a:pt x="397" y="3"/>
                  </a:cubicBezTo>
                  <a:cubicBezTo>
                    <a:pt x="176" y="25"/>
                    <a:pt x="1" y="214"/>
                    <a:pt x="1" y="441"/>
                  </a:cubicBezTo>
                  <a:cubicBezTo>
                    <a:pt x="1" y="669"/>
                    <a:pt x="175" y="858"/>
                    <a:pt x="397" y="879"/>
                  </a:cubicBezTo>
                  <a:lnTo>
                    <a:pt x="397" y="853"/>
                  </a:lnTo>
                  <a:cubicBezTo>
                    <a:pt x="189" y="830"/>
                    <a:pt x="27" y="654"/>
                    <a:pt x="27" y="440"/>
                  </a:cubicBezTo>
                  <a:cubicBezTo>
                    <a:pt x="27" y="226"/>
                    <a:pt x="189" y="50"/>
                    <a:pt x="397" y="27"/>
                  </a:cubicBezTo>
                  <a:cubicBezTo>
                    <a:pt x="412" y="25"/>
                    <a:pt x="427" y="24"/>
                    <a:pt x="442" y="24"/>
                  </a:cubicBezTo>
                  <a:cubicBezTo>
                    <a:pt x="456" y="24"/>
                    <a:pt x="472" y="25"/>
                    <a:pt x="487" y="27"/>
                  </a:cubicBezTo>
                  <a:lnTo>
                    <a:pt x="487"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1179;p48">
              <a:extLst>
                <a:ext uri="{FF2B5EF4-FFF2-40B4-BE49-F238E27FC236}">
                  <a16:creationId xmlns:a16="http://schemas.microsoft.com/office/drawing/2014/main" id="{1FD9B0DA-48A0-C373-E76D-C83393DCF805}"/>
                </a:ext>
              </a:extLst>
            </p:cNvPr>
            <p:cNvSpPr/>
            <p:nvPr/>
          </p:nvSpPr>
          <p:spPr>
            <a:xfrm>
              <a:off x="6203848" y="2482686"/>
              <a:ext cx="382134" cy="382124"/>
            </a:xfrm>
            <a:custGeom>
              <a:avLst/>
              <a:gdLst/>
              <a:ahLst/>
              <a:cxnLst/>
              <a:rect l="l" t="t" r="r" b="b"/>
              <a:pathLst>
                <a:path w="832" h="832" extrusionOk="0">
                  <a:moveTo>
                    <a:pt x="416" y="0"/>
                  </a:moveTo>
                  <a:cubicBezTo>
                    <a:pt x="186" y="0"/>
                    <a:pt x="0" y="186"/>
                    <a:pt x="0" y="416"/>
                  </a:cubicBezTo>
                  <a:cubicBezTo>
                    <a:pt x="0" y="646"/>
                    <a:pt x="186" y="832"/>
                    <a:pt x="416" y="832"/>
                  </a:cubicBezTo>
                  <a:cubicBezTo>
                    <a:pt x="646" y="832"/>
                    <a:pt x="831" y="646"/>
                    <a:pt x="831" y="416"/>
                  </a:cubicBezTo>
                  <a:cubicBezTo>
                    <a:pt x="831" y="186"/>
                    <a:pt x="645" y="0"/>
                    <a:pt x="416"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1180;p48">
              <a:extLst>
                <a:ext uri="{FF2B5EF4-FFF2-40B4-BE49-F238E27FC236}">
                  <a16:creationId xmlns:a16="http://schemas.microsoft.com/office/drawing/2014/main" id="{2FC580C5-C686-913C-D6F3-3CF6A8146573}"/>
                </a:ext>
              </a:extLst>
            </p:cNvPr>
            <p:cNvSpPr/>
            <p:nvPr/>
          </p:nvSpPr>
          <p:spPr>
            <a:xfrm>
              <a:off x="6338879" y="2506110"/>
              <a:ext cx="24343" cy="612685"/>
            </a:xfrm>
            <a:custGeom>
              <a:avLst/>
              <a:gdLst/>
              <a:ahLst/>
              <a:cxnLst/>
              <a:rect l="l" t="t" r="r" b="b"/>
              <a:pathLst>
                <a:path w="53" h="1334" extrusionOk="0">
                  <a:moveTo>
                    <a:pt x="53" y="0"/>
                  </a:moveTo>
                  <a:cubicBezTo>
                    <a:pt x="33" y="5"/>
                    <a:pt x="17" y="10"/>
                    <a:pt x="0" y="16"/>
                  </a:cubicBezTo>
                  <a:lnTo>
                    <a:pt x="0" y="1334"/>
                  </a:lnTo>
                  <a:lnTo>
                    <a:pt x="53" y="1334"/>
                  </a:lnTo>
                  <a:lnTo>
                    <a:pt x="53" y="729"/>
                  </a:lnTo>
                  <a:lnTo>
                    <a:pt x="53"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1181;p48">
              <a:extLst>
                <a:ext uri="{FF2B5EF4-FFF2-40B4-BE49-F238E27FC236}">
                  <a16:creationId xmlns:a16="http://schemas.microsoft.com/office/drawing/2014/main" id="{19E4C693-CC80-4A64-4785-E17BA68436A9}"/>
                </a:ext>
              </a:extLst>
            </p:cNvPr>
            <p:cNvSpPr/>
            <p:nvPr/>
          </p:nvSpPr>
          <p:spPr>
            <a:xfrm>
              <a:off x="6314996" y="2512999"/>
              <a:ext cx="24343" cy="605336"/>
            </a:xfrm>
            <a:custGeom>
              <a:avLst/>
              <a:gdLst/>
              <a:ahLst/>
              <a:cxnLst/>
              <a:rect l="l" t="t" r="r" b="b"/>
              <a:pathLst>
                <a:path w="53" h="1318" extrusionOk="0">
                  <a:moveTo>
                    <a:pt x="52" y="0"/>
                  </a:moveTo>
                  <a:cubicBezTo>
                    <a:pt x="35" y="7"/>
                    <a:pt x="17" y="14"/>
                    <a:pt x="1" y="22"/>
                  </a:cubicBezTo>
                  <a:lnTo>
                    <a:pt x="1" y="675"/>
                  </a:lnTo>
                  <a:lnTo>
                    <a:pt x="1" y="1318"/>
                  </a:lnTo>
                  <a:lnTo>
                    <a:pt x="52" y="1318"/>
                  </a:lnTo>
                  <a:lnTo>
                    <a:pt x="52"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1182;p48">
              <a:extLst>
                <a:ext uri="{FF2B5EF4-FFF2-40B4-BE49-F238E27FC236}">
                  <a16:creationId xmlns:a16="http://schemas.microsoft.com/office/drawing/2014/main" id="{AC70833F-4E9E-C95B-4CCE-AECF424BB7E5}"/>
                </a:ext>
              </a:extLst>
            </p:cNvPr>
            <p:cNvSpPr/>
            <p:nvPr/>
          </p:nvSpPr>
          <p:spPr>
            <a:xfrm>
              <a:off x="6315915" y="3087104"/>
              <a:ext cx="46848" cy="20668"/>
            </a:xfrm>
            <a:custGeom>
              <a:avLst/>
              <a:gdLst/>
              <a:ahLst/>
              <a:cxnLst/>
              <a:rect l="l" t="t" r="r" b="b"/>
              <a:pathLst>
                <a:path w="102" h="45" extrusionOk="0">
                  <a:moveTo>
                    <a:pt x="0" y="0"/>
                  </a:moveTo>
                  <a:lnTo>
                    <a:pt x="0" y="44"/>
                  </a:lnTo>
                  <a:lnTo>
                    <a:pt x="102" y="44"/>
                  </a:lnTo>
                  <a:lnTo>
                    <a:pt x="1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1183;p48">
              <a:extLst>
                <a:ext uri="{FF2B5EF4-FFF2-40B4-BE49-F238E27FC236}">
                  <a16:creationId xmlns:a16="http://schemas.microsoft.com/office/drawing/2014/main" id="{643CAFC6-A959-23BC-59D7-1994E4E24F4D}"/>
                </a:ext>
              </a:extLst>
            </p:cNvPr>
            <p:cNvSpPr/>
            <p:nvPr/>
          </p:nvSpPr>
          <p:spPr>
            <a:xfrm>
              <a:off x="6315915" y="3057710"/>
              <a:ext cx="46848" cy="20668"/>
            </a:xfrm>
            <a:custGeom>
              <a:avLst/>
              <a:gdLst/>
              <a:ahLst/>
              <a:cxnLst/>
              <a:rect l="l" t="t" r="r" b="b"/>
              <a:pathLst>
                <a:path w="102" h="45" extrusionOk="0">
                  <a:moveTo>
                    <a:pt x="0" y="0"/>
                  </a:moveTo>
                  <a:lnTo>
                    <a:pt x="0" y="44"/>
                  </a:lnTo>
                  <a:lnTo>
                    <a:pt x="102" y="44"/>
                  </a:lnTo>
                  <a:lnTo>
                    <a:pt x="1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1184;p48">
              <a:extLst>
                <a:ext uri="{FF2B5EF4-FFF2-40B4-BE49-F238E27FC236}">
                  <a16:creationId xmlns:a16="http://schemas.microsoft.com/office/drawing/2014/main" id="{A8644E28-EEDD-8C37-EEBE-C79A0C02872B}"/>
                </a:ext>
              </a:extLst>
            </p:cNvPr>
            <p:cNvSpPr/>
            <p:nvPr/>
          </p:nvSpPr>
          <p:spPr>
            <a:xfrm>
              <a:off x="6315915" y="3028316"/>
              <a:ext cx="46848" cy="20668"/>
            </a:xfrm>
            <a:custGeom>
              <a:avLst/>
              <a:gdLst/>
              <a:ahLst/>
              <a:cxnLst/>
              <a:rect l="l" t="t" r="r" b="b"/>
              <a:pathLst>
                <a:path w="102" h="45" extrusionOk="0">
                  <a:moveTo>
                    <a:pt x="0" y="0"/>
                  </a:moveTo>
                  <a:lnTo>
                    <a:pt x="0" y="45"/>
                  </a:lnTo>
                  <a:lnTo>
                    <a:pt x="102" y="45"/>
                  </a:lnTo>
                  <a:lnTo>
                    <a:pt x="1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1185;p48">
              <a:extLst>
                <a:ext uri="{FF2B5EF4-FFF2-40B4-BE49-F238E27FC236}">
                  <a16:creationId xmlns:a16="http://schemas.microsoft.com/office/drawing/2014/main" id="{0B1B5207-3F09-B30E-3845-0A70D1EE819D}"/>
                </a:ext>
              </a:extLst>
            </p:cNvPr>
            <p:cNvSpPr/>
            <p:nvPr/>
          </p:nvSpPr>
          <p:spPr>
            <a:xfrm>
              <a:off x="6315915" y="2998462"/>
              <a:ext cx="46848" cy="20668"/>
            </a:xfrm>
            <a:custGeom>
              <a:avLst/>
              <a:gdLst/>
              <a:ahLst/>
              <a:cxnLst/>
              <a:rect l="l" t="t" r="r" b="b"/>
              <a:pathLst>
                <a:path w="102" h="45" extrusionOk="0">
                  <a:moveTo>
                    <a:pt x="0" y="1"/>
                  </a:moveTo>
                  <a:lnTo>
                    <a:pt x="0" y="45"/>
                  </a:lnTo>
                  <a:lnTo>
                    <a:pt x="102" y="45"/>
                  </a:lnTo>
                  <a:lnTo>
                    <a:pt x="1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1186;p48">
              <a:extLst>
                <a:ext uri="{FF2B5EF4-FFF2-40B4-BE49-F238E27FC236}">
                  <a16:creationId xmlns:a16="http://schemas.microsoft.com/office/drawing/2014/main" id="{061281B6-4D22-4BD7-D942-A6F68A22D85F}"/>
                </a:ext>
              </a:extLst>
            </p:cNvPr>
            <p:cNvSpPr/>
            <p:nvPr/>
          </p:nvSpPr>
          <p:spPr>
            <a:xfrm>
              <a:off x="6315915" y="2968609"/>
              <a:ext cx="46848" cy="20668"/>
            </a:xfrm>
            <a:custGeom>
              <a:avLst/>
              <a:gdLst/>
              <a:ahLst/>
              <a:cxnLst/>
              <a:rect l="l" t="t" r="r" b="b"/>
              <a:pathLst>
                <a:path w="102" h="45" extrusionOk="0">
                  <a:moveTo>
                    <a:pt x="0" y="1"/>
                  </a:moveTo>
                  <a:lnTo>
                    <a:pt x="0" y="44"/>
                  </a:lnTo>
                  <a:lnTo>
                    <a:pt x="102" y="44"/>
                  </a:lnTo>
                  <a:lnTo>
                    <a:pt x="1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1187;p48">
              <a:extLst>
                <a:ext uri="{FF2B5EF4-FFF2-40B4-BE49-F238E27FC236}">
                  <a16:creationId xmlns:a16="http://schemas.microsoft.com/office/drawing/2014/main" id="{2EE75E2A-06C9-2023-5B4E-D8B76C799A55}"/>
                </a:ext>
              </a:extLst>
            </p:cNvPr>
            <p:cNvSpPr/>
            <p:nvPr/>
          </p:nvSpPr>
          <p:spPr>
            <a:xfrm>
              <a:off x="6315915" y="2939215"/>
              <a:ext cx="46848" cy="20668"/>
            </a:xfrm>
            <a:custGeom>
              <a:avLst/>
              <a:gdLst/>
              <a:ahLst/>
              <a:cxnLst/>
              <a:rect l="l" t="t" r="r" b="b"/>
              <a:pathLst>
                <a:path w="102" h="45" extrusionOk="0">
                  <a:moveTo>
                    <a:pt x="0" y="0"/>
                  </a:moveTo>
                  <a:lnTo>
                    <a:pt x="0" y="44"/>
                  </a:lnTo>
                  <a:lnTo>
                    <a:pt x="102" y="44"/>
                  </a:lnTo>
                  <a:lnTo>
                    <a:pt x="1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1188;p48">
              <a:extLst>
                <a:ext uri="{FF2B5EF4-FFF2-40B4-BE49-F238E27FC236}">
                  <a16:creationId xmlns:a16="http://schemas.microsoft.com/office/drawing/2014/main" id="{CBC21A2F-F40C-58D4-5844-05B535A649BA}"/>
                </a:ext>
              </a:extLst>
            </p:cNvPr>
            <p:cNvSpPr/>
            <p:nvPr/>
          </p:nvSpPr>
          <p:spPr>
            <a:xfrm>
              <a:off x="6315915" y="2909821"/>
              <a:ext cx="46848" cy="21127"/>
            </a:xfrm>
            <a:custGeom>
              <a:avLst/>
              <a:gdLst/>
              <a:ahLst/>
              <a:cxnLst/>
              <a:rect l="l" t="t" r="r" b="b"/>
              <a:pathLst>
                <a:path w="102" h="46" extrusionOk="0">
                  <a:moveTo>
                    <a:pt x="0" y="0"/>
                  </a:moveTo>
                  <a:lnTo>
                    <a:pt x="0" y="45"/>
                  </a:lnTo>
                  <a:lnTo>
                    <a:pt x="102" y="45"/>
                  </a:lnTo>
                  <a:lnTo>
                    <a:pt x="10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1189;p48">
              <a:extLst>
                <a:ext uri="{FF2B5EF4-FFF2-40B4-BE49-F238E27FC236}">
                  <a16:creationId xmlns:a16="http://schemas.microsoft.com/office/drawing/2014/main" id="{696E0A62-DFD5-6796-3685-D2B751A31A25}"/>
                </a:ext>
              </a:extLst>
            </p:cNvPr>
            <p:cNvSpPr/>
            <p:nvPr/>
          </p:nvSpPr>
          <p:spPr>
            <a:xfrm>
              <a:off x="6007722" y="2296004"/>
              <a:ext cx="1514757" cy="774353"/>
            </a:xfrm>
            <a:custGeom>
              <a:avLst/>
              <a:gdLst/>
              <a:ahLst/>
              <a:cxnLst/>
              <a:rect l="l" t="t" r="r" b="b"/>
              <a:pathLst>
                <a:path w="3298" h="1686" extrusionOk="0">
                  <a:moveTo>
                    <a:pt x="1" y="0"/>
                  </a:moveTo>
                  <a:lnTo>
                    <a:pt x="1" y="104"/>
                  </a:lnTo>
                  <a:lnTo>
                    <a:pt x="1" y="1583"/>
                  </a:lnTo>
                  <a:lnTo>
                    <a:pt x="1" y="1686"/>
                  </a:lnTo>
                  <a:lnTo>
                    <a:pt x="103" y="1583"/>
                  </a:lnTo>
                  <a:lnTo>
                    <a:pt x="103" y="104"/>
                  </a:lnTo>
                  <a:lnTo>
                    <a:pt x="3192" y="104"/>
                  </a:lnTo>
                  <a:lnTo>
                    <a:pt x="329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1204;p48">
              <a:extLst>
                <a:ext uri="{FF2B5EF4-FFF2-40B4-BE49-F238E27FC236}">
                  <a16:creationId xmlns:a16="http://schemas.microsoft.com/office/drawing/2014/main" id="{EAC4DD85-98C7-738C-33E3-45EFB4CCE8B8}"/>
                </a:ext>
              </a:extLst>
            </p:cNvPr>
            <p:cNvSpPr/>
            <p:nvPr/>
          </p:nvSpPr>
          <p:spPr>
            <a:xfrm>
              <a:off x="6478963" y="2523563"/>
              <a:ext cx="66139" cy="300831"/>
            </a:xfrm>
            <a:custGeom>
              <a:avLst/>
              <a:gdLst/>
              <a:ahLst/>
              <a:cxnLst/>
              <a:rect l="l" t="t" r="r" b="b"/>
              <a:pathLst>
                <a:path w="144" h="655" extrusionOk="0">
                  <a:moveTo>
                    <a:pt x="0" y="1"/>
                  </a:moveTo>
                  <a:lnTo>
                    <a:pt x="0" y="654"/>
                  </a:lnTo>
                  <a:cubicBezTo>
                    <a:pt x="60" y="621"/>
                    <a:pt x="108" y="568"/>
                    <a:pt x="143" y="509"/>
                  </a:cubicBezTo>
                  <a:lnTo>
                    <a:pt x="143" y="148"/>
                  </a:lnTo>
                  <a:cubicBezTo>
                    <a:pt x="108" y="87"/>
                    <a:pt x="61" y="34"/>
                    <a:pt x="0"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1205;p48">
              <a:extLst>
                <a:ext uri="{FF2B5EF4-FFF2-40B4-BE49-F238E27FC236}">
                  <a16:creationId xmlns:a16="http://schemas.microsoft.com/office/drawing/2014/main" id="{C3CA246F-BA6F-E941-C772-920E71C2BA51}"/>
                </a:ext>
              </a:extLst>
            </p:cNvPr>
            <p:cNvSpPr/>
            <p:nvPr/>
          </p:nvSpPr>
          <p:spPr>
            <a:xfrm>
              <a:off x="6247481" y="2523563"/>
              <a:ext cx="67976" cy="300831"/>
            </a:xfrm>
            <a:custGeom>
              <a:avLst/>
              <a:gdLst/>
              <a:ahLst/>
              <a:cxnLst/>
              <a:rect l="l" t="t" r="r" b="b"/>
              <a:pathLst>
                <a:path w="148" h="655" extrusionOk="0">
                  <a:moveTo>
                    <a:pt x="148" y="1"/>
                  </a:moveTo>
                  <a:cubicBezTo>
                    <a:pt x="86" y="34"/>
                    <a:pt x="35" y="86"/>
                    <a:pt x="0" y="148"/>
                  </a:cubicBezTo>
                  <a:lnTo>
                    <a:pt x="1" y="509"/>
                  </a:lnTo>
                  <a:cubicBezTo>
                    <a:pt x="36" y="570"/>
                    <a:pt x="87" y="621"/>
                    <a:pt x="148" y="654"/>
                  </a:cubicBezTo>
                  <a:lnTo>
                    <a:pt x="148"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1206;p48">
              <a:extLst>
                <a:ext uri="{FF2B5EF4-FFF2-40B4-BE49-F238E27FC236}">
                  <a16:creationId xmlns:a16="http://schemas.microsoft.com/office/drawing/2014/main" id="{959B3DC4-CB7E-F7EC-DB25-C6CC2A538268}"/>
                </a:ext>
              </a:extLst>
            </p:cNvPr>
            <p:cNvSpPr/>
            <p:nvPr/>
          </p:nvSpPr>
          <p:spPr>
            <a:xfrm>
              <a:off x="6362763" y="2502895"/>
              <a:ext cx="116661" cy="616819"/>
            </a:xfrm>
            <a:custGeom>
              <a:avLst/>
              <a:gdLst/>
              <a:ahLst/>
              <a:cxnLst/>
              <a:rect l="l" t="t" r="r" b="b"/>
              <a:pathLst>
                <a:path w="254" h="1343" extrusionOk="0">
                  <a:moveTo>
                    <a:pt x="76" y="1"/>
                  </a:moveTo>
                  <a:cubicBezTo>
                    <a:pt x="50" y="1"/>
                    <a:pt x="24" y="3"/>
                    <a:pt x="1" y="7"/>
                  </a:cubicBezTo>
                  <a:lnTo>
                    <a:pt x="1" y="736"/>
                  </a:lnTo>
                  <a:lnTo>
                    <a:pt x="1" y="1343"/>
                  </a:lnTo>
                  <a:lnTo>
                    <a:pt x="253" y="1343"/>
                  </a:lnTo>
                  <a:lnTo>
                    <a:pt x="253" y="699"/>
                  </a:lnTo>
                  <a:lnTo>
                    <a:pt x="253" y="46"/>
                  </a:lnTo>
                  <a:cubicBezTo>
                    <a:pt x="200" y="17"/>
                    <a:pt x="139" y="1"/>
                    <a:pt x="76" y="1"/>
                  </a:cubicBez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1207;p48">
              <a:extLst>
                <a:ext uri="{FF2B5EF4-FFF2-40B4-BE49-F238E27FC236}">
                  <a16:creationId xmlns:a16="http://schemas.microsoft.com/office/drawing/2014/main" id="{7A4FD8B9-2C6B-8630-9840-222B692FEFCF}"/>
                </a:ext>
              </a:extLst>
            </p:cNvPr>
            <p:cNvSpPr/>
            <p:nvPr/>
          </p:nvSpPr>
          <p:spPr>
            <a:xfrm>
              <a:off x="6432115" y="2912117"/>
              <a:ext cx="47307" cy="15156"/>
            </a:xfrm>
            <a:custGeom>
              <a:avLst/>
              <a:gdLst/>
              <a:ahLst/>
              <a:cxnLst/>
              <a:rect l="l" t="t" r="r" b="b"/>
              <a:pathLst>
                <a:path w="103" h="33" extrusionOk="0">
                  <a:moveTo>
                    <a:pt x="0" y="1"/>
                  </a:moveTo>
                  <a:lnTo>
                    <a:pt x="0" y="33"/>
                  </a:lnTo>
                  <a:lnTo>
                    <a:pt x="102" y="33"/>
                  </a:lnTo>
                  <a:lnTo>
                    <a:pt x="102"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1208;p48">
              <a:extLst>
                <a:ext uri="{FF2B5EF4-FFF2-40B4-BE49-F238E27FC236}">
                  <a16:creationId xmlns:a16="http://schemas.microsoft.com/office/drawing/2014/main" id="{30C6A304-725B-A132-9BBE-AADE20087234}"/>
                </a:ext>
              </a:extLst>
            </p:cNvPr>
            <p:cNvSpPr/>
            <p:nvPr/>
          </p:nvSpPr>
          <p:spPr>
            <a:xfrm>
              <a:off x="6432115" y="2941971"/>
              <a:ext cx="47307" cy="15156"/>
            </a:xfrm>
            <a:custGeom>
              <a:avLst/>
              <a:gdLst/>
              <a:ahLst/>
              <a:cxnLst/>
              <a:rect l="l" t="t" r="r" b="b"/>
              <a:pathLst>
                <a:path w="103" h="33" extrusionOk="0">
                  <a:moveTo>
                    <a:pt x="0" y="1"/>
                  </a:moveTo>
                  <a:lnTo>
                    <a:pt x="0" y="33"/>
                  </a:lnTo>
                  <a:lnTo>
                    <a:pt x="102" y="33"/>
                  </a:lnTo>
                  <a:lnTo>
                    <a:pt x="102"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1209;p48">
              <a:extLst>
                <a:ext uri="{FF2B5EF4-FFF2-40B4-BE49-F238E27FC236}">
                  <a16:creationId xmlns:a16="http://schemas.microsoft.com/office/drawing/2014/main" id="{CAA8C36C-9B1B-8729-9455-2B2B5CC38081}"/>
                </a:ext>
              </a:extLst>
            </p:cNvPr>
            <p:cNvSpPr/>
            <p:nvPr/>
          </p:nvSpPr>
          <p:spPr>
            <a:xfrm>
              <a:off x="6432115" y="2971824"/>
              <a:ext cx="47307" cy="15156"/>
            </a:xfrm>
            <a:custGeom>
              <a:avLst/>
              <a:gdLst/>
              <a:ahLst/>
              <a:cxnLst/>
              <a:rect l="l" t="t" r="r" b="b"/>
              <a:pathLst>
                <a:path w="103" h="33" extrusionOk="0">
                  <a:moveTo>
                    <a:pt x="0" y="0"/>
                  </a:moveTo>
                  <a:lnTo>
                    <a:pt x="0" y="32"/>
                  </a:lnTo>
                  <a:lnTo>
                    <a:pt x="102" y="32"/>
                  </a:lnTo>
                  <a:lnTo>
                    <a:pt x="102"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1210;p48">
              <a:extLst>
                <a:ext uri="{FF2B5EF4-FFF2-40B4-BE49-F238E27FC236}">
                  <a16:creationId xmlns:a16="http://schemas.microsoft.com/office/drawing/2014/main" id="{EF461B2B-0C3B-06A0-21A6-2F03CE9EA780}"/>
                </a:ext>
              </a:extLst>
            </p:cNvPr>
            <p:cNvSpPr/>
            <p:nvPr/>
          </p:nvSpPr>
          <p:spPr>
            <a:xfrm>
              <a:off x="6432115" y="3001218"/>
              <a:ext cx="47307" cy="15156"/>
            </a:xfrm>
            <a:custGeom>
              <a:avLst/>
              <a:gdLst/>
              <a:ahLst/>
              <a:cxnLst/>
              <a:rect l="l" t="t" r="r" b="b"/>
              <a:pathLst>
                <a:path w="103" h="33" extrusionOk="0">
                  <a:moveTo>
                    <a:pt x="0" y="0"/>
                  </a:moveTo>
                  <a:lnTo>
                    <a:pt x="0" y="32"/>
                  </a:lnTo>
                  <a:lnTo>
                    <a:pt x="102" y="32"/>
                  </a:lnTo>
                  <a:lnTo>
                    <a:pt x="102"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1211;p48">
              <a:extLst>
                <a:ext uri="{FF2B5EF4-FFF2-40B4-BE49-F238E27FC236}">
                  <a16:creationId xmlns:a16="http://schemas.microsoft.com/office/drawing/2014/main" id="{12F231D6-C928-8898-9363-53AAC441764D}"/>
                </a:ext>
              </a:extLst>
            </p:cNvPr>
            <p:cNvSpPr/>
            <p:nvPr/>
          </p:nvSpPr>
          <p:spPr>
            <a:xfrm>
              <a:off x="6432115" y="3030612"/>
              <a:ext cx="47307" cy="15156"/>
            </a:xfrm>
            <a:custGeom>
              <a:avLst/>
              <a:gdLst/>
              <a:ahLst/>
              <a:cxnLst/>
              <a:rect l="l" t="t" r="r" b="b"/>
              <a:pathLst>
                <a:path w="103" h="33" extrusionOk="0">
                  <a:moveTo>
                    <a:pt x="0" y="0"/>
                  </a:moveTo>
                  <a:lnTo>
                    <a:pt x="0" y="32"/>
                  </a:lnTo>
                  <a:lnTo>
                    <a:pt x="102" y="32"/>
                  </a:lnTo>
                  <a:lnTo>
                    <a:pt x="102"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1212;p48">
              <a:extLst>
                <a:ext uri="{FF2B5EF4-FFF2-40B4-BE49-F238E27FC236}">
                  <a16:creationId xmlns:a16="http://schemas.microsoft.com/office/drawing/2014/main" id="{0B7F5064-A819-8069-AA65-C038FCDEEFD7}"/>
                </a:ext>
              </a:extLst>
            </p:cNvPr>
            <p:cNvSpPr/>
            <p:nvPr/>
          </p:nvSpPr>
          <p:spPr>
            <a:xfrm>
              <a:off x="6432115" y="3060466"/>
              <a:ext cx="47307" cy="15156"/>
            </a:xfrm>
            <a:custGeom>
              <a:avLst/>
              <a:gdLst/>
              <a:ahLst/>
              <a:cxnLst/>
              <a:rect l="l" t="t" r="r" b="b"/>
              <a:pathLst>
                <a:path w="103" h="33" extrusionOk="0">
                  <a:moveTo>
                    <a:pt x="0" y="1"/>
                  </a:moveTo>
                  <a:lnTo>
                    <a:pt x="0" y="33"/>
                  </a:lnTo>
                  <a:lnTo>
                    <a:pt x="102" y="33"/>
                  </a:lnTo>
                  <a:lnTo>
                    <a:pt x="102"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1213;p48">
              <a:extLst>
                <a:ext uri="{FF2B5EF4-FFF2-40B4-BE49-F238E27FC236}">
                  <a16:creationId xmlns:a16="http://schemas.microsoft.com/office/drawing/2014/main" id="{0AC8343A-EDB4-0450-D129-A68D1825D6C1}"/>
                </a:ext>
              </a:extLst>
            </p:cNvPr>
            <p:cNvSpPr/>
            <p:nvPr/>
          </p:nvSpPr>
          <p:spPr>
            <a:xfrm>
              <a:off x="6432115" y="3089860"/>
              <a:ext cx="47307" cy="15156"/>
            </a:xfrm>
            <a:custGeom>
              <a:avLst/>
              <a:gdLst/>
              <a:ahLst/>
              <a:cxnLst/>
              <a:rect l="l" t="t" r="r" b="b"/>
              <a:pathLst>
                <a:path w="103" h="33" extrusionOk="0">
                  <a:moveTo>
                    <a:pt x="0" y="1"/>
                  </a:moveTo>
                  <a:lnTo>
                    <a:pt x="0" y="33"/>
                  </a:lnTo>
                  <a:lnTo>
                    <a:pt x="102" y="33"/>
                  </a:lnTo>
                  <a:lnTo>
                    <a:pt x="102"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1214;p48">
              <a:extLst>
                <a:ext uri="{FF2B5EF4-FFF2-40B4-BE49-F238E27FC236}">
                  <a16:creationId xmlns:a16="http://schemas.microsoft.com/office/drawing/2014/main" id="{802CE361-46BF-3D9D-1676-41BA6B9738AF}"/>
                </a:ext>
              </a:extLst>
            </p:cNvPr>
            <p:cNvSpPr/>
            <p:nvPr/>
          </p:nvSpPr>
          <p:spPr>
            <a:xfrm>
              <a:off x="6247481" y="2591537"/>
              <a:ext cx="297164" cy="165802"/>
            </a:xfrm>
            <a:custGeom>
              <a:avLst/>
              <a:gdLst/>
              <a:ahLst/>
              <a:cxnLst/>
              <a:rect l="l" t="t" r="r" b="b"/>
              <a:pathLst>
                <a:path w="647" h="361" extrusionOk="0">
                  <a:moveTo>
                    <a:pt x="0" y="0"/>
                  </a:moveTo>
                  <a:lnTo>
                    <a:pt x="0" y="361"/>
                  </a:lnTo>
                  <a:lnTo>
                    <a:pt x="646" y="361"/>
                  </a:lnTo>
                  <a:lnTo>
                    <a:pt x="646" y="0"/>
                  </a:lnTo>
                  <a:close/>
                </a:path>
              </a:pathLst>
            </a:custGeom>
            <a:solidFill>
              <a:srgbClr val="4343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1215;p48">
              <a:extLst>
                <a:ext uri="{FF2B5EF4-FFF2-40B4-BE49-F238E27FC236}">
                  <a16:creationId xmlns:a16="http://schemas.microsoft.com/office/drawing/2014/main" id="{BE38A12D-A4CA-DBC6-66DA-7A607EFC8396}"/>
                </a:ext>
              </a:extLst>
            </p:cNvPr>
            <p:cNvSpPr/>
            <p:nvPr/>
          </p:nvSpPr>
          <p:spPr>
            <a:xfrm>
              <a:off x="6247940" y="2591077"/>
              <a:ext cx="47307" cy="165802"/>
            </a:xfrm>
            <a:custGeom>
              <a:avLst/>
              <a:gdLst/>
              <a:ahLst/>
              <a:cxnLst/>
              <a:rect l="l" t="t" r="r" b="b"/>
              <a:pathLst>
                <a:path w="103" h="361" extrusionOk="0">
                  <a:moveTo>
                    <a:pt x="0" y="0"/>
                  </a:moveTo>
                  <a:lnTo>
                    <a:pt x="0" y="361"/>
                  </a:lnTo>
                  <a:lnTo>
                    <a:pt x="102" y="361"/>
                  </a:lnTo>
                  <a:lnTo>
                    <a:pt x="102"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1216;p48">
              <a:extLst>
                <a:ext uri="{FF2B5EF4-FFF2-40B4-BE49-F238E27FC236}">
                  <a16:creationId xmlns:a16="http://schemas.microsoft.com/office/drawing/2014/main" id="{06E868FF-7FFA-FBD6-89A3-2B86BFEB3168}"/>
                </a:ext>
              </a:extLst>
            </p:cNvPr>
            <p:cNvSpPr/>
            <p:nvPr/>
          </p:nvSpPr>
          <p:spPr>
            <a:xfrm>
              <a:off x="6352199" y="3086645"/>
              <a:ext cx="21587" cy="21586"/>
            </a:xfrm>
            <a:custGeom>
              <a:avLst/>
              <a:gdLst/>
              <a:ahLst/>
              <a:cxnLst/>
              <a:rect l="l" t="t" r="r" b="b"/>
              <a:pathLst>
                <a:path w="47" h="47" extrusionOk="0">
                  <a:moveTo>
                    <a:pt x="24" y="0"/>
                  </a:moveTo>
                  <a:cubicBezTo>
                    <a:pt x="11" y="2"/>
                    <a:pt x="0" y="11"/>
                    <a:pt x="0" y="24"/>
                  </a:cubicBezTo>
                  <a:cubicBezTo>
                    <a:pt x="0" y="36"/>
                    <a:pt x="10" y="46"/>
                    <a:pt x="24" y="46"/>
                  </a:cubicBezTo>
                  <a:cubicBezTo>
                    <a:pt x="35" y="46"/>
                    <a:pt x="46" y="37"/>
                    <a:pt x="46" y="24"/>
                  </a:cubicBezTo>
                  <a:cubicBezTo>
                    <a:pt x="46" y="11"/>
                    <a:pt x="37" y="0"/>
                    <a:pt x="24" y="0"/>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1217;p48">
              <a:extLst>
                <a:ext uri="{FF2B5EF4-FFF2-40B4-BE49-F238E27FC236}">
                  <a16:creationId xmlns:a16="http://schemas.microsoft.com/office/drawing/2014/main" id="{55799EEC-67F6-75AB-CB8E-BF74B0708164}"/>
                </a:ext>
              </a:extLst>
            </p:cNvPr>
            <p:cNvSpPr/>
            <p:nvPr/>
          </p:nvSpPr>
          <p:spPr>
            <a:xfrm>
              <a:off x="6352199" y="3027397"/>
              <a:ext cx="21587" cy="21586"/>
            </a:xfrm>
            <a:custGeom>
              <a:avLst/>
              <a:gdLst/>
              <a:ahLst/>
              <a:cxnLst/>
              <a:rect l="l" t="t" r="r" b="b"/>
              <a:pathLst>
                <a:path w="47" h="47" extrusionOk="0">
                  <a:moveTo>
                    <a:pt x="24" y="1"/>
                  </a:moveTo>
                  <a:cubicBezTo>
                    <a:pt x="11" y="1"/>
                    <a:pt x="0" y="12"/>
                    <a:pt x="0" y="24"/>
                  </a:cubicBezTo>
                  <a:cubicBezTo>
                    <a:pt x="0" y="36"/>
                    <a:pt x="10" y="47"/>
                    <a:pt x="24" y="47"/>
                  </a:cubicBezTo>
                  <a:cubicBezTo>
                    <a:pt x="35" y="47"/>
                    <a:pt x="46" y="37"/>
                    <a:pt x="46" y="24"/>
                  </a:cubicBezTo>
                  <a:cubicBezTo>
                    <a:pt x="46" y="12"/>
                    <a:pt x="37" y="1"/>
                    <a:pt x="24" y="1"/>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1218;p48">
              <a:extLst>
                <a:ext uri="{FF2B5EF4-FFF2-40B4-BE49-F238E27FC236}">
                  <a16:creationId xmlns:a16="http://schemas.microsoft.com/office/drawing/2014/main" id="{CC182A27-29BF-998E-D63C-E9EEE46985BA}"/>
                </a:ext>
              </a:extLst>
            </p:cNvPr>
            <p:cNvSpPr/>
            <p:nvPr/>
          </p:nvSpPr>
          <p:spPr>
            <a:xfrm>
              <a:off x="6352199" y="3057251"/>
              <a:ext cx="21587" cy="21586"/>
            </a:xfrm>
            <a:custGeom>
              <a:avLst/>
              <a:gdLst/>
              <a:ahLst/>
              <a:cxnLst/>
              <a:rect l="l" t="t" r="r" b="b"/>
              <a:pathLst>
                <a:path w="47" h="47" extrusionOk="0">
                  <a:moveTo>
                    <a:pt x="24" y="0"/>
                  </a:moveTo>
                  <a:cubicBezTo>
                    <a:pt x="11" y="0"/>
                    <a:pt x="0" y="11"/>
                    <a:pt x="0" y="24"/>
                  </a:cubicBezTo>
                  <a:cubicBezTo>
                    <a:pt x="0" y="35"/>
                    <a:pt x="11" y="46"/>
                    <a:pt x="24" y="46"/>
                  </a:cubicBezTo>
                  <a:cubicBezTo>
                    <a:pt x="35" y="46"/>
                    <a:pt x="46" y="35"/>
                    <a:pt x="46" y="24"/>
                  </a:cubicBezTo>
                  <a:cubicBezTo>
                    <a:pt x="46" y="11"/>
                    <a:pt x="35" y="0"/>
                    <a:pt x="24" y="0"/>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1219;p48">
              <a:extLst>
                <a:ext uri="{FF2B5EF4-FFF2-40B4-BE49-F238E27FC236}">
                  <a16:creationId xmlns:a16="http://schemas.microsoft.com/office/drawing/2014/main" id="{67059937-709A-FBDA-0DFA-1DCCCBEB4A51}"/>
                </a:ext>
              </a:extLst>
            </p:cNvPr>
            <p:cNvSpPr/>
            <p:nvPr/>
          </p:nvSpPr>
          <p:spPr>
            <a:xfrm>
              <a:off x="6352199" y="2998003"/>
              <a:ext cx="21587" cy="21586"/>
            </a:xfrm>
            <a:custGeom>
              <a:avLst/>
              <a:gdLst/>
              <a:ahLst/>
              <a:cxnLst/>
              <a:rect l="l" t="t" r="r" b="b"/>
              <a:pathLst>
                <a:path w="47" h="47" extrusionOk="0">
                  <a:moveTo>
                    <a:pt x="24" y="1"/>
                  </a:moveTo>
                  <a:cubicBezTo>
                    <a:pt x="11" y="1"/>
                    <a:pt x="0" y="11"/>
                    <a:pt x="0" y="23"/>
                  </a:cubicBezTo>
                  <a:cubicBezTo>
                    <a:pt x="0" y="36"/>
                    <a:pt x="11" y="47"/>
                    <a:pt x="24" y="47"/>
                  </a:cubicBezTo>
                  <a:cubicBezTo>
                    <a:pt x="35" y="47"/>
                    <a:pt x="46" y="36"/>
                    <a:pt x="46" y="23"/>
                  </a:cubicBezTo>
                  <a:cubicBezTo>
                    <a:pt x="46" y="11"/>
                    <a:pt x="35" y="1"/>
                    <a:pt x="24" y="1"/>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1220;p48">
              <a:extLst>
                <a:ext uri="{FF2B5EF4-FFF2-40B4-BE49-F238E27FC236}">
                  <a16:creationId xmlns:a16="http://schemas.microsoft.com/office/drawing/2014/main" id="{E8F6150A-9D37-1537-57ED-5A19D8174036}"/>
                </a:ext>
              </a:extLst>
            </p:cNvPr>
            <p:cNvSpPr/>
            <p:nvPr/>
          </p:nvSpPr>
          <p:spPr>
            <a:xfrm>
              <a:off x="6352199" y="2968150"/>
              <a:ext cx="21587" cy="21586"/>
            </a:xfrm>
            <a:custGeom>
              <a:avLst/>
              <a:gdLst/>
              <a:ahLst/>
              <a:cxnLst/>
              <a:rect l="l" t="t" r="r" b="b"/>
              <a:pathLst>
                <a:path w="47" h="47" extrusionOk="0">
                  <a:moveTo>
                    <a:pt x="24" y="1"/>
                  </a:moveTo>
                  <a:cubicBezTo>
                    <a:pt x="11" y="1"/>
                    <a:pt x="0" y="11"/>
                    <a:pt x="0" y="23"/>
                  </a:cubicBezTo>
                  <a:cubicBezTo>
                    <a:pt x="0" y="36"/>
                    <a:pt x="11" y="47"/>
                    <a:pt x="24" y="47"/>
                  </a:cubicBezTo>
                  <a:cubicBezTo>
                    <a:pt x="35" y="47"/>
                    <a:pt x="46" y="36"/>
                    <a:pt x="46" y="23"/>
                  </a:cubicBezTo>
                  <a:cubicBezTo>
                    <a:pt x="46" y="11"/>
                    <a:pt x="35" y="1"/>
                    <a:pt x="24" y="1"/>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1221;p48">
              <a:extLst>
                <a:ext uri="{FF2B5EF4-FFF2-40B4-BE49-F238E27FC236}">
                  <a16:creationId xmlns:a16="http://schemas.microsoft.com/office/drawing/2014/main" id="{6E30B29D-0CA1-6914-2286-3C69731DF6D5}"/>
                </a:ext>
              </a:extLst>
            </p:cNvPr>
            <p:cNvSpPr/>
            <p:nvPr/>
          </p:nvSpPr>
          <p:spPr>
            <a:xfrm>
              <a:off x="6352199" y="2938756"/>
              <a:ext cx="21587" cy="21586"/>
            </a:xfrm>
            <a:custGeom>
              <a:avLst/>
              <a:gdLst/>
              <a:ahLst/>
              <a:cxnLst/>
              <a:rect l="l" t="t" r="r" b="b"/>
              <a:pathLst>
                <a:path w="47" h="47" extrusionOk="0">
                  <a:moveTo>
                    <a:pt x="24" y="0"/>
                  </a:moveTo>
                  <a:cubicBezTo>
                    <a:pt x="11" y="0"/>
                    <a:pt x="0" y="11"/>
                    <a:pt x="0" y="23"/>
                  </a:cubicBezTo>
                  <a:cubicBezTo>
                    <a:pt x="0" y="36"/>
                    <a:pt x="11" y="46"/>
                    <a:pt x="24" y="46"/>
                  </a:cubicBezTo>
                  <a:cubicBezTo>
                    <a:pt x="35" y="46"/>
                    <a:pt x="46" y="36"/>
                    <a:pt x="46" y="23"/>
                  </a:cubicBezTo>
                  <a:cubicBezTo>
                    <a:pt x="46" y="11"/>
                    <a:pt x="35" y="0"/>
                    <a:pt x="24" y="0"/>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1222;p48">
              <a:extLst>
                <a:ext uri="{FF2B5EF4-FFF2-40B4-BE49-F238E27FC236}">
                  <a16:creationId xmlns:a16="http://schemas.microsoft.com/office/drawing/2014/main" id="{B31F926C-7B50-0685-E908-F17761BB5F69}"/>
                </a:ext>
              </a:extLst>
            </p:cNvPr>
            <p:cNvSpPr/>
            <p:nvPr/>
          </p:nvSpPr>
          <p:spPr>
            <a:xfrm>
              <a:off x="6352199" y="2909361"/>
              <a:ext cx="21587" cy="21586"/>
            </a:xfrm>
            <a:custGeom>
              <a:avLst/>
              <a:gdLst/>
              <a:ahLst/>
              <a:cxnLst/>
              <a:rect l="l" t="t" r="r" b="b"/>
              <a:pathLst>
                <a:path w="47" h="47" extrusionOk="0">
                  <a:moveTo>
                    <a:pt x="24" y="0"/>
                  </a:moveTo>
                  <a:cubicBezTo>
                    <a:pt x="11" y="0"/>
                    <a:pt x="0" y="11"/>
                    <a:pt x="0" y="23"/>
                  </a:cubicBezTo>
                  <a:cubicBezTo>
                    <a:pt x="0" y="34"/>
                    <a:pt x="10" y="46"/>
                    <a:pt x="24" y="46"/>
                  </a:cubicBezTo>
                  <a:cubicBezTo>
                    <a:pt x="35" y="46"/>
                    <a:pt x="46" y="37"/>
                    <a:pt x="46" y="23"/>
                  </a:cubicBezTo>
                  <a:cubicBezTo>
                    <a:pt x="46" y="11"/>
                    <a:pt x="37" y="0"/>
                    <a:pt x="24" y="0"/>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1223;p48">
              <a:extLst>
                <a:ext uri="{FF2B5EF4-FFF2-40B4-BE49-F238E27FC236}">
                  <a16:creationId xmlns:a16="http://schemas.microsoft.com/office/drawing/2014/main" id="{537BCB66-8C84-B051-C3EE-FD83CAED8CD4}"/>
                </a:ext>
              </a:extLst>
            </p:cNvPr>
            <p:cNvSpPr/>
            <p:nvPr/>
          </p:nvSpPr>
          <p:spPr>
            <a:xfrm>
              <a:off x="6315915" y="2912117"/>
              <a:ext cx="46848" cy="15156"/>
            </a:xfrm>
            <a:custGeom>
              <a:avLst/>
              <a:gdLst/>
              <a:ahLst/>
              <a:cxnLst/>
              <a:rect l="l" t="t" r="r" b="b"/>
              <a:pathLst>
                <a:path w="102" h="33" extrusionOk="0">
                  <a:moveTo>
                    <a:pt x="0" y="1"/>
                  </a:moveTo>
                  <a:lnTo>
                    <a:pt x="0" y="33"/>
                  </a:lnTo>
                  <a:lnTo>
                    <a:pt x="102" y="33"/>
                  </a:lnTo>
                  <a:lnTo>
                    <a:pt x="102"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1224;p48">
              <a:extLst>
                <a:ext uri="{FF2B5EF4-FFF2-40B4-BE49-F238E27FC236}">
                  <a16:creationId xmlns:a16="http://schemas.microsoft.com/office/drawing/2014/main" id="{B960FA7E-57D5-1F81-67DC-33EB0F6E796B}"/>
                </a:ext>
              </a:extLst>
            </p:cNvPr>
            <p:cNvSpPr/>
            <p:nvPr/>
          </p:nvSpPr>
          <p:spPr>
            <a:xfrm>
              <a:off x="6315915" y="2941971"/>
              <a:ext cx="46848" cy="15156"/>
            </a:xfrm>
            <a:custGeom>
              <a:avLst/>
              <a:gdLst/>
              <a:ahLst/>
              <a:cxnLst/>
              <a:rect l="l" t="t" r="r" b="b"/>
              <a:pathLst>
                <a:path w="102" h="33" extrusionOk="0">
                  <a:moveTo>
                    <a:pt x="0" y="1"/>
                  </a:moveTo>
                  <a:lnTo>
                    <a:pt x="0" y="33"/>
                  </a:lnTo>
                  <a:lnTo>
                    <a:pt x="102" y="33"/>
                  </a:lnTo>
                  <a:lnTo>
                    <a:pt x="102"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1225;p48">
              <a:extLst>
                <a:ext uri="{FF2B5EF4-FFF2-40B4-BE49-F238E27FC236}">
                  <a16:creationId xmlns:a16="http://schemas.microsoft.com/office/drawing/2014/main" id="{4EE58B5F-C007-3125-F887-ADF049D3EB1F}"/>
                </a:ext>
              </a:extLst>
            </p:cNvPr>
            <p:cNvSpPr/>
            <p:nvPr/>
          </p:nvSpPr>
          <p:spPr>
            <a:xfrm>
              <a:off x="6315915" y="2971824"/>
              <a:ext cx="46848" cy="15156"/>
            </a:xfrm>
            <a:custGeom>
              <a:avLst/>
              <a:gdLst/>
              <a:ahLst/>
              <a:cxnLst/>
              <a:rect l="l" t="t" r="r" b="b"/>
              <a:pathLst>
                <a:path w="102" h="33" extrusionOk="0">
                  <a:moveTo>
                    <a:pt x="0" y="0"/>
                  </a:moveTo>
                  <a:lnTo>
                    <a:pt x="0" y="32"/>
                  </a:lnTo>
                  <a:lnTo>
                    <a:pt x="102" y="32"/>
                  </a:lnTo>
                  <a:lnTo>
                    <a:pt x="102"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1226;p48">
              <a:extLst>
                <a:ext uri="{FF2B5EF4-FFF2-40B4-BE49-F238E27FC236}">
                  <a16:creationId xmlns:a16="http://schemas.microsoft.com/office/drawing/2014/main" id="{531F453D-8B91-F95D-165A-42AE90E2D9B0}"/>
                </a:ext>
              </a:extLst>
            </p:cNvPr>
            <p:cNvSpPr/>
            <p:nvPr/>
          </p:nvSpPr>
          <p:spPr>
            <a:xfrm>
              <a:off x="6315915" y="3001218"/>
              <a:ext cx="46848" cy="15156"/>
            </a:xfrm>
            <a:custGeom>
              <a:avLst/>
              <a:gdLst/>
              <a:ahLst/>
              <a:cxnLst/>
              <a:rect l="l" t="t" r="r" b="b"/>
              <a:pathLst>
                <a:path w="102" h="33" extrusionOk="0">
                  <a:moveTo>
                    <a:pt x="0" y="0"/>
                  </a:moveTo>
                  <a:lnTo>
                    <a:pt x="0" y="32"/>
                  </a:lnTo>
                  <a:lnTo>
                    <a:pt x="102" y="32"/>
                  </a:lnTo>
                  <a:lnTo>
                    <a:pt x="102"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1227;p48">
              <a:extLst>
                <a:ext uri="{FF2B5EF4-FFF2-40B4-BE49-F238E27FC236}">
                  <a16:creationId xmlns:a16="http://schemas.microsoft.com/office/drawing/2014/main" id="{8699C481-BC1A-A6DB-A6D0-381533B968F0}"/>
                </a:ext>
              </a:extLst>
            </p:cNvPr>
            <p:cNvSpPr/>
            <p:nvPr/>
          </p:nvSpPr>
          <p:spPr>
            <a:xfrm>
              <a:off x="6315915" y="3030612"/>
              <a:ext cx="46848" cy="15156"/>
            </a:xfrm>
            <a:custGeom>
              <a:avLst/>
              <a:gdLst/>
              <a:ahLst/>
              <a:cxnLst/>
              <a:rect l="l" t="t" r="r" b="b"/>
              <a:pathLst>
                <a:path w="102" h="33" extrusionOk="0">
                  <a:moveTo>
                    <a:pt x="0" y="0"/>
                  </a:moveTo>
                  <a:lnTo>
                    <a:pt x="0" y="32"/>
                  </a:lnTo>
                  <a:lnTo>
                    <a:pt x="102" y="32"/>
                  </a:lnTo>
                  <a:lnTo>
                    <a:pt x="102"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1228;p48">
              <a:extLst>
                <a:ext uri="{FF2B5EF4-FFF2-40B4-BE49-F238E27FC236}">
                  <a16:creationId xmlns:a16="http://schemas.microsoft.com/office/drawing/2014/main" id="{ECF53F45-B4FB-D9DF-207A-999E06CE213E}"/>
                </a:ext>
              </a:extLst>
            </p:cNvPr>
            <p:cNvSpPr/>
            <p:nvPr/>
          </p:nvSpPr>
          <p:spPr>
            <a:xfrm>
              <a:off x="6315915" y="3060466"/>
              <a:ext cx="46848" cy="15156"/>
            </a:xfrm>
            <a:custGeom>
              <a:avLst/>
              <a:gdLst/>
              <a:ahLst/>
              <a:cxnLst/>
              <a:rect l="l" t="t" r="r" b="b"/>
              <a:pathLst>
                <a:path w="102" h="33" extrusionOk="0">
                  <a:moveTo>
                    <a:pt x="0" y="1"/>
                  </a:moveTo>
                  <a:lnTo>
                    <a:pt x="0" y="33"/>
                  </a:lnTo>
                  <a:lnTo>
                    <a:pt x="102" y="33"/>
                  </a:lnTo>
                  <a:lnTo>
                    <a:pt x="102"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1229;p48">
              <a:extLst>
                <a:ext uri="{FF2B5EF4-FFF2-40B4-BE49-F238E27FC236}">
                  <a16:creationId xmlns:a16="http://schemas.microsoft.com/office/drawing/2014/main" id="{677EF930-33AD-8314-175D-8328F3942119}"/>
                </a:ext>
              </a:extLst>
            </p:cNvPr>
            <p:cNvSpPr/>
            <p:nvPr/>
          </p:nvSpPr>
          <p:spPr>
            <a:xfrm>
              <a:off x="6315915" y="3089860"/>
              <a:ext cx="46848" cy="15156"/>
            </a:xfrm>
            <a:custGeom>
              <a:avLst/>
              <a:gdLst/>
              <a:ahLst/>
              <a:cxnLst/>
              <a:rect l="l" t="t" r="r" b="b"/>
              <a:pathLst>
                <a:path w="102" h="33" extrusionOk="0">
                  <a:moveTo>
                    <a:pt x="0" y="1"/>
                  </a:moveTo>
                  <a:lnTo>
                    <a:pt x="0" y="33"/>
                  </a:lnTo>
                  <a:lnTo>
                    <a:pt x="102" y="33"/>
                  </a:lnTo>
                  <a:lnTo>
                    <a:pt x="102"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6" name="Google Shape;1276;p48">
              <a:extLst>
                <a:ext uri="{FF2B5EF4-FFF2-40B4-BE49-F238E27FC236}">
                  <a16:creationId xmlns:a16="http://schemas.microsoft.com/office/drawing/2014/main" id="{85ADD2B1-0C36-D439-D43A-A6DE60E0D02A}"/>
                </a:ext>
              </a:extLst>
            </p:cNvPr>
            <p:cNvGrpSpPr/>
            <p:nvPr/>
          </p:nvGrpSpPr>
          <p:grpSpPr>
            <a:xfrm>
              <a:off x="6802310" y="2351312"/>
              <a:ext cx="679299" cy="657484"/>
              <a:chOff x="3471403" y="596833"/>
              <a:chExt cx="557582" cy="557572"/>
            </a:xfrm>
          </p:grpSpPr>
          <p:sp>
            <p:nvSpPr>
              <p:cNvPr id="307" name="Google Shape;1277;p48">
                <a:extLst>
                  <a:ext uri="{FF2B5EF4-FFF2-40B4-BE49-F238E27FC236}">
                    <a16:creationId xmlns:a16="http://schemas.microsoft.com/office/drawing/2014/main" id="{AD99A650-382C-D848-7411-9D12D41160DD}"/>
                  </a:ext>
                </a:extLst>
              </p:cNvPr>
              <p:cNvSpPr/>
              <p:nvPr/>
            </p:nvSpPr>
            <p:spPr>
              <a:xfrm>
                <a:off x="3863178" y="728189"/>
                <a:ext cx="12401" cy="11023"/>
              </a:xfrm>
              <a:custGeom>
                <a:avLst/>
                <a:gdLst/>
                <a:ahLst/>
                <a:cxnLst/>
                <a:rect l="l" t="t" r="r" b="b"/>
                <a:pathLst>
                  <a:path w="27" h="24" extrusionOk="0">
                    <a:moveTo>
                      <a:pt x="0" y="0"/>
                    </a:moveTo>
                    <a:cubicBezTo>
                      <a:pt x="4" y="3"/>
                      <a:pt x="7" y="6"/>
                      <a:pt x="11" y="9"/>
                    </a:cubicBezTo>
                    <a:lnTo>
                      <a:pt x="11" y="9"/>
                    </a:lnTo>
                    <a:cubicBezTo>
                      <a:pt x="7" y="6"/>
                      <a:pt x="4" y="3"/>
                      <a:pt x="0" y="0"/>
                    </a:cubicBezTo>
                    <a:close/>
                    <a:moveTo>
                      <a:pt x="11" y="9"/>
                    </a:moveTo>
                    <a:cubicBezTo>
                      <a:pt x="16" y="14"/>
                      <a:pt x="21" y="19"/>
                      <a:pt x="27" y="24"/>
                    </a:cubicBezTo>
                    <a:cubicBezTo>
                      <a:pt x="22" y="18"/>
                      <a:pt x="17" y="14"/>
                      <a:pt x="11" y="9"/>
                    </a:cubicBezTo>
                    <a:close/>
                  </a:path>
                </a:pathLst>
              </a:custGeom>
              <a:solidFill>
                <a:srgbClr val="61E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1278;p48">
                <a:extLst>
                  <a:ext uri="{FF2B5EF4-FFF2-40B4-BE49-F238E27FC236}">
                    <a16:creationId xmlns:a16="http://schemas.microsoft.com/office/drawing/2014/main" id="{43D512DA-9463-0D28-0038-BE8799AC361B}"/>
                  </a:ext>
                </a:extLst>
              </p:cNvPr>
              <p:cNvSpPr/>
              <p:nvPr/>
            </p:nvSpPr>
            <p:spPr>
              <a:xfrm>
                <a:off x="3884305" y="747479"/>
                <a:ext cx="5052" cy="5052"/>
              </a:xfrm>
              <a:custGeom>
                <a:avLst/>
                <a:gdLst/>
                <a:ahLst/>
                <a:cxnLst/>
                <a:rect l="l" t="t" r="r" b="b"/>
                <a:pathLst>
                  <a:path w="11" h="11" extrusionOk="0">
                    <a:moveTo>
                      <a:pt x="0" y="0"/>
                    </a:moveTo>
                    <a:lnTo>
                      <a:pt x="11" y="11"/>
                    </a:lnTo>
                    <a:cubicBezTo>
                      <a:pt x="7" y="7"/>
                      <a:pt x="3" y="3"/>
                      <a:pt x="0" y="0"/>
                    </a:cubicBezTo>
                    <a:close/>
                  </a:path>
                </a:pathLst>
              </a:custGeom>
              <a:solidFill>
                <a:srgbClr val="61E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1279;p48">
                <a:extLst>
                  <a:ext uri="{FF2B5EF4-FFF2-40B4-BE49-F238E27FC236}">
                    <a16:creationId xmlns:a16="http://schemas.microsoft.com/office/drawing/2014/main" id="{732110CA-504B-098A-E37E-A81AE7264FC4}"/>
                  </a:ext>
                </a:extLst>
              </p:cNvPr>
              <p:cNvSpPr/>
              <p:nvPr/>
            </p:nvSpPr>
            <p:spPr>
              <a:xfrm>
                <a:off x="3752030" y="689609"/>
                <a:ext cx="37662" cy="4593"/>
              </a:xfrm>
              <a:custGeom>
                <a:avLst/>
                <a:gdLst/>
                <a:ahLst/>
                <a:cxnLst/>
                <a:rect l="l" t="t" r="r" b="b"/>
                <a:pathLst>
                  <a:path w="82" h="10" extrusionOk="0">
                    <a:moveTo>
                      <a:pt x="1" y="1"/>
                    </a:moveTo>
                    <a:cubicBezTo>
                      <a:pt x="13" y="2"/>
                      <a:pt x="27" y="2"/>
                      <a:pt x="40" y="3"/>
                    </a:cubicBezTo>
                    <a:cubicBezTo>
                      <a:pt x="27" y="2"/>
                      <a:pt x="13" y="1"/>
                      <a:pt x="1" y="1"/>
                    </a:cubicBezTo>
                    <a:close/>
                    <a:moveTo>
                      <a:pt x="40" y="3"/>
                    </a:moveTo>
                    <a:cubicBezTo>
                      <a:pt x="54" y="6"/>
                      <a:pt x="68" y="7"/>
                      <a:pt x="82" y="10"/>
                    </a:cubicBezTo>
                    <a:cubicBezTo>
                      <a:pt x="69" y="7"/>
                      <a:pt x="55" y="4"/>
                      <a:pt x="40" y="3"/>
                    </a:cubicBezTo>
                    <a:close/>
                  </a:path>
                </a:pathLst>
              </a:custGeom>
              <a:solidFill>
                <a:srgbClr val="61E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1280;p48">
                <a:extLst>
                  <a:ext uri="{FF2B5EF4-FFF2-40B4-BE49-F238E27FC236}">
                    <a16:creationId xmlns:a16="http://schemas.microsoft.com/office/drawing/2014/main" id="{B3ECA60B-BD0D-18E1-11F3-3009AD0EEB53}"/>
                  </a:ext>
                </a:extLst>
              </p:cNvPr>
              <p:cNvSpPr/>
              <p:nvPr/>
            </p:nvSpPr>
            <p:spPr>
              <a:xfrm>
                <a:off x="3896247" y="761716"/>
                <a:ext cx="4134" cy="4593"/>
              </a:xfrm>
              <a:custGeom>
                <a:avLst/>
                <a:gdLst/>
                <a:ahLst/>
                <a:cxnLst/>
                <a:rect l="l" t="t" r="r" b="b"/>
                <a:pathLst>
                  <a:path w="9" h="10" extrusionOk="0">
                    <a:moveTo>
                      <a:pt x="1" y="0"/>
                    </a:moveTo>
                    <a:cubicBezTo>
                      <a:pt x="3" y="2"/>
                      <a:pt x="6" y="7"/>
                      <a:pt x="8" y="10"/>
                    </a:cubicBezTo>
                    <a:cubicBezTo>
                      <a:pt x="6" y="5"/>
                      <a:pt x="3" y="2"/>
                      <a:pt x="1" y="0"/>
                    </a:cubicBezTo>
                    <a:close/>
                  </a:path>
                </a:pathLst>
              </a:custGeom>
              <a:solidFill>
                <a:srgbClr val="61E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1281;p48">
                <a:extLst>
                  <a:ext uri="{FF2B5EF4-FFF2-40B4-BE49-F238E27FC236}">
                    <a16:creationId xmlns:a16="http://schemas.microsoft.com/office/drawing/2014/main" id="{44433ED6-75AA-293A-B356-D39ED569F2A5}"/>
                  </a:ext>
                </a:extLst>
              </p:cNvPr>
              <p:cNvSpPr/>
              <p:nvPr/>
            </p:nvSpPr>
            <p:spPr>
              <a:xfrm>
                <a:off x="3848481" y="717625"/>
                <a:ext cx="9645" cy="6889"/>
              </a:xfrm>
              <a:custGeom>
                <a:avLst/>
                <a:gdLst/>
                <a:ahLst/>
                <a:cxnLst/>
                <a:rect l="l" t="t" r="r" b="b"/>
                <a:pathLst>
                  <a:path w="21" h="15" extrusionOk="0">
                    <a:moveTo>
                      <a:pt x="0" y="1"/>
                    </a:moveTo>
                    <a:cubicBezTo>
                      <a:pt x="7" y="5"/>
                      <a:pt x="14" y="11"/>
                      <a:pt x="20" y="15"/>
                    </a:cubicBezTo>
                    <a:cubicBezTo>
                      <a:pt x="14" y="11"/>
                      <a:pt x="7" y="5"/>
                      <a:pt x="0" y="1"/>
                    </a:cubicBezTo>
                    <a:close/>
                  </a:path>
                </a:pathLst>
              </a:custGeom>
              <a:solidFill>
                <a:srgbClr val="61E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1282;p48">
                <a:extLst>
                  <a:ext uri="{FF2B5EF4-FFF2-40B4-BE49-F238E27FC236}">
                    <a16:creationId xmlns:a16="http://schemas.microsoft.com/office/drawing/2014/main" id="{060BDAE9-316B-7B1B-DB21-EBE32B752F87}"/>
                  </a:ext>
                </a:extLst>
              </p:cNvPr>
              <p:cNvSpPr/>
              <p:nvPr/>
            </p:nvSpPr>
            <p:spPr>
              <a:xfrm>
                <a:off x="3831487" y="708440"/>
                <a:ext cx="10564" cy="5971"/>
              </a:xfrm>
              <a:custGeom>
                <a:avLst/>
                <a:gdLst/>
                <a:ahLst/>
                <a:cxnLst/>
                <a:rect l="l" t="t" r="r" b="b"/>
                <a:pathLst>
                  <a:path w="23" h="13" extrusionOk="0">
                    <a:moveTo>
                      <a:pt x="1" y="1"/>
                    </a:moveTo>
                    <a:cubicBezTo>
                      <a:pt x="8" y="5"/>
                      <a:pt x="16" y="9"/>
                      <a:pt x="22" y="12"/>
                    </a:cubicBezTo>
                    <a:cubicBezTo>
                      <a:pt x="16" y="9"/>
                      <a:pt x="8" y="5"/>
                      <a:pt x="1" y="1"/>
                    </a:cubicBezTo>
                    <a:close/>
                  </a:path>
                </a:pathLst>
              </a:custGeom>
              <a:solidFill>
                <a:srgbClr val="61E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1283;p48">
                <a:extLst>
                  <a:ext uri="{FF2B5EF4-FFF2-40B4-BE49-F238E27FC236}">
                    <a16:creationId xmlns:a16="http://schemas.microsoft.com/office/drawing/2014/main" id="{70C27380-C3BE-880F-05F2-07C0AEFF084D}"/>
                  </a:ext>
                </a:extLst>
              </p:cNvPr>
              <p:cNvSpPr/>
              <p:nvPr/>
            </p:nvSpPr>
            <p:spPr>
              <a:xfrm>
                <a:off x="3794284" y="695580"/>
                <a:ext cx="13320" cy="4593"/>
              </a:xfrm>
              <a:custGeom>
                <a:avLst/>
                <a:gdLst/>
                <a:ahLst/>
                <a:cxnLst/>
                <a:rect l="l" t="t" r="r" b="b"/>
                <a:pathLst>
                  <a:path w="29" h="10" extrusionOk="0">
                    <a:moveTo>
                      <a:pt x="1" y="1"/>
                    </a:moveTo>
                    <a:lnTo>
                      <a:pt x="28" y="9"/>
                    </a:lnTo>
                    <a:cubicBezTo>
                      <a:pt x="20" y="5"/>
                      <a:pt x="10" y="2"/>
                      <a:pt x="1" y="1"/>
                    </a:cubicBezTo>
                    <a:close/>
                  </a:path>
                </a:pathLst>
              </a:custGeom>
              <a:solidFill>
                <a:srgbClr val="61E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1284;p48">
                <a:extLst>
                  <a:ext uri="{FF2B5EF4-FFF2-40B4-BE49-F238E27FC236}">
                    <a16:creationId xmlns:a16="http://schemas.microsoft.com/office/drawing/2014/main" id="{D3FDF713-4326-21FF-CEE9-F19E0D48F505}"/>
                  </a:ext>
                </a:extLst>
              </p:cNvPr>
              <p:cNvSpPr/>
              <p:nvPr/>
            </p:nvSpPr>
            <p:spPr>
              <a:xfrm>
                <a:off x="3814034" y="701091"/>
                <a:ext cx="11023" cy="5052"/>
              </a:xfrm>
              <a:custGeom>
                <a:avLst/>
                <a:gdLst/>
                <a:ahLst/>
                <a:cxnLst/>
                <a:rect l="l" t="t" r="r" b="b"/>
                <a:pathLst>
                  <a:path w="24" h="11" extrusionOk="0">
                    <a:moveTo>
                      <a:pt x="0" y="1"/>
                    </a:moveTo>
                    <a:cubicBezTo>
                      <a:pt x="9" y="4"/>
                      <a:pt x="16" y="8"/>
                      <a:pt x="24" y="10"/>
                    </a:cubicBezTo>
                    <a:cubicBezTo>
                      <a:pt x="16" y="8"/>
                      <a:pt x="9" y="4"/>
                      <a:pt x="0" y="1"/>
                    </a:cubicBezTo>
                    <a:close/>
                  </a:path>
                </a:pathLst>
              </a:custGeom>
              <a:solidFill>
                <a:srgbClr val="61E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1285;p48">
                <a:extLst>
                  <a:ext uri="{FF2B5EF4-FFF2-40B4-BE49-F238E27FC236}">
                    <a16:creationId xmlns:a16="http://schemas.microsoft.com/office/drawing/2014/main" id="{02626606-3EB7-C6A3-653B-1221D077095D}"/>
                  </a:ext>
                </a:extLst>
              </p:cNvPr>
              <p:cNvSpPr/>
              <p:nvPr/>
            </p:nvSpPr>
            <p:spPr>
              <a:xfrm>
                <a:off x="3752030" y="597293"/>
                <a:ext cx="276955" cy="557112"/>
              </a:xfrm>
              <a:custGeom>
                <a:avLst/>
                <a:gdLst/>
                <a:ahLst/>
                <a:cxnLst/>
                <a:rect l="l" t="t" r="r" b="b"/>
                <a:pathLst>
                  <a:path w="603" h="1213" extrusionOk="0">
                    <a:moveTo>
                      <a:pt x="1" y="1"/>
                    </a:moveTo>
                    <a:lnTo>
                      <a:pt x="1" y="177"/>
                    </a:lnTo>
                    <a:cubicBezTo>
                      <a:pt x="13" y="177"/>
                      <a:pt x="27" y="178"/>
                      <a:pt x="40" y="181"/>
                    </a:cubicBezTo>
                    <a:cubicBezTo>
                      <a:pt x="257" y="202"/>
                      <a:pt x="426" y="386"/>
                      <a:pt x="426" y="608"/>
                    </a:cubicBezTo>
                    <a:cubicBezTo>
                      <a:pt x="426" y="830"/>
                      <a:pt x="257" y="1015"/>
                      <a:pt x="40" y="1036"/>
                    </a:cubicBezTo>
                    <a:cubicBezTo>
                      <a:pt x="27" y="1037"/>
                      <a:pt x="13" y="1037"/>
                      <a:pt x="1" y="1037"/>
                    </a:cubicBezTo>
                    <a:lnTo>
                      <a:pt x="1" y="1212"/>
                    </a:lnTo>
                    <a:lnTo>
                      <a:pt x="465" y="1212"/>
                    </a:lnTo>
                    <a:cubicBezTo>
                      <a:pt x="541" y="1212"/>
                      <a:pt x="602" y="1150"/>
                      <a:pt x="602" y="1075"/>
                    </a:cubicBezTo>
                    <a:lnTo>
                      <a:pt x="602" y="139"/>
                    </a:lnTo>
                    <a:cubicBezTo>
                      <a:pt x="603" y="63"/>
                      <a:pt x="541" y="1"/>
                      <a:pt x="465"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1286;p48">
                <a:extLst>
                  <a:ext uri="{FF2B5EF4-FFF2-40B4-BE49-F238E27FC236}">
                    <a16:creationId xmlns:a16="http://schemas.microsoft.com/office/drawing/2014/main" id="{0C0B070D-D4B7-3B2E-EA5D-9C4A751349B3}"/>
                  </a:ext>
                </a:extLst>
              </p:cNvPr>
              <p:cNvSpPr/>
              <p:nvPr/>
            </p:nvSpPr>
            <p:spPr>
              <a:xfrm>
                <a:off x="3750192" y="690527"/>
                <a:ext cx="2296" cy="459"/>
              </a:xfrm>
              <a:custGeom>
                <a:avLst/>
                <a:gdLst/>
                <a:ahLst/>
                <a:cxnLst/>
                <a:rect l="l" t="t" r="r" b="b"/>
                <a:pathLst>
                  <a:path w="5" h="1" extrusionOk="0">
                    <a:moveTo>
                      <a:pt x="5" y="0"/>
                    </a:moveTo>
                    <a:lnTo>
                      <a:pt x="0" y="0"/>
                    </a:lnTo>
                    <a:close/>
                  </a:path>
                </a:pathLst>
              </a:custGeom>
              <a:solidFill>
                <a:srgbClr val="61E8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1287;p48">
                <a:extLst>
                  <a:ext uri="{FF2B5EF4-FFF2-40B4-BE49-F238E27FC236}">
                    <a16:creationId xmlns:a16="http://schemas.microsoft.com/office/drawing/2014/main" id="{B6928ED1-5A7C-C66B-E9BE-88739B045ABA}"/>
                  </a:ext>
                </a:extLst>
              </p:cNvPr>
              <p:cNvSpPr/>
              <p:nvPr/>
            </p:nvSpPr>
            <p:spPr>
              <a:xfrm>
                <a:off x="3750192" y="690527"/>
                <a:ext cx="2296" cy="459"/>
              </a:xfrm>
              <a:custGeom>
                <a:avLst/>
                <a:gdLst/>
                <a:ahLst/>
                <a:cxnLst/>
                <a:rect l="l" t="t" r="r" b="b"/>
                <a:pathLst>
                  <a:path w="5" h="1" extrusionOk="0">
                    <a:moveTo>
                      <a:pt x="5" y="0"/>
                    </a:moveTo>
                    <a:lnTo>
                      <a:pt x="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1288;p48">
                <a:extLst>
                  <a:ext uri="{FF2B5EF4-FFF2-40B4-BE49-F238E27FC236}">
                    <a16:creationId xmlns:a16="http://schemas.microsoft.com/office/drawing/2014/main" id="{9D11EDC2-410B-393C-9F32-F347A2ABACF1}"/>
                  </a:ext>
                </a:extLst>
              </p:cNvPr>
              <p:cNvSpPr/>
              <p:nvPr/>
            </p:nvSpPr>
            <p:spPr>
              <a:xfrm>
                <a:off x="3471403" y="596833"/>
                <a:ext cx="281089" cy="556652"/>
              </a:xfrm>
              <a:custGeom>
                <a:avLst/>
                <a:gdLst/>
                <a:ahLst/>
                <a:cxnLst/>
                <a:rect l="l" t="t" r="r" b="b"/>
                <a:pathLst>
                  <a:path w="612" h="1212" extrusionOk="0">
                    <a:moveTo>
                      <a:pt x="138" y="1"/>
                    </a:moveTo>
                    <a:cubicBezTo>
                      <a:pt x="62" y="1"/>
                      <a:pt x="1" y="62"/>
                      <a:pt x="1" y="139"/>
                    </a:cubicBezTo>
                    <a:lnTo>
                      <a:pt x="1" y="1074"/>
                    </a:lnTo>
                    <a:cubicBezTo>
                      <a:pt x="1" y="1150"/>
                      <a:pt x="62" y="1211"/>
                      <a:pt x="138" y="1211"/>
                    </a:cubicBezTo>
                    <a:lnTo>
                      <a:pt x="612" y="1211"/>
                    </a:lnTo>
                    <a:lnTo>
                      <a:pt x="612" y="1037"/>
                    </a:lnTo>
                    <a:cubicBezTo>
                      <a:pt x="610" y="1038"/>
                      <a:pt x="608" y="1038"/>
                      <a:pt x="607" y="1038"/>
                    </a:cubicBezTo>
                    <a:cubicBezTo>
                      <a:pt x="592" y="1038"/>
                      <a:pt x="577" y="1037"/>
                      <a:pt x="563" y="1035"/>
                    </a:cubicBezTo>
                    <a:cubicBezTo>
                      <a:pt x="346" y="1014"/>
                      <a:pt x="177" y="830"/>
                      <a:pt x="177" y="607"/>
                    </a:cubicBezTo>
                    <a:cubicBezTo>
                      <a:pt x="177" y="386"/>
                      <a:pt x="346" y="201"/>
                      <a:pt x="563" y="179"/>
                    </a:cubicBezTo>
                    <a:cubicBezTo>
                      <a:pt x="578" y="178"/>
                      <a:pt x="592" y="177"/>
                      <a:pt x="607" y="177"/>
                    </a:cubicBezTo>
                    <a:lnTo>
                      <a:pt x="612" y="177"/>
                    </a:lnTo>
                    <a:lnTo>
                      <a:pt x="61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1289;p48">
                <a:extLst>
                  <a:ext uri="{FF2B5EF4-FFF2-40B4-BE49-F238E27FC236}">
                    <a16:creationId xmlns:a16="http://schemas.microsoft.com/office/drawing/2014/main" id="{38941DF2-8A96-0927-A1A7-44F1624ED1A5}"/>
                  </a:ext>
                </a:extLst>
              </p:cNvPr>
              <p:cNvSpPr/>
              <p:nvPr/>
            </p:nvSpPr>
            <p:spPr>
              <a:xfrm>
                <a:off x="3564180" y="690987"/>
                <a:ext cx="338501" cy="336196"/>
              </a:xfrm>
              <a:custGeom>
                <a:avLst/>
                <a:gdLst/>
                <a:ahLst/>
                <a:cxnLst/>
                <a:rect l="l" t="t" r="r" b="b"/>
                <a:pathLst>
                  <a:path w="737" h="732" extrusionOk="0">
                    <a:moveTo>
                      <a:pt x="361" y="0"/>
                    </a:moveTo>
                    <a:cubicBezTo>
                      <a:pt x="235" y="14"/>
                      <a:pt x="126" y="86"/>
                      <a:pt x="62" y="187"/>
                    </a:cubicBezTo>
                    <a:lnTo>
                      <a:pt x="62" y="337"/>
                    </a:lnTo>
                    <a:lnTo>
                      <a:pt x="5" y="337"/>
                    </a:lnTo>
                    <a:cubicBezTo>
                      <a:pt x="2" y="358"/>
                      <a:pt x="0" y="380"/>
                      <a:pt x="0" y="402"/>
                    </a:cubicBezTo>
                    <a:cubicBezTo>
                      <a:pt x="0" y="424"/>
                      <a:pt x="3" y="447"/>
                      <a:pt x="5" y="466"/>
                    </a:cubicBezTo>
                    <a:lnTo>
                      <a:pt x="62" y="466"/>
                    </a:lnTo>
                    <a:lnTo>
                      <a:pt x="62" y="618"/>
                    </a:lnTo>
                    <a:cubicBezTo>
                      <a:pt x="90" y="662"/>
                      <a:pt x="127" y="701"/>
                      <a:pt x="170" y="732"/>
                    </a:cubicBezTo>
                    <a:cubicBezTo>
                      <a:pt x="126" y="667"/>
                      <a:pt x="101" y="589"/>
                      <a:pt x="101" y="506"/>
                    </a:cubicBezTo>
                    <a:cubicBezTo>
                      <a:pt x="101" y="282"/>
                      <a:pt x="282" y="101"/>
                      <a:pt x="507" y="101"/>
                    </a:cubicBezTo>
                    <a:cubicBezTo>
                      <a:pt x="592" y="101"/>
                      <a:pt x="672" y="127"/>
                      <a:pt x="737" y="172"/>
                    </a:cubicBezTo>
                    <a:cubicBezTo>
                      <a:pt x="735" y="170"/>
                      <a:pt x="732" y="167"/>
                      <a:pt x="731" y="165"/>
                    </a:cubicBezTo>
                    <a:cubicBezTo>
                      <a:pt x="729" y="161"/>
                      <a:pt x="726" y="157"/>
                      <a:pt x="724" y="155"/>
                    </a:cubicBezTo>
                    <a:lnTo>
                      <a:pt x="708" y="135"/>
                    </a:lnTo>
                    <a:lnTo>
                      <a:pt x="697" y="124"/>
                    </a:lnTo>
                    <a:lnTo>
                      <a:pt x="678" y="106"/>
                    </a:lnTo>
                    <a:cubicBezTo>
                      <a:pt x="670" y="97"/>
                      <a:pt x="661" y="91"/>
                      <a:pt x="651" y="84"/>
                    </a:cubicBezTo>
                    <a:cubicBezTo>
                      <a:pt x="647" y="79"/>
                      <a:pt x="642" y="76"/>
                      <a:pt x="638" y="74"/>
                    </a:cubicBezTo>
                    <a:cubicBezTo>
                      <a:pt x="631" y="70"/>
                      <a:pt x="624" y="64"/>
                      <a:pt x="618" y="60"/>
                    </a:cubicBezTo>
                    <a:cubicBezTo>
                      <a:pt x="614" y="58"/>
                      <a:pt x="608" y="55"/>
                      <a:pt x="603" y="53"/>
                    </a:cubicBezTo>
                    <a:cubicBezTo>
                      <a:pt x="597" y="48"/>
                      <a:pt x="588" y="44"/>
                      <a:pt x="582" y="41"/>
                    </a:cubicBezTo>
                    <a:cubicBezTo>
                      <a:pt x="576" y="38"/>
                      <a:pt x="572" y="36"/>
                      <a:pt x="567" y="33"/>
                    </a:cubicBezTo>
                    <a:cubicBezTo>
                      <a:pt x="559" y="30"/>
                      <a:pt x="551" y="27"/>
                      <a:pt x="543" y="25"/>
                    </a:cubicBezTo>
                    <a:cubicBezTo>
                      <a:pt x="539" y="23"/>
                      <a:pt x="534" y="20"/>
                      <a:pt x="529" y="19"/>
                    </a:cubicBezTo>
                    <a:lnTo>
                      <a:pt x="502" y="11"/>
                    </a:lnTo>
                    <a:cubicBezTo>
                      <a:pt x="497" y="10"/>
                      <a:pt x="495" y="9"/>
                      <a:pt x="491" y="9"/>
                    </a:cubicBezTo>
                    <a:cubicBezTo>
                      <a:pt x="478" y="5"/>
                      <a:pt x="463" y="3"/>
                      <a:pt x="449" y="1"/>
                    </a:cubicBezTo>
                    <a:lnTo>
                      <a:pt x="449" y="51"/>
                    </a:lnTo>
                    <a:cubicBezTo>
                      <a:pt x="449" y="75"/>
                      <a:pt x="430" y="95"/>
                      <a:pt x="405" y="95"/>
                    </a:cubicBezTo>
                    <a:cubicBezTo>
                      <a:pt x="382" y="95"/>
                      <a:pt x="361" y="75"/>
                      <a:pt x="361" y="51"/>
                    </a:cubicBezTo>
                    <a:lnTo>
                      <a:pt x="361"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1290;p48">
                <a:extLst>
                  <a:ext uri="{FF2B5EF4-FFF2-40B4-BE49-F238E27FC236}">
                    <a16:creationId xmlns:a16="http://schemas.microsoft.com/office/drawing/2014/main" id="{4D1D864A-F0F9-F9CC-43BC-7E50DD02DD15}"/>
                  </a:ext>
                </a:extLst>
              </p:cNvPr>
              <p:cNvSpPr/>
              <p:nvPr/>
            </p:nvSpPr>
            <p:spPr>
              <a:xfrm>
                <a:off x="3610568" y="736456"/>
                <a:ext cx="326100" cy="325173"/>
              </a:xfrm>
              <a:custGeom>
                <a:avLst/>
                <a:gdLst/>
                <a:ahLst/>
                <a:cxnLst/>
                <a:rect l="l" t="t" r="r" b="b"/>
                <a:pathLst>
                  <a:path w="710" h="708" extrusionOk="0">
                    <a:moveTo>
                      <a:pt x="304" y="260"/>
                    </a:moveTo>
                    <a:cubicBezTo>
                      <a:pt x="328" y="260"/>
                      <a:pt x="348" y="281"/>
                      <a:pt x="348" y="305"/>
                    </a:cubicBezTo>
                    <a:cubicBezTo>
                      <a:pt x="348" y="329"/>
                      <a:pt x="328" y="349"/>
                      <a:pt x="304" y="349"/>
                    </a:cubicBezTo>
                    <a:cubicBezTo>
                      <a:pt x="281" y="349"/>
                      <a:pt x="260" y="329"/>
                      <a:pt x="260" y="305"/>
                    </a:cubicBezTo>
                    <a:cubicBezTo>
                      <a:pt x="260" y="281"/>
                      <a:pt x="281" y="260"/>
                      <a:pt x="304" y="260"/>
                    </a:cubicBezTo>
                    <a:close/>
                    <a:moveTo>
                      <a:pt x="473" y="249"/>
                    </a:moveTo>
                    <a:cubicBezTo>
                      <a:pt x="503" y="249"/>
                      <a:pt x="529" y="274"/>
                      <a:pt x="529" y="305"/>
                    </a:cubicBezTo>
                    <a:cubicBezTo>
                      <a:pt x="529" y="335"/>
                      <a:pt x="503" y="361"/>
                      <a:pt x="473" y="361"/>
                    </a:cubicBezTo>
                    <a:cubicBezTo>
                      <a:pt x="442" y="361"/>
                      <a:pt x="417" y="335"/>
                      <a:pt x="417" y="305"/>
                    </a:cubicBezTo>
                    <a:cubicBezTo>
                      <a:pt x="417" y="274"/>
                      <a:pt x="442" y="249"/>
                      <a:pt x="473" y="249"/>
                    </a:cubicBezTo>
                    <a:close/>
                    <a:moveTo>
                      <a:pt x="134" y="250"/>
                    </a:moveTo>
                    <a:cubicBezTo>
                      <a:pt x="165" y="250"/>
                      <a:pt x="191" y="275"/>
                      <a:pt x="191" y="306"/>
                    </a:cubicBezTo>
                    <a:cubicBezTo>
                      <a:pt x="191" y="337"/>
                      <a:pt x="166" y="362"/>
                      <a:pt x="134" y="362"/>
                    </a:cubicBezTo>
                    <a:cubicBezTo>
                      <a:pt x="104" y="362"/>
                      <a:pt x="79" y="337"/>
                      <a:pt x="79" y="306"/>
                    </a:cubicBezTo>
                    <a:cubicBezTo>
                      <a:pt x="79" y="275"/>
                      <a:pt x="104" y="250"/>
                      <a:pt x="134" y="250"/>
                    </a:cubicBezTo>
                    <a:close/>
                    <a:moveTo>
                      <a:pt x="407" y="1"/>
                    </a:moveTo>
                    <a:cubicBezTo>
                      <a:pt x="182" y="1"/>
                      <a:pt x="1" y="182"/>
                      <a:pt x="1" y="407"/>
                    </a:cubicBezTo>
                    <a:cubicBezTo>
                      <a:pt x="1" y="490"/>
                      <a:pt x="26" y="568"/>
                      <a:pt x="70" y="633"/>
                    </a:cubicBezTo>
                    <a:cubicBezTo>
                      <a:pt x="126" y="672"/>
                      <a:pt x="191" y="698"/>
                      <a:pt x="262" y="706"/>
                    </a:cubicBezTo>
                    <a:lnTo>
                      <a:pt x="262" y="658"/>
                    </a:lnTo>
                    <a:cubicBezTo>
                      <a:pt x="260" y="635"/>
                      <a:pt x="281" y="615"/>
                      <a:pt x="304" y="615"/>
                    </a:cubicBezTo>
                    <a:cubicBezTo>
                      <a:pt x="328" y="615"/>
                      <a:pt x="348" y="635"/>
                      <a:pt x="348" y="659"/>
                    </a:cubicBezTo>
                    <a:lnTo>
                      <a:pt x="348" y="707"/>
                    </a:lnTo>
                    <a:cubicBezTo>
                      <a:pt x="474" y="693"/>
                      <a:pt x="583" y="622"/>
                      <a:pt x="648" y="520"/>
                    </a:cubicBezTo>
                    <a:lnTo>
                      <a:pt x="648" y="369"/>
                    </a:lnTo>
                    <a:lnTo>
                      <a:pt x="704" y="369"/>
                    </a:lnTo>
                    <a:cubicBezTo>
                      <a:pt x="707" y="348"/>
                      <a:pt x="710" y="327"/>
                      <a:pt x="710" y="305"/>
                    </a:cubicBezTo>
                    <a:cubicBezTo>
                      <a:pt x="710" y="282"/>
                      <a:pt x="706" y="260"/>
                      <a:pt x="704" y="239"/>
                    </a:cubicBezTo>
                    <a:lnTo>
                      <a:pt x="648" y="239"/>
                    </a:lnTo>
                    <a:lnTo>
                      <a:pt x="648" y="88"/>
                    </a:lnTo>
                    <a:cubicBezTo>
                      <a:pt x="643" y="83"/>
                      <a:pt x="641" y="78"/>
                      <a:pt x="637" y="72"/>
                    </a:cubicBezTo>
                    <a:cubicBezTo>
                      <a:pt x="572" y="27"/>
                      <a:pt x="492" y="1"/>
                      <a:pt x="407" y="1"/>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1291;p48">
                <a:extLst>
                  <a:ext uri="{FF2B5EF4-FFF2-40B4-BE49-F238E27FC236}">
                    <a16:creationId xmlns:a16="http://schemas.microsoft.com/office/drawing/2014/main" id="{8194DDDD-D2D0-E0FE-2C9B-31CB5B413DA0}"/>
                  </a:ext>
                </a:extLst>
              </p:cNvPr>
              <p:cNvSpPr/>
              <p:nvPr/>
            </p:nvSpPr>
            <p:spPr>
              <a:xfrm>
                <a:off x="3729984" y="1018916"/>
                <a:ext cx="40877" cy="43632"/>
              </a:xfrm>
              <a:custGeom>
                <a:avLst/>
                <a:gdLst/>
                <a:ahLst/>
                <a:cxnLst/>
                <a:rect l="l" t="t" r="r" b="b"/>
                <a:pathLst>
                  <a:path w="89" h="95" extrusionOk="0">
                    <a:moveTo>
                      <a:pt x="44" y="0"/>
                    </a:moveTo>
                    <a:cubicBezTo>
                      <a:pt x="21" y="0"/>
                      <a:pt x="0" y="20"/>
                      <a:pt x="0" y="44"/>
                    </a:cubicBezTo>
                    <a:lnTo>
                      <a:pt x="0" y="92"/>
                    </a:lnTo>
                    <a:cubicBezTo>
                      <a:pt x="15" y="93"/>
                      <a:pt x="29" y="95"/>
                      <a:pt x="44" y="95"/>
                    </a:cubicBezTo>
                    <a:cubicBezTo>
                      <a:pt x="59" y="95"/>
                      <a:pt x="74" y="93"/>
                      <a:pt x="88" y="92"/>
                    </a:cubicBezTo>
                    <a:lnTo>
                      <a:pt x="88" y="44"/>
                    </a:lnTo>
                    <a:cubicBezTo>
                      <a:pt x="88" y="20"/>
                      <a:pt x="69" y="0"/>
                      <a:pt x="44"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1292;p48">
                <a:extLst>
                  <a:ext uri="{FF2B5EF4-FFF2-40B4-BE49-F238E27FC236}">
                    <a16:creationId xmlns:a16="http://schemas.microsoft.com/office/drawing/2014/main" id="{B3835658-4955-0A02-6FBD-BBE537DCB7A6}"/>
                  </a:ext>
                </a:extLst>
              </p:cNvPr>
              <p:cNvSpPr/>
              <p:nvPr/>
            </p:nvSpPr>
            <p:spPr>
              <a:xfrm>
                <a:off x="3729984" y="690527"/>
                <a:ext cx="40877" cy="44551"/>
              </a:xfrm>
              <a:custGeom>
                <a:avLst/>
                <a:gdLst/>
                <a:ahLst/>
                <a:cxnLst/>
                <a:rect l="l" t="t" r="r" b="b"/>
                <a:pathLst>
                  <a:path w="89" h="97" extrusionOk="0">
                    <a:moveTo>
                      <a:pt x="44" y="0"/>
                    </a:moveTo>
                    <a:cubicBezTo>
                      <a:pt x="29" y="0"/>
                      <a:pt x="14" y="1"/>
                      <a:pt x="0" y="2"/>
                    </a:cubicBezTo>
                    <a:lnTo>
                      <a:pt x="0" y="54"/>
                    </a:lnTo>
                    <a:cubicBezTo>
                      <a:pt x="0" y="76"/>
                      <a:pt x="21" y="96"/>
                      <a:pt x="44" y="96"/>
                    </a:cubicBezTo>
                    <a:cubicBezTo>
                      <a:pt x="68" y="96"/>
                      <a:pt x="88" y="76"/>
                      <a:pt x="88" y="52"/>
                    </a:cubicBezTo>
                    <a:lnTo>
                      <a:pt x="88" y="2"/>
                    </a:lnTo>
                    <a:cubicBezTo>
                      <a:pt x="75" y="1"/>
                      <a:pt x="61" y="0"/>
                      <a:pt x="49"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1293;p48">
                <a:extLst>
                  <a:ext uri="{FF2B5EF4-FFF2-40B4-BE49-F238E27FC236}">
                    <a16:creationId xmlns:a16="http://schemas.microsoft.com/office/drawing/2014/main" id="{23AEEF46-ED6E-0EA4-5E10-44FC3F1AEF1F}"/>
                  </a:ext>
                </a:extLst>
              </p:cNvPr>
              <p:cNvSpPr/>
              <p:nvPr/>
            </p:nvSpPr>
            <p:spPr>
              <a:xfrm>
                <a:off x="3566476" y="905932"/>
                <a:ext cx="26639" cy="69811"/>
              </a:xfrm>
              <a:custGeom>
                <a:avLst/>
                <a:gdLst/>
                <a:ahLst/>
                <a:cxnLst/>
                <a:rect l="l" t="t" r="r" b="b"/>
                <a:pathLst>
                  <a:path w="58" h="152" extrusionOk="0">
                    <a:moveTo>
                      <a:pt x="0" y="0"/>
                    </a:moveTo>
                    <a:cubicBezTo>
                      <a:pt x="10" y="55"/>
                      <a:pt x="29" y="105"/>
                      <a:pt x="57" y="151"/>
                    </a:cubicBezTo>
                    <a:lnTo>
                      <a:pt x="57"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1294;p48">
                <a:extLst>
                  <a:ext uri="{FF2B5EF4-FFF2-40B4-BE49-F238E27FC236}">
                    <a16:creationId xmlns:a16="http://schemas.microsoft.com/office/drawing/2014/main" id="{A5B49339-BF3F-AF8D-0741-153F84A0A9AE}"/>
                  </a:ext>
                </a:extLst>
              </p:cNvPr>
              <p:cNvSpPr/>
              <p:nvPr/>
            </p:nvSpPr>
            <p:spPr>
              <a:xfrm>
                <a:off x="3566936" y="776873"/>
                <a:ext cx="26639" cy="68893"/>
              </a:xfrm>
              <a:custGeom>
                <a:avLst/>
                <a:gdLst/>
                <a:ahLst/>
                <a:cxnLst/>
                <a:rect l="l" t="t" r="r" b="b"/>
                <a:pathLst>
                  <a:path w="58" h="150" extrusionOk="0">
                    <a:moveTo>
                      <a:pt x="57" y="0"/>
                    </a:moveTo>
                    <a:cubicBezTo>
                      <a:pt x="29" y="44"/>
                      <a:pt x="9" y="95"/>
                      <a:pt x="0" y="150"/>
                    </a:cubicBezTo>
                    <a:lnTo>
                      <a:pt x="57" y="150"/>
                    </a:lnTo>
                    <a:lnTo>
                      <a:pt x="57"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1295;p48">
                <a:extLst>
                  <a:ext uri="{FF2B5EF4-FFF2-40B4-BE49-F238E27FC236}">
                    <a16:creationId xmlns:a16="http://schemas.microsoft.com/office/drawing/2014/main" id="{BAE2FBF8-2785-FDA5-8872-E6810AF6C45A}"/>
                  </a:ext>
                </a:extLst>
              </p:cNvPr>
              <p:cNvSpPr/>
              <p:nvPr/>
            </p:nvSpPr>
            <p:spPr>
              <a:xfrm>
                <a:off x="3907729" y="776873"/>
                <a:ext cx="26639" cy="68893"/>
              </a:xfrm>
              <a:custGeom>
                <a:avLst/>
                <a:gdLst/>
                <a:ahLst/>
                <a:cxnLst/>
                <a:rect l="l" t="t" r="r" b="b"/>
                <a:pathLst>
                  <a:path w="58" h="150" extrusionOk="0">
                    <a:moveTo>
                      <a:pt x="1" y="0"/>
                    </a:moveTo>
                    <a:lnTo>
                      <a:pt x="1" y="150"/>
                    </a:lnTo>
                    <a:lnTo>
                      <a:pt x="57" y="150"/>
                    </a:lnTo>
                    <a:cubicBezTo>
                      <a:pt x="48" y="95"/>
                      <a:pt x="28" y="44"/>
                      <a:pt x="1"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1296;p48">
                <a:extLst>
                  <a:ext uri="{FF2B5EF4-FFF2-40B4-BE49-F238E27FC236}">
                    <a16:creationId xmlns:a16="http://schemas.microsoft.com/office/drawing/2014/main" id="{6B1C51D0-A644-84A7-CDFA-A60CE08522D8}"/>
                  </a:ext>
                </a:extLst>
              </p:cNvPr>
              <p:cNvSpPr/>
              <p:nvPr/>
            </p:nvSpPr>
            <p:spPr>
              <a:xfrm>
                <a:off x="3907270" y="905932"/>
                <a:ext cx="26639" cy="69811"/>
              </a:xfrm>
              <a:custGeom>
                <a:avLst/>
                <a:gdLst/>
                <a:ahLst/>
                <a:cxnLst/>
                <a:rect l="l" t="t" r="r" b="b"/>
                <a:pathLst>
                  <a:path w="58" h="152" extrusionOk="0">
                    <a:moveTo>
                      <a:pt x="0" y="0"/>
                    </a:moveTo>
                    <a:lnTo>
                      <a:pt x="0" y="151"/>
                    </a:lnTo>
                    <a:cubicBezTo>
                      <a:pt x="28" y="105"/>
                      <a:pt x="49" y="55"/>
                      <a:pt x="57"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1297;p48">
                <a:extLst>
                  <a:ext uri="{FF2B5EF4-FFF2-40B4-BE49-F238E27FC236}">
                    <a16:creationId xmlns:a16="http://schemas.microsoft.com/office/drawing/2014/main" id="{B82CD4F8-7F87-83F6-9D27-28C6002CFCFD}"/>
                  </a:ext>
                </a:extLst>
              </p:cNvPr>
              <p:cNvSpPr/>
              <p:nvPr/>
            </p:nvSpPr>
            <p:spPr>
              <a:xfrm>
                <a:off x="3729984" y="855870"/>
                <a:ext cx="40877" cy="41336"/>
              </a:xfrm>
              <a:custGeom>
                <a:avLst/>
                <a:gdLst/>
                <a:ahLst/>
                <a:cxnLst/>
                <a:rect l="l" t="t" r="r" b="b"/>
                <a:pathLst>
                  <a:path w="89" h="90" extrusionOk="0">
                    <a:moveTo>
                      <a:pt x="27" y="16"/>
                    </a:moveTo>
                    <a:lnTo>
                      <a:pt x="72" y="62"/>
                    </a:lnTo>
                    <a:lnTo>
                      <a:pt x="58" y="77"/>
                    </a:lnTo>
                    <a:lnTo>
                      <a:pt x="12" y="31"/>
                    </a:lnTo>
                    <a:lnTo>
                      <a:pt x="27" y="16"/>
                    </a:lnTo>
                    <a:close/>
                    <a:moveTo>
                      <a:pt x="44" y="0"/>
                    </a:moveTo>
                    <a:cubicBezTo>
                      <a:pt x="21" y="0"/>
                      <a:pt x="0" y="21"/>
                      <a:pt x="0" y="45"/>
                    </a:cubicBezTo>
                    <a:cubicBezTo>
                      <a:pt x="0" y="69"/>
                      <a:pt x="21" y="89"/>
                      <a:pt x="44" y="89"/>
                    </a:cubicBezTo>
                    <a:cubicBezTo>
                      <a:pt x="68" y="89"/>
                      <a:pt x="88" y="69"/>
                      <a:pt x="88" y="45"/>
                    </a:cubicBezTo>
                    <a:cubicBezTo>
                      <a:pt x="88" y="21"/>
                      <a:pt x="68" y="0"/>
                      <a:pt x="44" y="0"/>
                    </a:cubicBezTo>
                    <a:close/>
                  </a:path>
                </a:pathLst>
              </a:custGeom>
              <a:solidFill>
                <a:schemeClr val="bg2">
                  <a:lumMod val="9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1298;p48">
                <a:extLst>
                  <a:ext uri="{FF2B5EF4-FFF2-40B4-BE49-F238E27FC236}">
                    <a16:creationId xmlns:a16="http://schemas.microsoft.com/office/drawing/2014/main" id="{835784C3-A83C-4AB4-1540-FDC2DE179D08}"/>
                  </a:ext>
                </a:extLst>
              </p:cNvPr>
              <p:cNvSpPr/>
              <p:nvPr/>
            </p:nvSpPr>
            <p:spPr>
              <a:xfrm>
                <a:off x="3646393" y="850358"/>
                <a:ext cx="51900" cy="51899"/>
              </a:xfrm>
              <a:custGeom>
                <a:avLst/>
                <a:gdLst/>
                <a:ahLst/>
                <a:cxnLst/>
                <a:rect l="l" t="t" r="r" b="b"/>
                <a:pathLst>
                  <a:path w="113" h="113" extrusionOk="0">
                    <a:moveTo>
                      <a:pt x="56" y="1"/>
                    </a:moveTo>
                    <a:cubicBezTo>
                      <a:pt x="26" y="1"/>
                      <a:pt x="1" y="26"/>
                      <a:pt x="1" y="57"/>
                    </a:cubicBezTo>
                    <a:cubicBezTo>
                      <a:pt x="1" y="87"/>
                      <a:pt x="26" y="113"/>
                      <a:pt x="56" y="113"/>
                    </a:cubicBezTo>
                    <a:cubicBezTo>
                      <a:pt x="87" y="113"/>
                      <a:pt x="113" y="87"/>
                      <a:pt x="113" y="57"/>
                    </a:cubicBezTo>
                    <a:cubicBezTo>
                      <a:pt x="113" y="26"/>
                      <a:pt x="88" y="1"/>
                      <a:pt x="56"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1299;p48">
                <a:extLst>
                  <a:ext uri="{FF2B5EF4-FFF2-40B4-BE49-F238E27FC236}">
                    <a16:creationId xmlns:a16="http://schemas.microsoft.com/office/drawing/2014/main" id="{EAFA1EA7-A317-B7BC-DA42-FE661512A3CE}"/>
                  </a:ext>
                </a:extLst>
              </p:cNvPr>
              <p:cNvSpPr/>
              <p:nvPr/>
            </p:nvSpPr>
            <p:spPr>
              <a:xfrm>
                <a:off x="3801633" y="850818"/>
                <a:ext cx="51900" cy="51899"/>
              </a:xfrm>
              <a:custGeom>
                <a:avLst/>
                <a:gdLst/>
                <a:ahLst/>
                <a:cxnLst/>
                <a:rect l="l" t="t" r="r" b="b"/>
                <a:pathLst>
                  <a:path w="113" h="113" extrusionOk="0">
                    <a:moveTo>
                      <a:pt x="57" y="1"/>
                    </a:moveTo>
                    <a:cubicBezTo>
                      <a:pt x="26" y="1"/>
                      <a:pt x="1" y="26"/>
                      <a:pt x="1" y="57"/>
                    </a:cubicBezTo>
                    <a:cubicBezTo>
                      <a:pt x="1" y="88"/>
                      <a:pt x="26" y="113"/>
                      <a:pt x="57" y="113"/>
                    </a:cubicBezTo>
                    <a:cubicBezTo>
                      <a:pt x="87" y="113"/>
                      <a:pt x="113" y="88"/>
                      <a:pt x="113" y="57"/>
                    </a:cubicBezTo>
                    <a:cubicBezTo>
                      <a:pt x="113" y="26"/>
                      <a:pt x="87" y="1"/>
                      <a:pt x="57"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1300;p48">
                <a:extLst>
                  <a:ext uri="{FF2B5EF4-FFF2-40B4-BE49-F238E27FC236}">
                    <a16:creationId xmlns:a16="http://schemas.microsoft.com/office/drawing/2014/main" id="{50B09DDA-77A1-1425-21E6-A173A29D9AA6}"/>
                  </a:ext>
                </a:extLst>
              </p:cNvPr>
              <p:cNvSpPr/>
              <p:nvPr/>
            </p:nvSpPr>
            <p:spPr>
              <a:xfrm>
                <a:off x="3735495" y="863218"/>
                <a:ext cx="28017" cy="28016"/>
              </a:xfrm>
              <a:custGeom>
                <a:avLst/>
                <a:gdLst/>
                <a:ahLst/>
                <a:cxnLst/>
                <a:rect l="l" t="t" r="r" b="b"/>
                <a:pathLst>
                  <a:path w="61" h="61" extrusionOk="0">
                    <a:moveTo>
                      <a:pt x="14" y="0"/>
                    </a:moveTo>
                    <a:lnTo>
                      <a:pt x="0" y="14"/>
                    </a:lnTo>
                    <a:lnTo>
                      <a:pt x="45" y="60"/>
                    </a:lnTo>
                    <a:lnTo>
                      <a:pt x="60" y="45"/>
                    </a:lnTo>
                    <a:lnTo>
                      <a:pt x="14" y="0"/>
                    </a:lnTo>
                    <a:close/>
                  </a:path>
                </a:pathLst>
              </a:custGeom>
              <a:solidFill>
                <a:schemeClr val="bg2">
                  <a:lumMod val="9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1301;p48">
                <a:extLst>
                  <a:ext uri="{FF2B5EF4-FFF2-40B4-BE49-F238E27FC236}">
                    <a16:creationId xmlns:a16="http://schemas.microsoft.com/office/drawing/2014/main" id="{9A5A9E88-6928-DDB5-6DE7-62CF97E789B2}"/>
                  </a:ext>
                </a:extLst>
              </p:cNvPr>
              <p:cNvSpPr/>
              <p:nvPr/>
            </p:nvSpPr>
            <p:spPr>
              <a:xfrm>
                <a:off x="3471403" y="596833"/>
                <a:ext cx="281089" cy="556653"/>
              </a:xfrm>
              <a:custGeom>
                <a:avLst/>
                <a:gdLst/>
                <a:ahLst/>
                <a:cxnLst/>
                <a:rect l="l" t="t" r="r" b="b"/>
                <a:pathLst>
                  <a:path w="612" h="1212" extrusionOk="0">
                    <a:moveTo>
                      <a:pt x="138" y="1"/>
                    </a:moveTo>
                    <a:cubicBezTo>
                      <a:pt x="62" y="1"/>
                      <a:pt x="1" y="62"/>
                      <a:pt x="1" y="139"/>
                    </a:cubicBezTo>
                    <a:lnTo>
                      <a:pt x="1" y="1074"/>
                    </a:lnTo>
                    <a:cubicBezTo>
                      <a:pt x="1" y="1150"/>
                      <a:pt x="62" y="1211"/>
                      <a:pt x="138" y="1211"/>
                    </a:cubicBezTo>
                    <a:lnTo>
                      <a:pt x="612" y="1211"/>
                    </a:lnTo>
                    <a:lnTo>
                      <a:pt x="612" y="1037"/>
                    </a:lnTo>
                    <a:cubicBezTo>
                      <a:pt x="610" y="1038"/>
                      <a:pt x="608" y="1038"/>
                      <a:pt x="607" y="1038"/>
                    </a:cubicBezTo>
                    <a:cubicBezTo>
                      <a:pt x="592" y="1038"/>
                      <a:pt x="577" y="1037"/>
                      <a:pt x="563" y="1035"/>
                    </a:cubicBezTo>
                    <a:cubicBezTo>
                      <a:pt x="346" y="1014"/>
                      <a:pt x="177" y="830"/>
                      <a:pt x="177" y="607"/>
                    </a:cubicBezTo>
                    <a:cubicBezTo>
                      <a:pt x="177" y="386"/>
                      <a:pt x="346" y="201"/>
                      <a:pt x="563" y="179"/>
                    </a:cubicBezTo>
                    <a:cubicBezTo>
                      <a:pt x="578" y="178"/>
                      <a:pt x="592" y="177"/>
                      <a:pt x="607" y="177"/>
                    </a:cubicBezTo>
                    <a:lnTo>
                      <a:pt x="612" y="177"/>
                    </a:lnTo>
                    <a:lnTo>
                      <a:pt x="612"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1302;p48">
                <a:extLst>
                  <a:ext uri="{FF2B5EF4-FFF2-40B4-BE49-F238E27FC236}">
                    <a16:creationId xmlns:a16="http://schemas.microsoft.com/office/drawing/2014/main" id="{2FAB04CE-7A21-7FEB-0485-632F93F03AA0}"/>
                  </a:ext>
                </a:extLst>
              </p:cNvPr>
              <p:cNvSpPr/>
              <p:nvPr/>
            </p:nvSpPr>
            <p:spPr>
              <a:xfrm>
                <a:off x="3729524" y="680423"/>
                <a:ext cx="218165" cy="394067"/>
              </a:xfrm>
              <a:custGeom>
                <a:avLst/>
                <a:gdLst/>
                <a:ahLst/>
                <a:cxnLst/>
                <a:rect l="l" t="t" r="r" b="b"/>
                <a:pathLst>
                  <a:path w="475" h="858" extrusionOk="0">
                    <a:moveTo>
                      <a:pt x="88" y="1"/>
                    </a:moveTo>
                    <a:lnTo>
                      <a:pt x="88" y="25"/>
                    </a:lnTo>
                    <a:cubicBezTo>
                      <a:pt x="103" y="26"/>
                      <a:pt x="117" y="27"/>
                      <a:pt x="131" y="32"/>
                    </a:cubicBezTo>
                    <a:cubicBezTo>
                      <a:pt x="135" y="33"/>
                      <a:pt x="137" y="33"/>
                      <a:pt x="142" y="34"/>
                    </a:cubicBezTo>
                    <a:lnTo>
                      <a:pt x="169" y="42"/>
                    </a:lnTo>
                    <a:cubicBezTo>
                      <a:pt x="175" y="43"/>
                      <a:pt x="179" y="45"/>
                      <a:pt x="183" y="48"/>
                    </a:cubicBezTo>
                    <a:cubicBezTo>
                      <a:pt x="191" y="50"/>
                      <a:pt x="199" y="54"/>
                      <a:pt x="207" y="56"/>
                    </a:cubicBezTo>
                    <a:cubicBezTo>
                      <a:pt x="212" y="59"/>
                      <a:pt x="216" y="61"/>
                      <a:pt x="222" y="64"/>
                    </a:cubicBezTo>
                    <a:cubicBezTo>
                      <a:pt x="228" y="67"/>
                      <a:pt x="237" y="71"/>
                      <a:pt x="243" y="76"/>
                    </a:cubicBezTo>
                    <a:cubicBezTo>
                      <a:pt x="248" y="78"/>
                      <a:pt x="253" y="81"/>
                      <a:pt x="258" y="83"/>
                    </a:cubicBezTo>
                    <a:cubicBezTo>
                      <a:pt x="264" y="87"/>
                      <a:pt x="271" y="93"/>
                      <a:pt x="277" y="97"/>
                    </a:cubicBezTo>
                    <a:cubicBezTo>
                      <a:pt x="282" y="99"/>
                      <a:pt x="287" y="103"/>
                      <a:pt x="291" y="107"/>
                    </a:cubicBezTo>
                    <a:cubicBezTo>
                      <a:pt x="301" y="113"/>
                      <a:pt x="308" y="120"/>
                      <a:pt x="318" y="129"/>
                    </a:cubicBezTo>
                    <a:cubicBezTo>
                      <a:pt x="324" y="134"/>
                      <a:pt x="330" y="141"/>
                      <a:pt x="336" y="147"/>
                    </a:cubicBezTo>
                    <a:lnTo>
                      <a:pt x="347" y="158"/>
                    </a:lnTo>
                    <a:lnTo>
                      <a:pt x="363" y="178"/>
                    </a:lnTo>
                    <a:cubicBezTo>
                      <a:pt x="366" y="180"/>
                      <a:pt x="368" y="185"/>
                      <a:pt x="371" y="188"/>
                    </a:cubicBezTo>
                    <a:cubicBezTo>
                      <a:pt x="375" y="190"/>
                      <a:pt x="376" y="193"/>
                      <a:pt x="377" y="195"/>
                    </a:cubicBezTo>
                    <a:cubicBezTo>
                      <a:pt x="381" y="201"/>
                      <a:pt x="384" y="206"/>
                      <a:pt x="387" y="211"/>
                    </a:cubicBezTo>
                    <a:cubicBezTo>
                      <a:pt x="415" y="256"/>
                      <a:pt x="436" y="307"/>
                      <a:pt x="443" y="361"/>
                    </a:cubicBezTo>
                    <a:cubicBezTo>
                      <a:pt x="447" y="382"/>
                      <a:pt x="448" y="404"/>
                      <a:pt x="448" y="426"/>
                    </a:cubicBezTo>
                    <a:cubicBezTo>
                      <a:pt x="448" y="448"/>
                      <a:pt x="446" y="471"/>
                      <a:pt x="443" y="490"/>
                    </a:cubicBezTo>
                    <a:cubicBezTo>
                      <a:pt x="435" y="546"/>
                      <a:pt x="415" y="596"/>
                      <a:pt x="387" y="642"/>
                    </a:cubicBezTo>
                    <a:cubicBezTo>
                      <a:pt x="323" y="744"/>
                      <a:pt x="215" y="815"/>
                      <a:pt x="88" y="829"/>
                    </a:cubicBezTo>
                    <a:cubicBezTo>
                      <a:pt x="73" y="830"/>
                      <a:pt x="58" y="832"/>
                      <a:pt x="44" y="832"/>
                    </a:cubicBezTo>
                    <a:cubicBezTo>
                      <a:pt x="29" y="832"/>
                      <a:pt x="14" y="830"/>
                      <a:pt x="0" y="829"/>
                    </a:cubicBezTo>
                    <a:lnTo>
                      <a:pt x="0" y="832"/>
                    </a:lnTo>
                    <a:lnTo>
                      <a:pt x="0" y="854"/>
                    </a:lnTo>
                    <a:cubicBezTo>
                      <a:pt x="14" y="856"/>
                      <a:pt x="29" y="857"/>
                      <a:pt x="44" y="857"/>
                    </a:cubicBezTo>
                    <a:lnTo>
                      <a:pt x="47" y="857"/>
                    </a:lnTo>
                    <a:cubicBezTo>
                      <a:pt x="61" y="857"/>
                      <a:pt x="74" y="856"/>
                      <a:pt x="88" y="856"/>
                    </a:cubicBezTo>
                    <a:cubicBezTo>
                      <a:pt x="304" y="835"/>
                      <a:pt x="474" y="650"/>
                      <a:pt x="474" y="428"/>
                    </a:cubicBezTo>
                    <a:cubicBezTo>
                      <a:pt x="474" y="206"/>
                      <a:pt x="304" y="22"/>
                      <a:pt x="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1303;p48">
                <a:extLst>
                  <a:ext uri="{FF2B5EF4-FFF2-40B4-BE49-F238E27FC236}">
                    <a16:creationId xmlns:a16="http://schemas.microsoft.com/office/drawing/2014/main" id="{8CD63E72-B4E4-498B-A629-7AE8995BFE8A}"/>
                  </a:ext>
                </a:extLst>
              </p:cNvPr>
              <p:cNvSpPr/>
              <p:nvPr/>
            </p:nvSpPr>
            <p:spPr>
              <a:xfrm>
                <a:off x="3552698" y="678127"/>
                <a:ext cx="218165" cy="394067"/>
              </a:xfrm>
              <a:custGeom>
                <a:avLst/>
                <a:gdLst/>
                <a:ahLst/>
                <a:cxnLst/>
                <a:rect l="l" t="t" r="r" b="b"/>
                <a:pathLst>
                  <a:path w="475" h="858" extrusionOk="0">
                    <a:moveTo>
                      <a:pt x="430" y="0"/>
                    </a:moveTo>
                    <a:cubicBezTo>
                      <a:pt x="415" y="1"/>
                      <a:pt x="401" y="1"/>
                      <a:pt x="386" y="2"/>
                    </a:cubicBezTo>
                    <a:cubicBezTo>
                      <a:pt x="169" y="24"/>
                      <a:pt x="0" y="209"/>
                      <a:pt x="0" y="430"/>
                    </a:cubicBezTo>
                    <a:cubicBezTo>
                      <a:pt x="0" y="653"/>
                      <a:pt x="169" y="837"/>
                      <a:pt x="386" y="858"/>
                    </a:cubicBezTo>
                    <a:lnTo>
                      <a:pt x="386" y="835"/>
                    </a:lnTo>
                    <a:lnTo>
                      <a:pt x="386" y="833"/>
                    </a:lnTo>
                    <a:cubicBezTo>
                      <a:pt x="316" y="825"/>
                      <a:pt x="250" y="799"/>
                      <a:pt x="195" y="760"/>
                    </a:cubicBezTo>
                    <a:cubicBezTo>
                      <a:pt x="152" y="729"/>
                      <a:pt x="116" y="690"/>
                      <a:pt x="87" y="646"/>
                    </a:cubicBezTo>
                    <a:cubicBezTo>
                      <a:pt x="59" y="600"/>
                      <a:pt x="39" y="550"/>
                      <a:pt x="30" y="494"/>
                    </a:cubicBezTo>
                    <a:cubicBezTo>
                      <a:pt x="27" y="473"/>
                      <a:pt x="25" y="452"/>
                      <a:pt x="25" y="430"/>
                    </a:cubicBezTo>
                    <a:cubicBezTo>
                      <a:pt x="25" y="408"/>
                      <a:pt x="28" y="386"/>
                      <a:pt x="30" y="365"/>
                    </a:cubicBezTo>
                    <a:cubicBezTo>
                      <a:pt x="40" y="310"/>
                      <a:pt x="59" y="259"/>
                      <a:pt x="87" y="215"/>
                    </a:cubicBezTo>
                    <a:cubicBezTo>
                      <a:pt x="151" y="114"/>
                      <a:pt x="259" y="42"/>
                      <a:pt x="386" y="28"/>
                    </a:cubicBezTo>
                    <a:cubicBezTo>
                      <a:pt x="401" y="27"/>
                      <a:pt x="415" y="26"/>
                      <a:pt x="430" y="26"/>
                    </a:cubicBezTo>
                    <a:lnTo>
                      <a:pt x="435" y="26"/>
                    </a:lnTo>
                    <a:cubicBezTo>
                      <a:pt x="447" y="26"/>
                      <a:pt x="461" y="27"/>
                      <a:pt x="474" y="28"/>
                    </a:cubicBezTo>
                    <a:lnTo>
                      <a:pt x="474" y="2"/>
                    </a:lnTo>
                    <a:cubicBezTo>
                      <a:pt x="461" y="1"/>
                      <a:pt x="447" y="1"/>
                      <a:pt x="4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5" name="Google Shape;1174;p48">
              <a:extLst>
                <a:ext uri="{FF2B5EF4-FFF2-40B4-BE49-F238E27FC236}">
                  <a16:creationId xmlns:a16="http://schemas.microsoft.com/office/drawing/2014/main" id="{352B0A08-7FBC-DA16-0C3E-13BF911164EA}"/>
                </a:ext>
              </a:extLst>
            </p:cNvPr>
            <p:cNvSpPr/>
            <p:nvPr/>
          </p:nvSpPr>
          <p:spPr>
            <a:xfrm>
              <a:off x="6391424" y="3119709"/>
              <a:ext cx="614078" cy="216309"/>
            </a:xfrm>
            <a:custGeom>
              <a:avLst/>
              <a:gdLst/>
              <a:ahLst/>
              <a:cxnLst/>
              <a:rect l="l" t="t" r="r" b="b"/>
              <a:pathLst>
                <a:path w="1337" h="457" extrusionOk="0">
                  <a:moveTo>
                    <a:pt x="0" y="1"/>
                  </a:moveTo>
                  <a:cubicBezTo>
                    <a:pt x="0" y="252"/>
                    <a:pt x="204" y="456"/>
                    <a:pt x="455" y="456"/>
                  </a:cubicBezTo>
                  <a:lnTo>
                    <a:pt x="1337" y="456"/>
                  </a:lnTo>
                  <a:lnTo>
                    <a:pt x="1337" y="400"/>
                  </a:lnTo>
                  <a:lnTo>
                    <a:pt x="454" y="404"/>
                  </a:lnTo>
                  <a:cubicBezTo>
                    <a:pt x="231" y="404"/>
                    <a:pt x="50" y="223"/>
                    <a:pt x="50" y="1"/>
                  </a:cubicBezTo>
                  <a:close/>
                </a:path>
              </a:pathLst>
            </a:custGeom>
            <a:solidFill>
              <a:schemeClr val="tx1"/>
            </a:solidFill>
            <a:ln w="19050">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1156;p48">
              <a:extLst>
                <a:ext uri="{FF2B5EF4-FFF2-40B4-BE49-F238E27FC236}">
                  <a16:creationId xmlns:a16="http://schemas.microsoft.com/office/drawing/2014/main" id="{E3F1D4B1-8723-9D51-D144-BA2D3F4D9A82}"/>
                </a:ext>
              </a:extLst>
            </p:cNvPr>
            <p:cNvSpPr/>
            <p:nvPr/>
          </p:nvSpPr>
          <p:spPr>
            <a:xfrm>
              <a:off x="7005502" y="3301817"/>
              <a:ext cx="409691" cy="608553"/>
            </a:xfrm>
            <a:custGeom>
              <a:avLst/>
              <a:gdLst/>
              <a:ahLst/>
              <a:cxnLst/>
              <a:rect l="l" t="t" r="r" b="b"/>
              <a:pathLst>
                <a:path w="892" h="1325" extrusionOk="0">
                  <a:moveTo>
                    <a:pt x="1" y="1"/>
                  </a:moveTo>
                  <a:lnTo>
                    <a:pt x="1" y="111"/>
                  </a:lnTo>
                  <a:lnTo>
                    <a:pt x="502" y="111"/>
                  </a:lnTo>
                  <a:cubicBezTo>
                    <a:pt x="655" y="111"/>
                    <a:pt x="782" y="236"/>
                    <a:pt x="782" y="390"/>
                  </a:cubicBezTo>
                  <a:lnTo>
                    <a:pt x="782" y="1324"/>
                  </a:lnTo>
                  <a:lnTo>
                    <a:pt x="892" y="1324"/>
                  </a:lnTo>
                  <a:lnTo>
                    <a:pt x="892" y="390"/>
                  </a:lnTo>
                  <a:cubicBezTo>
                    <a:pt x="892" y="176"/>
                    <a:pt x="717" y="1"/>
                    <a:pt x="502"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1155;p48">
              <a:extLst>
                <a:ext uri="{FF2B5EF4-FFF2-40B4-BE49-F238E27FC236}">
                  <a16:creationId xmlns:a16="http://schemas.microsoft.com/office/drawing/2014/main" id="{AAA028DF-A33D-DBB3-2E32-980C35C74DC7}"/>
                </a:ext>
              </a:extLst>
            </p:cNvPr>
            <p:cNvSpPr/>
            <p:nvPr/>
          </p:nvSpPr>
          <p:spPr>
            <a:xfrm>
              <a:off x="6633744" y="3869724"/>
              <a:ext cx="785395" cy="375694"/>
            </a:xfrm>
            <a:custGeom>
              <a:avLst/>
              <a:gdLst/>
              <a:ahLst/>
              <a:cxnLst/>
              <a:rect l="l" t="t" r="r" b="b"/>
              <a:pathLst>
                <a:path w="1710" h="818" extrusionOk="0">
                  <a:moveTo>
                    <a:pt x="1600" y="1"/>
                  </a:moveTo>
                  <a:lnTo>
                    <a:pt x="1600" y="429"/>
                  </a:lnTo>
                  <a:cubicBezTo>
                    <a:pt x="1600" y="583"/>
                    <a:pt x="1473" y="709"/>
                    <a:pt x="1320" y="709"/>
                  </a:cubicBezTo>
                  <a:lnTo>
                    <a:pt x="1" y="709"/>
                  </a:lnTo>
                  <a:lnTo>
                    <a:pt x="1" y="818"/>
                  </a:lnTo>
                  <a:lnTo>
                    <a:pt x="1320" y="818"/>
                  </a:lnTo>
                  <a:cubicBezTo>
                    <a:pt x="1535" y="818"/>
                    <a:pt x="1710" y="642"/>
                    <a:pt x="1710" y="429"/>
                  </a:cubicBezTo>
                  <a:lnTo>
                    <a:pt x="1710"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56" name="Billede 355">
            <a:extLst>
              <a:ext uri="{FF2B5EF4-FFF2-40B4-BE49-F238E27FC236}">
                <a16:creationId xmlns:a16="http://schemas.microsoft.com/office/drawing/2014/main" id="{CE50CF2B-3770-08A5-E962-BFE172C8D749}"/>
              </a:ext>
            </a:extLst>
          </p:cNvPr>
          <p:cNvPicPr>
            <a:picLocks noChangeAspect="1"/>
          </p:cNvPicPr>
          <p:nvPr/>
        </p:nvPicPr>
        <p:blipFill>
          <a:blip r:embed="rId4"/>
          <a:stretch>
            <a:fillRect/>
          </a:stretch>
        </p:blipFill>
        <p:spPr>
          <a:xfrm>
            <a:off x="740223" y="3444402"/>
            <a:ext cx="2336800" cy="673100"/>
          </a:xfrm>
          <a:prstGeom prst="rect">
            <a:avLst/>
          </a:prstGeom>
        </p:spPr>
      </p:pic>
      <p:grpSp>
        <p:nvGrpSpPr>
          <p:cNvPr id="398" name="Gruppe 397">
            <a:extLst>
              <a:ext uri="{FF2B5EF4-FFF2-40B4-BE49-F238E27FC236}">
                <a16:creationId xmlns:a16="http://schemas.microsoft.com/office/drawing/2014/main" id="{A03ACE3E-8174-3448-6803-424110D28319}"/>
              </a:ext>
            </a:extLst>
          </p:cNvPr>
          <p:cNvGrpSpPr/>
          <p:nvPr/>
        </p:nvGrpSpPr>
        <p:grpSpPr>
          <a:xfrm>
            <a:off x="740223" y="4466091"/>
            <a:ext cx="1321421" cy="1084476"/>
            <a:chOff x="6737838" y="411615"/>
            <a:chExt cx="471037" cy="473334"/>
          </a:xfrm>
        </p:grpSpPr>
        <p:sp>
          <p:nvSpPr>
            <p:cNvPr id="358" name="Google Shape;1396;p50">
              <a:extLst>
                <a:ext uri="{FF2B5EF4-FFF2-40B4-BE49-F238E27FC236}">
                  <a16:creationId xmlns:a16="http://schemas.microsoft.com/office/drawing/2014/main" id="{3B905CF3-AE4F-8E22-173B-6A67C6DEABC3}"/>
                </a:ext>
              </a:extLst>
            </p:cNvPr>
            <p:cNvSpPr/>
            <p:nvPr/>
          </p:nvSpPr>
          <p:spPr>
            <a:xfrm>
              <a:off x="6737838" y="494520"/>
              <a:ext cx="228775" cy="225050"/>
            </a:xfrm>
            <a:custGeom>
              <a:avLst/>
              <a:gdLst/>
              <a:ahLst/>
              <a:cxnLst/>
              <a:rect l="l" t="t" r="r" b="b"/>
              <a:pathLst>
                <a:path w="1595" h="1569" extrusionOk="0">
                  <a:moveTo>
                    <a:pt x="153" y="1"/>
                  </a:moveTo>
                  <a:cubicBezTo>
                    <a:pt x="118" y="1"/>
                    <a:pt x="82" y="15"/>
                    <a:pt x="55" y="43"/>
                  </a:cubicBezTo>
                  <a:cubicBezTo>
                    <a:pt x="0" y="97"/>
                    <a:pt x="0" y="185"/>
                    <a:pt x="55" y="240"/>
                  </a:cubicBezTo>
                  <a:lnTo>
                    <a:pt x="1342" y="1527"/>
                  </a:lnTo>
                  <a:cubicBezTo>
                    <a:pt x="1369" y="1555"/>
                    <a:pt x="1405" y="1568"/>
                    <a:pt x="1441" y="1568"/>
                  </a:cubicBezTo>
                  <a:cubicBezTo>
                    <a:pt x="1477" y="1568"/>
                    <a:pt x="1513" y="1555"/>
                    <a:pt x="1540" y="1527"/>
                  </a:cubicBezTo>
                  <a:cubicBezTo>
                    <a:pt x="1594" y="1472"/>
                    <a:pt x="1594" y="1385"/>
                    <a:pt x="1540" y="1329"/>
                  </a:cubicBezTo>
                  <a:lnTo>
                    <a:pt x="252" y="43"/>
                  </a:lnTo>
                  <a:cubicBezTo>
                    <a:pt x="225" y="15"/>
                    <a:pt x="189" y="1"/>
                    <a:pt x="15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1397;p50">
              <a:extLst>
                <a:ext uri="{FF2B5EF4-FFF2-40B4-BE49-F238E27FC236}">
                  <a16:creationId xmlns:a16="http://schemas.microsoft.com/office/drawing/2014/main" id="{4D3583E3-6BF5-C3FC-6058-0C484F3614ED}"/>
                </a:ext>
              </a:extLst>
            </p:cNvPr>
            <p:cNvSpPr/>
            <p:nvPr/>
          </p:nvSpPr>
          <p:spPr>
            <a:xfrm>
              <a:off x="6820743" y="411615"/>
              <a:ext cx="228775" cy="224906"/>
            </a:xfrm>
            <a:custGeom>
              <a:avLst/>
              <a:gdLst/>
              <a:ahLst/>
              <a:cxnLst/>
              <a:rect l="l" t="t" r="r" b="b"/>
              <a:pathLst>
                <a:path w="1595" h="1568" extrusionOk="0">
                  <a:moveTo>
                    <a:pt x="154" y="0"/>
                  </a:moveTo>
                  <a:cubicBezTo>
                    <a:pt x="119" y="0"/>
                    <a:pt x="83" y="14"/>
                    <a:pt x="55" y="41"/>
                  </a:cubicBezTo>
                  <a:cubicBezTo>
                    <a:pt x="1" y="97"/>
                    <a:pt x="1" y="184"/>
                    <a:pt x="55" y="239"/>
                  </a:cubicBezTo>
                  <a:lnTo>
                    <a:pt x="1343" y="1526"/>
                  </a:lnTo>
                  <a:cubicBezTo>
                    <a:pt x="1370" y="1554"/>
                    <a:pt x="1406" y="1567"/>
                    <a:pt x="1441" y="1567"/>
                  </a:cubicBezTo>
                  <a:cubicBezTo>
                    <a:pt x="1477" y="1567"/>
                    <a:pt x="1513" y="1554"/>
                    <a:pt x="1540" y="1526"/>
                  </a:cubicBezTo>
                  <a:cubicBezTo>
                    <a:pt x="1595" y="1472"/>
                    <a:pt x="1595" y="1383"/>
                    <a:pt x="1540" y="1328"/>
                  </a:cubicBezTo>
                  <a:lnTo>
                    <a:pt x="253" y="41"/>
                  </a:lnTo>
                  <a:cubicBezTo>
                    <a:pt x="226" y="14"/>
                    <a:pt x="190" y="0"/>
                    <a:pt x="1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1398;p50">
              <a:extLst>
                <a:ext uri="{FF2B5EF4-FFF2-40B4-BE49-F238E27FC236}">
                  <a16:creationId xmlns:a16="http://schemas.microsoft.com/office/drawing/2014/main" id="{3C31F705-A2F7-014D-4271-DBB3AA6720FE}"/>
                </a:ext>
              </a:extLst>
            </p:cNvPr>
            <p:cNvSpPr/>
            <p:nvPr/>
          </p:nvSpPr>
          <p:spPr>
            <a:xfrm>
              <a:off x="6747735" y="425815"/>
              <a:ext cx="301352" cy="295333"/>
            </a:xfrm>
            <a:custGeom>
              <a:avLst/>
              <a:gdLst/>
              <a:ahLst/>
              <a:cxnLst/>
              <a:rect l="l" t="t" r="r" b="b"/>
              <a:pathLst>
                <a:path w="2101" h="2059" extrusionOk="0">
                  <a:moveTo>
                    <a:pt x="452" y="0"/>
                  </a:moveTo>
                  <a:cubicBezTo>
                    <a:pt x="346" y="0"/>
                    <a:pt x="241" y="40"/>
                    <a:pt x="161" y="121"/>
                  </a:cubicBezTo>
                  <a:cubicBezTo>
                    <a:pt x="1" y="281"/>
                    <a:pt x="1" y="541"/>
                    <a:pt x="161" y="701"/>
                  </a:cubicBezTo>
                  <a:lnTo>
                    <a:pt x="1518" y="2058"/>
                  </a:lnTo>
                  <a:lnTo>
                    <a:pt x="1716" y="1860"/>
                  </a:lnTo>
                  <a:lnTo>
                    <a:pt x="359" y="503"/>
                  </a:lnTo>
                  <a:cubicBezTo>
                    <a:pt x="306" y="452"/>
                    <a:pt x="306" y="368"/>
                    <a:pt x="359" y="316"/>
                  </a:cubicBezTo>
                  <a:cubicBezTo>
                    <a:pt x="385" y="291"/>
                    <a:pt x="419" y="279"/>
                    <a:pt x="452" y="279"/>
                  </a:cubicBezTo>
                  <a:cubicBezTo>
                    <a:pt x="486" y="279"/>
                    <a:pt x="520" y="291"/>
                    <a:pt x="546" y="316"/>
                  </a:cubicBezTo>
                  <a:lnTo>
                    <a:pt x="1903" y="1673"/>
                  </a:lnTo>
                  <a:lnTo>
                    <a:pt x="2101" y="1475"/>
                  </a:lnTo>
                  <a:lnTo>
                    <a:pt x="743" y="121"/>
                  </a:lnTo>
                  <a:cubicBezTo>
                    <a:pt x="662" y="40"/>
                    <a:pt x="557" y="0"/>
                    <a:pt x="452"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1400;p50">
              <a:extLst>
                <a:ext uri="{FF2B5EF4-FFF2-40B4-BE49-F238E27FC236}">
                  <a16:creationId xmlns:a16="http://schemas.microsoft.com/office/drawing/2014/main" id="{73CC191E-9B2E-887F-1EF8-B19BA1184DE7}"/>
                </a:ext>
              </a:extLst>
            </p:cNvPr>
            <p:cNvSpPr/>
            <p:nvPr/>
          </p:nvSpPr>
          <p:spPr>
            <a:xfrm>
              <a:off x="7044501" y="716700"/>
              <a:ext cx="155194" cy="155197"/>
            </a:xfrm>
            <a:custGeom>
              <a:avLst/>
              <a:gdLst/>
              <a:ahLst/>
              <a:cxnLst/>
              <a:rect l="l" t="t" r="r" b="b"/>
              <a:pathLst>
                <a:path w="1082" h="1082" extrusionOk="0">
                  <a:moveTo>
                    <a:pt x="342" y="0"/>
                  </a:moveTo>
                  <a:lnTo>
                    <a:pt x="1" y="341"/>
                  </a:lnTo>
                  <a:lnTo>
                    <a:pt x="741" y="1081"/>
                  </a:lnTo>
                  <a:lnTo>
                    <a:pt x="1082" y="740"/>
                  </a:lnTo>
                  <a:lnTo>
                    <a:pt x="342"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1401;p50">
              <a:extLst>
                <a:ext uri="{FF2B5EF4-FFF2-40B4-BE49-F238E27FC236}">
                  <a16:creationId xmlns:a16="http://schemas.microsoft.com/office/drawing/2014/main" id="{82EB17DE-C36B-BA66-308A-7C7E1BF20610}"/>
                </a:ext>
              </a:extLst>
            </p:cNvPr>
            <p:cNvSpPr/>
            <p:nvPr/>
          </p:nvSpPr>
          <p:spPr>
            <a:xfrm>
              <a:off x="7126258" y="799318"/>
              <a:ext cx="82617" cy="80467"/>
            </a:xfrm>
            <a:custGeom>
              <a:avLst/>
              <a:gdLst/>
              <a:ahLst/>
              <a:cxnLst/>
              <a:rect l="l" t="t" r="r" b="b"/>
              <a:pathLst>
                <a:path w="576" h="561" extrusionOk="0">
                  <a:moveTo>
                    <a:pt x="494" y="0"/>
                  </a:moveTo>
                  <a:cubicBezTo>
                    <a:pt x="475" y="0"/>
                    <a:pt x="455" y="8"/>
                    <a:pt x="440" y="22"/>
                  </a:cubicBezTo>
                  <a:lnTo>
                    <a:pt x="31" y="432"/>
                  </a:lnTo>
                  <a:cubicBezTo>
                    <a:pt x="1" y="460"/>
                    <a:pt x="1" y="509"/>
                    <a:pt x="31" y="538"/>
                  </a:cubicBezTo>
                  <a:cubicBezTo>
                    <a:pt x="46" y="553"/>
                    <a:pt x="65" y="560"/>
                    <a:pt x="84" y="560"/>
                  </a:cubicBezTo>
                  <a:cubicBezTo>
                    <a:pt x="103" y="560"/>
                    <a:pt x="123" y="553"/>
                    <a:pt x="138" y="538"/>
                  </a:cubicBezTo>
                  <a:lnTo>
                    <a:pt x="547" y="129"/>
                  </a:lnTo>
                  <a:cubicBezTo>
                    <a:pt x="576" y="100"/>
                    <a:pt x="576" y="52"/>
                    <a:pt x="547" y="22"/>
                  </a:cubicBezTo>
                  <a:cubicBezTo>
                    <a:pt x="533" y="8"/>
                    <a:pt x="513" y="0"/>
                    <a:pt x="494"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1402;p50">
              <a:extLst>
                <a:ext uri="{FF2B5EF4-FFF2-40B4-BE49-F238E27FC236}">
                  <a16:creationId xmlns:a16="http://schemas.microsoft.com/office/drawing/2014/main" id="{78E2D353-0332-107E-4454-0E5C6E4331B3}"/>
                </a:ext>
              </a:extLst>
            </p:cNvPr>
            <p:cNvSpPr/>
            <p:nvPr/>
          </p:nvSpPr>
          <p:spPr>
            <a:xfrm>
              <a:off x="7095563" y="768479"/>
              <a:ext cx="82761" cy="80467"/>
            </a:xfrm>
            <a:custGeom>
              <a:avLst/>
              <a:gdLst/>
              <a:ahLst/>
              <a:cxnLst/>
              <a:rect l="l" t="t" r="r" b="b"/>
              <a:pathLst>
                <a:path w="577" h="561" extrusionOk="0">
                  <a:moveTo>
                    <a:pt x="493" y="0"/>
                  </a:moveTo>
                  <a:cubicBezTo>
                    <a:pt x="474" y="0"/>
                    <a:pt x="455" y="8"/>
                    <a:pt x="440" y="22"/>
                  </a:cubicBezTo>
                  <a:lnTo>
                    <a:pt x="31" y="432"/>
                  </a:lnTo>
                  <a:cubicBezTo>
                    <a:pt x="1" y="460"/>
                    <a:pt x="1" y="509"/>
                    <a:pt x="31" y="539"/>
                  </a:cubicBezTo>
                  <a:cubicBezTo>
                    <a:pt x="46" y="553"/>
                    <a:pt x="65" y="560"/>
                    <a:pt x="84" y="560"/>
                  </a:cubicBezTo>
                  <a:cubicBezTo>
                    <a:pt x="103" y="560"/>
                    <a:pt x="123" y="553"/>
                    <a:pt x="138" y="539"/>
                  </a:cubicBezTo>
                  <a:lnTo>
                    <a:pt x="547" y="129"/>
                  </a:lnTo>
                  <a:cubicBezTo>
                    <a:pt x="576" y="100"/>
                    <a:pt x="576" y="52"/>
                    <a:pt x="547" y="22"/>
                  </a:cubicBezTo>
                  <a:cubicBezTo>
                    <a:pt x="532" y="8"/>
                    <a:pt x="513" y="0"/>
                    <a:pt x="493"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1403;p50">
              <a:extLst>
                <a:ext uri="{FF2B5EF4-FFF2-40B4-BE49-F238E27FC236}">
                  <a16:creationId xmlns:a16="http://schemas.microsoft.com/office/drawing/2014/main" id="{44431A5A-5F62-F9B5-36F3-66254F73EA45}"/>
                </a:ext>
              </a:extLst>
            </p:cNvPr>
            <p:cNvSpPr/>
            <p:nvPr/>
          </p:nvSpPr>
          <p:spPr>
            <a:xfrm>
              <a:off x="7064725" y="737497"/>
              <a:ext cx="82761" cy="80467"/>
            </a:xfrm>
            <a:custGeom>
              <a:avLst/>
              <a:gdLst/>
              <a:ahLst/>
              <a:cxnLst/>
              <a:rect l="l" t="t" r="r" b="b"/>
              <a:pathLst>
                <a:path w="577" h="561" extrusionOk="0">
                  <a:moveTo>
                    <a:pt x="493" y="1"/>
                  </a:moveTo>
                  <a:cubicBezTo>
                    <a:pt x="474" y="1"/>
                    <a:pt x="454" y="8"/>
                    <a:pt x="439" y="23"/>
                  </a:cubicBezTo>
                  <a:lnTo>
                    <a:pt x="31" y="432"/>
                  </a:lnTo>
                  <a:cubicBezTo>
                    <a:pt x="1" y="462"/>
                    <a:pt x="1" y="510"/>
                    <a:pt x="31" y="539"/>
                  </a:cubicBezTo>
                  <a:cubicBezTo>
                    <a:pt x="45" y="553"/>
                    <a:pt x="64" y="561"/>
                    <a:pt x="84" y="561"/>
                  </a:cubicBezTo>
                  <a:cubicBezTo>
                    <a:pt x="103" y="561"/>
                    <a:pt x="123" y="553"/>
                    <a:pt x="138" y="539"/>
                  </a:cubicBezTo>
                  <a:lnTo>
                    <a:pt x="546" y="130"/>
                  </a:lnTo>
                  <a:cubicBezTo>
                    <a:pt x="576" y="100"/>
                    <a:pt x="576" y="52"/>
                    <a:pt x="546" y="23"/>
                  </a:cubicBezTo>
                  <a:cubicBezTo>
                    <a:pt x="532" y="8"/>
                    <a:pt x="513" y="1"/>
                    <a:pt x="493"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1404;p50">
              <a:extLst>
                <a:ext uri="{FF2B5EF4-FFF2-40B4-BE49-F238E27FC236}">
                  <a16:creationId xmlns:a16="http://schemas.microsoft.com/office/drawing/2014/main" id="{AB019116-00AC-0977-C9D2-2CFEAA80CB0F}"/>
                </a:ext>
              </a:extLst>
            </p:cNvPr>
            <p:cNvSpPr/>
            <p:nvPr/>
          </p:nvSpPr>
          <p:spPr>
            <a:xfrm>
              <a:off x="7024707" y="696762"/>
              <a:ext cx="95239" cy="95241"/>
            </a:xfrm>
            <a:custGeom>
              <a:avLst/>
              <a:gdLst/>
              <a:ahLst/>
              <a:cxnLst/>
              <a:rect l="l" t="t" r="r" b="b"/>
              <a:pathLst>
                <a:path w="664" h="664" extrusionOk="0">
                  <a:moveTo>
                    <a:pt x="517" y="0"/>
                  </a:moveTo>
                  <a:lnTo>
                    <a:pt x="1" y="517"/>
                  </a:lnTo>
                  <a:lnTo>
                    <a:pt x="147" y="663"/>
                  </a:lnTo>
                  <a:lnTo>
                    <a:pt x="664" y="147"/>
                  </a:lnTo>
                  <a:lnTo>
                    <a:pt x="517"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1405;p50">
              <a:extLst>
                <a:ext uri="{FF2B5EF4-FFF2-40B4-BE49-F238E27FC236}">
                  <a16:creationId xmlns:a16="http://schemas.microsoft.com/office/drawing/2014/main" id="{A2420C12-10E2-B62A-B05D-8113DBE6A43E}"/>
                </a:ext>
              </a:extLst>
            </p:cNvPr>
            <p:cNvSpPr/>
            <p:nvPr/>
          </p:nvSpPr>
          <p:spPr>
            <a:xfrm>
              <a:off x="6964895" y="637094"/>
              <a:ext cx="144580" cy="142288"/>
            </a:xfrm>
            <a:custGeom>
              <a:avLst/>
              <a:gdLst/>
              <a:ahLst/>
              <a:cxnLst/>
              <a:rect l="l" t="t" r="r" b="b"/>
              <a:pathLst>
                <a:path w="1008" h="992" extrusionOk="0">
                  <a:moveTo>
                    <a:pt x="772" y="0"/>
                  </a:moveTo>
                  <a:lnTo>
                    <a:pt x="387" y="385"/>
                  </a:lnTo>
                  <a:lnTo>
                    <a:pt x="1" y="771"/>
                  </a:lnTo>
                  <a:lnTo>
                    <a:pt x="173" y="943"/>
                  </a:lnTo>
                  <a:cubicBezTo>
                    <a:pt x="205" y="975"/>
                    <a:pt x="247" y="992"/>
                    <a:pt x="290" y="992"/>
                  </a:cubicBezTo>
                  <a:cubicBezTo>
                    <a:pt x="332" y="992"/>
                    <a:pt x="375" y="975"/>
                    <a:pt x="407" y="943"/>
                  </a:cubicBezTo>
                  <a:lnTo>
                    <a:pt x="675" y="675"/>
                  </a:lnTo>
                  <a:lnTo>
                    <a:pt x="945" y="407"/>
                  </a:lnTo>
                  <a:cubicBezTo>
                    <a:pt x="1008" y="342"/>
                    <a:pt x="1008" y="237"/>
                    <a:pt x="945" y="172"/>
                  </a:cubicBezTo>
                  <a:lnTo>
                    <a:pt x="77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1406;p50">
              <a:extLst>
                <a:ext uri="{FF2B5EF4-FFF2-40B4-BE49-F238E27FC236}">
                  <a16:creationId xmlns:a16="http://schemas.microsoft.com/office/drawing/2014/main" id="{8C2AAE34-4097-8E44-4434-C6E3E3292BB8}"/>
                </a:ext>
              </a:extLst>
            </p:cNvPr>
            <p:cNvSpPr/>
            <p:nvPr/>
          </p:nvSpPr>
          <p:spPr>
            <a:xfrm>
              <a:off x="6929897" y="602096"/>
              <a:ext cx="145584" cy="145443"/>
            </a:xfrm>
            <a:custGeom>
              <a:avLst/>
              <a:gdLst/>
              <a:ahLst/>
              <a:cxnLst/>
              <a:rect l="l" t="t" r="r" b="b"/>
              <a:pathLst>
                <a:path w="1015" h="1014" extrusionOk="0">
                  <a:moveTo>
                    <a:pt x="774" y="0"/>
                  </a:moveTo>
                  <a:lnTo>
                    <a:pt x="1" y="774"/>
                  </a:lnTo>
                  <a:lnTo>
                    <a:pt x="242" y="1013"/>
                  </a:lnTo>
                  <a:lnTo>
                    <a:pt x="1015" y="240"/>
                  </a:lnTo>
                  <a:lnTo>
                    <a:pt x="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1407;p50">
              <a:extLst>
                <a:ext uri="{FF2B5EF4-FFF2-40B4-BE49-F238E27FC236}">
                  <a16:creationId xmlns:a16="http://schemas.microsoft.com/office/drawing/2014/main" id="{6E24C8EC-5707-FA81-A79D-CF24F90D28CE}"/>
                </a:ext>
              </a:extLst>
            </p:cNvPr>
            <p:cNvSpPr/>
            <p:nvPr/>
          </p:nvSpPr>
          <p:spPr>
            <a:xfrm>
              <a:off x="6960592" y="632791"/>
              <a:ext cx="119192" cy="119194"/>
            </a:xfrm>
            <a:custGeom>
              <a:avLst/>
              <a:gdLst/>
              <a:ahLst/>
              <a:cxnLst/>
              <a:rect l="l" t="t" r="r" b="b"/>
              <a:pathLst>
                <a:path w="831" h="831" extrusionOk="0">
                  <a:moveTo>
                    <a:pt x="774" y="0"/>
                  </a:moveTo>
                  <a:lnTo>
                    <a:pt x="1" y="773"/>
                  </a:lnTo>
                  <a:lnTo>
                    <a:pt x="57" y="830"/>
                  </a:lnTo>
                  <a:lnTo>
                    <a:pt x="831" y="57"/>
                  </a:lnTo>
                  <a:lnTo>
                    <a:pt x="77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1408;p50">
              <a:extLst>
                <a:ext uri="{FF2B5EF4-FFF2-40B4-BE49-F238E27FC236}">
                  <a16:creationId xmlns:a16="http://schemas.microsoft.com/office/drawing/2014/main" id="{30AB6BCC-9D3E-C40D-7A21-D843BFD2D50F}"/>
                </a:ext>
              </a:extLst>
            </p:cNvPr>
            <p:cNvSpPr/>
            <p:nvPr/>
          </p:nvSpPr>
          <p:spPr>
            <a:xfrm>
              <a:off x="6759067" y="467554"/>
              <a:ext cx="29977" cy="27396"/>
            </a:xfrm>
            <a:custGeom>
              <a:avLst/>
              <a:gdLst/>
              <a:ahLst/>
              <a:cxnLst/>
              <a:rect l="l" t="t" r="r" b="b"/>
              <a:pathLst>
                <a:path w="209" h="191" extrusionOk="0">
                  <a:moveTo>
                    <a:pt x="105" y="0"/>
                  </a:moveTo>
                  <a:cubicBezTo>
                    <a:pt x="81" y="0"/>
                    <a:pt x="56" y="10"/>
                    <a:pt x="37" y="28"/>
                  </a:cubicBezTo>
                  <a:cubicBezTo>
                    <a:pt x="1" y="65"/>
                    <a:pt x="1" y="125"/>
                    <a:pt x="37" y="162"/>
                  </a:cubicBezTo>
                  <a:cubicBezTo>
                    <a:pt x="55" y="181"/>
                    <a:pt x="80" y="190"/>
                    <a:pt x="104" y="190"/>
                  </a:cubicBezTo>
                  <a:cubicBezTo>
                    <a:pt x="128" y="190"/>
                    <a:pt x="153" y="181"/>
                    <a:pt x="171" y="162"/>
                  </a:cubicBezTo>
                  <a:cubicBezTo>
                    <a:pt x="208" y="126"/>
                    <a:pt x="208" y="66"/>
                    <a:pt x="171" y="28"/>
                  </a:cubicBezTo>
                  <a:cubicBezTo>
                    <a:pt x="153" y="10"/>
                    <a:pt x="129" y="0"/>
                    <a:pt x="105" y="0"/>
                  </a:cubicBezTo>
                  <a:close/>
                </a:path>
              </a:pathLst>
            </a:custGeom>
            <a:solidFill>
              <a:srgbClr val="FBFFFF">
                <a:alpha val="47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1409;p50">
              <a:extLst>
                <a:ext uri="{FF2B5EF4-FFF2-40B4-BE49-F238E27FC236}">
                  <a16:creationId xmlns:a16="http://schemas.microsoft.com/office/drawing/2014/main" id="{5E7B715C-3F36-63DC-D74D-FC92654F03A5}"/>
                </a:ext>
              </a:extLst>
            </p:cNvPr>
            <p:cNvSpPr/>
            <p:nvPr/>
          </p:nvSpPr>
          <p:spPr>
            <a:xfrm>
              <a:off x="7048517" y="733625"/>
              <a:ext cx="155911" cy="151324"/>
            </a:xfrm>
            <a:custGeom>
              <a:avLst/>
              <a:gdLst/>
              <a:ahLst/>
              <a:cxnLst/>
              <a:rect l="l" t="t" r="r" b="b"/>
              <a:pathLst>
                <a:path w="1087" h="1055" extrusionOk="0">
                  <a:moveTo>
                    <a:pt x="92" y="1"/>
                  </a:moveTo>
                  <a:lnTo>
                    <a:pt x="0" y="93"/>
                  </a:lnTo>
                  <a:lnTo>
                    <a:pt x="962" y="1054"/>
                  </a:lnTo>
                  <a:cubicBezTo>
                    <a:pt x="1007" y="1049"/>
                    <a:pt x="1053" y="1030"/>
                    <a:pt x="1087" y="995"/>
                  </a:cubicBezTo>
                  <a:lnTo>
                    <a:pt x="92" y="1"/>
                  </a:lnTo>
                  <a:close/>
                </a:path>
              </a:pathLst>
            </a:custGeom>
            <a:solidFill>
              <a:srgbClr val="FBFFFF">
                <a:alpha val="13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1580;p50">
              <a:extLst>
                <a:ext uri="{FF2B5EF4-FFF2-40B4-BE49-F238E27FC236}">
                  <a16:creationId xmlns:a16="http://schemas.microsoft.com/office/drawing/2014/main" id="{3D0DACE1-C98A-0A54-6098-E8301E6271D8}"/>
                </a:ext>
              </a:extLst>
            </p:cNvPr>
            <p:cNvSpPr/>
            <p:nvPr/>
          </p:nvSpPr>
          <p:spPr>
            <a:xfrm>
              <a:off x="6930471" y="657318"/>
              <a:ext cx="273526" cy="227488"/>
            </a:xfrm>
            <a:custGeom>
              <a:avLst/>
              <a:gdLst/>
              <a:ahLst/>
              <a:cxnLst/>
              <a:rect l="l" t="t" r="r" b="b"/>
              <a:pathLst>
                <a:path w="1907" h="1586" extrusionOk="0">
                  <a:moveTo>
                    <a:pt x="383" y="0"/>
                  </a:moveTo>
                  <a:lnTo>
                    <a:pt x="0" y="391"/>
                  </a:lnTo>
                  <a:lnTo>
                    <a:pt x="211" y="602"/>
                  </a:lnTo>
                  <a:lnTo>
                    <a:pt x="240" y="630"/>
                  </a:lnTo>
                  <a:lnTo>
                    <a:pt x="267" y="658"/>
                  </a:lnTo>
                  <a:lnTo>
                    <a:pt x="412" y="802"/>
                  </a:lnTo>
                  <a:cubicBezTo>
                    <a:pt x="444" y="834"/>
                    <a:pt x="486" y="851"/>
                    <a:pt x="529" y="851"/>
                  </a:cubicBezTo>
                  <a:cubicBezTo>
                    <a:pt x="571" y="851"/>
                    <a:pt x="614" y="834"/>
                    <a:pt x="646" y="802"/>
                  </a:cubicBezTo>
                  <a:lnTo>
                    <a:pt x="657" y="792"/>
                  </a:lnTo>
                  <a:lnTo>
                    <a:pt x="803" y="938"/>
                  </a:lnTo>
                  <a:lnTo>
                    <a:pt x="892" y="851"/>
                  </a:lnTo>
                  <a:lnTo>
                    <a:pt x="999" y="957"/>
                  </a:lnTo>
                  <a:lnTo>
                    <a:pt x="965" y="991"/>
                  </a:lnTo>
                  <a:cubicBezTo>
                    <a:pt x="936" y="1021"/>
                    <a:pt x="936" y="1069"/>
                    <a:pt x="965" y="1098"/>
                  </a:cubicBezTo>
                  <a:cubicBezTo>
                    <a:pt x="980" y="1112"/>
                    <a:pt x="999" y="1120"/>
                    <a:pt x="1019" y="1120"/>
                  </a:cubicBezTo>
                  <a:cubicBezTo>
                    <a:pt x="1038" y="1120"/>
                    <a:pt x="1057" y="1112"/>
                    <a:pt x="1072" y="1098"/>
                  </a:cubicBezTo>
                  <a:lnTo>
                    <a:pt x="1106" y="1064"/>
                  </a:lnTo>
                  <a:lnTo>
                    <a:pt x="1213" y="1171"/>
                  </a:lnTo>
                  <a:lnTo>
                    <a:pt x="1179" y="1204"/>
                  </a:lnTo>
                  <a:cubicBezTo>
                    <a:pt x="1150" y="1234"/>
                    <a:pt x="1150" y="1283"/>
                    <a:pt x="1179" y="1311"/>
                  </a:cubicBezTo>
                  <a:cubicBezTo>
                    <a:pt x="1193" y="1326"/>
                    <a:pt x="1213" y="1334"/>
                    <a:pt x="1232" y="1334"/>
                  </a:cubicBezTo>
                  <a:cubicBezTo>
                    <a:pt x="1252" y="1334"/>
                    <a:pt x="1271" y="1326"/>
                    <a:pt x="1285" y="1311"/>
                  </a:cubicBezTo>
                  <a:lnTo>
                    <a:pt x="1320" y="1278"/>
                  </a:lnTo>
                  <a:lnTo>
                    <a:pt x="1427" y="1385"/>
                  </a:lnTo>
                  <a:lnTo>
                    <a:pt x="1392" y="1418"/>
                  </a:lnTo>
                  <a:cubicBezTo>
                    <a:pt x="1363" y="1448"/>
                    <a:pt x="1363" y="1496"/>
                    <a:pt x="1392" y="1525"/>
                  </a:cubicBezTo>
                  <a:cubicBezTo>
                    <a:pt x="1407" y="1540"/>
                    <a:pt x="1427" y="1548"/>
                    <a:pt x="1446" y="1548"/>
                  </a:cubicBezTo>
                  <a:cubicBezTo>
                    <a:pt x="1466" y="1548"/>
                    <a:pt x="1485" y="1540"/>
                    <a:pt x="1499" y="1525"/>
                  </a:cubicBezTo>
                  <a:lnTo>
                    <a:pt x="1534" y="1492"/>
                  </a:lnTo>
                  <a:lnTo>
                    <a:pt x="1556" y="1470"/>
                  </a:lnTo>
                  <a:lnTo>
                    <a:pt x="1611" y="1524"/>
                  </a:lnTo>
                  <a:cubicBezTo>
                    <a:pt x="1652" y="1565"/>
                    <a:pt x="1705" y="1585"/>
                    <a:pt x="1759" y="1585"/>
                  </a:cubicBezTo>
                  <a:cubicBezTo>
                    <a:pt x="1812" y="1585"/>
                    <a:pt x="1866" y="1565"/>
                    <a:pt x="1907" y="1524"/>
                  </a:cubicBezTo>
                  <a:lnTo>
                    <a:pt x="383" y="0"/>
                  </a:lnTo>
                  <a:close/>
                </a:path>
              </a:pathLst>
            </a:custGeom>
            <a:solidFill>
              <a:srgbClr val="202020">
                <a:alpha val="14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9" name="Gruppe 398">
            <a:extLst>
              <a:ext uri="{FF2B5EF4-FFF2-40B4-BE49-F238E27FC236}">
                <a16:creationId xmlns:a16="http://schemas.microsoft.com/office/drawing/2014/main" id="{C61434F4-1656-6A8D-D019-3A8221A30BE4}"/>
              </a:ext>
            </a:extLst>
          </p:cNvPr>
          <p:cNvGrpSpPr/>
          <p:nvPr/>
        </p:nvGrpSpPr>
        <p:grpSpPr>
          <a:xfrm>
            <a:off x="3274710" y="1963296"/>
            <a:ext cx="1193800" cy="1181100"/>
            <a:chOff x="6983398" y="616869"/>
            <a:chExt cx="730650" cy="753318"/>
          </a:xfrm>
        </p:grpSpPr>
        <p:sp>
          <p:nvSpPr>
            <p:cNvPr id="372" name="Google Shape;1410;p50">
              <a:extLst>
                <a:ext uri="{FF2B5EF4-FFF2-40B4-BE49-F238E27FC236}">
                  <a16:creationId xmlns:a16="http://schemas.microsoft.com/office/drawing/2014/main" id="{6A56D203-DD00-D283-0C7D-271B7C3B0391}"/>
                </a:ext>
              </a:extLst>
            </p:cNvPr>
            <p:cNvSpPr/>
            <p:nvPr/>
          </p:nvSpPr>
          <p:spPr>
            <a:xfrm>
              <a:off x="7226949" y="931851"/>
              <a:ext cx="115607" cy="97392"/>
            </a:xfrm>
            <a:custGeom>
              <a:avLst/>
              <a:gdLst/>
              <a:ahLst/>
              <a:cxnLst/>
              <a:rect l="l" t="t" r="r" b="b"/>
              <a:pathLst>
                <a:path w="806" h="679" extrusionOk="0">
                  <a:moveTo>
                    <a:pt x="375" y="0"/>
                  </a:moveTo>
                  <a:cubicBezTo>
                    <a:pt x="364" y="14"/>
                    <a:pt x="353" y="26"/>
                    <a:pt x="340" y="38"/>
                  </a:cubicBezTo>
                  <a:cubicBezTo>
                    <a:pt x="243" y="135"/>
                    <a:pt x="128" y="210"/>
                    <a:pt x="0" y="259"/>
                  </a:cubicBezTo>
                  <a:lnTo>
                    <a:pt x="161" y="678"/>
                  </a:lnTo>
                  <a:cubicBezTo>
                    <a:pt x="348" y="606"/>
                    <a:pt x="516" y="498"/>
                    <a:pt x="659" y="354"/>
                  </a:cubicBezTo>
                  <a:cubicBezTo>
                    <a:pt x="712" y="301"/>
                    <a:pt x="761" y="242"/>
                    <a:pt x="805" y="181"/>
                  </a:cubicBezTo>
                  <a:lnTo>
                    <a:pt x="375"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1411;p50">
              <a:extLst>
                <a:ext uri="{FF2B5EF4-FFF2-40B4-BE49-F238E27FC236}">
                  <a16:creationId xmlns:a16="http://schemas.microsoft.com/office/drawing/2014/main" id="{FDD7F259-589A-2B65-4C1B-DA275344EEB3}"/>
                </a:ext>
              </a:extLst>
            </p:cNvPr>
            <p:cNvSpPr/>
            <p:nvPr/>
          </p:nvSpPr>
          <p:spPr>
            <a:xfrm>
              <a:off x="7327497" y="980188"/>
              <a:ext cx="161505" cy="149746"/>
            </a:xfrm>
            <a:custGeom>
              <a:avLst/>
              <a:gdLst/>
              <a:ahLst/>
              <a:cxnLst/>
              <a:rect l="l" t="t" r="r" b="b"/>
              <a:pathLst>
                <a:path w="1126" h="1044" extrusionOk="0">
                  <a:moveTo>
                    <a:pt x="1032" y="0"/>
                  </a:moveTo>
                  <a:cubicBezTo>
                    <a:pt x="764" y="58"/>
                    <a:pt x="519" y="192"/>
                    <a:pt x="324" y="386"/>
                  </a:cubicBezTo>
                  <a:cubicBezTo>
                    <a:pt x="181" y="530"/>
                    <a:pt x="72" y="699"/>
                    <a:pt x="1" y="886"/>
                  </a:cubicBezTo>
                  <a:lnTo>
                    <a:pt x="419" y="1044"/>
                  </a:lnTo>
                  <a:cubicBezTo>
                    <a:pt x="468" y="916"/>
                    <a:pt x="543" y="801"/>
                    <a:pt x="641" y="704"/>
                  </a:cubicBezTo>
                  <a:cubicBezTo>
                    <a:pt x="775" y="570"/>
                    <a:pt x="943" y="477"/>
                    <a:pt x="1125" y="439"/>
                  </a:cubicBezTo>
                  <a:lnTo>
                    <a:pt x="1032"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1412;p50">
              <a:extLst>
                <a:ext uri="{FF2B5EF4-FFF2-40B4-BE49-F238E27FC236}">
                  <a16:creationId xmlns:a16="http://schemas.microsoft.com/office/drawing/2014/main" id="{5BFA91C6-9C29-92E1-9A26-9A140B803798}"/>
                </a:ext>
              </a:extLst>
            </p:cNvPr>
            <p:cNvSpPr/>
            <p:nvPr/>
          </p:nvSpPr>
          <p:spPr>
            <a:xfrm>
              <a:off x="7424888" y="701352"/>
              <a:ext cx="141281" cy="214005"/>
            </a:xfrm>
            <a:custGeom>
              <a:avLst/>
              <a:gdLst/>
              <a:ahLst/>
              <a:cxnLst/>
              <a:rect l="l" t="t" r="r" b="b"/>
              <a:pathLst>
                <a:path w="985" h="1492" extrusionOk="0">
                  <a:moveTo>
                    <a:pt x="290" y="0"/>
                  </a:moveTo>
                  <a:cubicBezTo>
                    <a:pt x="258" y="0"/>
                    <a:pt x="225" y="7"/>
                    <a:pt x="193" y="20"/>
                  </a:cubicBezTo>
                  <a:cubicBezTo>
                    <a:pt x="64" y="73"/>
                    <a:pt x="1" y="223"/>
                    <a:pt x="54" y="354"/>
                  </a:cubicBezTo>
                  <a:lnTo>
                    <a:pt x="457" y="1334"/>
                  </a:lnTo>
                  <a:cubicBezTo>
                    <a:pt x="498" y="1432"/>
                    <a:pt x="593" y="1492"/>
                    <a:pt x="694" y="1492"/>
                  </a:cubicBezTo>
                  <a:cubicBezTo>
                    <a:pt x="727" y="1492"/>
                    <a:pt x="760" y="1486"/>
                    <a:pt x="792" y="1473"/>
                  </a:cubicBezTo>
                  <a:cubicBezTo>
                    <a:pt x="922" y="1419"/>
                    <a:pt x="984" y="1270"/>
                    <a:pt x="931" y="1138"/>
                  </a:cubicBezTo>
                  <a:lnTo>
                    <a:pt x="527" y="159"/>
                  </a:lnTo>
                  <a:cubicBezTo>
                    <a:pt x="486" y="60"/>
                    <a:pt x="391" y="0"/>
                    <a:pt x="29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1413;p50">
              <a:extLst>
                <a:ext uri="{FF2B5EF4-FFF2-40B4-BE49-F238E27FC236}">
                  <a16:creationId xmlns:a16="http://schemas.microsoft.com/office/drawing/2014/main" id="{CA18B0DF-1BE8-23F2-00AC-5C75D03EEAEF}"/>
                </a:ext>
              </a:extLst>
            </p:cNvPr>
            <p:cNvSpPr/>
            <p:nvPr/>
          </p:nvSpPr>
          <p:spPr>
            <a:xfrm>
              <a:off x="7333664" y="792576"/>
              <a:ext cx="141281" cy="214148"/>
            </a:xfrm>
            <a:custGeom>
              <a:avLst/>
              <a:gdLst/>
              <a:ahLst/>
              <a:cxnLst/>
              <a:rect l="l" t="t" r="r" b="b"/>
              <a:pathLst>
                <a:path w="985" h="1493" extrusionOk="0">
                  <a:moveTo>
                    <a:pt x="290" y="1"/>
                  </a:moveTo>
                  <a:cubicBezTo>
                    <a:pt x="258" y="1"/>
                    <a:pt x="225" y="7"/>
                    <a:pt x="193" y="20"/>
                  </a:cubicBezTo>
                  <a:cubicBezTo>
                    <a:pt x="61" y="73"/>
                    <a:pt x="0" y="223"/>
                    <a:pt x="54" y="354"/>
                  </a:cubicBezTo>
                  <a:lnTo>
                    <a:pt x="457" y="1334"/>
                  </a:lnTo>
                  <a:cubicBezTo>
                    <a:pt x="497" y="1433"/>
                    <a:pt x="593" y="1492"/>
                    <a:pt x="694" y="1492"/>
                  </a:cubicBezTo>
                  <a:cubicBezTo>
                    <a:pt x="726" y="1492"/>
                    <a:pt x="760" y="1486"/>
                    <a:pt x="792" y="1473"/>
                  </a:cubicBezTo>
                  <a:cubicBezTo>
                    <a:pt x="922" y="1420"/>
                    <a:pt x="984" y="1270"/>
                    <a:pt x="931" y="1138"/>
                  </a:cubicBezTo>
                  <a:lnTo>
                    <a:pt x="526" y="159"/>
                  </a:lnTo>
                  <a:cubicBezTo>
                    <a:pt x="486" y="60"/>
                    <a:pt x="390" y="1"/>
                    <a:pt x="29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1414;p50">
              <a:extLst>
                <a:ext uri="{FF2B5EF4-FFF2-40B4-BE49-F238E27FC236}">
                  <a16:creationId xmlns:a16="http://schemas.microsoft.com/office/drawing/2014/main" id="{42630B61-D950-DB00-15AA-B3D15B767D6E}"/>
                </a:ext>
              </a:extLst>
            </p:cNvPr>
            <p:cNvSpPr/>
            <p:nvPr/>
          </p:nvSpPr>
          <p:spPr>
            <a:xfrm>
              <a:off x="7509228" y="616869"/>
              <a:ext cx="141424" cy="214005"/>
            </a:xfrm>
            <a:custGeom>
              <a:avLst/>
              <a:gdLst/>
              <a:ahLst/>
              <a:cxnLst/>
              <a:rect l="l" t="t" r="r" b="b"/>
              <a:pathLst>
                <a:path w="986" h="1492" extrusionOk="0">
                  <a:moveTo>
                    <a:pt x="292" y="0"/>
                  </a:moveTo>
                  <a:cubicBezTo>
                    <a:pt x="259" y="0"/>
                    <a:pt x="226" y="6"/>
                    <a:pt x="194" y="19"/>
                  </a:cubicBezTo>
                  <a:cubicBezTo>
                    <a:pt x="64" y="73"/>
                    <a:pt x="1" y="223"/>
                    <a:pt x="55" y="353"/>
                  </a:cubicBezTo>
                  <a:lnTo>
                    <a:pt x="459" y="1334"/>
                  </a:lnTo>
                  <a:cubicBezTo>
                    <a:pt x="500" y="1432"/>
                    <a:pt x="595" y="1492"/>
                    <a:pt x="696" y="1492"/>
                  </a:cubicBezTo>
                  <a:cubicBezTo>
                    <a:pt x="728" y="1492"/>
                    <a:pt x="761" y="1486"/>
                    <a:pt x="793" y="1473"/>
                  </a:cubicBezTo>
                  <a:cubicBezTo>
                    <a:pt x="925" y="1419"/>
                    <a:pt x="986" y="1269"/>
                    <a:pt x="932" y="1138"/>
                  </a:cubicBezTo>
                  <a:lnTo>
                    <a:pt x="528" y="158"/>
                  </a:lnTo>
                  <a:cubicBezTo>
                    <a:pt x="488" y="59"/>
                    <a:pt x="392" y="0"/>
                    <a:pt x="2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1415;p50">
              <a:extLst>
                <a:ext uri="{FF2B5EF4-FFF2-40B4-BE49-F238E27FC236}">
                  <a16:creationId xmlns:a16="http://schemas.microsoft.com/office/drawing/2014/main" id="{3974C407-D96C-666C-5CDE-2385A7C71928}"/>
                </a:ext>
              </a:extLst>
            </p:cNvPr>
            <p:cNvSpPr/>
            <p:nvPr/>
          </p:nvSpPr>
          <p:spPr>
            <a:xfrm>
              <a:off x="6983398" y="1235788"/>
              <a:ext cx="143576" cy="134399"/>
            </a:xfrm>
            <a:custGeom>
              <a:avLst/>
              <a:gdLst/>
              <a:ahLst/>
              <a:cxnLst/>
              <a:rect l="l" t="t" r="r" b="b"/>
              <a:pathLst>
                <a:path w="1001" h="937" extrusionOk="0">
                  <a:moveTo>
                    <a:pt x="634" y="1"/>
                  </a:moveTo>
                  <a:cubicBezTo>
                    <a:pt x="548" y="1"/>
                    <a:pt x="463" y="33"/>
                    <a:pt x="397" y="99"/>
                  </a:cubicBezTo>
                  <a:lnTo>
                    <a:pt x="130" y="366"/>
                  </a:lnTo>
                  <a:cubicBezTo>
                    <a:pt x="0" y="496"/>
                    <a:pt x="0" y="707"/>
                    <a:pt x="130" y="838"/>
                  </a:cubicBezTo>
                  <a:cubicBezTo>
                    <a:pt x="196" y="904"/>
                    <a:pt x="282" y="937"/>
                    <a:pt x="367" y="937"/>
                  </a:cubicBezTo>
                  <a:cubicBezTo>
                    <a:pt x="453" y="937"/>
                    <a:pt x="539" y="904"/>
                    <a:pt x="604" y="838"/>
                  </a:cubicBezTo>
                  <a:lnTo>
                    <a:pt x="870" y="572"/>
                  </a:lnTo>
                  <a:cubicBezTo>
                    <a:pt x="1001" y="441"/>
                    <a:pt x="1001" y="230"/>
                    <a:pt x="870" y="99"/>
                  </a:cubicBezTo>
                  <a:cubicBezTo>
                    <a:pt x="805" y="33"/>
                    <a:pt x="719" y="1"/>
                    <a:pt x="634"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1416;p50">
              <a:extLst>
                <a:ext uri="{FF2B5EF4-FFF2-40B4-BE49-F238E27FC236}">
                  <a16:creationId xmlns:a16="http://schemas.microsoft.com/office/drawing/2014/main" id="{458CBED1-517C-D9A4-E8F5-A06840BA94B9}"/>
                </a:ext>
              </a:extLst>
            </p:cNvPr>
            <p:cNvSpPr/>
            <p:nvPr/>
          </p:nvSpPr>
          <p:spPr>
            <a:xfrm>
              <a:off x="7009216" y="1099382"/>
              <a:ext cx="249286" cy="249147"/>
            </a:xfrm>
            <a:custGeom>
              <a:avLst/>
              <a:gdLst/>
              <a:ahLst/>
              <a:cxnLst/>
              <a:rect l="l" t="t" r="r" b="b"/>
              <a:pathLst>
                <a:path w="1738" h="1737" extrusionOk="0">
                  <a:moveTo>
                    <a:pt x="1189" y="0"/>
                  </a:moveTo>
                  <a:lnTo>
                    <a:pt x="1" y="1188"/>
                  </a:lnTo>
                  <a:lnTo>
                    <a:pt x="549" y="1737"/>
                  </a:lnTo>
                  <a:lnTo>
                    <a:pt x="1737" y="549"/>
                  </a:lnTo>
                  <a:lnTo>
                    <a:pt x="1189"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1417;p50">
              <a:extLst>
                <a:ext uri="{FF2B5EF4-FFF2-40B4-BE49-F238E27FC236}">
                  <a16:creationId xmlns:a16="http://schemas.microsoft.com/office/drawing/2014/main" id="{D2231ABE-65B5-F247-DCBB-D19380B6F399}"/>
                </a:ext>
              </a:extLst>
            </p:cNvPr>
            <p:cNvSpPr/>
            <p:nvPr/>
          </p:nvSpPr>
          <p:spPr>
            <a:xfrm>
              <a:off x="6994729" y="1232346"/>
              <a:ext cx="132962" cy="129522"/>
            </a:xfrm>
            <a:custGeom>
              <a:avLst/>
              <a:gdLst/>
              <a:ahLst/>
              <a:cxnLst/>
              <a:rect l="l" t="t" r="r" b="b"/>
              <a:pathLst>
                <a:path w="927" h="903" extrusionOk="0">
                  <a:moveTo>
                    <a:pt x="134" y="1"/>
                  </a:moveTo>
                  <a:cubicBezTo>
                    <a:pt x="103" y="1"/>
                    <a:pt x="72" y="13"/>
                    <a:pt x="48" y="37"/>
                  </a:cubicBezTo>
                  <a:cubicBezTo>
                    <a:pt x="0" y="85"/>
                    <a:pt x="0" y="161"/>
                    <a:pt x="48" y="209"/>
                  </a:cubicBezTo>
                  <a:lnTo>
                    <a:pt x="706" y="866"/>
                  </a:lnTo>
                  <a:cubicBezTo>
                    <a:pt x="730" y="890"/>
                    <a:pt x="761" y="903"/>
                    <a:pt x="792" y="903"/>
                  </a:cubicBezTo>
                  <a:cubicBezTo>
                    <a:pt x="823" y="903"/>
                    <a:pt x="854" y="890"/>
                    <a:pt x="878" y="866"/>
                  </a:cubicBezTo>
                  <a:cubicBezTo>
                    <a:pt x="926" y="818"/>
                    <a:pt x="926" y="740"/>
                    <a:pt x="878" y="694"/>
                  </a:cubicBezTo>
                  <a:lnTo>
                    <a:pt x="220" y="37"/>
                  </a:lnTo>
                  <a:cubicBezTo>
                    <a:pt x="196" y="13"/>
                    <a:pt x="165" y="1"/>
                    <a:pt x="134"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1418;p50">
              <a:extLst>
                <a:ext uri="{FF2B5EF4-FFF2-40B4-BE49-F238E27FC236}">
                  <a16:creationId xmlns:a16="http://schemas.microsoft.com/office/drawing/2014/main" id="{E315F6D0-9A99-BFA4-A08B-9C0B9A2A1F35}"/>
                </a:ext>
              </a:extLst>
            </p:cNvPr>
            <p:cNvSpPr/>
            <p:nvPr/>
          </p:nvSpPr>
          <p:spPr>
            <a:xfrm>
              <a:off x="7044071" y="1182717"/>
              <a:ext cx="133105" cy="129522"/>
            </a:xfrm>
            <a:custGeom>
              <a:avLst/>
              <a:gdLst/>
              <a:ahLst/>
              <a:cxnLst/>
              <a:rect l="l" t="t" r="r" b="b"/>
              <a:pathLst>
                <a:path w="928" h="903" extrusionOk="0">
                  <a:moveTo>
                    <a:pt x="135" y="0"/>
                  </a:moveTo>
                  <a:cubicBezTo>
                    <a:pt x="104" y="0"/>
                    <a:pt x="73" y="12"/>
                    <a:pt x="49" y="36"/>
                  </a:cubicBezTo>
                  <a:cubicBezTo>
                    <a:pt x="0" y="84"/>
                    <a:pt x="0" y="160"/>
                    <a:pt x="49" y="208"/>
                  </a:cubicBezTo>
                  <a:lnTo>
                    <a:pt x="706" y="866"/>
                  </a:lnTo>
                  <a:cubicBezTo>
                    <a:pt x="730" y="890"/>
                    <a:pt x="761" y="902"/>
                    <a:pt x="792" y="902"/>
                  </a:cubicBezTo>
                  <a:cubicBezTo>
                    <a:pt x="824" y="902"/>
                    <a:pt x="855" y="890"/>
                    <a:pt x="879" y="866"/>
                  </a:cubicBezTo>
                  <a:cubicBezTo>
                    <a:pt x="928" y="819"/>
                    <a:pt x="928" y="742"/>
                    <a:pt x="879" y="694"/>
                  </a:cubicBezTo>
                  <a:lnTo>
                    <a:pt x="221" y="36"/>
                  </a:lnTo>
                  <a:cubicBezTo>
                    <a:pt x="197" y="12"/>
                    <a:pt x="166" y="0"/>
                    <a:pt x="135"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1419;p50">
              <a:extLst>
                <a:ext uri="{FF2B5EF4-FFF2-40B4-BE49-F238E27FC236}">
                  <a16:creationId xmlns:a16="http://schemas.microsoft.com/office/drawing/2014/main" id="{8724E076-91B0-7CEF-5ECA-037E3CA4A94E}"/>
                </a:ext>
              </a:extLst>
            </p:cNvPr>
            <p:cNvSpPr/>
            <p:nvPr/>
          </p:nvSpPr>
          <p:spPr>
            <a:xfrm>
              <a:off x="7093699" y="1133089"/>
              <a:ext cx="132818" cy="129665"/>
            </a:xfrm>
            <a:custGeom>
              <a:avLst/>
              <a:gdLst/>
              <a:ahLst/>
              <a:cxnLst/>
              <a:rect l="l" t="t" r="r" b="b"/>
              <a:pathLst>
                <a:path w="926" h="904" extrusionOk="0">
                  <a:moveTo>
                    <a:pt x="135" y="1"/>
                  </a:moveTo>
                  <a:cubicBezTo>
                    <a:pt x="104" y="1"/>
                    <a:pt x="73" y="13"/>
                    <a:pt x="49" y="37"/>
                  </a:cubicBezTo>
                  <a:cubicBezTo>
                    <a:pt x="1" y="85"/>
                    <a:pt x="1" y="162"/>
                    <a:pt x="49" y="210"/>
                  </a:cubicBezTo>
                  <a:lnTo>
                    <a:pt x="707" y="868"/>
                  </a:lnTo>
                  <a:cubicBezTo>
                    <a:pt x="731" y="892"/>
                    <a:pt x="762" y="904"/>
                    <a:pt x="793" y="904"/>
                  </a:cubicBezTo>
                  <a:cubicBezTo>
                    <a:pt x="824" y="904"/>
                    <a:pt x="855" y="892"/>
                    <a:pt x="879" y="868"/>
                  </a:cubicBezTo>
                  <a:cubicBezTo>
                    <a:pt x="926" y="821"/>
                    <a:pt x="926" y="743"/>
                    <a:pt x="879" y="694"/>
                  </a:cubicBezTo>
                  <a:lnTo>
                    <a:pt x="221" y="37"/>
                  </a:lnTo>
                  <a:cubicBezTo>
                    <a:pt x="197" y="13"/>
                    <a:pt x="166" y="1"/>
                    <a:pt x="135"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1420;p50">
              <a:extLst>
                <a:ext uri="{FF2B5EF4-FFF2-40B4-BE49-F238E27FC236}">
                  <a16:creationId xmlns:a16="http://schemas.microsoft.com/office/drawing/2014/main" id="{4C020368-1DE0-64EC-2C8F-27F967692E40}"/>
                </a:ext>
              </a:extLst>
            </p:cNvPr>
            <p:cNvSpPr/>
            <p:nvPr/>
          </p:nvSpPr>
          <p:spPr>
            <a:xfrm>
              <a:off x="7137446" y="1067540"/>
              <a:ext cx="153042" cy="152902"/>
            </a:xfrm>
            <a:custGeom>
              <a:avLst/>
              <a:gdLst/>
              <a:ahLst/>
              <a:cxnLst/>
              <a:rect l="l" t="t" r="r" b="b"/>
              <a:pathLst>
                <a:path w="1067" h="1066" extrusionOk="0">
                  <a:moveTo>
                    <a:pt x="236" y="1"/>
                  </a:moveTo>
                  <a:lnTo>
                    <a:pt x="1" y="236"/>
                  </a:lnTo>
                  <a:lnTo>
                    <a:pt x="830" y="1066"/>
                  </a:lnTo>
                  <a:lnTo>
                    <a:pt x="1067" y="831"/>
                  </a:lnTo>
                  <a:lnTo>
                    <a:pt x="236"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1421;p50">
              <a:extLst>
                <a:ext uri="{FF2B5EF4-FFF2-40B4-BE49-F238E27FC236}">
                  <a16:creationId xmlns:a16="http://schemas.microsoft.com/office/drawing/2014/main" id="{97DCEDA6-C066-0D7A-2D8A-8F279E63DAB3}"/>
                </a:ext>
              </a:extLst>
            </p:cNvPr>
            <p:cNvSpPr/>
            <p:nvPr/>
          </p:nvSpPr>
          <p:spPr>
            <a:xfrm>
              <a:off x="7171727" y="979901"/>
              <a:ext cx="205969" cy="205973"/>
            </a:xfrm>
            <a:custGeom>
              <a:avLst/>
              <a:gdLst/>
              <a:ahLst/>
              <a:cxnLst/>
              <a:rect l="l" t="t" r="r" b="b"/>
              <a:pathLst>
                <a:path w="1436" h="1436" extrusionOk="0">
                  <a:moveTo>
                    <a:pt x="0" y="0"/>
                  </a:moveTo>
                  <a:cubicBezTo>
                    <a:pt x="168" y="168"/>
                    <a:pt x="168" y="442"/>
                    <a:pt x="0" y="611"/>
                  </a:cubicBezTo>
                  <a:lnTo>
                    <a:pt x="414" y="1025"/>
                  </a:lnTo>
                  <a:lnTo>
                    <a:pt x="825" y="1435"/>
                  </a:lnTo>
                  <a:cubicBezTo>
                    <a:pt x="909" y="1351"/>
                    <a:pt x="1019" y="1309"/>
                    <a:pt x="1130" y="1309"/>
                  </a:cubicBezTo>
                  <a:cubicBezTo>
                    <a:pt x="1241" y="1309"/>
                    <a:pt x="1351" y="1351"/>
                    <a:pt x="1435" y="1435"/>
                  </a:cubicBezTo>
                  <a:lnTo>
                    <a:pt x="720" y="720"/>
                  </a:lnTo>
                  <a:lnTo>
                    <a:pt x="0"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1422;p50">
              <a:extLst>
                <a:ext uri="{FF2B5EF4-FFF2-40B4-BE49-F238E27FC236}">
                  <a16:creationId xmlns:a16="http://schemas.microsoft.com/office/drawing/2014/main" id="{2B74515C-FC2E-1CD0-ACC5-31F96D601EB6}"/>
                </a:ext>
              </a:extLst>
            </p:cNvPr>
            <p:cNvSpPr/>
            <p:nvPr/>
          </p:nvSpPr>
          <p:spPr>
            <a:xfrm>
              <a:off x="7171153" y="950784"/>
              <a:ext cx="235516" cy="235377"/>
            </a:xfrm>
            <a:custGeom>
              <a:avLst/>
              <a:gdLst/>
              <a:ahLst/>
              <a:cxnLst/>
              <a:rect l="l" t="t" r="r" b="b"/>
              <a:pathLst>
                <a:path w="1642" h="1641" extrusionOk="0">
                  <a:moveTo>
                    <a:pt x="205" y="0"/>
                  </a:moveTo>
                  <a:lnTo>
                    <a:pt x="1" y="204"/>
                  </a:lnTo>
                  <a:lnTo>
                    <a:pt x="1437" y="1640"/>
                  </a:lnTo>
                  <a:lnTo>
                    <a:pt x="1641" y="1436"/>
                  </a:lnTo>
                  <a:lnTo>
                    <a:pt x="2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1423;p50">
              <a:extLst>
                <a:ext uri="{FF2B5EF4-FFF2-40B4-BE49-F238E27FC236}">
                  <a16:creationId xmlns:a16="http://schemas.microsoft.com/office/drawing/2014/main" id="{775B5E69-14B1-A20B-8261-46E143C9D505}"/>
                </a:ext>
              </a:extLst>
            </p:cNvPr>
            <p:cNvSpPr/>
            <p:nvPr/>
          </p:nvSpPr>
          <p:spPr>
            <a:xfrm>
              <a:off x="7200701" y="921237"/>
              <a:ext cx="235373" cy="235233"/>
            </a:xfrm>
            <a:custGeom>
              <a:avLst/>
              <a:gdLst/>
              <a:ahLst/>
              <a:cxnLst/>
              <a:rect l="l" t="t" r="r" b="b"/>
              <a:pathLst>
                <a:path w="1641" h="1640" extrusionOk="0">
                  <a:moveTo>
                    <a:pt x="204" y="1"/>
                  </a:moveTo>
                  <a:lnTo>
                    <a:pt x="0" y="205"/>
                  </a:lnTo>
                  <a:lnTo>
                    <a:pt x="1436" y="1640"/>
                  </a:lnTo>
                  <a:lnTo>
                    <a:pt x="1641" y="1436"/>
                  </a:ln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1424;p50">
              <a:extLst>
                <a:ext uri="{FF2B5EF4-FFF2-40B4-BE49-F238E27FC236}">
                  <a16:creationId xmlns:a16="http://schemas.microsoft.com/office/drawing/2014/main" id="{7F3B0F16-A63A-721C-03E5-3AC90E99BC0B}"/>
                </a:ext>
              </a:extLst>
            </p:cNvPr>
            <p:cNvSpPr/>
            <p:nvPr/>
          </p:nvSpPr>
          <p:spPr>
            <a:xfrm>
              <a:off x="7194103" y="944186"/>
              <a:ext cx="219165" cy="219169"/>
            </a:xfrm>
            <a:custGeom>
              <a:avLst/>
              <a:gdLst/>
              <a:ahLst/>
              <a:cxnLst/>
              <a:rect l="l" t="t" r="r" b="b"/>
              <a:pathLst>
                <a:path w="1528" h="1528" extrusionOk="0">
                  <a:moveTo>
                    <a:pt x="91" y="0"/>
                  </a:moveTo>
                  <a:lnTo>
                    <a:pt x="0" y="91"/>
                  </a:lnTo>
                  <a:lnTo>
                    <a:pt x="1436" y="1527"/>
                  </a:lnTo>
                  <a:lnTo>
                    <a:pt x="1527" y="1436"/>
                  </a:lnTo>
                  <a:lnTo>
                    <a:pt x="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1425;p50">
              <a:extLst>
                <a:ext uri="{FF2B5EF4-FFF2-40B4-BE49-F238E27FC236}">
                  <a16:creationId xmlns:a16="http://schemas.microsoft.com/office/drawing/2014/main" id="{6BE9970B-F97F-BF32-E7AE-D9DE8142C1C3}"/>
                </a:ext>
              </a:extLst>
            </p:cNvPr>
            <p:cNvSpPr/>
            <p:nvPr/>
          </p:nvSpPr>
          <p:spPr>
            <a:xfrm>
              <a:off x="7240862" y="885378"/>
              <a:ext cx="288586" cy="158352"/>
            </a:xfrm>
            <a:custGeom>
              <a:avLst/>
              <a:gdLst/>
              <a:ahLst/>
              <a:cxnLst/>
              <a:rect l="l" t="t" r="r" b="b"/>
              <a:pathLst>
                <a:path w="2012" h="1104" extrusionOk="0">
                  <a:moveTo>
                    <a:pt x="290" y="1"/>
                  </a:moveTo>
                  <a:cubicBezTo>
                    <a:pt x="190" y="1"/>
                    <a:pt x="94" y="60"/>
                    <a:pt x="54" y="159"/>
                  </a:cubicBezTo>
                  <a:cubicBezTo>
                    <a:pt x="0" y="289"/>
                    <a:pt x="61" y="440"/>
                    <a:pt x="193" y="493"/>
                  </a:cubicBezTo>
                  <a:lnTo>
                    <a:pt x="1626" y="1084"/>
                  </a:lnTo>
                  <a:cubicBezTo>
                    <a:pt x="1658" y="1097"/>
                    <a:pt x="1691" y="1103"/>
                    <a:pt x="1723" y="1103"/>
                  </a:cubicBezTo>
                  <a:cubicBezTo>
                    <a:pt x="1824" y="1103"/>
                    <a:pt x="1919" y="1044"/>
                    <a:pt x="1958" y="945"/>
                  </a:cubicBezTo>
                  <a:cubicBezTo>
                    <a:pt x="2012" y="814"/>
                    <a:pt x="1950" y="663"/>
                    <a:pt x="1819" y="610"/>
                  </a:cubicBezTo>
                  <a:lnTo>
                    <a:pt x="388" y="20"/>
                  </a:lnTo>
                  <a:cubicBezTo>
                    <a:pt x="356" y="7"/>
                    <a:pt x="323" y="1"/>
                    <a:pt x="290"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1426;p50">
              <a:extLst>
                <a:ext uri="{FF2B5EF4-FFF2-40B4-BE49-F238E27FC236}">
                  <a16:creationId xmlns:a16="http://schemas.microsoft.com/office/drawing/2014/main" id="{9590B0B1-52C5-1EE4-C389-A2197863510D}"/>
                </a:ext>
              </a:extLst>
            </p:cNvPr>
            <p:cNvSpPr/>
            <p:nvPr/>
          </p:nvSpPr>
          <p:spPr>
            <a:xfrm>
              <a:off x="7333808" y="792576"/>
              <a:ext cx="288586" cy="158352"/>
            </a:xfrm>
            <a:custGeom>
              <a:avLst/>
              <a:gdLst/>
              <a:ahLst/>
              <a:cxnLst/>
              <a:rect l="l" t="t" r="r" b="b"/>
              <a:pathLst>
                <a:path w="2012" h="1104" extrusionOk="0">
                  <a:moveTo>
                    <a:pt x="290" y="1"/>
                  </a:moveTo>
                  <a:cubicBezTo>
                    <a:pt x="190" y="1"/>
                    <a:pt x="94" y="60"/>
                    <a:pt x="54" y="159"/>
                  </a:cubicBezTo>
                  <a:cubicBezTo>
                    <a:pt x="0" y="290"/>
                    <a:pt x="62" y="440"/>
                    <a:pt x="193" y="493"/>
                  </a:cubicBezTo>
                  <a:lnTo>
                    <a:pt x="1625" y="1084"/>
                  </a:lnTo>
                  <a:cubicBezTo>
                    <a:pt x="1657" y="1097"/>
                    <a:pt x="1690" y="1103"/>
                    <a:pt x="1722" y="1103"/>
                  </a:cubicBezTo>
                  <a:cubicBezTo>
                    <a:pt x="1823" y="1103"/>
                    <a:pt x="1918" y="1044"/>
                    <a:pt x="1958" y="945"/>
                  </a:cubicBezTo>
                  <a:cubicBezTo>
                    <a:pt x="2012" y="814"/>
                    <a:pt x="1951" y="665"/>
                    <a:pt x="1819" y="611"/>
                  </a:cubicBezTo>
                  <a:lnTo>
                    <a:pt x="388" y="20"/>
                  </a:lnTo>
                  <a:cubicBezTo>
                    <a:pt x="356" y="7"/>
                    <a:pt x="323" y="1"/>
                    <a:pt x="290"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1427;p50">
              <a:extLst>
                <a:ext uri="{FF2B5EF4-FFF2-40B4-BE49-F238E27FC236}">
                  <a16:creationId xmlns:a16="http://schemas.microsoft.com/office/drawing/2014/main" id="{1F62EB6D-42BA-C21A-1AEE-8DADA9123E36}"/>
                </a:ext>
              </a:extLst>
            </p:cNvPr>
            <p:cNvSpPr/>
            <p:nvPr/>
          </p:nvSpPr>
          <p:spPr>
            <a:xfrm>
              <a:off x="7425175" y="701209"/>
              <a:ext cx="288873" cy="158352"/>
            </a:xfrm>
            <a:custGeom>
              <a:avLst/>
              <a:gdLst/>
              <a:ahLst/>
              <a:cxnLst/>
              <a:rect l="l" t="t" r="r" b="b"/>
              <a:pathLst>
                <a:path w="2014" h="1104" extrusionOk="0">
                  <a:moveTo>
                    <a:pt x="291" y="0"/>
                  </a:moveTo>
                  <a:cubicBezTo>
                    <a:pt x="190" y="0"/>
                    <a:pt x="95" y="59"/>
                    <a:pt x="54" y="158"/>
                  </a:cubicBezTo>
                  <a:cubicBezTo>
                    <a:pt x="1" y="289"/>
                    <a:pt x="63" y="439"/>
                    <a:pt x="193" y="492"/>
                  </a:cubicBezTo>
                  <a:lnTo>
                    <a:pt x="1625" y="1083"/>
                  </a:lnTo>
                  <a:cubicBezTo>
                    <a:pt x="1657" y="1097"/>
                    <a:pt x="1690" y="1103"/>
                    <a:pt x="1722" y="1103"/>
                  </a:cubicBezTo>
                  <a:cubicBezTo>
                    <a:pt x="1822" y="1103"/>
                    <a:pt x="1918" y="1043"/>
                    <a:pt x="1960" y="944"/>
                  </a:cubicBezTo>
                  <a:cubicBezTo>
                    <a:pt x="2013" y="813"/>
                    <a:pt x="1951" y="663"/>
                    <a:pt x="1821" y="610"/>
                  </a:cubicBezTo>
                  <a:lnTo>
                    <a:pt x="389" y="19"/>
                  </a:lnTo>
                  <a:cubicBezTo>
                    <a:pt x="357" y="6"/>
                    <a:pt x="323" y="0"/>
                    <a:pt x="291"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1428;p50">
              <a:extLst>
                <a:ext uri="{FF2B5EF4-FFF2-40B4-BE49-F238E27FC236}">
                  <a16:creationId xmlns:a16="http://schemas.microsoft.com/office/drawing/2014/main" id="{940F9218-850A-74FF-161C-E900B0B00C77}"/>
                </a:ext>
              </a:extLst>
            </p:cNvPr>
            <p:cNvSpPr/>
            <p:nvPr/>
          </p:nvSpPr>
          <p:spPr>
            <a:xfrm>
              <a:off x="7509228" y="617156"/>
              <a:ext cx="157345" cy="104134"/>
            </a:xfrm>
            <a:custGeom>
              <a:avLst/>
              <a:gdLst/>
              <a:ahLst/>
              <a:cxnLst/>
              <a:rect l="l" t="t" r="r" b="b"/>
              <a:pathLst>
                <a:path w="1097" h="726" extrusionOk="0">
                  <a:moveTo>
                    <a:pt x="291" y="0"/>
                  </a:moveTo>
                  <a:cubicBezTo>
                    <a:pt x="190" y="0"/>
                    <a:pt x="95" y="60"/>
                    <a:pt x="54" y="158"/>
                  </a:cubicBezTo>
                  <a:cubicBezTo>
                    <a:pt x="1" y="290"/>
                    <a:pt x="62" y="440"/>
                    <a:pt x="193" y="493"/>
                  </a:cubicBezTo>
                  <a:lnTo>
                    <a:pt x="709" y="706"/>
                  </a:lnTo>
                  <a:cubicBezTo>
                    <a:pt x="740" y="719"/>
                    <a:pt x="773" y="725"/>
                    <a:pt x="806" y="725"/>
                  </a:cubicBezTo>
                  <a:cubicBezTo>
                    <a:pt x="907" y="725"/>
                    <a:pt x="1003" y="665"/>
                    <a:pt x="1043" y="567"/>
                  </a:cubicBezTo>
                  <a:cubicBezTo>
                    <a:pt x="1097" y="435"/>
                    <a:pt x="1035" y="286"/>
                    <a:pt x="904" y="232"/>
                  </a:cubicBezTo>
                  <a:lnTo>
                    <a:pt x="388" y="19"/>
                  </a:lnTo>
                  <a:cubicBezTo>
                    <a:pt x="356" y="6"/>
                    <a:pt x="323" y="0"/>
                    <a:pt x="291"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1429;p50">
              <a:extLst>
                <a:ext uri="{FF2B5EF4-FFF2-40B4-BE49-F238E27FC236}">
                  <a16:creationId xmlns:a16="http://schemas.microsoft.com/office/drawing/2014/main" id="{8FBAEC93-6D74-B81E-9B85-F32A05D5276C}"/>
                </a:ext>
              </a:extLst>
            </p:cNvPr>
            <p:cNvSpPr/>
            <p:nvPr/>
          </p:nvSpPr>
          <p:spPr>
            <a:xfrm>
              <a:off x="7259509" y="900869"/>
              <a:ext cx="48193" cy="43604"/>
            </a:xfrm>
            <a:custGeom>
              <a:avLst/>
              <a:gdLst/>
              <a:ahLst/>
              <a:cxnLst/>
              <a:rect l="l" t="t" r="r" b="b"/>
              <a:pathLst>
                <a:path w="336" h="304" extrusionOk="0">
                  <a:moveTo>
                    <a:pt x="168" y="0"/>
                  </a:moveTo>
                  <a:cubicBezTo>
                    <a:pt x="128" y="0"/>
                    <a:pt x="89" y="15"/>
                    <a:pt x="60" y="44"/>
                  </a:cubicBezTo>
                  <a:cubicBezTo>
                    <a:pt x="1" y="104"/>
                    <a:pt x="1" y="200"/>
                    <a:pt x="60" y="259"/>
                  </a:cubicBezTo>
                  <a:cubicBezTo>
                    <a:pt x="89" y="289"/>
                    <a:pt x="128" y="303"/>
                    <a:pt x="168" y="303"/>
                  </a:cubicBezTo>
                  <a:cubicBezTo>
                    <a:pt x="207" y="303"/>
                    <a:pt x="246" y="289"/>
                    <a:pt x="276" y="259"/>
                  </a:cubicBezTo>
                  <a:cubicBezTo>
                    <a:pt x="336" y="199"/>
                    <a:pt x="336" y="103"/>
                    <a:pt x="276" y="44"/>
                  </a:cubicBezTo>
                  <a:cubicBezTo>
                    <a:pt x="246" y="15"/>
                    <a:pt x="207" y="0"/>
                    <a:pt x="168" y="0"/>
                  </a:cubicBezTo>
                  <a:close/>
                </a:path>
              </a:pathLst>
            </a:custGeom>
            <a:solidFill>
              <a:srgbClr val="FBFFFF">
                <a:alpha val="47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1430;p50">
              <a:extLst>
                <a:ext uri="{FF2B5EF4-FFF2-40B4-BE49-F238E27FC236}">
                  <a16:creationId xmlns:a16="http://schemas.microsoft.com/office/drawing/2014/main" id="{46AF2079-0C4E-7E25-9857-C1EB2FC9FAF3}"/>
                </a:ext>
              </a:extLst>
            </p:cNvPr>
            <p:cNvSpPr/>
            <p:nvPr/>
          </p:nvSpPr>
          <p:spPr>
            <a:xfrm>
              <a:off x="7353458" y="807063"/>
              <a:ext cx="47763" cy="43748"/>
            </a:xfrm>
            <a:custGeom>
              <a:avLst/>
              <a:gdLst/>
              <a:ahLst/>
              <a:cxnLst/>
              <a:rect l="l" t="t" r="r" b="b"/>
              <a:pathLst>
                <a:path w="333" h="305" extrusionOk="0">
                  <a:moveTo>
                    <a:pt x="166" y="1"/>
                  </a:moveTo>
                  <a:cubicBezTo>
                    <a:pt x="127" y="1"/>
                    <a:pt x="88" y="16"/>
                    <a:pt x="59" y="45"/>
                  </a:cubicBezTo>
                  <a:cubicBezTo>
                    <a:pt x="0" y="104"/>
                    <a:pt x="0" y="201"/>
                    <a:pt x="59" y="260"/>
                  </a:cubicBezTo>
                  <a:cubicBezTo>
                    <a:pt x="88" y="289"/>
                    <a:pt x="127" y="304"/>
                    <a:pt x="166" y="304"/>
                  </a:cubicBezTo>
                  <a:cubicBezTo>
                    <a:pt x="205" y="304"/>
                    <a:pt x="245" y="289"/>
                    <a:pt x="274" y="260"/>
                  </a:cubicBezTo>
                  <a:cubicBezTo>
                    <a:pt x="333" y="201"/>
                    <a:pt x="333" y="105"/>
                    <a:pt x="274" y="45"/>
                  </a:cubicBezTo>
                  <a:cubicBezTo>
                    <a:pt x="245" y="16"/>
                    <a:pt x="205" y="1"/>
                    <a:pt x="166" y="1"/>
                  </a:cubicBezTo>
                  <a:close/>
                </a:path>
              </a:pathLst>
            </a:custGeom>
            <a:solidFill>
              <a:srgbClr val="FBFFFF">
                <a:alpha val="47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1431;p50">
              <a:extLst>
                <a:ext uri="{FF2B5EF4-FFF2-40B4-BE49-F238E27FC236}">
                  <a16:creationId xmlns:a16="http://schemas.microsoft.com/office/drawing/2014/main" id="{4BBAB816-F126-C328-A199-01F15B97E4FE}"/>
                </a:ext>
              </a:extLst>
            </p:cNvPr>
            <p:cNvSpPr/>
            <p:nvPr/>
          </p:nvSpPr>
          <p:spPr>
            <a:xfrm>
              <a:off x="7444682" y="715839"/>
              <a:ext cx="47906" cy="43604"/>
            </a:xfrm>
            <a:custGeom>
              <a:avLst/>
              <a:gdLst/>
              <a:ahLst/>
              <a:cxnLst/>
              <a:rect l="l" t="t" r="r" b="b"/>
              <a:pathLst>
                <a:path w="334" h="304" extrusionOk="0">
                  <a:moveTo>
                    <a:pt x="167" y="1"/>
                  </a:moveTo>
                  <a:cubicBezTo>
                    <a:pt x="128" y="1"/>
                    <a:pt x="89" y="15"/>
                    <a:pt x="59" y="45"/>
                  </a:cubicBezTo>
                  <a:cubicBezTo>
                    <a:pt x="1" y="105"/>
                    <a:pt x="1" y="201"/>
                    <a:pt x="59" y="260"/>
                  </a:cubicBezTo>
                  <a:cubicBezTo>
                    <a:pt x="89" y="289"/>
                    <a:pt x="128" y="304"/>
                    <a:pt x="167" y="304"/>
                  </a:cubicBezTo>
                  <a:cubicBezTo>
                    <a:pt x="206" y="304"/>
                    <a:pt x="245" y="289"/>
                    <a:pt x="274" y="260"/>
                  </a:cubicBezTo>
                  <a:cubicBezTo>
                    <a:pt x="333" y="201"/>
                    <a:pt x="333" y="105"/>
                    <a:pt x="274" y="45"/>
                  </a:cubicBezTo>
                  <a:cubicBezTo>
                    <a:pt x="245" y="15"/>
                    <a:pt x="206" y="1"/>
                    <a:pt x="167" y="1"/>
                  </a:cubicBezTo>
                  <a:close/>
                </a:path>
              </a:pathLst>
            </a:custGeom>
            <a:solidFill>
              <a:srgbClr val="FBFFFF">
                <a:alpha val="47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1432;p50">
              <a:extLst>
                <a:ext uri="{FF2B5EF4-FFF2-40B4-BE49-F238E27FC236}">
                  <a16:creationId xmlns:a16="http://schemas.microsoft.com/office/drawing/2014/main" id="{CEA9C402-5320-2A82-70FA-0508A1FA31CE}"/>
                </a:ext>
              </a:extLst>
            </p:cNvPr>
            <p:cNvSpPr/>
            <p:nvPr/>
          </p:nvSpPr>
          <p:spPr>
            <a:xfrm>
              <a:off x="7528735" y="631643"/>
              <a:ext cx="48193" cy="43604"/>
            </a:xfrm>
            <a:custGeom>
              <a:avLst/>
              <a:gdLst/>
              <a:ahLst/>
              <a:cxnLst/>
              <a:rect l="l" t="t" r="r" b="b"/>
              <a:pathLst>
                <a:path w="336" h="304" extrusionOk="0">
                  <a:moveTo>
                    <a:pt x="167" y="1"/>
                  </a:moveTo>
                  <a:cubicBezTo>
                    <a:pt x="128" y="1"/>
                    <a:pt x="89" y="15"/>
                    <a:pt x="59" y="45"/>
                  </a:cubicBezTo>
                  <a:cubicBezTo>
                    <a:pt x="1" y="103"/>
                    <a:pt x="1" y="201"/>
                    <a:pt x="59" y="260"/>
                  </a:cubicBezTo>
                  <a:cubicBezTo>
                    <a:pt x="89" y="289"/>
                    <a:pt x="128" y="304"/>
                    <a:pt x="167" y="304"/>
                  </a:cubicBezTo>
                  <a:cubicBezTo>
                    <a:pt x="207" y="304"/>
                    <a:pt x="246" y="289"/>
                    <a:pt x="275" y="260"/>
                  </a:cubicBezTo>
                  <a:cubicBezTo>
                    <a:pt x="335" y="201"/>
                    <a:pt x="335" y="105"/>
                    <a:pt x="275" y="45"/>
                  </a:cubicBezTo>
                  <a:cubicBezTo>
                    <a:pt x="246" y="15"/>
                    <a:pt x="207" y="1"/>
                    <a:pt x="167" y="1"/>
                  </a:cubicBezTo>
                  <a:close/>
                </a:path>
              </a:pathLst>
            </a:custGeom>
            <a:solidFill>
              <a:srgbClr val="FBFFFF">
                <a:alpha val="47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1433;p50">
              <a:extLst>
                <a:ext uri="{FF2B5EF4-FFF2-40B4-BE49-F238E27FC236}">
                  <a16:creationId xmlns:a16="http://schemas.microsoft.com/office/drawing/2014/main" id="{98199F3E-0EDB-85CC-6F0A-44A1B4883C71}"/>
                </a:ext>
              </a:extLst>
            </p:cNvPr>
            <p:cNvSpPr/>
            <p:nvPr/>
          </p:nvSpPr>
          <p:spPr>
            <a:xfrm>
              <a:off x="6988561" y="1105837"/>
              <a:ext cx="242544" cy="250294"/>
            </a:xfrm>
            <a:custGeom>
              <a:avLst/>
              <a:gdLst/>
              <a:ahLst/>
              <a:cxnLst/>
              <a:rect l="l" t="t" r="r" b="b"/>
              <a:pathLst>
                <a:path w="1691" h="1745" extrusionOk="0">
                  <a:moveTo>
                    <a:pt x="1542" y="0"/>
                  </a:moveTo>
                  <a:lnTo>
                    <a:pt x="0" y="1542"/>
                  </a:lnTo>
                  <a:cubicBezTo>
                    <a:pt x="8" y="1616"/>
                    <a:pt x="39" y="1689"/>
                    <a:pt x="96" y="1744"/>
                  </a:cubicBezTo>
                  <a:lnTo>
                    <a:pt x="1691" y="149"/>
                  </a:lnTo>
                  <a:lnTo>
                    <a:pt x="1542" y="0"/>
                  </a:lnTo>
                  <a:close/>
                </a:path>
              </a:pathLst>
            </a:custGeom>
            <a:solidFill>
              <a:srgbClr val="FBFFFF">
                <a:alpha val="13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1581;p50">
              <a:extLst>
                <a:ext uri="{FF2B5EF4-FFF2-40B4-BE49-F238E27FC236}">
                  <a16:creationId xmlns:a16="http://schemas.microsoft.com/office/drawing/2014/main" id="{5146259A-4F6D-A43F-D6B1-2A1481DB3715}"/>
                </a:ext>
              </a:extLst>
            </p:cNvPr>
            <p:cNvSpPr/>
            <p:nvPr/>
          </p:nvSpPr>
          <p:spPr>
            <a:xfrm>
              <a:off x="7197213" y="921524"/>
              <a:ext cx="136160" cy="376334"/>
            </a:xfrm>
            <a:custGeom>
              <a:avLst/>
              <a:gdLst/>
              <a:ahLst/>
              <a:cxnLst/>
              <a:rect l="l" t="t" r="r" b="b"/>
              <a:pathLst>
                <a:path w="2442" h="3029" extrusionOk="0">
                  <a:moveTo>
                    <a:pt x="1723" y="1"/>
                  </a:moveTo>
                  <a:lnTo>
                    <a:pt x="1563" y="159"/>
                  </a:lnTo>
                  <a:lnTo>
                    <a:pt x="1518" y="205"/>
                  </a:lnTo>
                  <a:lnTo>
                    <a:pt x="1472" y="250"/>
                  </a:lnTo>
                  <a:lnTo>
                    <a:pt x="1313" y="409"/>
                  </a:lnTo>
                  <a:cubicBezTo>
                    <a:pt x="1482" y="578"/>
                    <a:pt x="1482" y="852"/>
                    <a:pt x="1313" y="1020"/>
                  </a:cubicBezTo>
                  <a:lnTo>
                    <a:pt x="1312" y="1019"/>
                  </a:lnTo>
                  <a:lnTo>
                    <a:pt x="1077" y="1254"/>
                  </a:lnTo>
                  <a:lnTo>
                    <a:pt x="1217" y="1394"/>
                  </a:lnTo>
                  <a:lnTo>
                    <a:pt x="1045" y="1567"/>
                  </a:lnTo>
                  <a:lnTo>
                    <a:pt x="990" y="1512"/>
                  </a:lnTo>
                  <a:cubicBezTo>
                    <a:pt x="966" y="1488"/>
                    <a:pt x="935" y="1476"/>
                    <a:pt x="904" y="1476"/>
                  </a:cubicBezTo>
                  <a:cubicBezTo>
                    <a:pt x="873" y="1476"/>
                    <a:pt x="842" y="1488"/>
                    <a:pt x="818" y="1512"/>
                  </a:cubicBezTo>
                  <a:cubicBezTo>
                    <a:pt x="770" y="1560"/>
                    <a:pt x="770" y="1637"/>
                    <a:pt x="818" y="1685"/>
                  </a:cubicBezTo>
                  <a:lnTo>
                    <a:pt x="872" y="1740"/>
                  </a:lnTo>
                  <a:lnTo>
                    <a:pt x="700" y="1912"/>
                  </a:lnTo>
                  <a:lnTo>
                    <a:pt x="645" y="1857"/>
                  </a:lnTo>
                  <a:cubicBezTo>
                    <a:pt x="621" y="1833"/>
                    <a:pt x="590" y="1821"/>
                    <a:pt x="559" y="1821"/>
                  </a:cubicBezTo>
                  <a:cubicBezTo>
                    <a:pt x="528" y="1821"/>
                    <a:pt x="497" y="1833"/>
                    <a:pt x="473" y="1857"/>
                  </a:cubicBezTo>
                  <a:cubicBezTo>
                    <a:pt x="424" y="1905"/>
                    <a:pt x="424" y="1981"/>
                    <a:pt x="473" y="2029"/>
                  </a:cubicBezTo>
                  <a:lnTo>
                    <a:pt x="527" y="2084"/>
                  </a:lnTo>
                  <a:lnTo>
                    <a:pt x="355" y="2257"/>
                  </a:lnTo>
                  <a:lnTo>
                    <a:pt x="300" y="2201"/>
                  </a:lnTo>
                  <a:cubicBezTo>
                    <a:pt x="276" y="2177"/>
                    <a:pt x="245" y="2165"/>
                    <a:pt x="214" y="2165"/>
                  </a:cubicBezTo>
                  <a:cubicBezTo>
                    <a:pt x="183" y="2165"/>
                    <a:pt x="152" y="2177"/>
                    <a:pt x="128" y="2201"/>
                  </a:cubicBezTo>
                  <a:cubicBezTo>
                    <a:pt x="80" y="2250"/>
                    <a:pt x="80" y="2327"/>
                    <a:pt x="128" y="2375"/>
                  </a:cubicBezTo>
                  <a:lnTo>
                    <a:pt x="183" y="2429"/>
                  </a:lnTo>
                  <a:lnTo>
                    <a:pt x="220" y="2467"/>
                  </a:lnTo>
                  <a:lnTo>
                    <a:pt x="131" y="2554"/>
                  </a:lnTo>
                  <a:cubicBezTo>
                    <a:pt x="1" y="2686"/>
                    <a:pt x="1" y="2897"/>
                    <a:pt x="131" y="3028"/>
                  </a:cubicBezTo>
                  <a:lnTo>
                    <a:pt x="2441" y="718"/>
                  </a:lnTo>
                  <a:lnTo>
                    <a:pt x="1723" y="1"/>
                  </a:lnTo>
                  <a:close/>
                </a:path>
              </a:pathLst>
            </a:custGeom>
            <a:solidFill>
              <a:srgbClr val="FBFFFF">
                <a:alpha val="13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18" name="Billede 417">
            <a:extLst>
              <a:ext uri="{FF2B5EF4-FFF2-40B4-BE49-F238E27FC236}">
                <a16:creationId xmlns:a16="http://schemas.microsoft.com/office/drawing/2014/main" id="{93C8A6A5-3821-EBA8-3F47-9FAF807A74CC}"/>
              </a:ext>
            </a:extLst>
          </p:cNvPr>
          <p:cNvPicPr>
            <a:picLocks noChangeAspect="1"/>
          </p:cNvPicPr>
          <p:nvPr/>
        </p:nvPicPr>
        <p:blipFill>
          <a:blip r:embed="rId5"/>
          <a:stretch>
            <a:fillRect/>
          </a:stretch>
        </p:blipFill>
        <p:spPr>
          <a:xfrm>
            <a:off x="5876400" y="5450293"/>
            <a:ext cx="1209902" cy="1197429"/>
          </a:xfrm>
          <a:prstGeom prst="rect">
            <a:avLst/>
          </a:prstGeom>
        </p:spPr>
      </p:pic>
      <p:pic>
        <p:nvPicPr>
          <p:cNvPr id="454" name="Billede 453">
            <a:extLst>
              <a:ext uri="{FF2B5EF4-FFF2-40B4-BE49-F238E27FC236}">
                <a16:creationId xmlns:a16="http://schemas.microsoft.com/office/drawing/2014/main" id="{7EED0F94-746B-B6D5-8013-52B58D9A1574}"/>
              </a:ext>
            </a:extLst>
          </p:cNvPr>
          <p:cNvPicPr>
            <a:picLocks noChangeAspect="1"/>
          </p:cNvPicPr>
          <p:nvPr/>
        </p:nvPicPr>
        <p:blipFill>
          <a:blip r:embed="rId6"/>
          <a:stretch>
            <a:fillRect/>
          </a:stretch>
        </p:blipFill>
        <p:spPr>
          <a:xfrm>
            <a:off x="2588073" y="5508957"/>
            <a:ext cx="977900" cy="1181100"/>
          </a:xfrm>
          <a:prstGeom prst="rect">
            <a:avLst/>
          </a:prstGeom>
        </p:spPr>
      </p:pic>
      <p:pic>
        <p:nvPicPr>
          <p:cNvPr id="474" name="Billede 473">
            <a:extLst>
              <a:ext uri="{FF2B5EF4-FFF2-40B4-BE49-F238E27FC236}">
                <a16:creationId xmlns:a16="http://schemas.microsoft.com/office/drawing/2014/main" id="{FF6F732B-2A3B-2C24-F869-BF011836A45C}"/>
              </a:ext>
            </a:extLst>
          </p:cNvPr>
          <p:cNvPicPr>
            <a:picLocks noChangeAspect="1"/>
          </p:cNvPicPr>
          <p:nvPr/>
        </p:nvPicPr>
        <p:blipFill>
          <a:blip r:embed="rId7"/>
          <a:stretch>
            <a:fillRect/>
          </a:stretch>
        </p:blipFill>
        <p:spPr>
          <a:xfrm>
            <a:off x="4204766" y="5809522"/>
            <a:ext cx="1193800" cy="838200"/>
          </a:xfrm>
          <a:prstGeom prst="rect">
            <a:avLst/>
          </a:prstGeom>
        </p:spPr>
      </p:pic>
      <p:sp>
        <p:nvSpPr>
          <p:cNvPr id="475" name="Pladsholder til slidenummer 474">
            <a:extLst>
              <a:ext uri="{FF2B5EF4-FFF2-40B4-BE49-F238E27FC236}">
                <a16:creationId xmlns:a16="http://schemas.microsoft.com/office/drawing/2014/main" id="{4978624D-4486-C934-3133-EC3A9ABE3A0F}"/>
              </a:ext>
            </a:extLst>
          </p:cNvPr>
          <p:cNvSpPr>
            <a:spLocks noGrp="1"/>
          </p:cNvSpPr>
          <p:nvPr>
            <p:ph type="sldNum" sz="quarter" idx="12"/>
          </p:nvPr>
        </p:nvSpPr>
        <p:spPr/>
        <p:txBody>
          <a:bodyPr/>
          <a:lstStyle/>
          <a:p>
            <a:fld id="{311372BF-1BD1-EE46-89BF-9D315F3C4C6D}" type="slidenum">
              <a:rPr lang="da-DK" smtClean="0"/>
              <a:t>16</a:t>
            </a:fld>
            <a:endParaRPr lang="da-DK"/>
          </a:p>
        </p:txBody>
      </p:sp>
      <p:pic>
        <p:nvPicPr>
          <p:cNvPr id="476" name="Billede 475">
            <a:extLst>
              <a:ext uri="{FF2B5EF4-FFF2-40B4-BE49-F238E27FC236}">
                <a16:creationId xmlns:a16="http://schemas.microsoft.com/office/drawing/2014/main" id="{8AFAFE02-6C57-C38A-B200-8E35083C2D1C}"/>
              </a:ext>
            </a:extLst>
          </p:cNvPr>
          <p:cNvPicPr>
            <a:picLocks noChangeAspect="1"/>
          </p:cNvPicPr>
          <p:nvPr/>
        </p:nvPicPr>
        <p:blipFill>
          <a:blip r:embed="rId8"/>
          <a:stretch>
            <a:fillRect/>
          </a:stretch>
        </p:blipFill>
        <p:spPr>
          <a:xfrm>
            <a:off x="5495592" y="245705"/>
            <a:ext cx="1200816" cy="1954817"/>
          </a:xfrm>
          <a:prstGeom prst="rect">
            <a:avLst/>
          </a:prstGeom>
        </p:spPr>
      </p:pic>
      <p:grpSp>
        <p:nvGrpSpPr>
          <p:cNvPr id="477" name="Gruppe 476">
            <a:extLst>
              <a:ext uri="{FF2B5EF4-FFF2-40B4-BE49-F238E27FC236}">
                <a16:creationId xmlns:a16="http://schemas.microsoft.com/office/drawing/2014/main" id="{80E6F208-F4D9-7BA3-EA59-B947973EE162}"/>
              </a:ext>
            </a:extLst>
          </p:cNvPr>
          <p:cNvGrpSpPr/>
          <p:nvPr/>
        </p:nvGrpSpPr>
        <p:grpSpPr>
          <a:xfrm>
            <a:off x="9535857" y="3621344"/>
            <a:ext cx="1915920" cy="2262173"/>
            <a:chOff x="5810964" y="1663388"/>
            <a:chExt cx="1915920" cy="2262173"/>
          </a:xfrm>
        </p:grpSpPr>
        <p:sp>
          <p:nvSpPr>
            <p:cNvPr id="478" name="Google Shape;1614;p52">
              <a:extLst>
                <a:ext uri="{FF2B5EF4-FFF2-40B4-BE49-F238E27FC236}">
                  <a16:creationId xmlns:a16="http://schemas.microsoft.com/office/drawing/2014/main" id="{0BB98EA2-0305-0093-C418-CD24926E9B1B}"/>
                </a:ext>
              </a:extLst>
            </p:cNvPr>
            <p:cNvSpPr/>
            <p:nvPr/>
          </p:nvSpPr>
          <p:spPr>
            <a:xfrm>
              <a:off x="6245506" y="1799743"/>
              <a:ext cx="199755" cy="141277"/>
            </a:xfrm>
            <a:custGeom>
              <a:avLst/>
              <a:gdLst/>
              <a:ahLst/>
              <a:cxnLst/>
              <a:rect l="l" t="t" r="r" b="b"/>
              <a:pathLst>
                <a:path w="690" h="488" extrusionOk="0">
                  <a:moveTo>
                    <a:pt x="127" y="0"/>
                  </a:moveTo>
                  <a:cubicBezTo>
                    <a:pt x="57" y="0"/>
                    <a:pt x="0" y="56"/>
                    <a:pt x="0" y="127"/>
                  </a:cubicBezTo>
                  <a:lnTo>
                    <a:pt x="0" y="361"/>
                  </a:lnTo>
                  <a:cubicBezTo>
                    <a:pt x="0" y="430"/>
                    <a:pt x="57" y="488"/>
                    <a:pt x="127" y="488"/>
                  </a:cubicBezTo>
                  <a:lnTo>
                    <a:pt x="563" y="488"/>
                  </a:lnTo>
                  <a:cubicBezTo>
                    <a:pt x="632" y="488"/>
                    <a:pt x="690" y="431"/>
                    <a:pt x="690" y="361"/>
                  </a:cubicBezTo>
                  <a:lnTo>
                    <a:pt x="690" y="127"/>
                  </a:lnTo>
                  <a:cubicBezTo>
                    <a:pt x="690" y="57"/>
                    <a:pt x="633" y="0"/>
                    <a:pt x="563" y="0"/>
                  </a:cubicBezTo>
                  <a:close/>
                </a:path>
              </a:pathLst>
            </a:custGeom>
            <a:solidFill>
              <a:srgbClr val="4D5A6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1624;p52">
              <a:extLst>
                <a:ext uri="{FF2B5EF4-FFF2-40B4-BE49-F238E27FC236}">
                  <a16:creationId xmlns:a16="http://schemas.microsoft.com/office/drawing/2014/main" id="{82CCBD50-EFB1-EB96-0E38-604B8F934AC0}"/>
                </a:ext>
              </a:extLst>
            </p:cNvPr>
            <p:cNvSpPr/>
            <p:nvPr/>
          </p:nvSpPr>
          <p:spPr>
            <a:xfrm>
              <a:off x="5810964" y="1710287"/>
              <a:ext cx="47478" cy="110011"/>
            </a:xfrm>
            <a:custGeom>
              <a:avLst/>
              <a:gdLst/>
              <a:ahLst/>
              <a:cxnLst/>
              <a:rect l="l" t="t" r="r" b="b"/>
              <a:pathLst>
                <a:path w="164" h="380" extrusionOk="0">
                  <a:moveTo>
                    <a:pt x="112" y="0"/>
                  </a:moveTo>
                  <a:lnTo>
                    <a:pt x="1" y="88"/>
                  </a:lnTo>
                  <a:lnTo>
                    <a:pt x="32" y="128"/>
                  </a:lnTo>
                  <a:cubicBezTo>
                    <a:pt x="65" y="101"/>
                    <a:pt x="85" y="85"/>
                    <a:pt x="91" y="79"/>
                  </a:cubicBezTo>
                  <a:cubicBezTo>
                    <a:pt x="96" y="75"/>
                    <a:pt x="101" y="70"/>
                    <a:pt x="106" y="66"/>
                  </a:cubicBezTo>
                  <a:lnTo>
                    <a:pt x="106" y="66"/>
                  </a:lnTo>
                  <a:cubicBezTo>
                    <a:pt x="102" y="83"/>
                    <a:pt x="102" y="106"/>
                    <a:pt x="102" y="135"/>
                  </a:cubicBezTo>
                  <a:lnTo>
                    <a:pt x="102" y="380"/>
                  </a:lnTo>
                  <a:lnTo>
                    <a:pt x="163" y="380"/>
                  </a:lnTo>
                  <a:lnTo>
                    <a:pt x="1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1625;p52">
              <a:extLst>
                <a:ext uri="{FF2B5EF4-FFF2-40B4-BE49-F238E27FC236}">
                  <a16:creationId xmlns:a16="http://schemas.microsoft.com/office/drawing/2014/main" id="{AC1AE088-3661-84A0-A2DA-C6B7F5A712C8}"/>
                </a:ext>
              </a:extLst>
            </p:cNvPr>
            <p:cNvSpPr/>
            <p:nvPr/>
          </p:nvSpPr>
          <p:spPr>
            <a:xfrm>
              <a:off x="5893762" y="1708261"/>
              <a:ext cx="75270" cy="113775"/>
            </a:xfrm>
            <a:custGeom>
              <a:avLst/>
              <a:gdLst/>
              <a:ahLst/>
              <a:cxnLst/>
              <a:rect l="l" t="t" r="r" b="b"/>
              <a:pathLst>
                <a:path w="260" h="393" extrusionOk="0">
                  <a:moveTo>
                    <a:pt x="131" y="53"/>
                  </a:moveTo>
                  <a:cubicBezTo>
                    <a:pt x="153" y="53"/>
                    <a:pt x="171" y="66"/>
                    <a:pt x="181" y="89"/>
                  </a:cubicBezTo>
                  <a:cubicBezTo>
                    <a:pt x="193" y="111"/>
                    <a:pt x="198" y="147"/>
                    <a:pt x="198" y="199"/>
                  </a:cubicBezTo>
                  <a:cubicBezTo>
                    <a:pt x="198" y="249"/>
                    <a:pt x="192" y="285"/>
                    <a:pt x="181" y="308"/>
                  </a:cubicBezTo>
                  <a:cubicBezTo>
                    <a:pt x="171" y="330"/>
                    <a:pt x="153" y="341"/>
                    <a:pt x="131" y="341"/>
                  </a:cubicBezTo>
                  <a:cubicBezTo>
                    <a:pt x="108" y="341"/>
                    <a:pt x="91" y="330"/>
                    <a:pt x="81" y="308"/>
                  </a:cubicBezTo>
                  <a:cubicBezTo>
                    <a:pt x="69" y="285"/>
                    <a:pt x="64" y="249"/>
                    <a:pt x="64" y="197"/>
                  </a:cubicBezTo>
                  <a:cubicBezTo>
                    <a:pt x="64" y="146"/>
                    <a:pt x="69" y="109"/>
                    <a:pt x="81" y="88"/>
                  </a:cubicBezTo>
                  <a:cubicBezTo>
                    <a:pt x="91" y="64"/>
                    <a:pt x="107" y="53"/>
                    <a:pt x="131" y="53"/>
                  </a:cubicBezTo>
                  <a:close/>
                  <a:moveTo>
                    <a:pt x="129" y="1"/>
                  </a:moveTo>
                  <a:cubicBezTo>
                    <a:pt x="86" y="1"/>
                    <a:pt x="54" y="17"/>
                    <a:pt x="32" y="49"/>
                  </a:cubicBezTo>
                  <a:cubicBezTo>
                    <a:pt x="11" y="81"/>
                    <a:pt x="0" y="130"/>
                    <a:pt x="0" y="197"/>
                  </a:cubicBezTo>
                  <a:cubicBezTo>
                    <a:pt x="0" y="261"/>
                    <a:pt x="12" y="309"/>
                    <a:pt x="33" y="343"/>
                  </a:cubicBezTo>
                  <a:cubicBezTo>
                    <a:pt x="55" y="376"/>
                    <a:pt x="87" y="392"/>
                    <a:pt x="130" y="392"/>
                  </a:cubicBezTo>
                  <a:cubicBezTo>
                    <a:pt x="174" y="392"/>
                    <a:pt x="206" y="376"/>
                    <a:pt x="227" y="344"/>
                  </a:cubicBezTo>
                  <a:cubicBezTo>
                    <a:pt x="248" y="312"/>
                    <a:pt x="259" y="263"/>
                    <a:pt x="259" y="197"/>
                  </a:cubicBezTo>
                  <a:cubicBezTo>
                    <a:pt x="259" y="135"/>
                    <a:pt x="248" y="84"/>
                    <a:pt x="225" y="50"/>
                  </a:cubicBezTo>
                  <a:cubicBezTo>
                    <a:pt x="203" y="17"/>
                    <a:pt x="171" y="1"/>
                    <a:pt x="129" y="1"/>
                  </a:cubicBezTo>
                  <a:close/>
                </a:path>
              </a:pathLst>
            </a:custGeom>
            <a:solidFill>
              <a:srgbClr val="8C9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1626;p52">
              <a:extLst>
                <a:ext uri="{FF2B5EF4-FFF2-40B4-BE49-F238E27FC236}">
                  <a16:creationId xmlns:a16="http://schemas.microsoft.com/office/drawing/2014/main" id="{04AF5700-F756-A25D-17C3-A5E4DC6CBE00}"/>
                </a:ext>
              </a:extLst>
            </p:cNvPr>
            <p:cNvSpPr/>
            <p:nvPr/>
          </p:nvSpPr>
          <p:spPr>
            <a:xfrm>
              <a:off x="5981191" y="1709130"/>
              <a:ext cx="74402" cy="112906"/>
            </a:xfrm>
            <a:custGeom>
              <a:avLst/>
              <a:gdLst/>
              <a:ahLst/>
              <a:cxnLst/>
              <a:rect l="l" t="t" r="r" b="b"/>
              <a:pathLst>
                <a:path w="257" h="390" extrusionOk="0">
                  <a:moveTo>
                    <a:pt x="123" y="0"/>
                  </a:moveTo>
                  <a:cubicBezTo>
                    <a:pt x="76" y="0"/>
                    <a:pt x="36" y="14"/>
                    <a:pt x="1" y="39"/>
                  </a:cubicBezTo>
                  <a:lnTo>
                    <a:pt x="31" y="81"/>
                  </a:lnTo>
                  <a:cubicBezTo>
                    <a:pt x="48" y="70"/>
                    <a:pt x="64" y="62"/>
                    <a:pt x="77" y="58"/>
                  </a:cubicBezTo>
                  <a:cubicBezTo>
                    <a:pt x="91" y="54"/>
                    <a:pt x="104" y="51"/>
                    <a:pt x="119" y="51"/>
                  </a:cubicBezTo>
                  <a:cubicBezTo>
                    <a:pt x="139" y="51"/>
                    <a:pt x="155" y="55"/>
                    <a:pt x="166" y="64"/>
                  </a:cubicBezTo>
                  <a:cubicBezTo>
                    <a:pt x="176" y="74"/>
                    <a:pt x="182" y="86"/>
                    <a:pt x="182" y="102"/>
                  </a:cubicBezTo>
                  <a:cubicBezTo>
                    <a:pt x="182" y="143"/>
                    <a:pt x="151" y="165"/>
                    <a:pt x="91" y="165"/>
                  </a:cubicBezTo>
                  <a:lnTo>
                    <a:pt x="58" y="165"/>
                  </a:lnTo>
                  <a:lnTo>
                    <a:pt x="58" y="214"/>
                  </a:lnTo>
                  <a:lnTo>
                    <a:pt x="91" y="214"/>
                  </a:lnTo>
                  <a:cubicBezTo>
                    <a:pt x="126" y="214"/>
                    <a:pt x="151" y="219"/>
                    <a:pt x="167" y="229"/>
                  </a:cubicBezTo>
                  <a:cubicBezTo>
                    <a:pt x="183" y="239"/>
                    <a:pt x="191" y="252"/>
                    <a:pt x="191" y="273"/>
                  </a:cubicBezTo>
                  <a:cubicBezTo>
                    <a:pt x="191" y="295"/>
                    <a:pt x="185" y="313"/>
                    <a:pt x="170" y="324"/>
                  </a:cubicBezTo>
                  <a:cubicBezTo>
                    <a:pt x="155" y="335"/>
                    <a:pt x="134" y="340"/>
                    <a:pt x="105" y="340"/>
                  </a:cubicBezTo>
                  <a:cubicBezTo>
                    <a:pt x="86" y="340"/>
                    <a:pt x="69" y="337"/>
                    <a:pt x="52" y="333"/>
                  </a:cubicBezTo>
                  <a:cubicBezTo>
                    <a:pt x="35" y="327"/>
                    <a:pt x="17" y="322"/>
                    <a:pt x="1" y="314"/>
                  </a:cubicBezTo>
                  <a:lnTo>
                    <a:pt x="1" y="369"/>
                  </a:lnTo>
                  <a:cubicBezTo>
                    <a:pt x="31" y="383"/>
                    <a:pt x="65" y="389"/>
                    <a:pt x="108" y="389"/>
                  </a:cubicBezTo>
                  <a:cubicBezTo>
                    <a:pt x="155" y="389"/>
                    <a:pt x="192" y="380"/>
                    <a:pt x="218" y="359"/>
                  </a:cubicBezTo>
                  <a:cubicBezTo>
                    <a:pt x="244" y="340"/>
                    <a:pt x="256" y="311"/>
                    <a:pt x="256" y="276"/>
                  </a:cubicBezTo>
                  <a:cubicBezTo>
                    <a:pt x="256" y="250"/>
                    <a:pt x="249" y="230"/>
                    <a:pt x="234" y="215"/>
                  </a:cubicBezTo>
                  <a:cubicBezTo>
                    <a:pt x="219" y="201"/>
                    <a:pt x="197" y="191"/>
                    <a:pt x="166" y="187"/>
                  </a:cubicBezTo>
                  <a:lnTo>
                    <a:pt x="166" y="185"/>
                  </a:lnTo>
                  <a:cubicBezTo>
                    <a:pt x="191" y="180"/>
                    <a:pt x="212" y="169"/>
                    <a:pt x="224" y="153"/>
                  </a:cubicBezTo>
                  <a:cubicBezTo>
                    <a:pt x="239" y="137"/>
                    <a:pt x="246" y="117"/>
                    <a:pt x="246" y="92"/>
                  </a:cubicBezTo>
                  <a:cubicBezTo>
                    <a:pt x="246" y="63"/>
                    <a:pt x="235" y="41"/>
                    <a:pt x="213" y="24"/>
                  </a:cubicBezTo>
                  <a:cubicBezTo>
                    <a:pt x="191" y="9"/>
                    <a:pt x="161" y="0"/>
                    <a:pt x="123" y="0"/>
                  </a:cubicBezTo>
                  <a:close/>
                </a:path>
              </a:pathLst>
            </a:custGeom>
            <a:solidFill>
              <a:srgbClr val="8C9A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1629;p52">
              <a:extLst>
                <a:ext uri="{FF2B5EF4-FFF2-40B4-BE49-F238E27FC236}">
                  <a16:creationId xmlns:a16="http://schemas.microsoft.com/office/drawing/2014/main" id="{C9A4B3B5-D8CE-9B9D-244A-F58C4D84EB73}"/>
                </a:ext>
              </a:extLst>
            </p:cNvPr>
            <p:cNvSpPr/>
            <p:nvPr/>
          </p:nvSpPr>
          <p:spPr>
            <a:xfrm>
              <a:off x="6586539" y="2590954"/>
              <a:ext cx="1062176" cy="1239940"/>
            </a:xfrm>
            <a:custGeom>
              <a:avLst/>
              <a:gdLst/>
              <a:ahLst/>
              <a:cxnLst/>
              <a:rect l="l" t="t" r="r" b="b"/>
              <a:pathLst>
                <a:path w="3669" h="4283" extrusionOk="0">
                  <a:moveTo>
                    <a:pt x="3585" y="1"/>
                  </a:moveTo>
                  <a:cubicBezTo>
                    <a:pt x="3539" y="1"/>
                    <a:pt x="3502" y="37"/>
                    <a:pt x="3502" y="82"/>
                  </a:cubicBezTo>
                  <a:lnTo>
                    <a:pt x="3502" y="4036"/>
                  </a:lnTo>
                  <a:cubicBezTo>
                    <a:pt x="3502" y="4080"/>
                    <a:pt x="3467" y="4117"/>
                    <a:pt x="3421" y="4117"/>
                  </a:cubicBezTo>
                  <a:lnTo>
                    <a:pt x="245" y="4117"/>
                  </a:lnTo>
                  <a:cubicBezTo>
                    <a:pt x="201" y="4117"/>
                    <a:pt x="164" y="4081"/>
                    <a:pt x="164" y="4036"/>
                  </a:cubicBezTo>
                  <a:lnTo>
                    <a:pt x="164" y="3320"/>
                  </a:lnTo>
                  <a:cubicBezTo>
                    <a:pt x="164" y="3274"/>
                    <a:pt x="128" y="3237"/>
                    <a:pt x="83" y="3237"/>
                  </a:cubicBezTo>
                  <a:cubicBezTo>
                    <a:pt x="37" y="3237"/>
                    <a:pt x="0" y="3274"/>
                    <a:pt x="0" y="3320"/>
                  </a:cubicBezTo>
                  <a:lnTo>
                    <a:pt x="0" y="4036"/>
                  </a:lnTo>
                  <a:cubicBezTo>
                    <a:pt x="0" y="4172"/>
                    <a:pt x="112" y="4282"/>
                    <a:pt x="246" y="4282"/>
                  </a:cubicBezTo>
                  <a:lnTo>
                    <a:pt x="3422" y="4282"/>
                  </a:lnTo>
                  <a:cubicBezTo>
                    <a:pt x="3559" y="4282"/>
                    <a:pt x="3668" y="4171"/>
                    <a:pt x="3666" y="4036"/>
                  </a:cubicBezTo>
                  <a:lnTo>
                    <a:pt x="3666" y="82"/>
                  </a:lnTo>
                  <a:cubicBezTo>
                    <a:pt x="3666" y="37"/>
                    <a:pt x="3630" y="1"/>
                    <a:pt x="35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1630;p52">
              <a:extLst>
                <a:ext uri="{FF2B5EF4-FFF2-40B4-BE49-F238E27FC236}">
                  <a16:creationId xmlns:a16="http://schemas.microsoft.com/office/drawing/2014/main" id="{B40AA69F-A05E-0CAF-0380-89637C7884D8}"/>
                </a:ext>
              </a:extLst>
            </p:cNvPr>
            <p:cNvSpPr/>
            <p:nvPr/>
          </p:nvSpPr>
          <p:spPr>
            <a:xfrm>
              <a:off x="5849178" y="1663388"/>
              <a:ext cx="1245140" cy="1981068"/>
            </a:xfrm>
            <a:custGeom>
              <a:avLst/>
              <a:gdLst/>
              <a:ahLst/>
              <a:cxnLst/>
              <a:rect l="l" t="t" r="r" b="b"/>
              <a:pathLst>
                <a:path w="4301" h="6843" extrusionOk="0">
                  <a:moveTo>
                    <a:pt x="410" y="1"/>
                  </a:moveTo>
                  <a:cubicBezTo>
                    <a:pt x="183" y="1"/>
                    <a:pt x="0" y="185"/>
                    <a:pt x="0" y="410"/>
                  </a:cubicBezTo>
                  <a:lnTo>
                    <a:pt x="0" y="6434"/>
                  </a:lnTo>
                  <a:cubicBezTo>
                    <a:pt x="0" y="6660"/>
                    <a:pt x="184" y="6842"/>
                    <a:pt x="410" y="6842"/>
                  </a:cubicBezTo>
                  <a:lnTo>
                    <a:pt x="3889" y="6842"/>
                  </a:lnTo>
                  <a:cubicBezTo>
                    <a:pt x="4117" y="6842"/>
                    <a:pt x="4300" y="6660"/>
                    <a:pt x="4300" y="6434"/>
                  </a:cubicBezTo>
                  <a:lnTo>
                    <a:pt x="4300" y="410"/>
                  </a:lnTo>
                  <a:cubicBezTo>
                    <a:pt x="4300" y="184"/>
                    <a:pt x="4115" y="1"/>
                    <a:pt x="3889"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1631;p52">
              <a:extLst>
                <a:ext uri="{FF2B5EF4-FFF2-40B4-BE49-F238E27FC236}">
                  <a16:creationId xmlns:a16="http://schemas.microsoft.com/office/drawing/2014/main" id="{06D157EA-083F-C32C-73CF-E6AFA66CAF16}"/>
                </a:ext>
              </a:extLst>
            </p:cNvPr>
            <p:cNvSpPr/>
            <p:nvPr/>
          </p:nvSpPr>
          <p:spPr>
            <a:xfrm>
              <a:off x="6355517" y="2685621"/>
              <a:ext cx="990959" cy="1239940"/>
            </a:xfrm>
            <a:custGeom>
              <a:avLst/>
              <a:gdLst/>
              <a:ahLst/>
              <a:cxnLst/>
              <a:rect l="l" t="t" r="r" b="b"/>
              <a:pathLst>
                <a:path w="3423" h="4283" extrusionOk="0">
                  <a:moveTo>
                    <a:pt x="3338" y="1"/>
                  </a:moveTo>
                  <a:cubicBezTo>
                    <a:pt x="3293" y="1"/>
                    <a:pt x="3257" y="37"/>
                    <a:pt x="3257" y="82"/>
                  </a:cubicBezTo>
                  <a:lnTo>
                    <a:pt x="3257" y="4036"/>
                  </a:lnTo>
                  <a:cubicBezTo>
                    <a:pt x="3257" y="4081"/>
                    <a:pt x="3220" y="4118"/>
                    <a:pt x="3176" y="4118"/>
                  </a:cubicBezTo>
                  <a:lnTo>
                    <a:pt x="246" y="4118"/>
                  </a:lnTo>
                  <a:cubicBezTo>
                    <a:pt x="202" y="4118"/>
                    <a:pt x="164" y="4081"/>
                    <a:pt x="164" y="4036"/>
                  </a:cubicBezTo>
                  <a:lnTo>
                    <a:pt x="164" y="3320"/>
                  </a:lnTo>
                  <a:cubicBezTo>
                    <a:pt x="164" y="3274"/>
                    <a:pt x="128" y="3239"/>
                    <a:pt x="82" y="3239"/>
                  </a:cubicBezTo>
                  <a:cubicBezTo>
                    <a:pt x="37" y="3239"/>
                    <a:pt x="1" y="3274"/>
                    <a:pt x="1" y="3320"/>
                  </a:cubicBezTo>
                  <a:lnTo>
                    <a:pt x="1" y="4036"/>
                  </a:lnTo>
                  <a:cubicBezTo>
                    <a:pt x="1" y="4171"/>
                    <a:pt x="112" y="4282"/>
                    <a:pt x="247" y="4282"/>
                  </a:cubicBezTo>
                  <a:lnTo>
                    <a:pt x="3177" y="4282"/>
                  </a:lnTo>
                  <a:cubicBezTo>
                    <a:pt x="3311" y="4282"/>
                    <a:pt x="3423" y="4172"/>
                    <a:pt x="3420" y="4036"/>
                  </a:cubicBezTo>
                  <a:lnTo>
                    <a:pt x="3420" y="82"/>
                  </a:lnTo>
                  <a:cubicBezTo>
                    <a:pt x="3420" y="37"/>
                    <a:pt x="3384" y="1"/>
                    <a:pt x="333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1632;p52">
              <a:extLst>
                <a:ext uri="{FF2B5EF4-FFF2-40B4-BE49-F238E27FC236}">
                  <a16:creationId xmlns:a16="http://schemas.microsoft.com/office/drawing/2014/main" id="{4B33F377-229E-5AF3-C618-2A08B51D3103}"/>
                </a:ext>
              </a:extLst>
            </p:cNvPr>
            <p:cNvSpPr/>
            <p:nvPr/>
          </p:nvSpPr>
          <p:spPr>
            <a:xfrm>
              <a:off x="7311740" y="1944205"/>
              <a:ext cx="29818" cy="356089"/>
            </a:xfrm>
            <a:custGeom>
              <a:avLst/>
              <a:gdLst/>
              <a:ahLst/>
              <a:cxnLst/>
              <a:rect l="l" t="t" r="r" b="b"/>
              <a:pathLst>
                <a:path w="103" h="1230" extrusionOk="0">
                  <a:moveTo>
                    <a:pt x="51" y="1"/>
                  </a:moveTo>
                  <a:cubicBezTo>
                    <a:pt x="23" y="1"/>
                    <a:pt x="1" y="23"/>
                    <a:pt x="1" y="52"/>
                  </a:cubicBezTo>
                  <a:lnTo>
                    <a:pt x="1" y="1178"/>
                  </a:lnTo>
                  <a:cubicBezTo>
                    <a:pt x="1" y="1207"/>
                    <a:pt x="23" y="1229"/>
                    <a:pt x="51" y="1229"/>
                  </a:cubicBezTo>
                  <a:cubicBezTo>
                    <a:pt x="80" y="1229"/>
                    <a:pt x="102" y="1207"/>
                    <a:pt x="102" y="1178"/>
                  </a:cubicBezTo>
                  <a:lnTo>
                    <a:pt x="102" y="52"/>
                  </a:lnTo>
                  <a:cubicBezTo>
                    <a:pt x="102" y="23"/>
                    <a:pt x="80" y="1"/>
                    <a:pt x="51" y="1"/>
                  </a:cubicBezTo>
                  <a:close/>
                </a:path>
              </a:pathLst>
            </a:custGeom>
            <a:solidFill>
              <a:srgbClr val="5C6A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1633;p52">
              <a:extLst>
                <a:ext uri="{FF2B5EF4-FFF2-40B4-BE49-F238E27FC236}">
                  <a16:creationId xmlns:a16="http://schemas.microsoft.com/office/drawing/2014/main" id="{5FA66774-183D-53E9-CFAF-6364D131927A}"/>
                </a:ext>
              </a:extLst>
            </p:cNvPr>
            <p:cNvSpPr/>
            <p:nvPr/>
          </p:nvSpPr>
          <p:spPr>
            <a:xfrm>
              <a:off x="7276421" y="2145699"/>
              <a:ext cx="100746" cy="593770"/>
            </a:xfrm>
            <a:custGeom>
              <a:avLst/>
              <a:gdLst/>
              <a:ahLst/>
              <a:cxnLst/>
              <a:rect l="l" t="t" r="r" b="b"/>
              <a:pathLst>
                <a:path w="348" h="2051" extrusionOk="0">
                  <a:moveTo>
                    <a:pt x="163" y="1"/>
                  </a:moveTo>
                  <a:cubicBezTo>
                    <a:pt x="75" y="1"/>
                    <a:pt x="1" y="75"/>
                    <a:pt x="1" y="166"/>
                  </a:cubicBezTo>
                  <a:lnTo>
                    <a:pt x="1" y="1886"/>
                  </a:lnTo>
                  <a:cubicBezTo>
                    <a:pt x="1" y="1977"/>
                    <a:pt x="74" y="2051"/>
                    <a:pt x="163" y="2051"/>
                  </a:cubicBezTo>
                  <a:lnTo>
                    <a:pt x="184" y="2051"/>
                  </a:lnTo>
                  <a:cubicBezTo>
                    <a:pt x="274" y="2051"/>
                    <a:pt x="347" y="1977"/>
                    <a:pt x="347" y="1886"/>
                  </a:cubicBezTo>
                  <a:lnTo>
                    <a:pt x="347" y="166"/>
                  </a:lnTo>
                  <a:cubicBezTo>
                    <a:pt x="347" y="75"/>
                    <a:pt x="275" y="1"/>
                    <a:pt x="184" y="1"/>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1634;p52">
              <a:extLst>
                <a:ext uri="{FF2B5EF4-FFF2-40B4-BE49-F238E27FC236}">
                  <a16:creationId xmlns:a16="http://schemas.microsoft.com/office/drawing/2014/main" id="{C4D8F364-AA56-E1C8-EC09-6F93517E2C01}"/>
                </a:ext>
              </a:extLst>
            </p:cNvPr>
            <p:cNvSpPr/>
            <p:nvPr/>
          </p:nvSpPr>
          <p:spPr>
            <a:xfrm>
              <a:off x="7216204" y="2258606"/>
              <a:ext cx="220020" cy="59928"/>
            </a:xfrm>
            <a:custGeom>
              <a:avLst/>
              <a:gdLst/>
              <a:ahLst/>
              <a:cxnLst/>
              <a:rect l="l" t="t" r="r" b="b"/>
              <a:pathLst>
                <a:path w="760" h="207" extrusionOk="0">
                  <a:moveTo>
                    <a:pt x="103" y="0"/>
                  </a:moveTo>
                  <a:cubicBezTo>
                    <a:pt x="45" y="0"/>
                    <a:pt x="0" y="47"/>
                    <a:pt x="0" y="103"/>
                  </a:cubicBezTo>
                  <a:cubicBezTo>
                    <a:pt x="0" y="161"/>
                    <a:pt x="47" y="207"/>
                    <a:pt x="103" y="207"/>
                  </a:cubicBezTo>
                  <a:lnTo>
                    <a:pt x="657" y="207"/>
                  </a:lnTo>
                  <a:cubicBezTo>
                    <a:pt x="715" y="207"/>
                    <a:pt x="760" y="159"/>
                    <a:pt x="760" y="103"/>
                  </a:cubicBezTo>
                  <a:cubicBezTo>
                    <a:pt x="760" y="47"/>
                    <a:pt x="714" y="0"/>
                    <a:pt x="657"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1635;p52">
              <a:extLst>
                <a:ext uri="{FF2B5EF4-FFF2-40B4-BE49-F238E27FC236}">
                  <a16:creationId xmlns:a16="http://schemas.microsoft.com/office/drawing/2014/main" id="{EBE165EF-D134-9C9F-6512-E401B1E7A5CA}"/>
                </a:ext>
              </a:extLst>
            </p:cNvPr>
            <p:cNvSpPr/>
            <p:nvPr/>
          </p:nvSpPr>
          <p:spPr>
            <a:xfrm>
              <a:off x="7602399" y="1872988"/>
              <a:ext cx="29529" cy="356089"/>
            </a:xfrm>
            <a:custGeom>
              <a:avLst/>
              <a:gdLst/>
              <a:ahLst/>
              <a:cxnLst/>
              <a:rect l="l" t="t" r="r" b="b"/>
              <a:pathLst>
                <a:path w="102" h="1230" extrusionOk="0">
                  <a:moveTo>
                    <a:pt x="51" y="1"/>
                  </a:moveTo>
                  <a:cubicBezTo>
                    <a:pt x="23" y="1"/>
                    <a:pt x="1" y="23"/>
                    <a:pt x="1" y="52"/>
                  </a:cubicBezTo>
                  <a:lnTo>
                    <a:pt x="1" y="1178"/>
                  </a:lnTo>
                  <a:cubicBezTo>
                    <a:pt x="1" y="1207"/>
                    <a:pt x="23" y="1229"/>
                    <a:pt x="51" y="1229"/>
                  </a:cubicBezTo>
                  <a:cubicBezTo>
                    <a:pt x="79" y="1229"/>
                    <a:pt x="101" y="1207"/>
                    <a:pt x="101" y="1178"/>
                  </a:cubicBezTo>
                  <a:lnTo>
                    <a:pt x="101" y="52"/>
                  </a:lnTo>
                  <a:cubicBezTo>
                    <a:pt x="101" y="23"/>
                    <a:pt x="79" y="1"/>
                    <a:pt x="51" y="1"/>
                  </a:cubicBezTo>
                  <a:close/>
                </a:path>
              </a:pathLst>
            </a:custGeom>
            <a:solidFill>
              <a:srgbClr val="5C6A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1636;p52">
              <a:extLst>
                <a:ext uri="{FF2B5EF4-FFF2-40B4-BE49-F238E27FC236}">
                  <a16:creationId xmlns:a16="http://schemas.microsoft.com/office/drawing/2014/main" id="{F2C1B8B4-156D-46DE-645E-991978360E1C}"/>
                </a:ext>
              </a:extLst>
            </p:cNvPr>
            <p:cNvSpPr/>
            <p:nvPr/>
          </p:nvSpPr>
          <p:spPr>
            <a:xfrm>
              <a:off x="7566211" y="2074482"/>
              <a:ext cx="101615" cy="593770"/>
            </a:xfrm>
            <a:custGeom>
              <a:avLst/>
              <a:gdLst/>
              <a:ahLst/>
              <a:cxnLst/>
              <a:rect l="l" t="t" r="r" b="b"/>
              <a:pathLst>
                <a:path w="351" h="2051" extrusionOk="0">
                  <a:moveTo>
                    <a:pt x="166" y="1"/>
                  </a:moveTo>
                  <a:cubicBezTo>
                    <a:pt x="75" y="1"/>
                    <a:pt x="1" y="75"/>
                    <a:pt x="1" y="166"/>
                  </a:cubicBezTo>
                  <a:lnTo>
                    <a:pt x="1" y="1886"/>
                  </a:lnTo>
                  <a:cubicBezTo>
                    <a:pt x="1" y="1977"/>
                    <a:pt x="75" y="2051"/>
                    <a:pt x="166" y="2051"/>
                  </a:cubicBezTo>
                  <a:lnTo>
                    <a:pt x="186" y="2051"/>
                  </a:lnTo>
                  <a:cubicBezTo>
                    <a:pt x="277" y="2051"/>
                    <a:pt x="350" y="1977"/>
                    <a:pt x="350" y="1886"/>
                  </a:cubicBezTo>
                  <a:lnTo>
                    <a:pt x="350" y="166"/>
                  </a:lnTo>
                  <a:cubicBezTo>
                    <a:pt x="350" y="75"/>
                    <a:pt x="277" y="1"/>
                    <a:pt x="186" y="1"/>
                  </a:cubicBezTo>
                  <a:close/>
                </a:path>
              </a:pathLst>
            </a:custGeom>
            <a:solidFill>
              <a:srgbClr val="C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1637;p52">
              <a:extLst>
                <a:ext uri="{FF2B5EF4-FFF2-40B4-BE49-F238E27FC236}">
                  <a16:creationId xmlns:a16="http://schemas.microsoft.com/office/drawing/2014/main" id="{5B7105EB-725D-C842-0024-7F9C042BC7BE}"/>
                </a:ext>
              </a:extLst>
            </p:cNvPr>
            <p:cNvSpPr/>
            <p:nvPr/>
          </p:nvSpPr>
          <p:spPr>
            <a:xfrm>
              <a:off x="7506864" y="2187387"/>
              <a:ext cx="220020" cy="59928"/>
            </a:xfrm>
            <a:custGeom>
              <a:avLst/>
              <a:gdLst/>
              <a:ahLst/>
              <a:cxnLst/>
              <a:rect l="l" t="t" r="r" b="b"/>
              <a:pathLst>
                <a:path w="760" h="207" extrusionOk="0">
                  <a:moveTo>
                    <a:pt x="103" y="0"/>
                  </a:moveTo>
                  <a:cubicBezTo>
                    <a:pt x="45" y="0"/>
                    <a:pt x="1" y="47"/>
                    <a:pt x="1" y="103"/>
                  </a:cubicBezTo>
                  <a:cubicBezTo>
                    <a:pt x="1" y="161"/>
                    <a:pt x="47" y="207"/>
                    <a:pt x="103" y="207"/>
                  </a:cubicBezTo>
                  <a:lnTo>
                    <a:pt x="656" y="207"/>
                  </a:lnTo>
                  <a:cubicBezTo>
                    <a:pt x="714" y="207"/>
                    <a:pt x="760" y="160"/>
                    <a:pt x="760" y="103"/>
                  </a:cubicBezTo>
                  <a:cubicBezTo>
                    <a:pt x="760" y="47"/>
                    <a:pt x="714" y="0"/>
                    <a:pt x="656" y="0"/>
                  </a:cubicBezTo>
                  <a:close/>
                </a:path>
              </a:pathLst>
            </a:cu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1638;p52">
              <a:extLst>
                <a:ext uri="{FF2B5EF4-FFF2-40B4-BE49-F238E27FC236}">
                  <a16:creationId xmlns:a16="http://schemas.microsoft.com/office/drawing/2014/main" id="{07849933-EB8C-88FE-3BC3-F1E59914CEA7}"/>
                </a:ext>
              </a:extLst>
            </p:cNvPr>
            <p:cNvSpPr/>
            <p:nvPr/>
          </p:nvSpPr>
          <p:spPr>
            <a:xfrm>
              <a:off x="6266639" y="3592632"/>
              <a:ext cx="208151" cy="125355"/>
            </a:xfrm>
            <a:custGeom>
              <a:avLst/>
              <a:gdLst/>
              <a:ahLst/>
              <a:cxnLst/>
              <a:rect l="l" t="t" r="r" b="b"/>
              <a:pathLst>
                <a:path w="719" h="433" extrusionOk="0">
                  <a:moveTo>
                    <a:pt x="164" y="1"/>
                  </a:moveTo>
                  <a:cubicBezTo>
                    <a:pt x="74" y="1"/>
                    <a:pt x="1" y="75"/>
                    <a:pt x="1" y="166"/>
                  </a:cubicBezTo>
                  <a:lnTo>
                    <a:pt x="1" y="268"/>
                  </a:lnTo>
                  <a:cubicBezTo>
                    <a:pt x="1" y="359"/>
                    <a:pt x="74" y="433"/>
                    <a:pt x="164" y="433"/>
                  </a:cubicBezTo>
                  <a:lnTo>
                    <a:pt x="554" y="433"/>
                  </a:lnTo>
                  <a:cubicBezTo>
                    <a:pt x="645" y="433"/>
                    <a:pt x="718" y="359"/>
                    <a:pt x="718" y="268"/>
                  </a:cubicBezTo>
                  <a:lnTo>
                    <a:pt x="718" y="166"/>
                  </a:lnTo>
                  <a:cubicBezTo>
                    <a:pt x="718" y="75"/>
                    <a:pt x="645" y="1"/>
                    <a:pt x="554"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1639;p52">
              <a:extLst>
                <a:ext uri="{FF2B5EF4-FFF2-40B4-BE49-F238E27FC236}">
                  <a16:creationId xmlns:a16="http://schemas.microsoft.com/office/drawing/2014/main" id="{AEEEEBEF-6522-95CC-A30A-9CA43FA14179}"/>
                </a:ext>
              </a:extLst>
            </p:cNvPr>
            <p:cNvSpPr/>
            <p:nvPr/>
          </p:nvSpPr>
          <p:spPr>
            <a:xfrm>
              <a:off x="6503741" y="3592632"/>
              <a:ext cx="208151" cy="125355"/>
            </a:xfrm>
            <a:custGeom>
              <a:avLst/>
              <a:gdLst/>
              <a:ahLst/>
              <a:cxnLst/>
              <a:rect l="l" t="t" r="r" b="b"/>
              <a:pathLst>
                <a:path w="719" h="433" extrusionOk="0">
                  <a:moveTo>
                    <a:pt x="166" y="1"/>
                  </a:moveTo>
                  <a:cubicBezTo>
                    <a:pt x="75" y="1"/>
                    <a:pt x="1" y="75"/>
                    <a:pt x="1" y="166"/>
                  </a:cubicBezTo>
                  <a:lnTo>
                    <a:pt x="1" y="268"/>
                  </a:lnTo>
                  <a:cubicBezTo>
                    <a:pt x="1" y="359"/>
                    <a:pt x="75" y="433"/>
                    <a:pt x="166" y="433"/>
                  </a:cubicBezTo>
                  <a:lnTo>
                    <a:pt x="554" y="433"/>
                  </a:lnTo>
                  <a:cubicBezTo>
                    <a:pt x="645" y="433"/>
                    <a:pt x="718" y="359"/>
                    <a:pt x="718" y="268"/>
                  </a:cubicBezTo>
                  <a:lnTo>
                    <a:pt x="718" y="166"/>
                  </a:lnTo>
                  <a:cubicBezTo>
                    <a:pt x="718" y="75"/>
                    <a:pt x="645" y="1"/>
                    <a:pt x="554"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1640;p52">
              <a:extLst>
                <a:ext uri="{FF2B5EF4-FFF2-40B4-BE49-F238E27FC236}">
                  <a16:creationId xmlns:a16="http://schemas.microsoft.com/office/drawing/2014/main" id="{3E892ECB-0FF2-7901-BCBD-BF2BF7CA38EB}"/>
                </a:ext>
              </a:extLst>
            </p:cNvPr>
            <p:cNvSpPr/>
            <p:nvPr/>
          </p:nvSpPr>
          <p:spPr>
            <a:xfrm>
              <a:off x="5962374" y="1786137"/>
              <a:ext cx="1020199" cy="558740"/>
            </a:xfrm>
            <a:custGeom>
              <a:avLst/>
              <a:gdLst/>
              <a:ahLst/>
              <a:cxnLst/>
              <a:rect l="l" t="t" r="r" b="b"/>
              <a:pathLst>
                <a:path w="3524" h="1930" extrusionOk="0">
                  <a:moveTo>
                    <a:pt x="117" y="0"/>
                  </a:moveTo>
                  <a:cubicBezTo>
                    <a:pt x="53" y="0"/>
                    <a:pt x="1" y="53"/>
                    <a:pt x="1" y="117"/>
                  </a:cubicBezTo>
                  <a:lnTo>
                    <a:pt x="1" y="1813"/>
                  </a:lnTo>
                  <a:cubicBezTo>
                    <a:pt x="1" y="1877"/>
                    <a:pt x="53" y="1929"/>
                    <a:pt x="117" y="1929"/>
                  </a:cubicBezTo>
                  <a:lnTo>
                    <a:pt x="3406" y="1929"/>
                  </a:lnTo>
                  <a:cubicBezTo>
                    <a:pt x="3471" y="1929"/>
                    <a:pt x="3523" y="1877"/>
                    <a:pt x="3523" y="1813"/>
                  </a:cubicBezTo>
                  <a:lnTo>
                    <a:pt x="3523" y="117"/>
                  </a:lnTo>
                  <a:cubicBezTo>
                    <a:pt x="3523" y="53"/>
                    <a:pt x="3471" y="0"/>
                    <a:pt x="3406" y="0"/>
                  </a:cubicBezTo>
                  <a:close/>
                </a:path>
              </a:pathLst>
            </a:custGeom>
            <a:solidFill>
              <a:srgbClr val="E0E0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1641;p52">
              <a:extLst>
                <a:ext uri="{FF2B5EF4-FFF2-40B4-BE49-F238E27FC236}">
                  <a16:creationId xmlns:a16="http://schemas.microsoft.com/office/drawing/2014/main" id="{B7F7F602-A69E-EE47-B01F-D481B2D829AE}"/>
                </a:ext>
              </a:extLst>
            </p:cNvPr>
            <p:cNvSpPr/>
            <p:nvPr/>
          </p:nvSpPr>
          <p:spPr>
            <a:xfrm>
              <a:off x="6079622" y="2560556"/>
              <a:ext cx="779335" cy="779921"/>
            </a:xfrm>
            <a:custGeom>
              <a:avLst/>
              <a:gdLst/>
              <a:ahLst/>
              <a:cxnLst/>
              <a:rect l="l" t="t" r="r" b="b"/>
              <a:pathLst>
                <a:path w="2692" h="2694" extrusionOk="0">
                  <a:moveTo>
                    <a:pt x="1347" y="1"/>
                  </a:moveTo>
                  <a:cubicBezTo>
                    <a:pt x="603" y="1"/>
                    <a:pt x="1" y="604"/>
                    <a:pt x="1" y="1347"/>
                  </a:cubicBezTo>
                  <a:cubicBezTo>
                    <a:pt x="1" y="2090"/>
                    <a:pt x="603" y="2693"/>
                    <a:pt x="1347" y="2693"/>
                  </a:cubicBezTo>
                  <a:cubicBezTo>
                    <a:pt x="2088" y="2693"/>
                    <a:pt x="2691" y="2090"/>
                    <a:pt x="2691" y="1347"/>
                  </a:cubicBezTo>
                  <a:cubicBezTo>
                    <a:pt x="2691" y="604"/>
                    <a:pt x="2088" y="3"/>
                    <a:pt x="1347"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1642;p52">
              <a:extLst>
                <a:ext uri="{FF2B5EF4-FFF2-40B4-BE49-F238E27FC236}">
                  <a16:creationId xmlns:a16="http://schemas.microsoft.com/office/drawing/2014/main" id="{5AFB40C0-A689-CEA6-1D28-4413D0AC50DD}"/>
                </a:ext>
              </a:extLst>
            </p:cNvPr>
            <p:cNvSpPr/>
            <p:nvPr/>
          </p:nvSpPr>
          <p:spPr>
            <a:xfrm>
              <a:off x="6168788" y="2640748"/>
              <a:ext cx="617793" cy="610851"/>
            </a:xfrm>
            <a:custGeom>
              <a:avLst/>
              <a:gdLst/>
              <a:ahLst/>
              <a:cxnLst/>
              <a:rect l="l" t="t" r="r" b="b"/>
              <a:pathLst>
                <a:path w="2134" h="2110" extrusionOk="0">
                  <a:moveTo>
                    <a:pt x="1613" y="0"/>
                  </a:moveTo>
                  <a:cubicBezTo>
                    <a:pt x="1583" y="0"/>
                    <a:pt x="1553" y="11"/>
                    <a:pt x="1530" y="34"/>
                  </a:cubicBezTo>
                  <a:lnTo>
                    <a:pt x="47" y="1518"/>
                  </a:lnTo>
                  <a:cubicBezTo>
                    <a:pt x="1" y="1563"/>
                    <a:pt x="1" y="1636"/>
                    <a:pt x="47" y="1681"/>
                  </a:cubicBezTo>
                  <a:lnTo>
                    <a:pt x="441" y="2075"/>
                  </a:lnTo>
                  <a:cubicBezTo>
                    <a:pt x="464" y="2098"/>
                    <a:pt x="493" y="2110"/>
                    <a:pt x="523" y="2110"/>
                  </a:cubicBezTo>
                  <a:cubicBezTo>
                    <a:pt x="552" y="2110"/>
                    <a:pt x="582" y="2098"/>
                    <a:pt x="604" y="2075"/>
                  </a:cubicBezTo>
                  <a:lnTo>
                    <a:pt x="2088" y="592"/>
                  </a:lnTo>
                  <a:cubicBezTo>
                    <a:pt x="2133" y="547"/>
                    <a:pt x="2133" y="474"/>
                    <a:pt x="2088" y="428"/>
                  </a:cubicBezTo>
                  <a:lnTo>
                    <a:pt x="1694" y="34"/>
                  </a:lnTo>
                  <a:cubicBezTo>
                    <a:pt x="1672" y="11"/>
                    <a:pt x="1642" y="0"/>
                    <a:pt x="1613" y="0"/>
                  </a:cubicBez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1643;p52">
              <a:extLst>
                <a:ext uri="{FF2B5EF4-FFF2-40B4-BE49-F238E27FC236}">
                  <a16:creationId xmlns:a16="http://schemas.microsoft.com/office/drawing/2014/main" id="{BD22BF61-E738-E949-244A-E22E50480C9F}"/>
                </a:ext>
              </a:extLst>
            </p:cNvPr>
            <p:cNvSpPr/>
            <p:nvPr/>
          </p:nvSpPr>
          <p:spPr>
            <a:xfrm>
              <a:off x="6004641" y="1879646"/>
              <a:ext cx="734752" cy="366221"/>
            </a:xfrm>
            <a:custGeom>
              <a:avLst/>
              <a:gdLst/>
              <a:ahLst/>
              <a:cxnLst/>
              <a:rect l="l" t="t" r="r" b="b"/>
              <a:pathLst>
                <a:path w="2538" h="1265" extrusionOk="0">
                  <a:moveTo>
                    <a:pt x="1617" y="0"/>
                  </a:moveTo>
                  <a:cubicBezTo>
                    <a:pt x="1000" y="0"/>
                    <a:pt x="411" y="264"/>
                    <a:pt x="0" y="725"/>
                  </a:cubicBezTo>
                  <a:lnTo>
                    <a:pt x="604" y="1264"/>
                  </a:lnTo>
                  <a:cubicBezTo>
                    <a:pt x="863" y="976"/>
                    <a:pt x="1232" y="811"/>
                    <a:pt x="1617" y="811"/>
                  </a:cubicBezTo>
                  <a:cubicBezTo>
                    <a:pt x="1784" y="811"/>
                    <a:pt x="1945" y="843"/>
                    <a:pt x="2098" y="901"/>
                  </a:cubicBezTo>
                  <a:lnTo>
                    <a:pt x="2538" y="208"/>
                  </a:lnTo>
                  <a:cubicBezTo>
                    <a:pt x="2252" y="73"/>
                    <a:pt x="1939" y="0"/>
                    <a:pt x="1617"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1644;p52">
              <a:extLst>
                <a:ext uri="{FF2B5EF4-FFF2-40B4-BE49-F238E27FC236}">
                  <a16:creationId xmlns:a16="http://schemas.microsoft.com/office/drawing/2014/main" id="{128961C8-041A-2E62-57C3-B2C4F46E8663}"/>
                </a:ext>
              </a:extLst>
            </p:cNvPr>
            <p:cNvSpPr/>
            <p:nvPr/>
          </p:nvSpPr>
          <p:spPr>
            <a:xfrm>
              <a:off x="6612015" y="1939574"/>
              <a:ext cx="336399" cy="311794"/>
            </a:xfrm>
            <a:custGeom>
              <a:avLst/>
              <a:gdLst/>
              <a:ahLst/>
              <a:cxnLst/>
              <a:rect l="l" t="t" r="r" b="b"/>
              <a:pathLst>
                <a:path w="1162" h="1077" extrusionOk="0">
                  <a:moveTo>
                    <a:pt x="440" y="1"/>
                  </a:moveTo>
                  <a:lnTo>
                    <a:pt x="0" y="693"/>
                  </a:lnTo>
                  <a:cubicBezTo>
                    <a:pt x="209" y="773"/>
                    <a:pt x="398" y="902"/>
                    <a:pt x="548" y="1076"/>
                  </a:cubicBezTo>
                  <a:lnTo>
                    <a:pt x="1161" y="549"/>
                  </a:lnTo>
                  <a:cubicBezTo>
                    <a:pt x="959" y="314"/>
                    <a:pt x="713" y="129"/>
                    <a:pt x="4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1645;p52">
              <a:extLst>
                <a:ext uri="{FF2B5EF4-FFF2-40B4-BE49-F238E27FC236}">
                  <a16:creationId xmlns:a16="http://schemas.microsoft.com/office/drawing/2014/main" id="{C8BDC4C5-96E4-05F7-99D3-D9082CFC24E8}"/>
                </a:ext>
              </a:extLst>
            </p:cNvPr>
            <p:cNvSpPr/>
            <p:nvPr/>
          </p:nvSpPr>
          <p:spPr>
            <a:xfrm>
              <a:off x="6439472" y="2001237"/>
              <a:ext cx="73822" cy="309768"/>
            </a:xfrm>
            <a:custGeom>
              <a:avLst/>
              <a:gdLst/>
              <a:ahLst/>
              <a:cxnLst/>
              <a:rect l="l" t="t" r="r" b="b"/>
              <a:pathLst>
                <a:path w="255" h="1070" extrusionOk="0">
                  <a:moveTo>
                    <a:pt x="128" y="1"/>
                  </a:moveTo>
                  <a:cubicBezTo>
                    <a:pt x="128" y="1"/>
                    <a:pt x="1" y="873"/>
                    <a:pt x="1" y="943"/>
                  </a:cubicBezTo>
                  <a:cubicBezTo>
                    <a:pt x="1" y="1013"/>
                    <a:pt x="58" y="1070"/>
                    <a:pt x="128" y="1070"/>
                  </a:cubicBezTo>
                  <a:cubicBezTo>
                    <a:pt x="198" y="1070"/>
                    <a:pt x="255" y="1012"/>
                    <a:pt x="255" y="943"/>
                  </a:cubicBezTo>
                  <a:cubicBezTo>
                    <a:pt x="255" y="873"/>
                    <a:pt x="128" y="1"/>
                    <a:pt x="12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1646;p52">
              <a:extLst>
                <a:ext uri="{FF2B5EF4-FFF2-40B4-BE49-F238E27FC236}">
                  <a16:creationId xmlns:a16="http://schemas.microsoft.com/office/drawing/2014/main" id="{86922438-C3C5-3C2F-DAA9-4C8D6162D828}"/>
                </a:ext>
              </a:extLst>
            </p:cNvPr>
            <p:cNvSpPr/>
            <p:nvPr/>
          </p:nvSpPr>
          <p:spPr>
            <a:xfrm>
              <a:off x="5975401" y="2442439"/>
              <a:ext cx="166752" cy="166464"/>
            </a:xfrm>
            <a:custGeom>
              <a:avLst/>
              <a:gdLst/>
              <a:ahLst/>
              <a:cxnLst/>
              <a:rect l="l" t="t" r="r" b="b"/>
              <a:pathLst>
                <a:path w="576" h="575" extrusionOk="0">
                  <a:moveTo>
                    <a:pt x="288" y="0"/>
                  </a:moveTo>
                  <a:cubicBezTo>
                    <a:pt x="130" y="0"/>
                    <a:pt x="1" y="130"/>
                    <a:pt x="1" y="288"/>
                  </a:cubicBezTo>
                  <a:cubicBezTo>
                    <a:pt x="1" y="446"/>
                    <a:pt x="130" y="575"/>
                    <a:pt x="288" y="575"/>
                  </a:cubicBezTo>
                  <a:cubicBezTo>
                    <a:pt x="448" y="575"/>
                    <a:pt x="576" y="445"/>
                    <a:pt x="576" y="288"/>
                  </a:cubicBezTo>
                  <a:cubicBezTo>
                    <a:pt x="576" y="129"/>
                    <a:pt x="448" y="0"/>
                    <a:pt x="28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1647;p52">
              <a:extLst>
                <a:ext uri="{FF2B5EF4-FFF2-40B4-BE49-F238E27FC236}">
                  <a16:creationId xmlns:a16="http://schemas.microsoft.com/office/drawing/2014/main" id="{8B22131D-007A-4264-DA75-4AA44F53B63A}"/>
                </a:ext>
              </a:extLst>
            </p:cNvPr>
            <p:cNvSpPr/>
            <p:nvPr/>
          </p:nvSpPr>
          <p:spPr>
            <a:xfrm>
              <a:off x="6788032" y="2442439"/>
              <a:ext cx="166752" cy="166464"/>
            </a:xfrm>
            <a:custGeom>
              <a:avLst/>
              <a:gdLst/>
              <a:ahLst/>
              <a:cxnLst/>
              <a:rect l="l" t="t" r="r" b="b"/>
              <a:pathLst>
                <a:path w="576" h="575" extrusionOk="0">
                  <a:moveTo>
                    <a:pt x="288" y="0"/>
                  </a:moveTo>
                  <a:cubicBezTo>
                    <a:pt x="130" y="0"/>
                    <a:pt x="1" y="130"/>
                    <a:pt x="1" y="288"/>
                  </a:cubicBezTo>
                  <a:cubicBezTo>
                    <a:pt x="1" y="446"/>
                    <a:pt x="131" y="575"/>
                    <a:pt x="288" y="575"/>
                  </a:cubicBezTo>
                  <a:cubicBezTo>
                    <a:pt x="448" y="575"/>
                    <a:pt x="576" y="445"/>
                    <a:pt x="576" y="288"/>
                  </a:cubicBezTo>
                  <a:cubicBezTo>
                    <a:pt x="576" y="129"/>
                    <a:pt x="448" y="0"/>
                    <a:pt x="2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1" name="Gruppe 500">
            <a:extLst>
              <a:ext uri="{FF2B5EF4-FFF2-40B4-BE49-F238E27FC236}">
                <a16:creationId xmlns:a16="http://schemas.microsoft.com/office/drawing/2014/main" id="{CE8371AB-520D-D23C-3737-ACF1D49DAF84}"/>
              </a:ext>
            </a:extLst>
          </p:cNvPr>
          <p:cNvGrpSpPr/>
          <p:nvPr/>
        </p:nvGrpSpPr>
        <p:grpSpPr>
          <a:xfrm>
            <a:off x="9706315" y="784950"/>
            <a:ext cx="1693003" cy="876325"/>
            <a:chOff x="4752258" y="1142573"/>
            <a:chExt cx="1693003" cy="876325"/>
          </a:xfrm>
        </p:grpSpPr>
        <p:sp>
          <p:nvSpPr>
            <p:cNvPr id="502" name="Google Shape;1603;p52">
              <a:extLst>
                <a:ext uri="{FF2B5EF4-FFF2-40B4-BE49-F238E27FC236}">
                  <a16:creationId xmlns:a16="http://schemas.microsoft.com/office/drawing/2014/main" id="{408E2328-1C08-0445-2D94-7FCB4D3F7D23}"/>
                </a:ext>
              </a:extLst>
            </p:cNvPr>
            <p:cNvSpPr/>
            <p:nvPr/>
          </p:nvSpPr>
          <p:spPr>
            <a:xfrm>
              <a:off x="5163929" y="1142573"/>
              <a:ext cx="1254115" cy="876325"/>
            </a:xfrm>
            <a:custGeom>
              <a:avLst/>
              <a:gdLst/>
              <a:ahLst/>
              <a:cxnLst/>
              <a:rect l="l" t="t" r="r" b="b"/>
              <a:pathLst>
                <a:path w="4332" h="3027" extrusionOk="0">
                  <a:moveTo>
                    <a:pt x="313" y="0"/>
                  </a:moveTo>
                  <a:cubicBezTo>
                    <a:pt x="142" y="0"/>
                    <a:pt x="1" y="139"/>
                    <a:pt x="1" y="311"/>
                  </a:cubicBezTo>
                  <a:lnTo>
                    <a:pt x="1" y="2715"/>
                  </a:lnTo>
                  <a:cubicBezTo>
                    <a:pt x="1" y="2887"/>
                    <a:pt x="140" y="3026"/>
                    <a:pt x="313" y="3026"/>
                  </a:cubicBezTo>
                  <a:lnTo>
                    <a:pt x="4020" y="3026"/>
                  </a:lnTo>
                  <a:cubicBezTo>
                    <a:pt x="4193" y="3026"/>
                    <a:pt x="4332" y="2887"/>
                    <a:pt x="4332" y="2715"/>
                  </a:cubicBezTo>
                  <a:lnTo>
                    <a:pt x="4332" y="311"/>
                  </a:lnTo>
                  <a:cubicBezTo>
                    <a:pt x="4332" y="139"/>
                    <a:pt x="4193" y="0"/>
                    <a:pt x="402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1604;p52">
              <a:extLst>
                <a:ext uri="{FF2B5EF4-FFF2-40B4-BE49-F238E27FC236}">
                  <a16:creationId xmlns:a16="http://schemas.microsoft.com/office/drawing/2014/main" id="{120AD817-A9F3-A884-E6EE-F873F98D6D3E}"/>
                </a:ext>
              </a:extLst>
            </p:cNvPr>
            <p:cNvSpPr/>
            <p:nvPr/>
          </p:nvSpPr>
          <p:spPr>
            <a:xfrm>
              <a:off x="4752258" y="1142717"/>
              <a:ext cx="871685" cy="871693"/>
            </a:xfrm>
            <a:custGeom>
              <a:avLst/>
              <a:gdLst/>
              <a:ahLst/>
              <a:cxnLst/>
              <a:rect l="l" t="t" r="r" b="b"/>
              <a:pathLst>
                <a:path w="3011" h="3011" extrusionOk="0">
                  <a:moveTo>
                    <a:pt x="1505" y="0"/>
                  </a:moveTo>
                  <a:cubicBezTo>
                    <a:pt x="673" y="0"/>
                    <a:pt x="0" y="674"/>
                    <a:pt x="0" y="1506"/>
                  </a:cubicBezTo>
                  <a:cubicBezTo>
                    <a:pt x="0" y="2337"/>
                    <a:pt x="673" y="3010"/>
                    <a:pt x="1505" y="3010"/>
                  </a:cubicBezTo>
                  <a:cubicBezTo>
                    <a:pt x="2337" y="3010"/>
                    <a:pt x="3010" y="2337"/>
                    <a:pt x="3010" y="1506"/>
                  </a:cubicBezTo>
                  <a:cubicBezTo>
                    <a:pt x="3010" y="674"/>
                    <a:pt x="2337" y="0"/>
                    <a:pt x="15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1605;p52">
              <a:extLst>
                <a:ext uri="{FF2B5EF4-FFF2-40B4-BE49-F238E27FC236}">
                  <a16:creationId xmlns:a16="http://schemas.microsoft.com/office/drawing/2014/main" id="{94EA9E34-34CF-43A8-8956-F17F9B30EC7E}"/>
                </a:ext>
              </a:extLst>
            </p:cNvPr>
            <p:cNvSpPr/>
            <p:nvPr/>
          </p:nvSpPr>
          <p:spPr>
            <a:xfrm>
              <a:off x="4854452" y="1244478"/>
              <a:ext cx="669035" cy="668751"/>
            </a:xfrm>
            <a:custGeom>
              <a:avLst/>
              <a:gdLst/>
              <a:ahLst/>
              <a:cxnLst/>
              <a:rect l="l" t="t" r="r" b="b"/>
              <a:pathLst>
                <a:path w="2311" h="2310" extrusionOk="0">
                  <a:moveTo>
                    <a:pt x="1155" y="0"/>
                  </a:moveTo>
                  <a:cubicBezTo>
                    <a:pt x="518" y="0"/>
                    <a:pt x="1" y="518"/>
                    <a:pt x="1" y="1155"/>
                  </a:cubicBezTo>
                  <a:cubicBezTo>
                    <a:pt x="1" y="1792"/>
                    <a:pt x="518" y="2310"/>
                    <a:pt x="1155" y="2310"/>
                  </a:cubicBezTo>
                  <a:cubicBezTo>
                    <a:pt x="1793" y="2310"/>
                    <a:pt x="2310" y="1792"/>
                    <a:pt x="2310" y="1155"/>
                  </a:cubicBezTo>
                  <a:cubicBezTo>
                    <a:pt x="2310" y="515"/>
                    <a:pt x="1793" y="0"/>
                    <a:pt x="1155" y="0"/>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1606;p52">
              <a:extLst>
                <a:ext uri="{FF2B5EF4-FFF2-40B4-BE49-F238E27FC236}">
                  <a16:creationId xmlns:a16="http://schemas.microsoft.com/office/drawing/2014/main" id="{1C9EF606-7E42-196D-2C70-FC0A7E882A69}"/>
                </a:ext>
              </a:extLst>
            </p:cNvPr>
            <p:cNvSpPr/>
            <p:nvPr/>
          </p:nvSpPr>
          <p:spPr>
            <a:xfrm>
              <a:off x="4964462" y="1357384"/>
              <a:ext cx="448725" cy="442939"/>
            </a:xfrm>
            <a:custGeom>
              <a:avLst/>
              <a:gdLst/>
              <a:ahLst/>
              <a:cxnLst/>
              <a:rect l="l" t="t" r="r" b="b"/>
              <a:pathLst>
                <a:path w="1550" h="1530" extrusionOk="0">
                  <a:moveTo>
                    <a:pt x="649" y="0"/>
                  </a:moveTo>
                  <a:cubicBezTo>
                    <a:pt x="281" y="60"/>
                    <a:pt x="0" y="381"/>
                    <a:pt x="0" y="765"/>
                  </a:cubicBezTo>
                  <a:cubicBezTo>
                    <a:pt x="0" y="1150"/>
                    <a:pt x="281" y="1470"/>
                    <a:pt x="649" y="1529"/>
                  </a:cubicBezTo>
                  <a:lnTo>
                    <a:pt x="649" y="1400"/>
                  </a:lnTo>
                  <a:cubicBezTo>
                    <a:pt x="649" y="1382"/>
                    <a:pt x="663" y="1368"/>
                    <a:pt x="681" y="1368"/>
                  </a:cubicBezTo>
                  <a:lnTo>
                    <a:pt x="882" y="1368"/>
                  </a:lnTo>
                  <a:cubicBezTo>
                    <a:pt x="900" y="1368"/>
                    <a:pt x="914" y="1382"/>
                    <a:pt x="914" y="1400"/>
                  </a:cubicBezTo>
                  <a:lnTo>
                    <a:pt x="914" y="1526"/>
                  </a:lnTo>
                  <a:cubicBezTo>
                    <a:pt x="1277" y="1461"/>
                    <a:pt x="1550" y="1146"/>
                    <a:pt x="1550" y="765"/>
                  </a:cubicBezTo>
                  <a:cubicBezTo>
                    <a:pt x="1550" y="385"/>
                    <a:pt x="1277" y="69"/>
                    <a:pt x="914" y="2"/>
                  </a:cubicBezTo>
                  <a:lnTo>
                    <a:pt x="914" y="123"/>
                  </a:lnTo>
                  <a:cubicBezTo>
                    <a:pt x="914" y="140"/>
                    <a:pt x="900" y="155"/>
                    <a:pt x="882" y="155"/>
                  </a:cubicBezTo>
                  <a:lnTo>
                    <a:pt x="681" y="155"/>
                  </a:lnTo>
                  <a:cubicBezTo>
                    <a:pt x="663" y="155"/>
                    <a:pt x="649" y="140"/>
                    <a:pt x="649" y="123"/>
                  </a:cubicBezTo>
                  <a:lnTo>
                    <a:pt x="6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1607;p52">
              <a:extLst>
                <a:ext uri="{FF2B5EF4-FFF2-40B4-BE49-F238E27FC236}">
                  <a16:creationId xmlns:a16="http://schemas.microsoft.com/office/drawing/2014/main" id="{C4A08166-B30E-0A5B-2014-16525F195F23}"/>
                </a:ext>
              </a:extLst>
            </p:cNvPr>
            <p:cNvSpPr/>
            <p:nvPr/>
          </p:nvSpPr>
          <p:spPr>
            <a:xfrm>
              <a:off x="5039733" y="1527322"/>
              <a:ext cx="102194" cy="102484"/>
            </a:xfrm>
            <a:custGeom>
              <a:avLst/>
              <a:gdLst/>
              <a:ahLst/>
              <a:cxnLst/>
              <a:rect l="l" t="t" r="r" b="b"/>
              <a:pathLst>
                <a:path w="353" h="354" extrusionOk="0">
                  <a:moveTo>
                    <a:pt x="177" y="0"/>
                  </a:moveTo>
                  <a:cubicBezTo>
                    <a:pt x="78" y="0"/>
                    <a:pt x="0" y="78"/>
                    <a:pt x="0" y="177"/>
                  </a:cubicBezTo>
                  <a:cubicBezTo>
                    <a:pt x="0" y="274"/>
                    <a:pt x="78" y="353"/>
                    <a:pt x="177" y="353"/>
                  </a:cubicBezTo>
                  <a:cubicBezTo>
                    <a:pt x="274" y="353"/>
                    <a:pt x="353" y="274"/>
                    <a:pt x="353" y="177"/>
                  </a:cubicBezTo>
                  <a:cubicBezTo>
                    <a:pt x="353" y="78"/>
                    <a:pt x="274" y="0"/>
                    <a:pt x="177"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1608;p52">
              <a:extLst>
                <a:ext uri="{FF2B5EF4-FFF2-40B4-BE49-F238E27FC236}">
                  <a16:creationId xmlns:a16="http://schemas.microsoft.com/office/drawing/2014/main" id="{AB33FAEC-46A7-2167-1D80-BFA4E843DE03}"/>
                </a:ext>
              </a:extLst>
            </p:cNvPr>
            <p:cNvSpPr/>
            <p:nvPr/>
          </p:nvSpPr>
          <p:spPr>
            <a:xfrm>
              <a:off x="5242673" y="1527322"/>
              <a:ext cx="102483" cy="102484"/>
            </a:xfrm>
            <a:custGeom>
              <a:avLst/>
              <a:gdLst/>
              <a:ahLst/>
              <a:cxnLst/>
              <a:rect l="l" t="t" r="r" b="b"/>
              <a:pathLst>
                <a:path w="354" h="354" extrusionOk="0">
                  <a:moveTo>
                    <a:pt x="177" y="0"/>
                  </a:moveTo>
                  <a:cubicBezTo>
                    <a:pt x="80" y="0"/>
                    <a:pt x="1" y="78"/>
                    <a:pt x="1" y="177"/>
                  </a:cubicBezTo>
                  <a:cubicBezTo>
                    <a:pt x="1" y="274"/>
                    <a:pt x="80" y="353"/>
                    <a:pt x="177" y="353"/>
                  </a:cubicBezTo>
                  <a:cubicBezTo>
                    <a:pt x="274" y="353"/>
                    <a:pt x="353" y="274"/>
                    <a:pt x="353" y="177"/>
                  </a:cubicBezTo>
                  <a:cubicBezTo>
                    <a:pt x="353" y="78"/>
                    <a:pt x="274" y="0"/>
                    <a:pt x="177"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1609;p52">
              <a:extLst>
                <a:ext uri="{FF2B5EF4-FFF2-40B4-BE49-F238E27FC236}">
                  <a16:creationId xmlns:a16="http://schemas.microsoft.com/office/drawing/2014/main" id="{A6FF7E62-2539-DAE3-B9DA-FCA6FB4ED8E9}"/>
                </a:ext>
              </a:extLst>
            </p:cNvPr>
            <p:cNvSpPr/>
            <p:nvPr/>
          </p:nvSpPr>
          <p:spPr>
            <a:xfrm>
              <a:off x="5623368" y="1281245"/>
              <a:ext cx="525153" cy="617798"/>
            </a:xfrm>
            <a:custGeom>
              <a:avLst/>
              <a:gdLst/>
              <a:ahLst/>
              <a:cxnLst/>
              <a:rect l="l" t="t" r="r" b="b"/>
              <a:pathLst>
                <a:path w="1814" h="2134" extrusionOk="0">
                  <a:moveTo>
                    <a:pt x="128" y="0"/>
                  </a:moveTo>
                  <a:cubicBezTo>
                    <a:pt x="59" y="0"/>
                    <a:pt x="1" y="56"/>
                    <a:pt x="1" y="126"/>
                  </a:cubicBezTo>
                  <a:lnTo>
                    <a:pt x="1" y="2006"/>
                  </a:lnTo>
                  <a:cubicBezTo>
                    <a:pt x="1" y="2076"/>
                    <a:pt x="57" y="2134"/>
                    <a:pt x="128" y="2134"/>
                  </a:cubicBezTo>
                  <a:lnTo>
                    <a:pt x="1686" y="2134"/>
                  </a:lnTo>
                  <a:cubicBezTo>
                    <a:pt x="1756" y="2134"/>
                    <a:pt x="1813" y="2077"/>
                    <a:pt x="1813" y="2006"/>
                  </a:cubicBezTo>
                  <a:lnTo>
                    <a:pt x="1813" y="126"/>
                  </a:lnTo>
                  <a:cubicBezTo>
                    <a:pt x="1813" y="57"/>
                    <a:pt x="1757" y="0"/>
                    <a:pt x="1686" y="0"/>
                  </a:cubicBez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1610;p52">
              <a:extLst>
                <a:ext uri="{FF2B5EF4-FFF2-40B4-BE49-F238E27FC236}">
                  <a16:creationId xmlns:a16="http://schemas.microsoft.com/office/drawing/2014/main" id="{2AD2D227-14D1-3685-475C-2B55CC1D1743}"/>
                </a:ext>
              </a:extLst>
            </p:cNvPr>
            <p:cNvSpPr/>
            <p:nvPr/>
          </p:nvSpPr>
          <p:spPr>
            <a:xfrm>
              <a:off x="5614104" y="1271981"/>
              <a:ext cx="543682" cy="636327"/>
            </a:xfrm>
            <a:custGeom>
              <a:avLst/>
              <a:gdLst/>
              <a:ahLst/>
              <a:cxnLst/>
              <a:rect l="l" t="t" r="r" b="b"/>
              <a:pathLst>
                <a:path w="1878" h="2198" extrusionOk="0">
                  <a:moveTo>
                    <a:pt x="1718" y="62"/>
                  </a:moveTo>
                  <a:cubicBezTo>
                    <a:pt x="1772" y="62"/>
                    <a:pt x="1814" y="105"/>
                    <a:pt x="1814" y="158"/>
                  </a:cubicBezTo>
                  <a:lnTo>
                    <a:pt x="1814" y="2038"/>
                  </a:lnTo>
                  <a:cubicBezTo>
                    <a:pt x="1814" y="2092"/>
                    <a:pt x="1772" y="2135"/>
                    <a:pt x="1718" y="2135"/>
                  </a:cubicBezTo>
                  <a:lnTo>
                    <a:pt x="160" y="2135"/>
                  </a:lnTo>
                  <a:cubicBezTo>
                    <a:pt x="107" y="2135"/>
                    <a:pt x="64" y="2092"/>
                    <a:pt x="64" y="2038"/>
                  </a:cubicBezTo>
                  <a:lnTo>
                    <a:pt x="64" y="158"/>
                  </a:lnTo>
                  <a:cubicBezTo>
                    <a:pt x="64" y="105"/>
                    <a:pt x="107" y="62"/>
                    <a:pt x="160" y="62"/>
                  </a:cubicBezTo>
                  <a:close/>
                  <a:moveTo>
                    <a:pt x="160" y="0"/>
                  </a:moveTo>
                  <a:cubicBezTo>
                    <a:pt x="71" y="0"/>
                    <a:pt x="1" y="72"/>
                    <a:pt x="1" y="158"/>
                  </a:cubicBezTo>
                  <a:lnTo>
                    <a:pt x="1" y="2038"/>
                  </a:lnTo>
                  <a:cubicBezTo>
                    <a:pt x="1" y="2126"/>
                    <a:pt x="72" y="2198"/>
                    <a:pt x="160" y="2198"/>
                  </a:cubicBezTo>
                  <a:lnTo>
                    <a:pt x="1718" y="2198"/>
                  </a:lnTo>
                  <a:cubicBezTo>
                    <a:pt x="1806" y="2198"/>
                    <a:pt x="1877" y="2126"/>
                    <a:pt x="1877" y="2038"/>
                  </a:cubicBezTo>
                  <a:lnTo>
                    <a:pt x="1877" y="158"/>
                  </a:lnTo>
                  <a:cubicBezTo>
                    <a:pt x="1877" y="71"/>
                    <a:pt x="1806" y="0"/>
                    <a:pt x="171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1611;p52">
              <a:extLst>
                <a:ext uri="{FF2B5EF4-FFF2-40B4-BE49-F238E27FC236}">
                  <a16:creationId xmlns:a16="http://schemas.microsoft.com/office/drawing/2014/main" id="{F0DDA1D3-956B-B984-2D96-D0EAC37EB11D}"/>
                </a:ext>
              </a:extLst>
            </p:cNvPr>
            <p:cNvSpPr/>
            <p:nvPr/>
          </p:nvSpPr>
          <p:spPr>
            <a:xfrm>
              <a:off x="6245506" y="1281245"/>
              <a:ext cx="199755" cy="141277"/>
            </a:xfrm>
            <a:custGeom>
              <a:avLst/>
              <a:gdLst/>
              <a:ahLst/>
              <a:cxnLst/>
              <a:rect l="l" t="t" r="r" b="b"/>
              <a:pathLst>
                <a:path w="690" h="488" extrusionOk="0">
                  <a:moveTo>
                    <a:pt x="127" y="0"/>
                  </a:moveTo>
                  <a:cubicBezTo>
                    <a:pt x="57" y="0"/>
                    <a:pt x="0" y="56"/>
                    <a:pt x="0" y="126"/>
                  </a:cubicBezTo>
                  <a:lnTo>
                    <a:pt x="0" y="361"/>
                  </a:lnTo>
                  <a:cubicBezTo>
                    <a:pt x="0" y="430"/>
                    <a:pt x="57" y="488"/>
                    <a:pt x="127" y="488"/>
                  </a:cubicBezTo>
                  <a:lnTo>
                    <a:pt x="563" y="488"/>
                  </a:lnTo>
                  <a:cubicBezTo>
                    <a:pt x="632" y="488"/>
                    <a:pt x="690" y="431"/>
                    <a:pt x="690" y="361"/>
                  </a:cubicBezTo>
                  <a:lnTo>
                    <a:pt x="690" y="126"/>
                  </a:lnTo>
                  <a:cubicBezTo>
                    <a:pt x="690" y="57"/>
                    <a:pt x="633" y="0"/>
                    <a:pt x="563"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1612;p52">
              <a:extLst>
                <a:ext uri="{FF2B5EF4-FFF2-40B4-BE49-F238E27FC236}">
                  <a16:creationId xmlns:a16="http://schemas.microsoft.com/office/drawing/2014/main" id="{F8298C26-F1FA-2CE5-5BD1-E9B5E7DD67E5}"/>
                </a:ext>
              </a:extLst>
            </p:cNvPr>
            <p:cNvSpPr/>
            <p:nvPr/>
          </p:nvSpPr>
          <p:spPr>
            <a:xfrm>
              <a:off x="6245506" y="1453788"/>
              <a:ext cx="199755" cy="141857"/>
            </a:xfrm>
            <a:custGeom>
              <a:avLst/>
              <a:gdLst/>
              <a:ahLst/>
              <a:cxnLst/>
              <a:rect l="l" t="t" r="r" b="b"/>
              <a:pathLst>
                <a:path w="690" h="490" extrusionOk="0">
                  <a:moveTo>
                    <a:pt x="127" y="1"/>
                  </a:moveTo>
                  <a:cubicBezTo>
                    <a:pt x="57" y="1"/>
                    <a:pt x="0" y="58"/>
                    <a:pt x="0" y="128"/>
                  </a:cubicBezTo>
                  <a:lnTo>
                    <a:pt x="0" y="362"/>
                  </a:lnTo>
                  <a:cubicBezTo>
                    <a:pt x="0" y="432"/>
                    <a:pt x="57" y="490"/>
                    <a:pt x="127" y="490"/>
                  </a:cubicBezTo>
                  <a:lnTo>
                    <a:pt x="563" y="490"/>
                  </a:lnTo>
                  <a:cubicBezTo>
                    <a:pt x="632" y="490"/>
                    <a:pt x="690" y="433"/>
                    <a:pt x="690" y="362"/>
                  </a:cubicBezTo>
                  <a:lnTo>
                    <a:pt x="690" y="128"/>
                  </a:lnTo>
                  <a:cubicBezTo>
                    <a:pt x="690" y="59"/>
                    <a:pt x="633" y="1"/>
                    <a:pt x="563"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1613;p52">
              <a:extLst>
                <a:ext uri="{FF2B5EF4-FFF2-40B4-BE49-F238E27FC236}">
                  <a16:creationId xmlns:a16="http://schemas.microsoft.com/office/drawing/2014/main" id="{777ABBB7-9BAD-CF2F-DB8F-30EBE9C15EED}"/>
                </a:ext>
              </a:extLst>
            </p:cNvPr>
            <p:cNvSpPr/>
            <p:nvPr/>
          </p:nvSpPr>
          <p:spPr>
            <a:xfrm>
              <a:off x="6245506" y="1626910"/>
              <a:ext cx="199755" cy="141567"/>
            </a:xfrm>
            <a:custGeom>
              <a:avLst/>
              <a:gdLst/>
              <a:ahLst/>
              <a:cxnLst/>
              <a:rect l="l" t="t" r="r" b="b"/>
              <a:pathLst>
                <a:path w="690" h="489" extrusionOk="0">
                  <a:moveTo>
                    <a:pt x="127" y="1"/>
                  </a:moveTo>
                  <a:cubicBezTo>
                    <a:pt x="57" y="1"/>
                    <a:pt x="0" y="57"/>
                    <a:pt x="0" y="128"/>
                  </a:cubicBezTo>
                  <a:lnTo>
                    <a:pt x="0" y="362"/>
                  </a:lnTo>
                  <a:cubicBezTo>
                    <a:pt x="0" y="432"/>
                    <a:pt x="57" y="488"/>
                    <a:pt x="127" y="488"/>
                  </a:cubicBezTo>
                  <a:lnTo>
                    <a:pt x="563" y="488"/>
                  </a:lnTo>
                  <a:cubicBezTo>
                    <a:pt x="632" y="488"/>
                    <a:pt x="690" y="433"/>
                    <a:pt x="690" y="362"/>
                  </a:cubicBezTo>
                  <a:lnTo>
                    <a:pt x="690" y="128"/>
                  </a:lnTo>
                  <a:cubicBezTo>
                    <a:pt x="690" y="58"/>
                    <a:pt x="633" y="1"/>
                    <a:pt x="563"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1614;p52">
              <a:extLst>
                <a:ext uri="{FF2B5EF4-FFF2-40B4-BE49-F238E27FC236}">
                  <a16:creationId xmlns:a16="http://schemas.microsoft.com/office/drawing/2014/main" id="{37A614C1-7090-8B9D-585B-E37B964E73A0}"/>
                </a:ext>
              </a:extLst>
            </p:cNvPr>
            <p:cNvSpPr/>
            <p:nvPr/>
          </p:nvSpPr>
          <p:spPr>
            <a:xfrm>
              <a:off x="6245506" y="1799743"/>
              <a:ext cx="199755" cy="141277"/>
            </a:xfrm>
            <a:custGeom>
              <a:avLst/>
              <a:gdLst/>
              <a:ahLst/>
              <a:cxnLst/>
              <a:rect l="l" t="t" r="r" b="b"/>
              <a:pathLst>
                <a:path w="690" h="488" extrusionOk="0">
                  <a:moveTo>
                    <a:pt x="127" y="0"/>
                  </a:moveTo>
                  <a:cubicBezTo>
                    <a:pt x="57" y="0"/>
                    <a:pt x="0" y="56"/>
                    <a:pt x="0" y="127"/>
                  </a:cubicBezTo>
                  <a:lnTo>
                    <a:pt x="0" y="361"/>
                  </a:lnTo>
                  <a:cubicBezTo>
                    <a:pt x="0" y="430"/>
                    <a:pt x="57" y="488"/>
                    <a:pt x="127" y="488"/>
                  </a:cubicBezTo>
                  <a:lnTo>
                    <a:pt x="563" y="488"/>
                  </a:lnTo>
                  <a:cubicBezTo>
                    <a:pt x="632" y="488"/>
                    <a:pt x="690" y="431"/>
                    <a:pt x="690" y="361"/>
                  </a:cubicBezTo>
                  <a:lnTo>
                    <a:pt x="690" y="127"/>
                  </a:lnTo>
                  <a:cubicBezTo>
                    <a:pt x="690" y="57"/>
                    <a:pt x="633" y="0"/>
                    <a:pt x="563"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1615;p52">
              <a:extLst>
                <a:ext uri="{FF2B5EF4-FFF2-40B4-BE49-F238E27FC236}">
                  <a16:creationId xmlns:a16="http://schemas.microsoft.com/office/drawing/2014/main" id="{350CF247-AA1D-0E26-F228-9A32A6716D56}"/>
                </a:ext>
              </a:extLst>
            </p:cNvPr>
            <p:cNvSpPr/>
            <p:nvPr/>
          </p:nvSpPr>
          <p:spPr>
            <a:xfrm>
              <a:off x="5719193" y="1340593"/>
              <a:ext cx="74981" cy="111170"/>
            </a:xfrm>
            <a:custGeom>
              <a:avLst/>
              <a:gdLst/>
              <a:ahLst/>
              <a:cxnLst/>
              <a:rect l="l" t="t" r="r" b="b"/>
              <a:pathLst>
                <a:path w="259" h="384" extrusionOk="0">
                  <a:moveTo>
                    <a:pt x="129" y="1"/>
                  </a:moveTo>
                  <a:cubicBezTo>
                    <a:pt x="105" y="1"/>
                    <a:pt x="84" y="4"/>
                    <a:pt x="64" y="11"/>
                  </a:cubicBezTo>
                  <a:cubicBezTo>
                    <a:pt x="44" y="18"/>
                    <a:pt x="24" y="32"/>
                    <a:pt x="2" y="49"/>
                  </a:cubicBezTo>
                  <a:lnTo>
                    <a:pt x="36" y="89"/>
                  </a:lnTo>
                  <a:cubicBezTo>
                    <a:pt x="54" y="74"/>
                    <a:pt x="70" y="65"/>
                    <a:pt x="83" y="59"/>
                  </a:cubicBezTo>
                  <a:cubicBezTo>
                    <a:pt x="96" y="54"/>
                    <a:pt x="109" y="52"/>
                    <a:pt x="124" y="52"/>
                  </a:cubicBezTo>
                  <a:cubicBezTo>
                    <a:pt x="142" y="52"/>
                    <a:pt x="156" y="57"/>
                    <a:pt x="167" y="66"/>
                  </a:cubicBezTo>
                  <a:cubicBezTo>
                    <a:pt x="177" y="75"/>
                    <a:pt x="182" y="89"/>
                    <a:pt x="182" y="106"/>
                  </a:cubicBezTo>
                  <a:cubicBezTo>
                    <a:pt x="182" y="118"/>
                    <a:pt x="179" y="130"/>
                    <a:pt x="175" y="141"/>
                  </a:cubicBezTo>
                  <a:cubicBezTo>
                    <a:pt x="171" y="151"/>
                    <a:pt x="164" y="164"/>
                    <a:pt x="155" y="176"/>
                  </a:cubicBezTo>
                  <a:cubicBezTo>
                    <a:pt x="146" y="188"/>
                    <a:pt x="127" y="209"/>
                    <a:pt x="98" y="239"/>
                  </a:cubicBezTo>
                  <a:lnTo>
                    <a:pt x="0" y="337"/>
                  </a:lnTo>
                  <a:lnTo>
                    <a:pt x="0" y="383"/>
                  </a:lnTo>
                  <a:lnTo>
                    <a:pt x="259" y="383"/>
                  </a:lnTo>
                  <a:lnTo>
                    <a:pt x="259" y="333"/>
                  </a:lnTo>
                  <a:lnTo>
                    <a:pt x="78" y="333"/>
                  </a:lnTo>
                  <a:lnTo>
                    <a:pt x="78" y="331"/>
                  </a:lnTo>
                  <a:lnTo>
                    <a:pt x="145" y="267"/>
                  </a:lnTo>
                  <a:cubicBezTo>
                    <a:pt x="173" y="239"/>
                    <a:pt x="195" y="216"/>
                    <a:pt x="207" y="199"/>
                  </a:cubicBezTo>
                  <a:cubicBezTo>
                    <a:pt x="219" y="182"/>
                    <a:pt x="228" y="166"/>
                    <a:pt x="235" y="151"/>
                  </a:cubicBezTo>
                  <a:cubicBezTo>
                    <a:pt x="242" y="137"/>
                    <a:pt x="244" y="121"/>
                    <a:pt x="244" y="103"/>
                  </a:cubicBezTo>
                  <a:cubicBezTo>
                    <a:pt x="244" y="71"/>
                    <a:pt x="233" y="48"/>
                    <a:pt x="212" y="28"/>
                  </a:cubicBezTo>
                  <a:cubicBezTo>
                    <a:pt x="193" y="10"/>
                    <a:pt x="163" y="1"/>
                    <a:pt x="12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1616;p52">
              <a:extLst>
                <a:ext uri="{FF2B5EF4-FFF2-40B4-BE49-F238E27FC236}">
                  <a16:creationId xmlns:a16="http://schemas.microsoft.com/office/drawing/2014/main" id="{3131784A-DF4D-41DE-4F4E-8DF4316D07D7}"/>
                </a:ext>
              </a:extLst>
            </p:cNvPr>
            <p:cNvSpPr/>
            <p:nvPr/>
          </p:nvSpPr>
          <p:spPr>
            <a:xfrm>
              <a:off x="5806043" y="1340593"/>
              <a:ext cx="74402" cy="112616"/>
            </a:xfrm>
            <a:custGeom>
              <a:avLst/>
              <a:gdLst/>
              <a:ahLst/>
              <a:cxnLst/>
              <a:rect l="l" t="t" r="r" b="b"/>
              <a:pathLst>
                <a:path w="257" h="389" extrusionOk="0">
                  <a:moveTo>
                    <a:pt x="123" y="1"/>
                  </a:moveTo>
                  <a:cubicBezTo>
                    <a:pt x="76" y="1"/>
                    <a:pt x="35" y="13"/>
                    <a:pt x="1" y="39"/>
                  </a:cubicBezTo>
                  <a:lnTo>
                    <a:pt x="30" y="82"/>
                  </a:lnTo>
                  <a:cubicBezTo>
                    <a:pt x="48" y="70"/>
                    <a:pt x="64" y="62"/>
                    <a:pt x="77" y="58"/>
                  </a:cubicBezTo>
                  <a:cubicBezTo>
                    <a:pt x="91" y="54"/>
                    <a:pt x="103" y="52"/>
                    <a:pt x="118" y="52"/>
                  </a:cubicBezTo>
                  <a:cubicBezTo>
                    <a:pt x="139" y="52"/>
                    <a:pt x="155" y="55"/>
                    <a:pt x="165" y="65"/>
                  </a:cubicBezTo>
                  <a:cubicBezTo>
                    <a:pt x="176" y="72"/>
                    <a:pt x="181" y="86"/>
                    <a:pt x="181" y="102"/>
                  </a:cubicBezTo>
                  <a:cubicBezTo>
                    <a:pt x="181" y="144"/>
                    <a:pt x="150" y="165"/>
                    <a:pt x="91" y="165"/>
                  </a:cubicBezTo>
                  <a:lnTo>
                    <a:pt x="56" y="165"/>
                  </a:lnTo>
                  <a:lnTo>
                    <a:pt x="56" y="214"/>
                  </a:lnTo>
                  <a:lnTo>
                    <a:pt x="91" y="214"/>
                  </a:lnTo>
                  <a:cubicBezTo>
                    <a:pt x="125" y="214"/>
                    <a:pt x="150" y="220"/>
                    <a:pt x="166" y="229"/>
                  </a:cubicBezTo>
                  <a:cubicBezTo>
                    <a:pt x="182" y="239"/>
                    <a:pt x="190" y="253"/>
                    <a:pt x="190" y="273"/>
                  </a:cubicBezTo>
                  <a:cubicBezTo>
                    <a:pt x="190" y="296"/>
                    <a:pt x="184" y="314"/>
                    <a:pt x="169" y="325"/>
                  </a:cubicBezTo>
                  <a:cubicBezTo>
                    <a:pt x="155" y="335"/>
                    <a:pt x="133" y="341"/>
                    <a:pt x="103" y="341"/>
                  </a:cubicBezTo>
                  <a:cubicBezTo>
                    <a:pt x="86" y="341"/>
                    <a:pt x="69" y="337"/>
                    <a:pt x="51" y="333"/>
                  </a:cubicBezTo>
                  <a:cubicBezTo>
                    <a:pt x="34" y="328"/>
                    <a:pt x="17" y="322"/>
                    <a:pt x="1" y="315"/>
                  </a:cubicBezTo>
                  <a:lnTo>
                    <a:pt x="1" y="368"/>
                  </a:lnTo>
                  <a:cubicBezTo>
                    <a:pt x="31" y="381"/>
                    <a:pt x="66" y="389"/>
                    <a:pt x="108" y="389"/>
                  </a:cubicBezTo>
                  <a:cubicBezTo>
                    <a:pt x="155" y="389"/>
                    <a:pt x="192" y="379"/>
                    <a:pt x="218" y="359"/>
                  </a:cubicBezTo>
                  <a:cubicBezTo>
                    <a:pt x="242" y="339"/>
                    <a:pt x="256" y="311"/>
                    <a:pt x="256" y="274"/>
                  </a:cubicBezTo>
                  <a:cubicBezTo>
                    <a:pt x="256" y="250"/>
                    <a:pt x="248" y="229"/>
                    <a:pt x="234" y="214"/>
                  </a:cubicBezTo>
                  <a:cubicBezTo>
                    <a:pt x="219" y="199"/>
                    <a:pt x="195" y="191"/>
                    <a:pt x="165" y="187"/>
                  </a:cubicBezTo>
                  <a:lnTo>
                    <a:pt x="165" y="183"/>
                  </a:lnTo>
                  <a:cubicBezTo>
                    <a:pt x="190" y="178"/>
                    <a:pt x="210" y="167"/>
                    <a:pt x="224" y="151"/>
                  </a:cubicBezTo>
                  <a:cubicBezTo>
                    <a:pt x="238" y="135"/>
                    <a:pt x="246" y="115"/>
                    <a:pt x="246" y="91"/>
                  </a:cubicBezTo>
                  <a:cubicBezTo>
                    <a:pt x="246" y="63"/>
                    <a:pt x="235" y="39"/>
                    <a:pt x="211" y="24"/>
                  </a:cubicBezTo>
                  <a:cubicBezTo>
                    <a:pt x="190" y="8"/>
                    <a:pt x="161" y="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1617;p52">
              <a:extLst>
                <a:ext uri="{FF2B5EF4-FFF2-40B4-BE49-F238E27FC236}">
                  <a16:creationId xmlns:a16="http://schemas.microsoft.com/office/drawing/2014/main" id="{FE9889B4-2731-084D-D57C-0767EDA2AA41}"/>
                </a:ext>
              </a:extLst>
            </p:cNvPr>
            <p:cNvSpPr/>
            <p:nvPr/>
          </p:nvSpPr>
          <p:spPr>
            <a:xfrm>
              <a:off x="5893762" y="1339434"/>
              <a:ext cx="75270" cy="113775"/>
            </a:xfrm>
            <a:custGeom>
              <a:avLst/>
              <a:gdLst/>
              <a:ahLst/>
              <a:cxnLst/>
              <a:rect l="l" t="t" r="r" b="b"/>
              <a:pathLst>
                <a:path w="260" h="393" extrusionOk="0">
                  <a:moveTo>
                    <a:pt x="131" y="54"/>
                  </a:moveTo>
                  <a:cubicBezTo>
                    <a:pt x="153" y="54"/>
                    <a:pt x="171" y="64"/>
                    <a:pt x="181" y="88"/>
                  </a:cubicBezTo>
                  <a:cubicBezTo>
                    <a:pt x="193" y="110"/>
                    <a:pt x="198" y="148"/>
                    <a:pt x="198" y="198"/>
                  </a:cubicBezTo>
                  <a:cubicBezTo>
                    <a:pt x="198" y="249"/>
                    <a:pt x="192" y="285"/>
                    <a:pt x="181" y="308"/>
                  </a:cubicBezTo>
                  <a:cubicBezTo>
                    <a:pt x="171" y="331"/>
                    <a:pt x="153" y="341"/>
                    <a:pt x="131" y="341"/>
                  </a:cubicBezTo>
                  <a:cubicBezTo>
                    <a:pt x="108" y="341"/>
                    <a:pt x="91" y="331"/>
                    <a:pt x="81" y="308"/>
                  </a:cubicBezTo>
                  <a:cubicBezTo>
                    <a:pt x="69" y="286"/>
                    <a:pt x="64" y="249"/>
                    <a:pt x="64" y="197"/>
                  </a:cubicBezTo>
                  <a:cubicBezTo>
                    <a:pt x="64" y="147"/>
                    <a:pt x="69" y="109"/>
                    <a:pt x="81" y="88"/>
                  </a:cubicBezTo>
                  <a:cubicBezTo>
                    <a:pt x="91" y="64"/>
                    <a:pt x="107" y="54"/>
                    <a:pt x="131" y="54"/>
                  </a:cubicBezTo>
                  <a:close/>
                  <a:moveTo>
                    <a:pt x="129" y="0"/>
                  </a:moveTo>
                  <a:cubicBezTo>
                    <a:pt x="86" y="0"/>
                    <a:pt x="54" y="16"/>
                    <a:pt x="32" y="48"/>
                  </a:cubicBezTo>
                  <a:cubicBezTo>
                    <a:pt x="11" y="81"/>
                    <a:pt x="0" y="131"/>
                    <a:pt x="0" y="197"/>
                  </a:cubicBezTo>
                  <a:cubicBezTo>
                    <a:pt x="0" y="261"/>
                    <a:pt x="12" y="309"/>
                    <a:pt x="33" y="343"/>
                  </a:cubicBezTo>
                  <a:cubicBezTo>
                    <a:pt x="55" y="377"/>
                    <a:pt x="87" y="393"/>
                    <a:pt x="130" y="393"/>
                  </a:cubicBezTo>
                  <a:cubicBezTo>
                    <a:pt x="174" y="393"/>
                    <a:pt x="206" y="377"/>
                    <a:pt x="227" y="345"/>
                  </a:cubicBezTo>
                  <a:cubicBezTo>
                    <a:pt x="248" y="313"/>
                    <a:pt x="259" y="262"/>
                    <a:pt x="259" y="197"/>
                  </a:cubicBezTo>
                  <a:cubicBezTo>
                    <a:pt x="259" y="134"/>
                    <a:pt x="248" y="85"/>
                    <a:pt x="225" y="51"/>
                  </a:cubicBezTo>
                  <a:cubicBezTo>
                    <a:pt x="203" y="16"/>
                    <a:pt x="171" y="0"/>
                    <a:pt x="129"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1618;p52">
              <a:extLst>
                <a:ext uri="{FF2B5EF4-FFF2-40B4-BE49-F238E27FC236}">
                  <a16:creationId xmlns:a16="http://schemas.microsoft.com/office/drawing/2014/main" id="{2E922529-353F-B800-B9B5-E08207DD1D3E}"/>
                </a:ext>
              </a:extLst>
            </p:cNvPr>
            <p:cNvSpPr/>
            <p:nvPr/>
          </p:nvSpPr>
          <p:spPr>
            <a:xfrm>
              <a:off x="5984086" y="1342041"/>
              <a:ext cx="71506" cy="111459"/>
            </a:xfrm>
            <a:custGeom>
              <a:avLst/>
              <a:gdLst/>
              <a:ahLst/>
              <a:cxnLst/>
              <a:rect l="l" t="t" r="r" b="b"/>
              <a:pathLst>
                <a:path w="247" h="385" extrusionOk="0">
                  <a:moveTo>
                    <a:pt x="25" y="1"/>
                  </a:moveTo>
                  <a:lnTo>
                    <a:pt x="10" y="187"/>
                  </a:lnTo>
                  <a:lnTo>
                    <a:pt x="37" y="203"/>
                  </a:lnTo>
                  <a:cubicBezTo>
                    <a:pt x="44" y="202"/>
                    <a:pt x="55" y="199"/>
                    <a:pt x="68" y="198"/>
                  </a:cubicBezTo>
                  <a:cubicBezTo>
                    <a:pt x="80" y="197"/>
                    <a:pt x="89" y="194"/>
                    <a:pt x="97" y="194"/>
                  </a:cubicBezTo>
                  <a:cubicBezTo>
                    <a:pt x="155" y="194"/>
                    <a:pt x="183" y="218"/>
                    <a:pt x="183" y="263"/>
                  </a:cubicBezTo>
                  <a:cubicBezTo>
                    <a:pt x="183" y="285"/>
                    <a:pt x="177" y="305"/>
                    <a:pt x="162" y="316"/>
                  </a:cubicBezTo>
                  <a:cubicBezTo>
                    <a:pt x="148" y="328"/>
                    <a:pt x="128" y="336"/>
                    <a:pt x="100" y="336"/>
                  </a:cubicBezTo>
                  <a:cubicBezTo>
                    <a:pt x="84" y="336"/>
                    <a:pt x="68" y="332"/>
                    <a:pt x="49" y="328"/>
                  </a:cubicBezTo>
                  <a:cubicBezTo>
                    <a:pt x="30" y="323"/>
                    <a:pt x="14" y="317"/>
                    <a:pt x="1" y="310"/>
                  </a:cubicBezTo>
                  <a:lnTo>
                    <a:pt x="1" y="365"/>
                  </a:lnTo>
                  <a:cubicBezTo>
                    <a:pt x="24" y="378"/>
                    <a:pt x="58" y="385"/>
                    <a:pt x="101" y="385"/>
                  </a:cubicBezTo>
                  <a:cubicBezTo>
                    <a:pt x="148" y="385"/>
                    <a:pt x="183" y="373"/>
                    <a:pt x="209" y="350"/>
                  </a:cubicBezTo>
                  <a:cubicBezTo>
                    <a:pt x="235" y="327"/>
                    <a:pt x="246" y="295"/>
                    <a:pt x="246" y="255"/>
                  </a:cubicBezTo>
                  <a:cubicBezTo>
                    <a:pt x="246" y="220"/>
                    <a:pt x="236" y="192"/>
                    <a:pt x="213" y="172"/>
                  </a:cubicBezTo>
                  <a:cubicBezTo>
                    <a:pt x="191" y="151"/>
                    <a:pt x="161" y="141"/>
                    <a:pt x="122" y="141"/>
                  </a:cubicBezTo>
                  <a:cubicBezTo>
                    <a:pt x="111" y="141"/>
                    <a:pt x="100" y="143"/>
                    <a:pt x="93" y="144"/>
                  </a:cubicBezTo>
                  <a:cubicBezTo>
                    <a:pt x="84" y="145"/>
                    <a:pt x="75" y="146"/>
                    <a:pt x="70" y="149"/>
                  </a:cubicBezTo>
                  <a:lnTo>
                    <a:pt x="79" y="54"/>
                  </a:lnTo>
                  <a:lnTo>
                    <a:pt x="221" y="54"/>
                  </a:lnTo>
                  <a:lnTo>
                    <a:pt x="22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1619;p52">
              <a:extLst>
                <a:ext uri="{FF2B5EF4-FFF2-40B4-BE49-F238E27FC236}">
                  <a16:creationId xmlns:a16="http://schemas.microsoft.com/office/drawing/2014/main" id="{48CD53D2-6A41-FE09-72BE-980B8DD10ACD}"/>
                </a:ext>
              </a:extLst>
            </p:cNvPr>
            <p:cNvSpPr/>
            <p:nvPr/>
          </p:nvSpPr>
          <p:spPr>
            <a:xfrm>
              <a:off x="5723824" y="1526454"/>
              <a:ext cx="46899" cy="109722"/>
            </a:xfrm>
            <a:custGeom>
              <a:avLst/>
              <a:gdLst/>
              <a:ahLst/>
              <a:cxnLst/>
              <a:rect l="l" t="t" r="r" b="b"/>
              <a:pathLst>
                <a:path w="162" h="379" extrusionOk="0">
                  <a:moveTo>
                    <a:pt x="111" y="0"/>
                  </a:moveTo>
                  <a:lnTo>
                    <a:pt x="0" y="87"/>
                  </a:lnTo>
                  <a:lnTo>
                    <a:pt x="31" y="126"/>
                  </a:lnTo>
                  <a:cubicBezTo>
                    <a:pt x="64" y="100"/>
                    <a:pt x="85" y="84"/>
                    <a:pt x="90" y="78"/>
                  </a:cubicBezTo>
                  <a:cubicBezTo>
                    <a:pt x="94" y="74"/>
                    <a:pt x="101" y="69"/>
                    <a:pt x="104" y="64"/>
                  </a:cubicBezTo>
                  <a:lnTo>
                    <a:pt x="104" y="64"/>
                  </a:lnTo>
                  <a:cubicBezTo>
                    <a:pt x="102" y="81"/>
                    <a:pt x="102" y="105"/>
                    <a:pt x="102" y="134"/>
                  </a:cubicBezTo>
                  <a:lnTo>
                    <a:pt x="102" y="379"/>
                  </a:lnTo>
                  <a:lnTo>
                    <a:pt x="162" y="379"/>
                  </a:lnTo>
                  <a:lnTo>
                    <a:pt x="16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1620;p52">
              <a:extLst>
                <a:ext uri="{FF2B5EF4-FFF2-40B4-BE49-F238E27FC236}">
                  <a16:creationId xmlns:a16="http://schemas.microsoft.com/office/drawing/2014/main" id="{E73E1F05-F3CF-0FAD-2B56-9226E509080D}"/>
                </a:ext>
              </a:extLst>
            </p:cNvPr>
            <p:cNvSpPr/>
            <p:nvPr/>
          </p:nvSpPr>
          <p:spPr>
            <a:xfrm>
              <a:off x="5803147" y="1526164"/>
              <a:ext cx="82218" cy="110011"/>
            </a:xfrm>
            <a:custGeom>
              <a:avLst/>
              <a:gdLst/>
              <a:ahLst/>
              <a:cxnLst/>
              <a:rect l="l" t="t" r="r" b="b"/>
              <a:pathLst>
                <a:path w="284" h="380" extrusionOk="0">
                  <a:moveTo>
                    <a:pt x="175" y="67"/>
                  </a:moveTo>
                  <a:cubicBezTo>
                    <a:pt x="174" y="89"/>
                    <a:pt x="172" y="118"/>
                    <a:pt x="172" y="151"/>
                  </a:cubicBezTo>
                  <a:lnTo>
                    <a:pt x="172" y="246"/>
                  </a:lnTo>
                  <a:lnTo>
                    <a:pt x="57" y="246"/>
                  </a:lnTo>
                  <a:lnTo>
                    <a:pt x="150" y="109"/>
                  </a:lnTo>
                  <a:cubicBezTo>
                    <a:pt x="160" y="93"/>
                    <a:pt x="167" y="80"/>
                    <a:pt x="172" y="67"/>
                  </a:cubicBezTo>
                  <a:close/>
                  <a:moveTo>
                    <a:pt x="174" y="0"/>
                  </a:moveTo>
                  <a:lnTo>
                    <a:pt x="0" y="250"/>
                  </a:lnTo>
                  <a:lnTo>
                    <a:pt x="0" y="296"/>
                  </a:lnTo>
                  <a:lnTo>
                    <a:pt x="174" y="296"/>
                  </a:lnTo>
                  <a:lnTo>
                    <a:pt x="174" y="380"/>
                  </a:lnTo>
                  <a:lnTo>
                    <a:pt x="233" y="380"/>
                  </a:lnTo>
                  <a:lnTo>
                    <a:pt x="233" y="296"/>
                  </a:lnTo>
                  <a:lnTo>
                    <a:pt x="283" y="296"/>
                  </a:lnTo>
                  <a:lnTo>
                    <a:pt x="283" y="247"/>
                  </a:lnTo>
                  <a:lnTo>
                    <a:pt x="233" y="247"/>
                  </a:lnTo>
                  <a:lnTo>
                    <a:pt x="2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1621;p52">
              <a:extLst>
                <a:ext uri="{FF2B5EF4-FFF2-40B4-BE49-F238E27FC236}">
                  <a16:creationId xmlns:a16="http://schemas.microsoft.com/office/drawing/2014/main" id="{EBB6B7AE-6A29-4F14-3569-BB3E36E436BD}"/>
                </a:ext>
              </a:extLst>
            </p:cNvPr>
            <p:cNvSpPr/>
            <p:nvPr/>
          </p:nvSpPr>
          <p:spPr>
            <a:xfrm>
              <a:off x="5894630" y="1524717"/>
              <a:ext cx="75270" cy="112327"/>
            </a:xfrm>
            <a:custGeom>
              <a:avLst/>
              <a:gdLst/>
              <a:ahLst/>
              <a:cxnLst/>
              <a:rect l="l" t="t" r="r" b="b"/>
              <a:pathLst>
                <a:path w="260" h="388" extrusionOk="0">
                  <a:moveTo>
                    <a:pt x="134" y="192"/>
                  </a:moveTo>
                  <a:cubicBezTo>
                    <a:pt x="156" y="192"/>
                    <a:pt x="172" y="199"/>
                    <a:pt x="182" y="210"/>
                  </a:cubicBezTo>
                  <a:cubicBezTo>
                    <a:pt x="193" y="223"/>
                    <a:pt x="198" y="240"/>
                    <a:pt x="198" y="262"/>
                  </a:cubicBezTo>
                  <a:cubicBezTo>
                    <a:pt x="198" y="285"/>
                    <a:pt x="192" y="306"/>
                    <a:pt x="181" y="320"/>
                  </a:cubicBezTo>
                  <a:cubicBezTo>
                    <a:pt x="171" y="332"/>
                    <a:pt x="154" y="339"/>
                    <a:pt x="133" y="339"/>
                  </a:cubicBezTo>
                  <a:cubicBezTo>
                    <a:pt x="112" y="339"/>
                    <a:pt x="96" y="331"/>
                    <a:pt x="82" y="314"/>
                  </a:cubicBezTo>
                  <a:cubicBezTo>
                    <a:pt x="69" y="298"/>
                    <a:pt x="63" y="277"/>
                    <a:pt x="63" y="252"/>
                  </a:cubicBezTo>
                  <a:cubicBezTo>
                    <a:pt x="63" y="243"/>
                    <a:pt x="65" y="232"/>
                    <a:pt x="71" y="223"/>
                  </a:cubicBezTo>
                  <a:cubicBezTo>
                    <a:pt x="79" y="214"/>
                    <a:pt x="87" y="205"/>
                    <a:pt x="98" y="200"/>
                  </a:cubicBezTo>
                  <a:cubicBezTo>
                    <a:pt x="109" y="194"/>
                    <a:pt x="121" y="192"/>
                    <a:pt x="134" y="192"/>
                  </a:cubicBezTo>
                  <a:close/>
                  <a:moveTo>
                    <a:pt x="182" y="1"/>
                  </a:moveTo>
                  <a:cubicBezTo>
                    <a:pt x="61" y="1"/>
                    <a:pt x="1" y="75"/>
                    <a:pt x="1" y="223"/>
                  </a:cubicBezTo>
                  <a:cubicBezTo>
                    <a:pt x="1" y="257"/>
                    <a:pt x="6" y="288"/>
                    <a:pt x="17" y="311"/>
                  </a:cubicBezTo>
                  <a:cubicBezTo>
                    <a:pt x="27" y="337"/>
                    <a:pt x="43" y="355"/>
                    <a:pt x="64" y="369"/>
                  </a:cubicBezTo>
                  <a:cubicBezTo>
                    <a:pt x="84" y="382"/>
                    <a:pt x="107" y="388"/>
                    <a:pt x="134" y="388"/>
                  </a:cubicBezTo>
                  <a:cubicBezTo>
                    <a:pt x="174" y="388"/>
                    <a:pt x="203" y="376"/>
                    <a:pt x="225" y="354"/>
                  </a:cubicBezTo>
                  <a:cubicBezTo>
                    <a:pt x="249" y="331"/>
                    <a:pt x="259" y="300"/>
                    <a:pt x="259" y="260"/>
                  </a:cubicBezTo>
                  <a:cubicBezTo>
                    <a:pt x="259" y="224"/>
                    <a:pt x="250" y="197"/>
                    <a:pt x="230" y="174"/>
                  </a:cubicBezTo>
                  <a:cubicBezTo>
                    <a:pt x="212" y="153"/>
                    <a:pt x="186" y="143"/>
                    <a:pt x="150" y="143"/>
                  </a:cubicBezTo>
                  <a:cubicBezTo>
                    <a:pt x="131" y="143"/>
                    <a:pt x="113" y="146"/>
                    <a:pt x="99" y="155"/>
                  </a:cubicBezTo>
                  <a:cubicBezTo>
                    <a:pt x="84" y="161"/>
                    <a:pt x="72" y="173"/>
                    <a:pt x="64" y="187"/>
                  </a:cubicBezTo>
                  <a:lnTo>
                    <a:pt x="61" y="187"/>
                  </a:lnTo>
                  <a:cubicBezTo>
                    <a:pt x="63" y="139"/>
                    <a:pt x="74" y="103"/>
                    <a:pt x="95" y="82"/>
                  </a:cubicBezTo>
                  <a:cubicBezTo>
                    <a:pt x="115" y="61"/>
                    <a:pt x="145" y="50"/>
                    <a:pt x="186" y="50"/>
                  </a:cubicBezTo>
                  <a:cubicBezTo>
                    <a:pt x="203" y="50"/>
                    <a:pt x="218" y="52"/>
                    <a:pt x="230" y="55"/>
                  </a:cubicBezTo>
                  <a:lnTo>
                    <a:pt x="230" y="5"/>
                  </a:lnTo>
                  <a:cubicBezTo>
                    <a:pt x="218" y="2"/>
                    <a:pt x="202" y="1"/>
                    <a:pt x="1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1622;p52">
              <a:extLst>
                <a:ext uri="{FF2B5EF4-FFF2-40B4-BE49-F238E27FC236}">
                  <a16:creationId xmlns:a16="http://schemas.microsoft.com/office/drawing/2014/main" id="{BCDEBA98-1D87-71C2-9F90-3AD2E944D27F}"/>
                </a:ext>
              </a:extLst>
            </p:cNvPr>
            <p:cNvSpPr/>
            <p:nvPr/>
          </p:nvSpPr>
          <p:spPr>
            <a:xfrm>
              <a:off x="5981191" y="1524427"/>
              <a:ext cx="74402" cy="112906"/>
            </a:xfrm>
            <a:custGeom>
              <a:avLst/>
              <a:gdLst/>
              <a:ahLst/>
              <a:cxnLst/>
              <a:rect l="l" t="t" r="r" b="b"/>
              <a:pathLst>
                <a:path w="257" h="390" extrusionOk="0">
                  <a:moveTo>
                    <a:pt x="123" y="1"/>
                  </a:moveTo>
                  <a:cubicBezTo>
                    <a:pt x="76" y="1"/>
                    <a:pt x="36" y="14"/>
                    <a:pt x="1" y="39"/>
                  </a:cubicBezTo>
                  <a:lnTo>
                    <a:pt x="31" y="82"/>
                  </a:lnTo>
                  <a:cubicBezTo>
                    <a:pt x="48" y="70"/>
                    <a:pt x="64" y="62"/>
                    <a:pt x="77" y="59"/>
                  </a:cubicBezTo>
                  <a:cubicBezTo>
                    <a:pt x="91" y="53"/>
                    <a:pt x="104" y="51"/>
                    <a:pt x="119" y="51"/>
                  </a:cubicBezTo>
                  <a:cubicBezTo>
                    <a:pt x="139" y="51"/>
                    <a:pt x="155" y="55"/>
                    <a:pt x="166" y="65"/>
                  </a:cubicBezTo>
                  <a:cubicBezTo>
                    <a:pt x="176" y="72"/>
                    <a:pt x="182" y="86"/>
                    <a:pt x="182" y="102"/>
                  </a:cubicBezTo>
                  <a:cubicBezTo>
                    <a:pt x="182" y="144"/>
                    <a:pt x="151" y="165"/>
                    <a:pt x="91" y="165"/>
                  </a:cubicBezTo>
                  <a:lnTo>
                    <a:pt x="58" y="165"/>
                  </a:lnTo>
                  <a:lnTo>
                    <a:pt x="58" y="215"/>
                  </a:lnTo>
                  <a:lnTo>
                    <a:pt x="91" y="215"/>
                  </a:lnTo>
                  <a:cubicBezTo>
                    <a:pt x="126" y="215"/>
                    <a:pt x="151" y="220"/>
                    <a:pt x="167" y="230"/>
                  </a:cubicBezTo>
                  <a:cubicBezTo>
                    <a:pt x="183" y="238"/>
                    <a:pt x="191" y="253"/>
                    <a:pt x="191" y="273"/>
                  </a:cubicBezTo>
                  <a:cubicBezTo>
                    <a:pt x="191" y="296"/>
                    <a:pt x="185" y="313"/>
                    <a:pt x="170" y="324"/>
                  </a:cubicBezTo>
                  <a:cubicBezTo>
                    <a:pt x="155" y="334"/>
                    <a:pt x="134" y="340"/>
                    <a:pt x="105" y="340"/>
                  </a:cubicBezTo>
                  <a:cubicBezTo>
                    <a:pt x="86" y="340"/>
                    <a:pt x="69" y="338"/>
                    <a:pt x="52" y="333"/>
                  </a:cubicBezTo>
                  <a:cubicBezTo>
                    <a:pt x="35" y="329"/>
                    <a:pt x="17" y="323"/>
                    <a:pt x="1" y="315"/>
                  </a:cubicBezTo>
                  <a:lnTo>
                    <a:pt x="1" y="370"/>
                  </a:lnTo>
                  <a:cubicBezTo>
                    <a:pt x="31" y="383"/>
                    <a:pt x="65" y="390"/>
                    <a:pt x="108" y="390"/>
                  </a:cubicBezTo>
                  <a:cubicBezTo>
                    <a:pt x="155" y="390"/>
                    <a:pt x="192" y="380"/>
                    <a:pt x="218" y="360"/>
                  </a:cubicBezTo>
                  <a:cubicBezTo>
                    <a:pt x="244" y="340"/>
                    <a:pt x="256" y="312"/>
                    <a:pt x="256" y="276"/>
                  </a:cubicBezTo>
                  <a:cubicBezTo>
                    <a:pt x="256" y="251"/>
                    <a:pt x="249" y="231"/>
                    <a:pt x="234" y="216"/>
                  </a:cubicBezTo>
                  <a:cubicBezTo>
                    <a:pt x="219" y="201"/>
                    <a:pt x="197" y="192"/>
                    <a:pt x="166" y="188"/>
                  </a:cubicBezTo>
                  <a:lnTo>
                    <a:pt x="166" y="185"/>
                  </a:lnTo>
                  <a:cubicBezTo>
                    <a:pt x="191" y="179"/>
                    <a:pt x="212" y="169"/>
                    <a:pt x="224" y="153"/>
                  </a:cubicBezTo>
                  <a:cubicBezTo>
                    <a:pt x="239" y="137"/>
                    <a:pt x="246" y="117"/>
                    <a:pt x="246" y="93"/>
                  </a:cubicBezTo>
                  <a:cubicBezTo>
                    <a:pt x="246" y="65"/>
                    <a:pt x="235" y="42"/>
                    <a:pt x="213" y="24"/>
                  </a:cubicBezTo>
                  <a:cubicBezTo>
                    <a:pt x="191" y="8"/>
                    <a:pt x="161" y="1"/>
                    <a:pt x="1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1623;p52">
              <a:extLst>
                <a:ext uri="{FF2B5EF4-FFF2-40B4-BE49-F238E27FC236}">
                  <a16:creationId xmlns:a16="http://schemas.microsoft.com/office/drawing/2014/main" id="{D1C05913-4EBF-FDC8-76AB-68897A7DDAB4}"/>
                </a:ext>
              </a:extLst>
            </p:cNvPr>
            <p:cNvSpPr/>
            <p:nvPr/>
          </p:nvSpPr>
          <p:spPr>
            <a:xfrm>
              <a:off x="5720929" y="1710576"/>
              <a:ext cx="71506" cy="111459"/>
            </a:xfrm>
            <a:custGeom>
              <a:avLst/>
              <a:gdLst/>
              <a:ahLst/>
              <a:cxnLst/>
              <a:rect l="l" t="t" r="r" b="b"/>
              <a:pathLst>
                <a:path w="247" h="385" extrusionOk="0">
                  <a:moveTo>
                    <a:pt x="23" y="0"/>
                  </a:moveTo>
                  <a:lnTo>
                    <a:pt x="9" y="186"/>
                  </a:lnTo>
                  <a:lnTo>
                    <a:pt x="36" y="203"/>
                  </a:lnTo>
                  <a:cubicBezTo>
                    <a:pt x="43" y="201"/>
                    <a:pt x="54" y="198"/>
                    <a:pt x="66" y="197"/>
                  </a:cubicBezTo>
                  <a:cubicBezTo>
                    <a:pt x="79" y="196"/>
                    <a:pt x="89" y="194"/>
                    <a:pt x="97" y="194"/>
                  </a:cubicBezTo>
                  <a:cubicBezTo>
                    <a:pt x="155" y="194"/>
                    <a:pt x="183" y="218"/>
                    <a:pt x="183" y="262"/>
                  </a:cubicBezTo>
                  <a:cubicBezTo>
                    <a:pt x="183" y="285"/>
                    <a:pt x="177" y="304"/>
                    <a:pt x="162" y="316"/>
                  </a:cubicBezTo>
                  <a:cubicBezTo>
                    <a:pt x="148" y="328"/>
                    <a:pt x="128" y="335"/>
                    <a:pt x="100" y="335"/>
                  </a:cubicBezTo>
                  <a:cubicBezTo>
                    <a:pt x="84" y="335"/>
                    <a:pt x="68" y="332"/>
                    <a:pt x="49" y="328"/>
                  </a:cubicBezTo>
                  <a:cubicBezTo>
                    <a:pt x="31" y="324"/>
                    <a:pt x="15" y="317"/>
                    <a:pt x="1" y="309"/>
                  </a:cubicBezTo>
                  <a:lnTo>
                    <a:pt x="1" y="364"/>
                  </a:lnTo>
                  <a:cubicBezTo>
                    <a:pt x="24" y="378"/>
                    <a:pt x="58" y="384"/>
                    <a:pt x="101" y="384"/>
                  </a:cubicBezTo>
                  <a:cubicBezTo>
                    <a:pt x="148" y="384"/>
                    <a:pt x="183" y="374"/>
                    <a:pt x="209" y="351"/>
                  </a:cubicBezTo>
                  <a:cubicBezTo>
                    <a:pt x="235" y="328"/>
                    <a:pt x="247" y="296"/>
                    <a:pt x="247" y="256"/>
                  </a:cubicBezTo>
                  <a:cubicBezTo>
                    <a:pt x="247" y="221"/>
                    <a:pt x="236" y="193"/>
                    <a:pt x="213" y="173"/>
                  </a:cubicBezTo>
                  <a:cubicBezTo>
                    <a:pt x="191" y="153"/>
                    <a:pt x="161" y="143"/>
                    <a:pt x="123" y="143"/>
                  </a:cubicBezTo>
                  <a:cubicBezTo>
                    <a:pt x="111" y="143"/>
                    <a:pt x="100" y="144"/>
                    <a:pt x="92" y="145"/>
                  </a:cubicBezTo>
                  <a:cubicBezTo>
                    <a:pt x="82" y="146"/>
                    <a:pt x="75" y="148"/>
                    <a:pt x="69" y="149"/>
                  </a:cubicBezTo>
                  <a:lnTo>
                    <a:pt x="77" y="55"/>
                  </a:lnTo>
                  <a:lnTo>
                    <a:pt x="220" y="55"/>
                  </a:lnTo>
                  <a:lnTo>
                    <a:pt x="2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1624;p52">
              <a:extLst>
                <a:ext uri="{FF2B5EF4-FFF2-40B4-BE49-F238E27FC236}">
                  <a16:creationId xmlns:a16="http://schemas.microsoft.com/office/drawing/2014/main" id="{E93C4C4F-9D8B-666E-D351-1B585CE6466A}"/>
                </a:ext>
              </a:extLst>
            </p:cNvPr>
            <p:cNvSpPr/>
            <p:nvPr/>
          </p:nvSpPr>
          <p:spPr>
            <a:xfrm>
              <a:off x="5810964" y="1710287"/>
              <a:ext cx="47478" cy="110011"/>
            </a:xfrm>
            <a:custGeom>
              <a:avLst/>
              <a:gdLst/>
              <a:ahLst/>
              <a:cxnLst/>
              <a:rect l="l" t="t" r="r" b="b"/>
              <a:pathLst>
                <a:path w="164" h="380" extrusionOk="0">
                  <a:moveTo>
                    <a:pt x="112" y="0"/>
                  </a:moveTo>
                  <a:lnTo>
                    <a:pt x="1" y="88"/>
                  </a:lnTo>
                  <a:lnTo>
                    <a:pt x="32" y="128"/>
                  </a:lnTo>
                  <a:cubicBezTo>
                    <a:pt x="65" y="101"/>
                    <a:pt x="85" y="85"/>
                    <a:pt x="91" y="79"/>
                  </a:cubicBezTo>
                  <a:cubicBezTo>
                    <a:pt x="96" y="75"/>
                    <a:pt x="101" y="70"/>
                    <a:pt x="106" y="66"/>
                  </a:cubicBezTo>
                  <a:lnTo>
                    <a:pt x="106" y="66"/>
                  </a:lnTo>
                  <a:cubicBezTo>
                    <a:pt x="102" y="83"/>
                    <a:pt x="102" y="106"/>
                    <a:pt x="102" y="135"/>
                  </a:cubicBezTo>
                  <a:lnTo>
                    <a:pt x="102" y="380"/>
                  </a:lnTo>
                  <a:lnTo>
                    <a:pt x="163" y="380"/>
                  </a:lnTo>
                  <a:lnTo>
                    <a:pt x="16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1625;p52">
              <a:extLst>
                <a:ext uri="{FF2B5EF4-FFF2-40B4-BE49-F238E27FC236}">
                  <a16:creationId xmlns:a16="http://schemas.microsoft.com/office/drawing/2014/main" id="{2E8859E8-07F3-DEFC-56E0-068F2AEB3912}"/>
                </a:ext>
              </a:extLst>
            </p:cNvPr>
            <p:cNvSpPr/>
            <p:nvPr/>
          </p:nvSpPr>
          <p:spPr>
            <a:xfrm>
              <a:off x="5893762" y="1708261"/>
              <a:ext cx="75270" cy="113775"/>
            </a:xfrm>
            <a:custGeom>
              <a:avLst/>
              <a:gdLst/>
              <a:ahLst/>
              <a:cxnLst/>
              <a:rect l="l" t="t" r="r" b="b"/>
              <a:pathLst>
                <a:path w="260" h="393" extrusionOk="0">
                  <a:moveTo>
                    <a:pt x="131" y="53"/>
                  </a:moveTo>
                  <a:cubicBezTo>
                    <a:pt x="153" y="53"/>
                    <a:pt x="171" y="66"/>
                    <a:pt x="181" y="89"/>
                  </a:cubicBezTo>
                  <a:cubicBezTo>
                    <a:pt x="193" y="111"/>
                    <a:pt x="198" y="147"/>
                    <a:pt x="198" y="199"/>
                  </a:cubicBezTo>
                  <a:cubicBezTo>
                    <a:pt x="198" y="249"/>
                    <a:pt x="192" y="285"/>
                    <a:pt x="181" y="308"/>
                  </a:cubicBezTo>
                  <a:cubicBezTo>
                    <a:pt x="171" y="330"/>
                    <a:pt x="153" y="341"/>
                    <a:pt x="131" y="341"/>
                  </a:cubicBezTo>
                  <a:cubicBezTo>
                    <a:pt x="108" y="341"/>
                    <a:pt x="91" y="330"/>
                    <a:pt x="81" y="308"/>
                  </a:cubicBezTo>
                  <a:cubicBezTo>
                    <a:pt x="69" y="285"/>
                    <a:pt x="64" y="249"/>
                    <a:pt x="64" y="197"/>
                  </a:cubicBezTo>
                  <a:cubicBezTo>
                    <a:pt x="64" y="146"/>
                    <a:pt x="69" y="109"/>
                    <a:pt x="81" y="88"/>
                  </a:cubicBezTo>
                  <a:cubicBezTo>
                    <a:pt x="91" y="64"/>
                    <a:pt x="107" y="53"/>
                    <a:pt x="131" y="53"/>
                  </a:cubicBezTo>
                  <a:close/>
                  <a:moveTo>
                    <a:pt x="129" y="1"/>
                  </a:moveTo>
                  <a:cubicBezTo>
                    <a:pt x="86" y="1"/>
                    <a:pt x="54" y="17"/>
                    <a:pt x="32" y="49"/>
                  </a:cubicBezTo>
                  <a:cubicBezTo>
                    <a:pt x="11" y="81"/>
                    <a:pt x="0" y="130"/>
                    <a:pt x="0" y="197"/>
                  </a:cubicBezTo>
                  <a:cubicBezTo>
                    <a:pt x="0" y="261"/>
                    <a:pt x="12" y="309"/>
                    <a:pt x="33" y="343"/>
                  </a:cubicBezTo>
                  <a:cubicBezTo>
                    <a:pt x="55" y="376"/>
                    <a:pt x="87" y="392"/>
                    <a:pt x="130" y="392"/>
                  </a:cubicBezTo>
                  <a:cubicBezTo>
                    <a:pt x="174" y="392"/>
                    <a:pt x="206" y="376"/>
                    <a:pt x="227" y="344"/>
                  </a:cubicBezTo>
                  <a:cubicBezTo>
                    <a:pt x="248" y="312"/>
                    <a:pt x="259" y="263"/>
                    <a:pt x="259" y="197"/>
                  </a:cubicBezTo>
                  <a:cubicBezTo>
                    <a:pt x="259" y="135"/>
                    <a:pt x="248" y="84"/>
                    <a:pt x="225" y="50"/>
                  </a:cubicBezTo>
                  <a:cubicBezTo>
                    <a:pt x="203" y="17"/>
                    <a:pt x="171" y="1"/>
                    <a:pt x="129" y="1"/>
                  </a:cubicBezTo>
                  <a:close/>
                </a:path>
              </a:pathLst>
            </a:custGeom>
            <a:solidFill>
              <a:schemeClr val="bg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1626;p52">
              <a:extLst>
                <a:ext uri="{FF2B5EF4-FFF2-40B4-BE49-F238E27FC236}">
                  <a16:creationId xmlns:a16="http://schemas.microsoft.com/office/drawing/2014/main" id="{1E983B10-F016-7BCE-BD30-897154E456EB}"/>
                </a:ext>
              </a:extLst>
            </p:cNvPr>
            <p:cNvSpPr/>
            <p:nvPr/>
          </p:nvSpPr>
          <p:spPr>
            <a:xfrm>
              <a:off x="5981191" y="1709130"/>
              <a:ext cx="74402" cy="112906"/>
            </a:xfrm>
            <a:custGeom>
              <a:avLst/>
              <a:gdLst/>
              <a:ahLst/>
              <a:cxnLst/>
              <a:rect l="l" t="t" r="r" b="b"/>
              <a:pathLst>
                <a:path w="257" h="390" extrusionOk="0">
                  <a:moveTo>
                    <a:pt x="123" y="0"/>
                  </a:moveTo>
                  <a:cubicBezTo>
                    <a:pt x="76" y="0"/>
                    <a:pt x="36" y="14"/>
                    <a:pt x="1" y="39"/>
                  </a:cubicBezTo>
                  <a:lnTo>
                    <a:pt x="31" y="81"/>
                  </a:lnTo>
                  <a:cubicBezTo>
                    <a:pt x="48" y="70"/>
                    <a:pt x="64" y="62"/>
                    <a:pt x="77" y="58"/>
                  </a:cubicBezTo>
                  <a:cubicBezTo>
                    <a:pt x="91" y="54"/>
                    <a:pt x="104" y="51"/>
                    <a:pt x="119" y="51"/>
                  </a:cubicBezTo>
                  <a:cubicBezTo>
                    <a:pt x="139" y="51"/>
                    <a:pt x="155" y="55"/>
                    <a:pt x="166" y="64"/>
                  </a:cubicBezTo>
                  <a:cubicBezTo>
                    <a:pt x="176" y="74"/>
                    <a:pt x="182" y="86"/>
                    <a:pt x="182" y="102"/>
                  </a:cubicBezTo>
                  <a:cubicBezTo>
                    <a:pt x="182" y="143"/>
                    <a:pt x="151" y="165"/>
                    <a:pt x="91" y="165"/>
                  </a:cubicBezTo>
                  <a:lnTo>
                    <a:pt x="58" y="165"/>
                  </a:lnTo>
                  <a:lnTo>
                    <a:pt x="58" y="214"/>
                  </a:lnTo>
                  <a:lnTo>
                    <a:pt x="91" y="214"/>
                  </a:lnTo>
                  <a:cubicBezTo>
                    <a:pt x="126" y="214"/>
                    <a:pt x="151" y="219"/>
                    <a:pt x="167" y="229"/>
                  </a:cubicBezTo>
                  <a:cubicBezTo>
                    <a:pt x="183" y="239"/>
                    <a:pt x="191" y="252"/>
                    <a:pt x="191" y="273"/>
                  </a:cubicBezTo>
                  <a:cubicBezTo>
                    <a:pt x="191" y="295"/>
                    <a:pt x="185" y="313"/>
                    <a:pt x="170" y="324"/>
                  </a:cubicBezTo>
                  <a:cubicBezTo>
                    <a:pt x="155" y="335"/>
                    <a:pt x="134" y="340"/>
                    <a:pt x="105" y="340"/>
                  </a:cubicBezTo>
                  <a:cubicBezTo>
                    <a:pt x="86" y="340"/>
                    <a:pt x="69" y="337"/>
                    <a:pt x="52" y="333"/>
                  </a:cubicBezTo>
                  <a:cubicBezTo>
                    <a:pt x="35" y="327"/>
                    <a:pt x="17" y="322"/>
                    <a:pt x="1" y="314"/>
                  </a:cubicBezTo>
                  <a:lnTo>
                    <a:pt x="1" y="369"/>
                  </a:lnTo>
                  <a:cubicBezTo>
                    <a:pt x="31" y="383"/>
                    <a:pt x="65" y="389"/>
                    <a:pt x="108" y="389"/>
                  </a:cubicBezTo>
                  <a:cubicBezTo>
                    <a:pt x="155" y="389"/>
                    <a:pt x="192" y="380"/>
                    <a:pt x="218" y="359"/>
                  </a:cubicBezTo>
                  <a:cubicBezTo>
                    <a:pt x="244" y="340"/>
                    <a:pt x="256" y="311"/>
                    <a:pt x="256" y="276"/>
                  </a:cubicBezTo>
                  <a:cubicBezTo>
                    <a:pt x="256" y="250"/>
                    <a:pt x="249" y="230"/>
                    <a:pt x="234" y="215"/>
                  </a:cubicBezTo>
                  <a:cubicBezTo>
                    <a:pt x="219" y="201"/>
                    <a:pt x="197" y="191"/>
                    <a:pt x="166" y="187"/>
                  </a:cubicBezTo>
                  <a:lnTo>
                    <a:pt x="166" y="185"/>
                  </a:lnTo>
                  <a:cubicBezTo>
                    <a:pt x="191" y="180"/>
                    <a:pt x="212" y="169"/>
                    <a:pt x="224" y="153"/>
                  </a:cubicBezTo>
                  <a:cubicBezTo>
                    <a:pt x="239" y="137"/>
                    <a:pt x="246" y="117"/>
                    <a:pt x="246" y="92"/>
                  </a:cubicBezTo>
                  <a:cubicBezTo>
                    <a:pt x="246" y="63"/>
                    <a:pt x="235" y="41"/>
                    <a:pt x="213" y="24"/>
                  </a:cubicBezTo>
                  <a:cubicBezTo>
                    <a:pt x="191" y="9"/>
                    <a:pt x="161" y="0"/>
                    <a:pt x="123" y="0"/>
                  </a:cubicBezTo>
                  <a:close/>
                </a:path>
              </a:pathLst>
            </a:custGeom>
            <a:solidFill>
              <a:schemeClr val="bg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1627;p52">
              <a:extLst>
                <a:ext uri="{FF2B5EF4-FFF2-40B4-BE49-F238E27FC236}">
                  <a16:creationId xmlns:a16="http://schemas.microsoft.com/office/drawing/2014/main" id="{F81CBD0F-78E0-72F7-A4D6-5F5730AC2A29}"/>
                </a:ext>
              </a:extLst>
            </p:cNvPr>
            <p:cNvSpPr/>
            <p:nvPr/>
          </p:nvSpPr>
          <p:spPr>
            <a:xfrm>
              <a:off x="5660713" y="1465948"/>
              <a:ext cx="422960" cy="18239"/>
            </a:xfrm>
            <a:custGeom>
              <a:avLst/>
              <a:gdLst/>
              <a:ahLst/>
              <a:cxnLst/>
              <a:rect l="l" t="t" r="r" b="b"/>
              <a:pathLst>
                <a:path w="1461" h="63" extrusionOk="0">
                  <a:moveTo>
                    <a:pt x="31" y="1"/>
                  </a:moveTo>
                  <a:cubicBezTo>
                    <a:pt x="14" y="1"/>
                    <a:pt x="0" y="15"/>
                    <a:pt x="0" y="32"/>
                  </a:cubicBezTo>
                  <a:cubicBezTo>
                    <a:pt x="0" y="49"/>
                    <a:pt x="14" y="63"/>
                    <a:pt x="31" y="63"/>
                  </a:cubicBezTo>
                  <a:lnTo>
                    <a:pt x="1431" y="63"/>
                  </a:lnTo>
                  <a:cubicBezTo>
                    <a:pt x="1447" y="63"/>
                    <a:pt x="1461" y="48"/>
                    <a:pt x="1461" y="32"/>
                  </a:cubicBezTo>
                  <a:cubicBezTo>
                    <a:pt x="1461" y="15"/>
                    <a:pt x="1448" y="1"/>
                    <a:pt x="14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1628;p52">
              <a:extLst>
                <a:ext uri="{FF2B5EF4-FFF2-40B4-BE49-F238E27FC236}">
                  <a16:creationId xmlns:a16="http://schemas.microsoft.com/office/drawing/2014/main" id="{CF946211-3E79-749D-84F5-30BBF385CA62}"/>
                </a:ext>
              </a:extLst>
            </p:cNvPr>
            <p:cNvSpPr/>
            <p:nvPr/>
          </p:nvSpPr>
          <p:spPr>
            <a:xfrm>
              <a:off x="5660713" y="1667152"/>
              <a:ext cx="422960" cy="18239"/>
            </a:xfrm>
            <a:custGeom>
              <a:avLst/>
              <a:gdLst/>
              <a:ahLst/>
              <a:cxnLst/>
              <a:rect l="l" t="t" r="r" b="b"/>
              <a:pathLst>
                <a:path w="1461" h="63" extrusionOk="0">
                  <a:moveTo>
                    <a:pt x="31" y="1"/>
                  </a:moveTo>
                  <a:cubicBezTo>
                    <a:pt x="14" y="1"/>
                    <a:pt x="0" y="15"/>
                    <a:pt x="0" y="32"/>
                  </a:cubicBezTo>
                  <a:cubicBezTo>
                    <a:pt x="0" y="49"/>
                    <a:pt x="14" y="63"/>
                    <a:pt x="31" y="63"/>
                  </a:cubicBezTo>
                  <a:lnTo>
                    <a:pt x="1431" y="63"/>
                  </a:lnTo>
                  <a:cubicBezTo>
                    <a:pt x="1447" y="63"/>
                    <a:pt x="1461" y="49"/>
                    <a:pt x="1461" y="32"/>
                  </a:cubicBezTo>
                  <a:cubicBezTo>
                    <a:pt x="1461" y="15"/>
                    <a:pt x="1448" y="1"/>
                    <a:pt x="14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28" name="Billede 527">
            <a:extLst>
              <a:ext uri="{FF2B5EF4-FFF2-40B4-BE49-F238E27FC236}">
                <a16:creationId xmlns:a16="http://schemas.microsoft.com/office/drawing/2014/main" id="{6D1EB3F5-C093-5515-1F96-12D34C07CC5D}"/>
              </a:ext>
            </a:extLst>
          </p:cNvPr>
          <p:cNvPicPr>
            <a:picLocks noChangeAspect="1"/>
          </p:cNvPicPr>
          <p:nvPr/>
        </p:nvPicPr>
        <p:blipFill>
          <a:blip r:embed="rId9"/>
          <a:stretch>
            <a:fillRect/>
          </a:stretch>
        </p:blipFill>
        <p:spPr>
          <a:xfrm>
            <a:off x="7250216" y="4727078"/>
            <a:ext cx="1209901" cy="1321929"/>
          </a:xfrm>
          <a:prstGeom prst="rect">
            <a:avLst/>
          </a:prstGeom>
        </p:spPr>
      </p:pic>
      <p:pic>
        <p:nvPicPr>
          <p:cNvPr id="529" name="Billede 528">
            <a:extLst>
              <a:ext uri="{FF2B5EF4-FFF2-40B4-BE49-F238E27FC236}">
                <a16:creationId xmlns:a16="http://schemas.microsoft.com/office/drawing/2014/main" id="{16EBC24C-7F1E-DFE4-0C34-D083DED97DBC}"/>
              </a:ext>
            </a:extLst>
          </p:cNvPr>
          <p:cNvPicPr>
            <a:picLocks noChangeAspect="1"/>
          </p:cNvPicPr>
          <p:nvPr/>
        </p:nvPicPr>
        <p:blipFill>
          <a:blip r:embed="rId10"/>
          <a:stretch>
            <a:fillRect/>
          </a:stretch>
        </p:blipFill>
        <p:spPr>
          <a:xfrm>
            <a:off x="7250216" y="651613"/>
            <a:ext cx="1079500" cy="1143000"/>
          </a:xfrm>
          <a:prstGeom prst="rect">
            <a:avLst/>
          </a:prstGeom>
        </p:spPr>
      </p:pic>
      <p:pic>
        <p:nvPicPr>
          <p:cNvPr id="530" name="Billede 529">
            <a:extLst>
              <a:ext uri="{FF2B5EF4-FFF2-40B4-BE49-F238E27FC236}">
                <a16:creationId xmlns:a16="http://schemas.microsoft.com/office/drawing/2014/main" id="{2FBC5626-D810-7D1A-E15B-22F2276583EE}"/>
              </a:ext>
            </a:extLst>
          </p:cNvPr>
          <p:cNvPicPr>
            <a:picLocks noChangeAspect="1"/>
          </p:cNvPicPr>
          <p:nvPr/>
        </p:nvPicPr>
        <p:blipFill>
          <a:blip r:embed="rId11"/>
          <a:stretch>
            <a:fillRect/>
          </a:stretch>
        </p:blipFill>
        <p:spPr>
          <a:xfrm>
            <a:off x="5759801" y="2916494"/>
            <a:ext cx="990600" cy="1409700"/>
          </a:xfrm>
          <a:prstGeom prst="rect">
            <a:avLst/>
          </a:prstGeom>
        </p:spPr>
      </p:pic>
      <p:grpSp>
        <p:nvGrpSpPr>
          <p:cNvPr id="531" name="Gruppe 530">
            <a:extLst>
              <a:ext uri="{FF2B5EF4-FFF2-40B4-BE49-F238E27FC236}">
                <a16:creationId xmlns:a16="http://schemas.microsoft.com/office/drawing/2014/main" id="{EDD8C707-3A1E-3940-27B7-916B8C5562E5}"/>
              </a:ext>
            </a:extLst>
          </p:cNvPr>
          <p:cNvGrpSpPr/>
          <p:nvPr/>
        </p:nvGrpSpPr>
        <p:grpSpPr>
          <a:xfrm>
            <a:off x="8460116" y="2509990"/>
            <a:ext cx="451871" cy="1321929"/>
            <a:chOff x="7338876" y="2636216"/>
            <a:chExt cx="201076" cy="813007"/>
          </a:xfrm>
        </p:grpSpPr>
        <p:sp>
          <p:nvSpPr>
            <p:cNvPr id="532" name="Google Shape;2929;p79">
              <a:extLst>
                <a:ext uri="{FF2B5EF4-FFF2-40B4-BE49-F238E27FC236}">
                  <a16:creationId xmlns:a16="http://schemas.microsoft.com/office/drawing/2014/main" id="{4C3561C9-AE46-BACB-D052-EC2EDD49FB5B}"/>
                </a:ext>
              </a:extLst>
            </p:cNvPr>
            <p:cNvSpPr/>
            <p:nvPr/>
          </p:nvSpPr>
          <p:spPr>
            <a:xfrm>
              <a:off x="7339420" y="2636216"/>
              <a:ext cx="200532" cy="792060"/>
            </a:xfrm>
            <a:custGeom>
              <a:avLst/>
              <a:gdLst/>
              <a:ahLst/>
              <a:cxnLst/>
              <a:rect l="l" t="t" r="r" b="b"/>
              <a:pathLst>
                <a:path w="737" h="2911" extrusionOk="0">
                  <a:moveTo>
                    <a:pt x="111" y="0"/>
                  </a:moveTo>
                  <a:cubicBezTo>
                    <a:pt x="49" y="0"/>
                    <a:pt x="0" y="50"/>
                    <a:pt x="0" y="111"/>
                  </a:cubicBezTo>
                  <a:lnTo>
                    <a:pt x="0" y="2799"/>
                  </a:lnTo>
                  <a:cubicBezTo>
                    <a:pt x="0" y="2861"/>
                    <a:pt x="49" y="2910"/>
                    <a:pt x="111" y="2910"/>
                  </a:cubicBezTo>
                  <a:lnTo>
                    <a:pt x="626" y="2910"/>
                  </a:lnTo>
                  <a:cubicBezTo>
                    <a:pt x="687" y="2910"/>
                    <a:pt x="737" y="2861"/>
                    <a:pt x="737" y="2799"/>
                  </a:cubicBezTo>
                  <a:lnTo>
                    <a:pt x="737" y="111"/>
                  </a:lnTo>
                  <a:cubicBezTo>
                    <a:pt x="737" y="50"/>
                    <a:pt x="687" y="0"/>
                    <a:pt x="626"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2930;p79">
              <a:extLst>
                <a:ext uri="{FF2B5EF4-FFF2-40B4-BE49-F238E27FC236}">
                  <a16:creationId xmlns:a16="http://schemas.microsoft.com/office/drawing/2014/main" id="{AF6AF938-C24F-78BB-4052-7FB5900D12A4}"/>
                </a:ext>
              </a:extLst>
            </p:cNvPr>
            <p:cNvSpPr/>
            <p:nvPr/>
          </p:nvSpPr>
          <p:spPr>
            <a:xfrm>
              <a:off x="7338876" y="2636216"/>
              <a:ext cx="200532" cy="600235"/>
            </a:xfrm>
            <a:custGeom>
              <a:avLst/>
              <a:gdLst/>
              <a:ahLst/>
              <a:cxnLst/>
              <a:rect l="l" t="t" r="r" b="b"/>
              <a:pathLst>
                <a:path w="737" h="2206" extrusionOk="0">
                  <a:moveTo>
                    <a:pt x="111" y="0"/>
                  </a:moveTo>
                  <a:cubicBezTo>
                    <a:pt x="50" y="0"/>
                    <a:pt x="0" y="50"/>
                    <a:pt x="0" y="111"/>
                  </a:cubicBezTo>
                  <a:lnTo>
                    <a:pt x="0" y="2205"/>
                  </a:lnTo>
                  <a:lnTo>
                    <a:pt x="737" y="2205"/>
                  </a:lnTo>
                  <a:lnTo>
                    <a:pt x="737" y="111"/>
                  </a:lnTo>
                  <a:cubicBezTo>
                    <a:pt x="737" y="50"/>
                    <a:pt x="688" y="0"/>
                    <a:pt x="626" y="0"/>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2931;p79">
              <a:extLst>
                <a:ext uri="{FF2B5EF4-FFF2-40B4-BE49-F238E27FC236}">
                  <a16:creationId xmlns:a16="http://schemas.microsoft.com/office/drawing/2014/main" id="{9D41643C-32FA-848A-ADB1-0048075AAE05}"/>
                </a:ext>
              </a:extLst>
            </p:cNvPr>
            <p:cNvSpPr/>
            <p:nvPr/>
          </p:nvSpPr>
          <p:spPr>
            <a:xfrm>
              <a:off x="7380778" y="3428000"/>
              <a:ext cx="117815" cy="21223"/>
            </a:xfrm>
            <a:custGeom>
              <a:avLst/>
              <a:gdLst/>
              <a:ahLst/>
              <a:cxnLst/>
              <a:rect l="l" t="t" r="r" b="b"/>
              <a:pathLst>
                <a:path w="433" h="78" extrusionOk="0">
                  <a:moveTo>
                    <a:pt x="40" y="0"/>
                  </a:moveTo>
                  <a:cubicBezTo>
                    <a:pt x="18" y="0"/>
                    <a:pt x="0" y="17"/>
                    <a:pt x="0" y="39"/>
                  </a:cubicBezTo>
                  <a:cubicBezTo>
                    <a:pt x="0" y="60"/>
                    <a:pt x="18" y="77"/>
                    <a:pt x="40" y="77"/>
                  </a:cubicBezTo>
                  <a:lnTo>
                    <a:pt x="394" y="77"/>
                  </a:lnTo>
                  <a:cubicBezTo>
                    <a:pt x="415" y="77"/>
                    <a:pt x="432" y="60"/>
                    <a:pt x="432" y="39"/>
                  </a:cubicBezTo>
                  <a:cubicBezTo>
                    <a:pt x="432" y="17"/>
                    <a:pt x="415" y="0"/>
                    <a:pt x="394" y="0"/>
                  </a:cubicBezTo>
                  <a:close/>
                </a:path>
              </a:pathLst>
            </a:custGeom>
            <a:solidFill>
              <a:srgbClr val="7987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2932;p79">
              <a:extLst>
                <a:ext uri="{FF2B5EF4-FFF2-40B4-BE49-F238E27FC236}">
                  <a16:creationId xmlns:a16="http://schemas.microsoft.com/office/drawing/2014/main" id="{58EA584F-DA5E-A36A-B77F-D9A2F45237C2}"/>
                </a:ext>
              </a:extLst>
            </p:cNvPr>
            <p:cNvSpPr/>
            <p:nvPr/>
          </p:nvSpPr>
          <p:spPr>
            <a:xfrm>
              <a:off x="7431115" y="2729815"/>
              <a:ext cx="17413" cy="69656"/>
            </a:xfrm>
            <a:custGeom>
              <a:avLst/>
              <a:gdLst/>
              <a:ahLst/>
              <a:cxnLst/>
              <a:rect l="l" t="t" r="r" b="b"/>
              <a:pathLst>
                <a:path w="64" h="256" extrusionOk="0">
                  <a:moveTo>
                    <a:pt x="0" y="1"/>
                  </a:moveTo>
                  <a:lnTo>
                    <a:pt x="0" y="255"/>
                  </a:lnTo>
                  <a:lnTo>
                    <a:pt x="63" y="255"/>
                  </a:lnTo>
                  <a:lnTo>
                    <a:pt x="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2933;p79">
              <a:extLst>
                <a:ext uri="{FF2B5EF4-FFF2-40B4-BE49-F238E27FC236}">
                  <a16:creationId xmlns:a16="http://schemas.microsoft.com/office/drawing/2014/main" id="{E08B720F-2E8E-871D-42B6-D0D2DC04FA57}"/>
                </a:ext>
              </a:extLst>
            </p:cNvPr>
            <p:cNvSpPr/>
            <p:nvPr/>
          </p:nvSpPr>
          <p:spPr>
            <a:xfrm>
              <a:off x="7404722" y="3321613"/>
              <a:ext cx="69384" cy="68840"/>
            </a:xfrm>
            <a:custGeom>
              <a:avLst/>
              <a:gdLst/>
              <a:ahLst/>
              <a:cxnLst/>
              <a:rect l="l" t="t" r="r" b="b"/>
              <a:pathLst>
                <a:path w="255" h="253" extrusionOk="0">
                  <a:moveTo>
                    <a:pt x="105" y="1"/>
                  </a:moveTo>
                  <a:lnTo>
                    <a:pt x="105" y="102"/>
                  </a:lnTo>
                  <a:lnTo>
                    <a:pt x="1" y="102"/>
                  </a:lnTo>
                  <a:lnTo>
                    <a:pt x="1" y="149"/>
                  </a:lnTo>
                  <a:lnTo>
                    <a:pt x="105" y="149"/>
                  </a:lnTo>
                  <a:lnTo>
                    <a:pt x="105" y="252"/>
                  </a:lnTo>
                  <a:lnTo>
                    <a:pt x="151" y="252"/>
                  </a:lnTo>
                  <a:lnTo>
                    <a:pt x="151" y="149"/>
                  </a:lnTo>
                  <a:lnTo>
                    <a:pt x="254" y="149"/>
                  </a:lnTo>
                  <a:lnTo>
                    <a:pt x="254" y="102"/>
                  </a:lnTo>
                  <a:lnTo>
                    <a:pt x="151" y="102"/>
                  </a:lnTo>
                  <a:lnTo>
                    <a:pt x="1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2934;p79">
              <a:extLst>
                <a:ext uri="{FF2B5EF4-FFF2-40B4-BE49-F238E27FC236}">
                  <a16:creationId xmlns:a16="http://schemas.microsoft.com/office/drawing/2014/main" id="{5676F727-A2B3-20D6-77AA-9B92CE9E59ED}"/>
                </a:ext>
              </a:extLst>
            </p:cNvPr>
            <p:cNvSpPr/>
            <p:nvPr/>
          </p:nvSpPr>
          <p:spPr>
            <a:xfrm>
              <a:off x="7391390" y="3076186"/>
              <a:ext cx="96865" cy="89246"/>
            </a:xfrm>
            <a:custGeom>
              <a:avLst/>
              <a:gdLst/>
              <a:ahLst/>
              <a:cxnLst/>
              <a:rect l="l" t="t" r="r" b="b"/>
              <a:pathLst>
                <a:path w="356" h="328" extrusionOk="0">
                  <a:moveTo>
                    <a:pt x="207" y="111"/>
                  </a:moveTo>
                  <a:lnTo>
                    <a:pt x="207" y="215"/>
                  </a:lnTo>
                  <a:lnTo>
                    <a:pt x="115" y="183"/>
                  </a:lnTo>
                  <a:cubicBezTo>
                    <a:pt x="92" y="176"/>
                    <a:pt x="70" y="168"/>
                    <a:pt x="50" y="165"/>
                  </a:cubicBezTo>
                  <a:cubicBezTo>
                    <a:pt x="56" y="162"/>
                    <a:pt x="67" y="160"/>
                    <a:pt x="81" y="155"/>
                  </a:cubicBezTo>
                  <a:cubicBezTo>
                    <a:pt x="95" y="150"/>
                    <a:pt x="104" y="148"/>
                    <a:pt x="111" y="145"/>
                  </a:cubicBezTo>
                  <a:lnTo>
                    <a:pt x="207" y="111"/>
                  </a:lnTo>
                  <a:close/>
                  <a:moveTo>
                    <a:pt x="356" y="0"/>
                  </a:moveTo>
                  <a:lnTo>
                    <a:pt x="1" y="133"/>
                  </a:lnTo>
                  <a:lnTo>
                    <a:pt x="1" y="196"/>
                  </a:lnTo>
                  <a:lnTo>
                    <a:pt x="356" y="327"/>
                  </a:lnTo>
                  <a:lnTo>
                    <a:pt x="356" y="267"/>
                  </a:lnTo>
                  <a:lnTo>
                    <a:pt x="257" y="231"/>
                  </a:lnTo>
                  <a:lnTo>
                    <a:pt x="257" y="96"/>
                  </a:lnTo>
                  <a:lnTo>
                    <a:pt x="356" y="60"/>
                  </a:lnTo>
                  <a:lnTo>
                    <a:pt x="3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2935;p79">
              <a:extLst>
                <a:ext uri="{FF2B5EF4-FFF2-40B4-BE49-F238E27FC236}">
                  <a16:creationId xmlns:a16="http://schemas.microsoft.com/office/drawing/2014/main" id="{82B46A8B-EB32-1ACD-BE64-2C1C9F5D8724}"/>
                </a:ext>
              </a:extLst>
            </p:cNvPr>
            <p:cNvSpPr/>
            <p:nvPr/>
          </p:nvSpPr>
          <p:spPr>
            <a:xfrm>
              <a:off x="7391390" y="2986125"/>
              <a:ext cx="96865" cy="89791"/>
            </a:xfrm>
            <a:custGeom>
              <a:avLst/>
              <a:gdLst/>
              <a:ahLst/>
              <a:cxnLst/>
              <a:rect l="l" t="t" r="r" b="b"/>
              <a:pathLst>
                <a:path w="356" h="330" extrusionOk="0">
                  <a:moveTo>
                    <a:pt x="207" y="113"/>
                  </a:moveTo>
                  <a:lnTo>
                    <a:pt x="207" y="218"/>
                  </a:lnTo>
                  <a:lnTo>
                    <a:pt x="115" y="186"/>
                  </a:lnTo>
                  <a:cubicBezTo>
                    <a:pt x="92" y="177"/>
                    <a:pt x="70" y="171"/>
                    <a:pt x="50" y="167"/>
                  </a:cubicBezTo>
                  <a:cubicBezTo>
                    <a:pt x="56" y="164"/>
                    <a:pt x="67" y="161"/>
                    <a:pt x="81" y="158"/>
                  </a:cubicBezTo>
                  <a:cubicBezTo>
                    <a:pt x="95" y="153"/>
                    <a:pt x="104" y="149"/>
                    <a:pt x="111" y="147"/>
                  </a:cubicBezTo>
                  <a:lnTo>
                    <a:pt x="207" y="113"/>
                  </a:lnTo>
                  <a:close/>
                  <a:moveTo>
                    <a:pt x="356" y="1"/>
                  </a:moveTo>
                  <a:lnTo>
                    <a:pt x="1" y="133"/>
                  </a:lnTo>
                  <a:lnTo>
                    <a:pt x="1" y="197"/>
                  </a:lnTo>
                  <a:lnTo>
                    <a:pt x="356" y="329"/>
                  </a:lnTo>
                  <a:lnTo>
                    <a:pt x="356" y="267"/>
                  </a:lnTo>
                  <a:lnTo>
                    <a:pt x="257" y="233"/>
                  </a:lnTo>
                  <a:lnTo>
                    <a:pt x="257" y="97"/>
                  </a:lnTo>
                  <a:lnTo>
                    <a:pt x="356" y="63"/>
                  </a:lnTo>
                  <a:lnTo>
                    <a:pt x="3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2936;p79">
              <a:extLst>
                <a:ext uri="{FF2B5EF4-FFF2-40B4-BE49-F238E27FC236}">
                  <a16:creationId xmlns:a16="http://schemas.microsoft.com/office/drawing/2014/main" id="{1DE98E96-C916-136A-2FF0-821F19B4FD88}"/>
                </a:ext>
              </a:extLst>
            </p:cNvPr>
            <p:cNvSpPr/>
            <p:nvPr/>
          </p:nvSpPr>
          <p:spPr>
            <a:xfrm>
              <a:off x="7391390" y="2897151"/>
              <a:ext cx="96865" cy="89246"/>
            </a:xfrm>
            <a:custGeom>
              <a:avLst/>
              <a:gdLst/>
              <a:ahLst/>
              <a:cxnLst/>
              <a:rect l="l" t="t" r="r" b="b"/>
              <a:pathLst>
                <a:path w="356" h="328" extrusionOk="0">
                  <a:moveTo>
                    <a:pt x="207" y="113"/>
                  </a:moveTo>
                  <a:lnTo>
                    <a:pt x="207" y="218"/>
                  </a:lnTo>
                  <a:lnTo>
                    <a:pt x="115" y="186"/>
                  </a:lnTo>
                  <a:cubicBezTo>
                    <a:pt x="92" y="177"/>
                    <a:pt x="70" y="171"/>
                    <a:pt x="50" y="166"/>
                  </a:cubicBezTo>
                  <a:cubicBezTo>
                    <a:pt x="56" y="164"/>
                    <a:pt x="67" y="161"/>
                    <a:pt x="81" y="157"/>
                  </a:cubicBezTo>
                  <a:cubicBezTo>
                    <a:pt x="95" y="151"/>
                    <a:pt x="104" y="149"/>
                    <a:pt x="111" y="146"/>
                  </a:cubicBezTo>
                  <a:lnTo>
                    <a:pt x="207" y="113"/>
                  </a:lnTo>
                  <a:close/>
                  <a:moveTo>
                    <a:pt x="356" y="1"/>
                  </a:moveTo>
                  <a:lnTo>
                    <a:pt x="1" y="133"/>
                  </a:lnTo>
                  <a:lnTo>
                    <a:pt x="1" y="196"/>
                  </a:lnTo>
                  <a:lnTo>
                    <a:pt x="356" y="328"/>
                  </a:lnTo>
                  <a:lnTo>
                    <a:pt x="356" y="267"/>
                  </a:lnTo>
                  <a:lnTo>
                    <a:pt x="257" y="232"/>
                  </a:lnTo>
                  <a:lnTo>
                    <a:pt x="257" y="97"/>
                  </a:lnTo>
                  <a:lnTo>
                    <a:pt x="356" y="63"/>
                  </a:lnTo>
                  <a:lnTo>
                    <a:pt x="35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0" name="Gruppe 539">
            <a:extLst>
              <a:ext uri="{FF2B5EF4-FFF2-40B4-BE49-F238E27FC236}">
                <a16:creationId xmlns:a16="http://schemas.microsoft.com/office/drawing/2014/main" id="{933FECCE-DF13-5AE0-76A4-56D244C52BD3}"/>
              </a:ext>
            </a:extLst>
          </p:cNvPr>
          <p:cNvGrpSpPr/>
          <p:nvPr/>
        </p:nvGrpSpPr>
        <p:grpSpPr>
          <a:xfrm>
            <a:off x="7250216" y="2549286"/>
            <a:ext cx="460769" cy="1689283"/>
            <a:chOff x="6944069" y="2620434"/>
            <a:chExt cx="305560" cy="1015447"/>
          </a:xfrm>
        </p:grpSpPr>
        <p:sp>
          <p:nvSpPr>
            <p:cNvPr id="541" name="Google Shape;2937;p79">
              <a:extLst>
                <a:ext uri="{FF2B5EF4-FFF2-40B4-BE49-F238E27FC236}">
                  <a16:creationId xmlns:a16="http://schemas.microsoft.com/office/drawing/2014/main" id="{A3248C27-8EDE-4BF9-8C9C-7E721FFBCFC5}"/>
                </a:ext>
              </a:extLst>
            </p:cNvPr>
            <p:cNvSpPr/>
            <p:nvPr/>
          </p:nvSpPr>
          <p:spPr>
            <a:xfrm>
              <a:off x="6944069" y="2652268"/>
              <a:ext cx="305288" cy="983613"/>
            </a:xfrm>
            <a:custGeom>
              <a:avLst/>
              <a:gdLst/>
              <a:ahLst/>
              <a:cxnLst/>
              <a:rect l="l" t="t" r="r" b="b"/>
              <a:pathLst>
                <a:path w="1122" h="3615" extrusionOk="0">
                  <a:moveTo>
                    <a:pt x="170" y="0"/>
                  </a:moveTo>
                  <a:cubicBezTo>
                    <a:pt x="76" y="0"/>
                    <a:pt x="1" y="76"/>
                    <a:pt x="0" y="169"/>
                  </a:cubicBezTo>
                  <a:lnTo>
                    <a:pt x="0" y="3445"/>
                  </a:lnTo>
                  <a:cubicBezTo>
                    <a:pt x="0" y="3538"/>
                    <a:pt x="76" y="3615"/>
                    <a:pt x="170" y="3615"/>
                  </a:cubicBezTo>
                  <a:lnTo>
                    <a:pt x="952" y="3615"/>
                  </a:lnTo>
                  <a:cubicBezTo>
                    <a:pt x="1046" y="3615"/>
                    <a:pt x="1122" y="3538"/>
                    <a:pt x="1122" y="3445"/>
                  </a:cubicBezTo>
                  <a:lnTo>
                    <a:pt x="1122" y="169"/>
                  </a:lnTo>
                  <a:cubicBezTo>
                    <a:pt x="1122" y="76"/>
                    <a:pt x="1046" y="0"/>
                    <a:pt x="952"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2938;p79">
              <a:extLst>
                <a:ext uri="{FF2B5EF4-FFF2-40B4-BE49-F238E27FC236}">
                  <a16:creationId xmlns:a16="http://schemas.microsoft.com/office/drawing/2014/main" id="{A5131CA1-0D33-5552-B0AC-13A1AB7673C2}"/>
                </a:ext>
              </a:extLst>
            </p:cNvPr>
            <p:cNvSpPr/>
            <p:nvPr/>
          </p:nvSpPr>
          <p:spPr>
            <a:xfrm>
              <a:off x="6944341" y="2943678"/>
              <a:ext cx="305288" cy="692202"/>
            </a:xfrm>
            <a:custGeom>
              <a:avLst/>
              <a:gdLst/>
              <a:ahLst/>
              <a:cxnLst/>
              <a:rect l="l" t="t" r="r" b="b"/>
              <a:pathLst>
                <a:path w="1122" h="2544" extrusionOk="0">
                  <a:moveTo>
                    <a:pt x="0" y="1"/>
                  </a:moveTo>
                  <a:lnTo>
                    <a:pt x="0" y="2374"/>
                  </a:lnTo>
                  <a:cubicBezTo>
                    <a:pt x="0" y="2467"/>
                    <a:pt x="77" y="2544"/>
                    <a:pt x="170" y="2544"/>
                  </a:cubicBezTo>
                  <a:lnTo>
                    <a:pt x="952" y="2544"/>
                  </a:lnTo>
                  <a:cubicBezTo>
                    <a:pt x="1046" y="2544"/>
                    <a:pt x="1122" y="2467"/>
                    <a:pt x="1122" y="2374"/>
                  </a:cubicBezTo>
                  <a:lnTo>
                    <a:pt x="1122"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2939;p79">
              <a:extLst>
                <a:ext uri="{FF2B5EF4-FFF2-40B4-BE49-F238E27FC236}">
                  <a16:creationId xmlns:a16="http://schemas.microsoft.com/office/drawing/2014/main" id="{616EAA36-B706-B212-A5D2-4D96C66F42E5}"/>
                </a:ext>
              </a:extLst>
            </p:cNvPr>
            <p:cNvSpPr/>
            <p:nvPr/>
          </p:nvSpPr>
          <p:spPr>
            <a:xfrm>
              <a:off x="7007739" y="2620434"/>
              <a:ext cx="178764" cy="32379"/>
            </a:xfrm>
            <a:custGeom>
              <a:avLst/>
              <a:gdLst/>
              <a:ahLst/>
              <a:cxnLst/>
              <a:rect l="l" t="t" r="r" b="b"/>
              <a:pathLst>
                <a:path w="657" h="119" extrusionOk="0">
                  <a:moveTo>
                    <a:pt x="59" y="1"/>
                  </a:moveTo>
                  <a:cubicBezTo>
                    <a:pt x="27" y="1"/>
                    <a:pt x="0" y="27"/>
                    <a:pt x="0" y="60"/>
                  </a:cubicBezTo>
                  <a:cubicBezTo>
                    <a:pt x="0" y="92"/>
                    <a:pt x="27" y="118"/>
                    <a:pt x="59" y="118"/>
                  </a:cubicBezTo>
                  <a:lnTo>
                    <a:pt x="598" y="118"/>
                  </a:lnTo>
                  <a:cubicBezTo>
                    <a:pt x="630" y="118"/>
                    <a:pt x="657" y="92"/>
                    <a:pt x="657" y="60"/>
                  </a:cubicBezTo>
                  <a:cubicBezTo>
                    <a:pt x="657" y="27"/>
                    <a:pt x="630" y="1"/>
                    <a:pt x="598" y="1"/>
                  </a:cubicBezTo>
                  <a:close/>
                </a:path>
              </a:pathLst>
            </a:custGeom>
            <a:solidFill>
              <a:srgbClr val="79879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2940;p79">
              <a:extLst>
                <a:ext uri="{FF2B5EF4-FFF2-40B4-BE49-F238E27FC236}">
                  <a16:creationId xmlns:a16="http://schemas.microsoft.com/office/drawing/2014/main" id="{2816EF81-CD11-F647-AF78-D51E2403FE46}"/>
                </a:ext>
              </a:extLst>
            </p:cNvPr>
            <p:cNvSpPr/>
            <p:nvPr/>
          </p:nvSpPr>
          <p:spPr>
            <a:xfrm>
              <a:off x="7083925" y="3472623"/>
              <a:ext cx="26121" cy="105299"/>
            </a:xfrm>
            <a:custGeom>
              <a:avLst/>
              <a:gdLst/>
              <a:ahLst/>
              <a:cxnLst/>
              <a:rect l="l" t="t" r="r" b="b"/>
              <a:pathLst>
                <a:path w="96" h="387" extrusionOk="0">
                  <a:moveTo>
                    <a:pt x="0" y="1"/>
                  </a:moveTo>
                  <a:lnTo>
                    <a:pt x="0" y="387"/>
                  </a:lnTo>
                  <a:lnTo>
                    <a:pt x="96" y="387"/>
                  </a:lnTo>
                  <a:lnTo>
                    <a:pt x="9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2941;p79">
              <a:extLst>
                <a:ext uri="{FF2B5EF4-FFF2-40B4-BE49-F238E27FC236}">
                  <a16:creationId xmlns:a16="http://schemas.microsoft.com/office/drawing/2014/main" id="{CF3A0BFB-D2B7-CC16-11A5-787C5AE03F8B}"/>
                </a:ext>
              </a:extLst>
            </p:cNvPr>
            <p:cNvSpPr/>
            <p:nvPr/>
          </p:nvSpPr>
          <p:spPr>
            <a:xfrm>
              <a:off x="7043928" y="2710497"/>
              <a:ext cx="105571" cy="103940"/>
            </a:xfrm>
            <a:custGeom>
              <a:avLst/>
              <a:gdLst/>
              <a:ahLst/>
              <a:cxnLst/>
              <a:rect l="l" t="t" r="r" b="b"/>
              <a:pathLst>
                <a:path w="388" h="382" extrusionOk="0">
                  <a:moveTo>
                    <a:pt x="160" y="0"/>
                  </a:moveTo>
                  <a:lnTo>
                    <a:pt x="160" y="156"/>
                  </a:lnTo>
                  <a:lnTo>
                    <a:pt x="1" y="156"/>
                  </a:lnTo>
                  <a:lnTo>
                    <a:pt x="1" y="227"/>
                  </a:lnTo>
                  <a:lnTo>
                    <a:pt x="160" y="227"/>
                  </a:lnTo>
                  <a:lnTo>
                    <a:pt x="160" y="382"/>
                  </a:lnTo>
                  <a:lnTo>
                    <a:pt x="230" y="382"/>
                  </a:lnTo>
                  <a:lnTo>
                    <a:pt x="230" y="227"/>
                  </a:lnTo>
                  <a:lnTo>
                    <a:pt x="388" y="227"/>
                  </a:lnTo>
                  <a:lnTo>
                    <a:pt x="388" y="156"/>
                  </a:lnTo>
                  <a:lnTo>
                    <a:pt x="230" y="156"/>
                  </a:lnTo>
                  <a:lnTo>
                    <a:pt x="23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2942;p79">
              <a:extLst>
                <a:ext uri="{FF2B5EF4-FFF2-40B4-BE49-F238E27FC236}">
                  <a16:creationId xmlns:a16="http://schemas.microsoft.com/office/drawing/2014/main" id="{FFC97E38-7A9A-7413-257B-7A5A3C4C814D}"/>
                </a:ext>
              </a:extLst>
            </p:cNvPr>
            <p:cNvSpPr/>
            <p:nvPr/>
          </p:nvSpPr>
          <p:spPr>
            <a:xfrm>
              <a:off x="7029779" y="3229645"/>
              <a:ext cx="134413" cy="124347"/>
            </a:xfrm>
            <a:custGeom>
              <a:avLst/>
              <a:gdLst/>
              <a:ahLst/>
              <a:cxnLst/>
              <a:rect l="l" t="t" r="r" b="b"/>
              <a:pathLst>
                <a:path w="494" h="457" extrusionOk="0">
                  <a:moveTo>
                    <a:pt x="288" y="156"/>
                  </a:moveTo>
                  <a:lnTo>
                    <a:pt x="288" y="297"/>
                  </a:lnTo>
                  <a:lnTo>
                    <a:pt x="160" y="253"/>
                  </a:lnTo>
                  <a:cubicBezTo>
                    <a:pt x="126" y="241"/>
                    <a:pt x="97" y="233"/>
                    <a:pt x="69" y="226"/>
                  </a:cubicBezTo>
                  <a:cubicBezTo>
                    <a:pt x="79" y="224"/>
                    <a:pt x="92" y="219"/>
                    <a:pt x="112" y="215"/>
                  </a:cubicBezTo>
                  <a:cubicBezTo>
                    <a:pt x="132" y="209"/>
                    <a:pt x="145" y="205"/>
                    <a:pt x="154" y="201"/>
                  </a:cubicBezTo>
                  <a:lnTo>
                    <a:pt x="288" y="156"/>
                  </a:lnTo>
                  <a:close/>
                  <a:moveTo>
                    <a:pt x="493" y="1"/>
                  </a:moveTo>
                  <a:lnTo>
                    <a:pt x="0" y="185"/>
                  </a:lnTo>
                  <a:lnTo>
                    <a:pt x="0" y="271"/>
                  </a:lnTo>
                  <a:lnTo>
                    <a:pt x="493" y="456"/>
                  </a:lnTo>
                  <a:lnTo>
                    <a:pt x="493" y="372"/>
                  </a:lnTo>
                  <a:lnTo>
                    <a:pt x="358" y="324"/>
                  </a:lnTo>
                  <a:lnTo>
                    <a:pt x="358" y="136"/>
                  </a:lnTo>
                  <a:lnTo>
                    <a:pt x="493" y="86"/>
                  </a:lnTo>
                  <a:lnTo>
                    <a:pt x="493"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2943;p79">
              <a:extLst>
                <a:ext uri="{FF2B5EF4-FFF2-40B4-BE49-F238E27FC236}">
                  <a16:creationId xmlns:a16="http://schemas.microsoft.com/office/drawing/2014/main" id="{608A2CB2-C836-B20B-90CD-4436EDBD06E8}"/>
                </a:ext>
              </a:extLst>
            </p:cNvPr>
            <p:cNvSpPr/>
            <p:nvPr/>
          </p:nvSpPr>
          <p:spPr>
            <a:xfrm>
              <a:off x="7029779" y="3105572"/>
              <a:ext cx="134413" cy="124347"/>
            </a:xfrm>
            <a:custGeom>
              <a:avLst/>
              <a:gdLst/>
              <a:ahLst/>
              <a:cxnLst/>
              <a:rect l="l" t="t" r="r" b="b"/>
              <a:pathLst>
                <a:path w="494" h="457" extrusionOk="0">
                  <a:moveTo>
                    <a:pt x="288" y="157"/>
                  </a:moveTo>
                  <a:lnTo>
                    <a:pt x="288" y="299"/>
                  </a:lnTo>
                  <a:lnTo>
                    <a:pt x="160" y="255"/>
                  </a:lnTo>
                  <a:cubicBezTo>
                    <a:pt x="126" y="243"/>
                    <a:pt x="97" y="234"/>
                    <a:pt x="69" y="228"/>
                  </a:cubicBezTo>
                  <a:cubicBezTo>
                    <a:pt x="79" y="226"/>
                    <a:pt x="92" y="221"/>
                    <a:pt x="112" y="216"/>
                  </a:cubicBezTo>
                  <a:cubicBezTo>
                    <a:pt x="132" y="211"/>
                    <a:pt x="145" y="207"/>
                    <a:pt x="154" y="202"/>
                  </a:cubicBezTo>
                  <a:lnTo>
                    <a:pt x="288" y="157"/>
                  </a:lnTo>
                  <a:close/>
                  <a:moveTo>
                    <a:pt x="493" y="0"/>
                  </a:moveTo>
                  <a:lnTo>
                    <a:pt x="0" y="185"/>
                  </a:lnTo>
                  <a:lnTo>
                    <a:pt x="0" y="272"/>
                  </a:lnTo>
                  <a:lnTo>
                    <a:pt x="493" y="457"/>
                  </a:lnTo>
                  <a:lnTo>
                    <a:pt x="493" y="372"/>
                  </a:lnTo>
                  <a:lnTo>
                    <a:pt x="358" y="324"/>
                  </a:lnTo>
                  <a:lnTo>
                    <a:pt x="358" y="136"/>
                  </a:lnTo>
                  <a:lnTo>
                    <a:pt x="493" y="86"/>
                  </a:lnTo>
                  <a:lnTo>
                    <a:pt x="493" y="0"/>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885096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oogle Shape;3669;p36">
            <a:extLst>
              <a:ext uri="{FF2B5EF4-FFF2-40B4-BE49-F238E27FC236}">
                <a16:creationId xmlns:a16="http://schemas.microsoft.com/office/drawing/2014/main" id="{4CAD20F0-494E-9402-AE69-A61FB94AEFA2}"/>
              </a:ext>
            </a:extLst>
          </p:cNvPr>
          <p:cNvGrpSpPr/>
          <p:nvPr/>
        </p:nvGrpSpPr>
        <p:grpSpPr>
          <a:xfrm>
            <a:off x="1219199" y="1106311"/>
            <a:ext cx="2528688" cy="3104555"/>
            <a:chOff x="1776050" y="238125"/>
            <a:chExt cx="4458175" cy="5178400"/>
          </a:xfrm>
        </p:grpSpPr>
        <p:sp>
          <p:nvSpPr>
            <p:cNvPr id="3" name="Google Shape;3670;p36">
              <a:extLst>
                <a:ext uri="{FF2B5EF4-FFF2-40B4-BE49-F238E27FC236}">
                  <a16:creationId xmlns:a16="http://schemas.microsoft.com/office/drawing/2014/main" id="{4C71DE69-E092-8D9E-21A4-769964C4018B}"/>
                </a:ext>
              </a:extLst>
            </p:cNvPr>
            <p:cNvSpPr/>
            <p:nvPr/>
          </p:nvSpPr>
          <p:spPr>
            <a:xfrm>
              <a:off x="3200400" y="1682600"/>
              <a:ext cx="3033825" cy="2832650"/>
            </a:xfrm>
            <a:custGeom>
              <a:avLst/>
              <a:gdLst/>
              <a:ahLst/>
              <a:cxnLst/>
              <a:rect l="l" t="t" r="r" b="b"/>
              <a:pathLst>
                <a:path w="121353" h="113306" extrusionOk="0">
                  <a:moveTo>
                    <a:pt x="121353" y="0"/>
                  </a:moveTo>
                  <a:lnTo>
                    <a:pt x="91095" y="644"/>
                  </a:lnTo>
                  <a:lnTo>
                    <a:pt x="91095" y="11588"/>
                  </a:lnTo>
                  <a:lnTo>
                    <a:pt x="67919" y="11105"/>
                  </a:lnTo>
                  <a:lnTo>
                    <a:pt x="67919" y="22371"/>
                  </a:lnTo>
                  <a:lnTo>
                    <a:pt x="45709" y="22371"/>
                  </a:lnTo>
                  <a:lnTo>
                    <a:pt x="45709" y="33638"/>
                  </a:lnTo>
                  <a:lnTo>
                    <a:pt x="22855" y="33638"/>
                  </a:lnTo>
                  <a:lnTo>
                    <a:pt x="22855" y="44904"/>
                  </a:lnTo>
                  <a:lnTo>
                    <a:pt x="1" y="44904"/>
                  </a:lnTo>
                  <a:lnTo>
                    <a:pt x="1" y="113305"/>
                  </a:lnTo>
                  <a:lnTo>
                    <a:pt x="121353" y="54078"/>
                  </a:lnTo>
                  <a:lnTo>
                    <a:pt x="121353"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3671;p36">
              <a:extLst>
                <a:ext uri="{FF2B5EF4-FFF2-40B4-BE49-F238E27FC236}">
                  <a16:creationId xmlns:a16="http://schemas.microsoft.com/office/drawing/2014/main" id="{EC861742-C1CD-E026-8506-B0D8DB02FA2F}"/>
                </a:ext>
              </a:extLst>
            </p:cNvPr>
            <p:cNvSpPr/>
            <p:nvPr/>
          </p:nvSpPr>
          <p:spPr>
            <a:xfrm>
              <a:off x="1776050" y="2105075"/>
              <a:ext cx="1424375" cy="2410175"/>
            </a:xfrm>
            <a:custGeom>
              <a:avLst/>
              <a:gdLst/>
              <a:ahLst/>
              <a:cxnLst/>
              <a:rect l="l" t="t" r="r" b="b"/>
              <a:pathLst>
                <a:path w="56975" h="96407" extrusionOk="0">
                  <a:moveTo>
                    <a:pt x="1" y="0"/>
                  </a:moveTo>
                  <a:lnTo>
                    <a:pt x="1" y="64861"/>
                  </a:lnTo>
                  <a:lnTo>
                    <a:pt x="56975" y="96406"/>
                  </a:lnTo>
                  <a:lnTo>
                    <a:pt x="56975" y="28005"/>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3672;p36">
              <a:extLst>
                <a:ext uri="{FF2B5EF4-FFF2-40B4-BE49-F238E27FC236}">
                  <a16:creationId xmlns:a16="http://schemas.microsoft.com/office/drawing/2014/main" id="{989C1653-A23F-3DCE-6CE0-70E706B689D5}"/>
                </a:ext>
              </a:extLst>
            </p:cNvPr>
            <p:cNvSpPr/>
            <p:nvPr/>
          </p:nvSpPr>
          <p:spPr>
            <a:xfrm>
              <a:off x="2347400" y="1823425"/>
              <a:ext cx="1995750" cy="700125"/>
            </a:xfrm>
            <a:custGeom>
              <a:avLst/>
              <a:gdLst/>
              <a:ahLst/>
              <a:cxnLst/>
              <a:rect l="l" t="t" r="r" b="b"/>
              <a:pathLst>
                <a:path w="79830" h="28005" extrusionOk="0">
                  <a:moveTo>
                    <a:pt x="1" y="0"/>
                  </a:moveTo>
                  <a:lnTo>
                    <a:pt x="56975" y="28005"/>
                  </a:lnTo>
                  <a:lnTo>
                    <a:pt x="79829" y="28005"/>
                  </a:lnTo>
                  <a:lnTo>
                    <a:pt x="23177"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3673;p36">
              <a:extLst>
                <a:ext uri="{FF2B5EF4-FFF2-40B4-BE49-F238E27FC236}">
                  <a16:creationId xmlns:a16="http://schemas.microsoft.com/office/drawing/2014/main" id="{692467BA-1C64-A5C1-41FE-327DE6F7FB33}"/>
                </a:ext>
              </a:extLst>
            </p:cNvPr>
            <p:cNvSpPr/>
            <p:nvPr/>
          </p:nvSpPr>
          <p:spPr>
            <a:xfrm>
              <a:off x="2926800" y="1533725"/>
              <a:ext cx="1416350" cy="989825"/>
            </a:xfrm>
            <a:custGeom>
              <a:avLst/>
              <a:gdLst/>
              <a:ahLst/>
              <a:cxnLst/>
              <a:rect l="l" t="t" r="r" b="b"/>
              <a:pathLst>
                <a:path w="56654" h="39593" extrusionOk="0">
                  <a:moveTo>
                    <a:pt x="1" y="0"/>
                  </a:moveTo>
                  <a:lnTo>
                    <a:pt x="1" y="11588"/>
                  </a:lnTo>
                  <a:lnTo>
                    <a:pt x="56653" y="39593"/>
                  </a:lnTo>
                  <a:lnTo>
                    <a:pt x="56653" y="28487"/>
                  </a:lnTo>
                  <a:lnTo>
                    <a:pt x="1"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3674;p36">
              <a:extLst>
                <a:ext uri="{FF2B5EF4-FFF2-40B4-BE49-F238E27FC236}">
                  <a16:creationId xmlns:a16="http://schemas.microsoft.com/office/drawing/2014/main" id="{D08ADDFC-63D8-FC12-FD7E-0B9B3AA95B93}"/>
                </a:ext>
              </a:extLst>
            </p:cNvPr>
            <p:cNvSpPr/>
            <p:nvPr/>
          </p:nvSpPr>
          <p:spPr>
            <a:xfrm>
              <a:off x="1776050" y="2105075"/>
              <a:ext cx="1995750" cy="700125"/>
            </a:xfrm>
            <a:custGeom>
              <a:avLst/>
              <a:gdLst/>
              <a:ahLst/>
              <a:cxnLst/>
              <a:rect l="l" t="t" r="r" b="b"/>
              <a:pathLst>
                <a:path w="79830" h="28005" extrusionOk="0">
                  <a:moveTo>
                    <a:pt x="1" y="0"/>
                  </a:moveTo>
                  <a:lnTo>
                    <a:pt x="56975" y="28005"/>
                  </a:lnTo>
                  <a:lnTo>
                    <a:pt x="79829" y="28005"/>
                  </a:lnTo>
                  <a:lnTo>
                    <a:pt x="22855" y="0"/>
                  </a:lnTo>
                  <a:close/>
                </a:path>
              </a:pathLst>
            </a:custGeom>
            <a:solidFill>
              <a:srgbClr val="575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3675;p36">
              <a:extLst>
                <a:ext uri="{FF2B5EF4-FFF2-40B4-BE49-F238E27FC236}">
                  <a16:creationId xmlns:a16="http://schemas.microsoft.com/office/drawing/2014/main" id="{F67D731D-942C-2101-A117-23FA36880761}"/>
                </a:ext>
              </a:extLst>
            </p:cNvPr>
            <p:cNvSpPr/>
            <p:nvPr/>
          </p:nvSpPr>
          <p:spPr>
            <a:xfrm>
              <a:off x="2347400" y="1823425"/>
              <a:ext cx="1424400" cy="981775"/>
            </a:xfrm>
            <a:custGeom>
              <a:avLst/>
              <a:gdLst/>
              <a:ahLst/>
              <a:cxnLst/>
              <a:rect l="l" t="t" r="r" b="b"/>
              <a:pathLst>
                <a:path w="56976" h="39271" extrusionOk="0">
                  <a:moveTo>
                    <a:pt x="1" y="0"/>
                  </a:moveTo>
                  <a:lnTo>
                    <a:pt x="1" y="11266"/>
                  </a:lnTo>
                  <a:lnTo>
                    <a:pt x="56975" y="39271"/>
                  </a:lnTo>
                  <a:lnTo>
                    <a:pt x="56975" y="28005"/>
                  </a:lnTo>
                  <a:lnTo>
                    <a:pt x="1"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3676;p36">
              <a:extLst>
                <a:ext uri="{FF2B5EF4-FFF2-40B4-BE49-F238E27FC236}">
                  <a16:creationId xmlns:a16="http://schemas.microsoft.com/office/drawing/2014/main" id="{8E12849C-D4E0-38A6-E585-5067BE6BA99C}"/>
                </a:ext>
              </a:extLst>
            </p:cNvPr>
            <p:cNvSpPr/>
            <p:nvPr/>
          </p:nvSpPr>
          <p:spPr>
            <a:xfrm>
              <a:off x="2926800" y="1529700"/>
              <a:ext cx="1971600" cy="716225"/>
            </a:xfrm>
            <a:custGeom>
              <a:avLst/>
              <a:gdLst/>
              <a:ahLst/>
              <a:cxnLst/>
              <a:rect l="l" t="t" r="r" b="b"/>
              <a:pathLst>
                <a:path w="78864" h="28649" extrusionOk="0">
                  <a:moveTo>
                    <a:pt x="22211" y="0"/>
                  </a:moveTo>
                  <a:lnTo>
                    <a:pt x="1" y="161"/>
                  </a:lnTo>
                  <a:lnTo>
                    <a:pt x="56653" y="28648"/>
                  </a:lnTo>
                  <a:lnTo>
                    <a:pt x="78863" y="28648"/>
                  </a:lnTo>
                  <a:lnTo>
                    <a:pt x="22211"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3677;p36">
              <a:extLst>
                <a:ext uri="{FF2B5EF4-FFF2-40B4-BE49-F238E27FC236}">
                  <a16:creationId xmlns:a16="http://schemas.microsoft.com/office/drawing/2014/main" id="{1CDCEF54-50AF-A922-74DD-487193ECB1F8}"/>
                </a:ext>
              </a:extLst>
            </p:cNvPr>
            <p:cNvSpPr/>
            <p:nvPr/>
          </p:nvSpPr>
          <p:spPr>
            <a:xfrm>
              <a:off x="3482075" y="1252075"/>
              <a:ext cx="1416325" cy="989825"/>
            </a:xfrm>
            <a:custGeom>
              <a:avLst/>
              <a:gdLst/>
              <a:ahLst/>
              <a:cxnLst/>
              <a:rect l="l" t="t" r="r" b="b"/>
              <a:pathLst>
                <a:path w="56653" h="39593" extrusionOk="0">
                  <a:moveTo>
                    <a:pt x="0" y="0"/>
                  </a:moveTo>
                  <a:lnTo>
                    <a:pt x="0" y="11105"/>
                  </a:lnTo>
                  <a:lnTo>
                    <a:pt x="56652" y="39592"/>
                  </a:lnTo>
                  <a:lnTo>
                    <a:pt x="56652" y="28487"/>
                  </a:lnTo>
                  <a:lnTo>
                    <a:pt x="0" y="0"/>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3678;p36">
              <a:extLst>
                <a:ext uri="{FF2B5EF4-FFF2-40B4-BE49-F238E27FC236}">
                  <a16:creationId xmlns:a16="http://schemas.microsoft.com/office/drawing/2014/main" id="{588A152B-31AF-F8CE-CB65-5E1067E6CB88}"/>
                </a:ext>
              </a:extLst>
            </p:cNvPr>
            <p:cNvSpPr/>
            <p:nvPr/>
          </p:nvSpPr>
          <p:spPr>
            <a:xfrm>
              <a:off x="3482075" y="1256100"/>
              <a:ext cx="1995725" cy="716225"/>
            </a:xfrm>
            <a:custGeom>
              <a:avLst/>
              <a:gdLst/>
              <a:ahLst/>
              <a:cxnLst/>
              <a:rect l="l" t="t" r="r" b="b"/>
              <a:pathLst>
                <a:path w="79829" h="28649" extrusionOk="0">
                  <a:moveTo>
                    <a:pt x="0" y="0"/>
                  </a:moveTo>
                  <a:lnTo>
                    <a:pt x="56652" y="28326"/>
                  </a:lnTo>
                  <a:lnTo>
                    <a:pt x="79828" y="28648"/>
                  </a:lnTo>
                  <a:lnTo>
                    <a:pt x="23176" y="644"/>
                  </a:lnTo>
                  <a:lnTo>
                    <a:pt x="0"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3679;p36">
              <a:extLst>
                <a:ext uri="{FF2B5EF4-FFF2-40B4-BE49-F238E27FC236}">
                  <a16:creationId xmlns:a16="http://schemas.microsoft.com/office/drawing/2014/main" id="{1412CEC1-A243-0E50-C4EE-ABB635594BA0}"/>
                </a:ext>
              </a:extLst>
            </p:cNvPr>
            <p:cNvSpPr/>
            <p:nvPr/>
          </p:nvSpPr>
          <p:spPr>
            <a:xfrm>
              <a:off x="4061475" y="978450"/>
              <a:ext cx="2172750" cy="720250"/>
            </a:xfrm>
            <a:custGeom>
              <a:avLst/>
              <a:gdLst/>
              <a:ahLst/>
              <a:cxnLst/>
              <a:rect l="l" t="t" r="r" b="b"/>
              <a:pathLst>
                <a:path w="86910" h="28810" extrusionOk="0">
                  <a:moveTo>
                    <a:pt x="26878" y="1"/>
                  </a:moveTo>
                  <a:lnTo>
                    <a:pt x="0" y="645"/>
                  </a:lnTo>
                  <a:lnTo>
                    <a:pt x="56652" y="28810"/>
                  </a:lnTo>
                  <a:lnTo>
                    <a:pt x="86910" y="28166"/>
                  </a:lnTo>
                  <a:lnTo>
                    <a:pt x="26878" y="1"/>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3680;p36">
              <a:extLst>
                <a:ext uri="{FF2B5EF4-FFF2-40B4-BE49-F238E27FC236}">
                  <a16:creationId xmlns:a16="http://schemas.microsoft.com/office/drawing/2014/main" id="{D9262056-ED69-C757-2917-445353235545}"/>
                </a:ext>
              </a:extLst>
            </p:cNvPr>
            <p:cNvSpPr/>
            <p:nvPr/>
          </p:nvSpPr>
          <p:spPr>
            <a:xfrm>
              <a:off x="4061475" y="994550"/>
              <a:ext cx="1416325" cy="977775"/>
            </a:xfrm>
            <a:custGeom>
              <a:avLst/>
              <a:gdLst/>
              <a:ahLst/>
              <a:cxnLst/>
              <a:rect l="l" t="t" r="r" b="b"/>
              <a:pathLst>
                <a:path w="56653" h="39111" extrusionOk="0">
                  <a:moveTo>
                    <a:pt x="0" y="1"/>
                  </a:moveTo>
                  <a:lnTo>
                    <a:pt x="0" y="11106"/>
                  </a:lnTo>
                  <a:lnTo>
                    <a:pt x="56652" y="39110"/>
                  </a:lnTo>
                  <a:lnTo>
                    <a:pt x="56652" y="28166"/>
                  </a:lnTo>
                  <a:lnTo>
                    <a:pt x="0" y="1"/>
                  </a:lnTo>
                  <a:close/>
                </a:path>
              </a:pathLst>
            </a:cu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3681;p36">
              <a:extLst>
                <a:ext uri="{FF2B5EF4-FFF2-40B4-BE49-F238E27FC236}">
                  <a16:creationId xmlns:a16="http://schemas.microsoft.com/office/drawing/2014/main" id="{729BCC32-553A-493D-BD0A-BF7A2E5D5BFB}"/>
                </a:ext>
              </a:extLst>
            </p:cNvPr>
            <p:cNvSpPr/>
            <p:nvPr/>
          </p:nvSpPr>
          <p:spPr>
            <a:xfrm>
              <a:off x="5031150" y="270300"/>
              <a:ext cx="277650" cy="1122625"/>
            </a:xfrm>
            <a:custGeom>
              <a:avLst/>
              <a:gdLst/>
              <a:ahLst/>
              <a:cxnLst/>
              <a:rect l="l" t="t" r="r" b="b"/>
              <a:pathLst>
                <a:path w="11106" h="44905" extrusionOk="0">
                  <a:moveTo>
                    <a:pt x="1" y="1"/>
                  </a:moveTo>
                  <a:lnTo>
                    <a:pt x="1" y="44904"/>
                  </a:lnTo>
                  <a:lnTo>
                    <a:pt x="11106" y="44743"/>
                  </a:lnTo>
                  <a:lnTo>
                    <a:pt x="7887"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3682;p36">
              <a:extLst>
                <a:ext uri="{FF2B5EF4-FFF2-40B4-BE49-F238E27FC236}">
                  <a16:creationId xmlns:a16="http://schemas.microsoft.com/office/drawing/2014/main" id="{8E350EDA-CAF3-E7BA-8335-89797674464F}"/>
                </a:ext>
              </a:extLst>
            </p:cNvPr>
            <p:cNvSpPr/>
            <p:nvPr/>
          </p:nvSpPr>
          <p:spPr>
            <a:xfrm>
              <a:off x="4842050" y="238125"/>
              <a:ext cx="189125" cy="1154800"/>
            </a:xfrm>
            <a:custGeom>
              <a:avLst/>
              <a:gdLst/>
              <a:ahLst/>
              <a:cxnLst/>
              <a:rect l="l" t="t" r="r" b="b"/>
              <a:pathLst>
                <a:path w="7565" h="46192" extrusionOk="0">
                  <a:moveTo>
                    <a:pt x="2736" y="0"/>
                  </a:moveTo>
                  <a:lnTo>
                    <a:pt x="0" y="42489"/>
                  </a:lnTo>
                  <a:lnTo>
                    <a:pt x="7565" y="46191"/>
                  </a:lnTo>
                  <a:lnTo>
                    <a:pt x="7565" y="1288"/>
                  </a:lnTo>
                  <a:lnTo>
                    <a:pt x="2736"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683;p36">
              <a:extLst>
                <a:ext uri="{FF2B5EF4-FFF2-40B4-BE49-F238E27FC236}">
                  <a16:creationId xmlns:a16="http://schemas.microsoft.com/office/drawing/2014/main" id="{0E96A398-6C88-CBA9-9D83-E4EE2BBEE8D2}"/>
                </a:ext>
              </a:extLst>
            </p:cNvPr>
            <p:cNvSpPr/>
            <p:nvPr/>
          </p:nvSpPr>
          <p:spPr>
            <a:xfrm>
              <a:off x="4910450" y="238125"/>
              <a:ext cx="317875" cy="32200"/>
            </a:xfrm>
            <a:custGeom>
              <a:avLst/>
              <a:gdLst/>
              <a:ahLst/>
              <a:cxnLst/>
              <a:rect l="l" t="t" r="r" b="b"/>
              <a:pathLst>
                <a:path w="12715" h="1288" extrusionOk="0">
                  <a:moveTo>
                    <a:pt x="0" y="0"/>
                  </a:moveTo>
                  <a:lnTo>
                    <a:pt x="4829" y="1288"/>
                  </a:lnTo>
                  <a:lnTo>
                    <a:pt x="12715" y="1288"/>
                  </a:lnTo>
                  <a:lnTo>
                    <a:pt x="7404" y="0"/>
                  </a:lnTo>
                  <a:close/>
                </a:path>
              </a:pathLst>
            </a:custGeom>
            <a:solidFill>
              <a:srgbClr val="575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3684;p36">
              <a:extLst>
                <a:ext uri="{FF2B5EF4-FFF2-40B4-BE49-F238E27FC236}">
                  <a16:creationId xmlns:a16="http://schemas.microsoft.com/office/drawing/2014/main" id="{E39B479F-FCEC-C9AE-87FF-4219D8F6E0CA}"/>
                </a:ext>
              </a:extLst>
            </p:cNvPr>
            <p:cNvSpPr/>
            <p:nvPr/>
          </p:nvSpPr>
          <p:spPr>
            <a:xfrm>
              <a:off x="3663125" y="2925900"/>
              <a:ext cx="865100" cy="1364025"/>
            </a:xfrm>
            <a:custGeom>
              <a:avLst/>
              <a:gdLst/>
              <a:ahLst/>
              <a:cxnLst/>
              <a:rect l="l" t="t" r="r" b="b"/>
              <a:pathLst>
                <a:path w="34604" h="54561" extrusionOk="0">
                  <a:moveTo>
                    <a:pt x="34604" y="0"/>
                  </a:moveTo>
                  <a:lnTo>
                    <a:pt x="1" y="16738"/>
                  </a:lnTo>
                  <a:lnTo>
                    <a:pt x="1" y="54560"/>
                  </a:lnTo>
                  <a:lnTo>
                    <a:pt x="34443" y="37822"/>
                  </a:lnTo>
                  <a:lnTo>
                    <a:pt x="34604" y="0"/>
                  </a:lnTo>
                  <a:close/>
                </a:path>
              </a:pathLst>
            </a:custGeom>
            <a:solidFill>
              <a:srgbClr val="575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3685;p36">
              <a:extLst>
                <a:ext uri="{FF2B5EF4-FFF2-40B4-BE49-F238E27FC236}">
                  <a16:creationId xmlns:a16="http://schemas.microsoft.com/office/drawing/2014/main" id="{A7912F69-E9B8-65E7-8084-008E81EA517A}"/>
                </a:ext>
              </a:extLst>
            </p:cNvPr>
            <p:cNvSpPr/>
            <p:nvPr/>
          </p:nvSpPr>
          <p:spPr>
            <a:xfrm>
              <a:off x="3663125" y="3803050"/>
              <a:ext cx="861075" cy="486875"/>
            </a:xfrm>
            <a:custGeom>
              <a:avLst/>
              <a:gdLst/>
              <a:ahLst/>
              <a:cxnLst/>
              <a:rect l="l" t="t" r="r" b="b"/>
              <a:pathLst>
                <a:path w="34443" h="19475" extrusionOk="0">
                  <a:moveTo>
                    <a:pt x="34443" y="0"/>
                  </a:moveTo>
                  <a:lnTo>
                    <a:pt x="1" y="16738"/>
                  </a:lnTo>
                  <a:lnTo>
                    <a:pt x="1" y="19474"/>
                  </a:lnTo>
                  <a:lnTo>
                    <a:pt x="34443" y="2736"/>
                  </a:lnTo>
                  <a:lnTo>
                    <a:pt x="34443" y="0"/>
                  </a:lnTo>
                  <a:close/>
                </a:path>
              </a:pathLst>
            </a:custGeom>
            <a:solidFill>
              <a:srgbClr val="7979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3686;p36">
              <a:extLst>
                <a:ext uri="{FF2B5EF4-FFF2-40B4-BE49-F238E27FC236}">
                  <a16:creationId xmlns:a16="http://schemas.microsoft.com/office/drawing/2014/main" id="{21178F30-2E54-10B6-BECE-810AE5C6F4BB}"/>
                </a:ext>
              </a:extLst>
            </p:cNvPr>
            <p:cNvSpPr/>
            <p:nvPr/>
          </p:nvSpPr>
          <p:spPr>
            <a:xfrm>
              <a:off x="3663125" y="3678300"/>
              <a:ext cx="861075" cy="482875"/>
            </a:xfrm>
            <a:custGeom>
              <a:avLst/>
              <a:gdLst/>
              <a:ahLst/>
              <a:cxnLst/>
              <a:rect l="l" t="t" r="r" b="b"/>
              <a:pathLst>
                <a:path w="34443" h="19315" extrusionOk="0">
                  <a:moveTo>
                    <a:pt x="34443" y="1"/>
                  </a:moveTo>
                  <a:lnTo>
                    <a:pt x="1" y="16739"/>
                  </a:lnTo>
                  <a:lnTo>
                    <a:pt x="1" y="19314"/>
                  </a:lnTo>
                  <a:lnTo>
                    <a:pt x="34443" y="2576"/>
                  </a:lnTo>
                  <a:lnTo>
                    <a:pt x="34443" y="1"/>
                  </a:lnTo>
                  <a:close/>
                </a:path>
              </a:pathLst>
            </a:custGeom>
            <a:solidFill>
              <a:srgbClr val="7979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3687;p36">
              <a:extLst>
                <a:ext uri="{FF2B5EF4-FFF2-40B4-BE49-F238E27FC236}">
                  <a16:creationId xmlns:a16="http://schemas.microsoft.com/office/drawing/2014/main" id="{93CC6DCF-E313-4D62-FEDC-C4FD5C72099E}"/>
                </a:ext>
              </a:extLst>
            </p:cNvPr>
            <p:cNvSpPr/>
            <p:nvPr/>
          </p:nvSpPr>
          <p:spPr>
            <a:xfrm>
              <a:off x="3663125" y="3553575"/>
              <a:ext cx="861075" cy="482850"/>
            </a:xfrm>
            <a:custGeom>
              <a:avLst/>
              <a:gdLst/>
              <a:ahLst/>
              <a:cxnLst/>
              <a:rect l="l" t="t" r="r" b="b"/>
              <a:pathLst>
                <a:path w="34443" h="19314" extrusionOk="0">
                  <a:moveTo>
                    <a:pt x="34443" y="0"/>
                  </a:moveTo>
                  <a:lnTo>
                    <a:pt x="1" y="16739"/>
                  </a:lnTo>
                  <a:lnTo>
                    <a:pt x="1" y="19314"/>
                  </a:lnTo>
                  <a:lnTo>
                    <a:pt x="34443" y="2576"/>
                  </a:lnTo>
                  <a:lnTo>
                    <a:pt x="34443" y="0"/>
                  </a:lnTo>
                  <a:close/>
                </a:path>
              </a:pathLst>
            </a:custGeom>
            <a:solidFill>
              <a:srgbClr val="7979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3688;p36">
              <a:extLst>
                <a:ext uri="{FF2B5EF4-FFF2-40B4-BE49-F238E27FC236}">
                  <a16:creationId xmlns:a16="http://schemas.microsoft.com/office/drawing/2014/main" id="{08447FC2-3372-7B6B-E42E-6DB0F768880C}"/>
                </a:ext>
              </a:extLst>
            </p:cNvPr>
            <p:cNvSpPr/>
            <p:nvPr/>
          </p:nvSpPr>
          <p:spPr>
            <a:xfrm>
              <a:off x="3663125" y="3428850"/>
              <a:ext cx="861075" cy="482850"/>
            </a:xfrm>
            <a:custGeom>
              <a:avLst/>
              <a:gdLst/>
              <a:ahLst/>
              <a:cxnLst/>
              <a:rect l="l" t="t" r="r" b="b"/>
              <a:pathLst>
                <a:path w="34443" h="19314" extrusionOk="0">
                  <a:moveTo>
                    <a:pt x="34443" y="0"/>
                  </a:moveTo>
                  <a:lnTo>
                    <a:pt x="1" y="16577"/>
                  </a:lnTo>
                  <a:lnTo>
                    <a:pt x="1" y="19314"/>
                  </a:lnTo>
                  <a:lnTo>
                    <a:pt x="34443" y="2575"/>
                  </a:lnTo>
                  <a:lnTo>
                    <a:pt x="34443" y="0"/>
                  </a:lnTo>
                  <a:close/>
                </a:path>
              </a:pathLst>
            </a:custGeom>
            <a:solidFill>
              <a:srgbClr val="7979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3689;p36">
              <a:extLst>
                <a:ext uri="{FF2B5EF4-FFF2-40B4-BE49-F238E27FC236}">
                  <a16:creationId xmlns:a16="http://schemas.microsoft.com/office/drawing/2014/main" id="{29A26AB3-D669-6D32-5BC2-7BCBAD3D652B}"/>
                </a:ext>
              </a:extLst>
            </p:cNvPr>
            <p:cNvSpPr/>
            <p:nvPr/>
          </p:nvSpPr>
          <p:spPr>
            <a:xfrm>
              <a:off x="3663125" y="3300075"/>
              <a:ext cx="861075" cy="486900"/>
            </a:xfrm>
            <a:custGeom>
              <a:avLst/>
              <a:gdLst/>
              <a:ahLst/>
              <a:cxnLst/>
              <a:rect l="l" t="t" r="r" b="b"/>
              <a:pathLst>
                <a:path w="34443" h="19476" extrusionOk="0">
                  <a:moveTo>
                    <a:pt x="34443" y="1"/>
                  </a:moveTo>
                  <a:lnTo>
                    <a:pt x="1" y="16739"/>
                  </a:lnTo>
                  <a:lnTo>
                    <a:pt x="1" y="19475"/>
                  </a:lnTo>
                  <a:lnTo>
                    <a:pt x="34443" y="2737"/>
                  </a:lnTo>
                  <a:lnTo>
                    <a:pt x="34443" y="1"/>
                  </a:lnTo>
                  <a:close/>
                </a:path>
              </a:pathLst>
            </a:custGeom>
            <a:solidFill>
              <a:srgbClr val="7979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3690;p36">
              <a:extLst>
                <a:ext uri="{FF2B5EF4-FFF2-40B4-BE49-F238E27FC236}">
                  <a16:creationId xmlns:a16="http://schemas.microsoft.com/office/drawing/2014/main" id="{584AED99-F8AC-748E-A5AF-178E11D15DC4}"/>
                </a:ext>
              </a:extLst>
            </p:cNvPr>
            <p:cNvSpPr/>
            <p:nvPr/>
          </p:nvSpPr>
          <p:spPr>
            <a:xfrm>
              <a:off x="3663125" y="3175350"/>
              <a:ext cx="861075" cy="482850"/>
            </a:xfrm>
            <a:custGeom>
              <a:avLst/>
              <a:gdLst/>
              <a:ahLst/>
              <a:cxnLst/>
              <a:rect l="l" t="t" r="r" b="b"/>
              <a:pathLst>
                <a:path w="34443" h="19314" extrusionOk="0">
                  <a:moveTo>
                    <a:pt x="34443" y="1"/>
                  </a:moveTo>
                  <a:lnTo>
                    <a:pt x="1" y="16739"/>
                  </a:lnTo>
                  <a:lnTo>
                    <a:pt x="1" y="19314"/>
                  </a:lnTo>
                  <a:lnTo>
                    <a:pt x="34443" y="2576"/>
                  </a:lnTo>
                  <a:lnTo>
                    <a:pt x="34443" y="1"/>
                  </a:lnTo>
                  <a:close/>
                </a:path>
              </a:pathLst>
            </a:custGeom>
            <a:solidFill>
              <a:srgbClr val="7979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3691;p36">
              <a:extLst>
                <a:ext uri="{FF2B5EF4-FFF2-40B4-BE49-F238E27FC236}">
                  <a16:creationId xmlns:a16="http://schemas.microsoft.com/office/drawing/2014/main" id="{B4305BCF-3DD9-48C2-90D1-DDBA700E9E98}"/>
                </a:ext>
              </a:extLst>
            </p:cNvPr>
            <p:cNvSpPr/>
            <p:nvPr/>
          </p:nvSpPr>
          <p:spPr>
            <a:xfrm>
              <a:off x="3663125" y="3050625"/>
              <a:ext cx="861075" cy="482850"/>
            </a:xfrm>
            <a:custGeom>
              <a:avLst/>
              <a:gdLst/>
              <a:ahLst/>
              <a:cxnLst/>
              <a:rect l="l" t="t" r="r" b="b"/>
              <a:pathLst>
                <a:path w="34443" h="19314" extrusionOk="0">
                  <a:moveTo>
                    <a:pt x="34443" y="0"/>
                  </a:moveTo>
                  <a:lnTo>
                    <a:pt x="1" y="16739"/>
                  </a:lnTo>
                  <a:lnTo>
                    <a:pt x="1" y="19314"/>
                  </a:lnTo>
                  <a:lnTo>
                    <a:pt x="34443" y="2575"/>
                  </a:lnTo>
                  <a:lnTo>
                    <a:pt x="34443" y="0"/>
                  </a:lnTo>
                  <a:close/>
                </a:path>
              </a:pathLst>
            </a:custGeom>
            <a:solidFill>
              <a:srgbClr val="7979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3692;p36">
              <a:extLst>
                <a:ext uri="{FF2B5EF4-FFF2-40B4-BE49-F238E27FC236}">
                  <a16:creationId xmlns:a16="http://schemas.microsoft.com/office/drawing/2014/main" id="{F39DEAFA-E300-4531-1541-43F82D1C1E1F}"/>
                </a:ext>
              </a:extLst>
            </p:cNvPr>
            <p:cNvSpPr/>
            <p:nvPr/>
          </p:nvSpPr>
          <p:spPr>
            <a:xfrm>
              <a:off x="3663125" y="2925900"/>
              <a:ext cx="861075" cy="482850"/>
            </a:xfrm>
            <a:custGeom>
              <a:avLst/>
              <a:gdLst/>
              <a:ahLst/>
              <a:cxnLst/>
              <a:rect l="l" t="t" r="r" b="b"/>
              <a:pathLst>
                <a:path w="34443" h="19314" extrusionOk="0">
                  <a:moveTo>
                    <a:pt x="34443" y="0"/>
                  </a:moveTo>
                  <a:lnTo>
                    <a:pt x="1" y="16577"/>
                  </a:lnTo>
                  <a:lnTo>
                    <a:pt x="1" y="19313"/>
                  </a:lnTo>
                  <a:lnTo>
                    <a:pt x="34443" y="2575"/>
                  </a:lnTo>
                  <a:lnTo>
                    <a:pt x="34443" y="0"/>
                  </a:lnTo>
                  <a:close/>
                </a:path>
              </a:pathLst>
            </a:custGeom>
            <a:solidFill>
              <a:srgbClr val="7979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3693;p36">
              <a:extLst>
                <a:ext uri="{FF2B5EF4-FFF2-40B4-BE49-F238E27FC236}">
                  <a16:creationId xmlns:a16="http://schemas.microsoft.com/office/drawing/2014/main" id="{2AEA3886-6D90-25DD-DD0D-60A8296FB497}"/>
                </a:ext>
              </a:extLst>
            </p:cNvPr>
            <p:cNvSpPr/>
            <p:nvPr/>
          </p:nvSpPr>
          <p:spPr>
            <a:xfrm>
              <a:off x="5151850" y="2286125"/>
              <a:ext cx="804750" cy="1271500"/>
            </a:xfrm>
            <a:custGeom>
              <a:avLst/>
              <a:gdLst/>
              <a:ahLst/>
              <a:cxnLst/>
              <a:rect l="l" t="t" r="r" b="b"/>
              <a:pathLst>
                <a:path w="32190" h="50860" extrusionOk="0">
                  <a:moveTo>
                    <a:pt x="32190" y="1"/>
                  </a:moveTo>
                  <a:lnTo>
                    <a:pt x="1" y="15612"/>
                  </a:lnTo>
                  <a:lnTo>
                    <a:pt x="1" y="50859"/>
                  </a:lnTo>
                  <a:lnTo>
                    <a:pt x="32190" y="35248"/>
                  </a:lnTo>
                  <a:lnTo>
                    <a:pt x="32190" y="1"/>
                  </a:lnTo>
                  <a:close/>
                </a:path>
              </a:pathLst>
            </a:custGeom>
            <a:solidFill>
              <a:srgbClr val="57575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3694;p36">
              <a:extLst>
                <a:ext uri="{FF2B5EF4-FFF2-40B4-BE49-F238E27FC236}">
                  <a16:creationId xmlns:a16="http://schemas.microsoft.com/office/drawing/2014/main" id="{C4BCD4CF-03CE-96C7-8C77-87BC3FDC96CD}"/>
                </a:ext>
              </a:extLst>
            </p:cNvPr>
            <p:cNvSpPr/>
            <p:nvPr/>
          </p:nvSpPr>
          <p:spPr>
            <a:xfrm>
              <a:off x="5151850" y="3106950"/>
              <a:ext cx="804750" cy="450675"/>
            </a:xfrm>
            <a:custGeom>
              <a:avLst/>
              <a:gdLst/>
              <a:ahLst/>
              <a:cxnLst/>
              <a:rect l="l" t="t" r="r" b="b"/>
              <a:pathLst>
                <a:path w="32190" h="18027" extrusionOk="0">
                  <a:moveTo>
                    <a:pt x="32190" y="1"/>
                  </a:moveTo>
                  <a:lnTo>
                    <a:pt x="1" y="15612"/>
                  </a:lnTo>
                  <a:lnTo>
                    <a:pt x="1" y="18026"/>
                  </a:lnTo>
                  <a:lnTo>
                    <a:pt x="32190" y="2415"/>
                  </a:lnTo>
                  <a:lnTo>
                    <a:pt x="32190" y="1"/>
                  </a:lnTo>
                  <a:close/>
                </a:path>
              </a:pathLst>
            </a:custGeom>
            <a:solidFill>
              <a:srgbClr val="7979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3695;p36">
              <a:extLst>
                <a:ext uri="{FF2B5EF4-FFF2-40B4-BE49-F238E27FC236}">
                  <a16:creationId xmlns:a16="http://schemas.microsoft.com/office/drawing/2014/main" id="{1D4F818A-E3F1-8B36-C0BD-92DA975EC777}"/>
                </a:ext>
              </a:extLst>
            </p:cNvPr>
            <p:cNvSpPr/>
            <p:nvPr/>
          </p:nvSpPr>
          <p:spPr>
            <a:xfrm>
              <a:off x="5151850" y="2990275"/>
              <a:ext cx="804750" cy="450650"/>
            </a:xfrm>
            <a:custGeom>
              <a:avLst/>
              <a:gdLst/>
              <a:ahLst/>
              <a:cxnLst/>
              <a:rect l="l" t="t" r="r" b="b"/>
              <a:pathLst>
                <a:path w="32190" h="18026" extrusionOk="0">
                  <a:moveTo>
                    <a:pt x="32190" y="0"/>
                  </a:moveTo>
                  <a:lnTo>
                    <a:pt x="1" y="15612"/>
                  </a:lnTo>
                  <a:lnTo>
                    <a:pt x="1" y="18026"/>
                  </a:lnTo>
                  <a:lnTo>
                    <a:pt x="32190" y="2414"/>
                  </a:lnTo>
                  <a:lnTo>
                    <a:pt x="32190" y="0"/>
                  </a:lnTo>
                  <a:close/>
                </a:path>
              </a:pathLst>
            </a:custGeom>
            <a:solidFill>
              <a:srgbClr val="7979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3696;p36">
              <a:extLst>
                <a:ext uri="{FF2B5EF4-FFF2-40B4-BE49-F238E27FC236}">
                  <a16:creationId xmlns:a16="http://schemas.microsoft.com/office/drawing/2014/main" id="{477C796F-5F63-604D-AB75-7D73DA7356A4}"/>
                </a:ext>
              </a:extLst>
            </p:cNvPr>
            <p:cNvSpPr/>
            <p:nvPr/>
          </p:nvSpPr>
          <p:spPr>
            <a:xfrm>
              <a:off x="5151850" y="2869550"/>
              <a:ext cx="804750" cy="454700"/>
            </a:xfrm>
            <a:custGeom>
              <a:avLst/>
              <a:gdLst/>
              <a:ahLst/>
              <a:cxnLst/>
              <a:rect l="l" t="t" r="r" b="b"/>
              <a:pathLst>
                <a:path w="32190" h="18188" extrusionOk="0">
                  <a:moveTo>
                    <a:pt x="32190" y="1"/>
                  </a:moveTo>
                  <a:lnTo>
                    <a:pt x="1" y="15612"/>
                  </a:lnTo>
                  <a:lnTo>
                    <a:pt x="1" y="18188"/>
                  </a:lnTo>
                  <a:lnTo>
                    <a:pt x="32190" y="2576"/>
                  </a:lnTo>
                  <a:lnTo>
                    <a:pt x="32190" y="1"/>
                  </a:lnTo>
                  <a:close/>
                </a:path>
              </a:pathLst>
            </a:custGeom>
            <a:solidFill>
              <a:srgbClr val="7979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697;p36">
              <a:extLst>
                <a:ext uri="{FF2B5EF4-FFF2-40B4-BE49-F238E27FC236}">
                  <a16:creationId xmlns:a16="http://schemas.microsoft.com/office/drawing/2014/main" id="{C9331F6A-DCA7-3DB7-5946-EB77BDF8C2D9}"/>
                </a:ext>
              </a:extLst>
            </p:cNvPr>
            <p:cNvSpPr/>
            <p:nvPr/>
          </p:nvSpPr>
          <p:spPr>
            <a:xfrm>
              <a:off x="5151850" y="2752875"/>
              <a:ext cx="804750" cy="454700"/>
            </a:xfrm>
            <a:custGeom>
              <a:avLst/>
              <a:gdLst/>
              <a:ahLst/>
              <a:cxnLst/>
              <a:rect l="l" t="t" r="r" b="b"/>
              <a:pathLst>
                <a:path w="32190" h="18188" extrusionOk="0">
                  <a:moveTo>
                    <a:pt x="32190" y="0"/>
                  </a:moveTo>
                  <a:lnTo>
                    <a:pt x="1" y="15612"/>
                  </a:lnTo>
                  <a:lnTo>
                    <a:pt x="1" y="18187"/>
                  </a:lnTo>
                  <a:lnTo>
                    <a:pt x="32190" y="2576"/>
                  </a:lnTo>
                  <a:lnTo>
                    <a:pt x="32190" y="0"/>
                  </a:lnTo>
                  <a:close/>
                </a:path>
              </a:pathLst>
            </a:custGeom>
            <a:solidFill>
              <a:srgbClr val="7979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698;p36">
              <a:extLst>
                <a:ext uri="{FF2B5EF4-FFF2-40B4-BE49-F238E27FC236}">
                  <a16:creationId xmlns:a16="http://schemas.microsoft.com/office/drawing/2014/main" id="{84999CDC-A2C9-E4F9-8E3F-CDCD70724F59}"/>
                </a:ext>
              </a:extLst>
            </p:cNvPr>
            <p:cNvSpPr/>
            <p:nvPr/>
          </p:nvSpPr>
          <p:spPr>
            <a:xfrm>
              <a:off x="5151850" y="2636200"/>
              <a:ext cx="804750" cy="450650"/>
            </a:xfrm>
            <a:custGeom>
              <a:avLst/>
              <a:gdLst/>
              <a:ahLst/>
              <a:cxnLst/>
              <a:rect l="l" t="t" r="r" b="b"/>
              <a:pathLst>
                <a:path w="32190" h="18026" extrusionOk="0">
                  <a:moveTo>
                    <a:pt x="32190" y="0"/>
                  </a:moveTo>
                  <a:lnTo>
                    <a:pt x="1" y="15612"/>
                  </a:lnTo>
                  <a:lnTo>
                    <a:pt x="1" y="18026"/>
                  </a:lnTo>
                  <a:lnTo>
                    <a:pt x="32190" y="2414"/>
                  </a:lnTo>
                  <a:lnTo>
                    <a:pt x="32190" y="0"/>
                  </a:lnTo>
                  <a:close/>
                </a:path>
              </a:pathLst>
            </a:custGeom>
            <a:solidFill>
              <a:srgbClr val="7979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699;p36">
              <a:extLst>
                <a:ext uri="{FF2B5EF4-FFF2-40B4-BE49-F238E27FC236}">
                  <a16:creationId xmlns:a16="http://schemas.microsoft.com/office/drawing/2014/main" id="{BA643D83-5088-AEDC-65FF-DB8B98FA1881}"/>
                </a:ext>
              </a:extLst>
            </p:cNvPr>
            <p:cNvSpPr/>
            <p:nvPr/>
          </p:nvSpPr>
          <p:spPr>
            <a:xfrm>
              <a:off x="5151850" y="2519500"/>
              <a:ext cx="804750" cy="450675"/>
            </a:xfrm>
            <a:custGeom>
              <a:avLst/>
              <a:gdLst/>
              <a:ahLst/>
              <a:cxnLst/>
              <a:rect l="l" t="t" r="r" b="b"/>
              <a:pathLst>
                <a:path w="32190" h="18027" extrusionOk="0">
                  <a:moveTo>
                    <a:pt x="32190" y="1"/>
                  </a:moveTo>
                  <a:lnTo>
                    <a:pt x="1" y="15612"/>
                  </a:lnTo>
                  <a:lnTo>
                    <a:pt x="1" y="18026"/>
                  </a:lnTo>
                  <a:lnTo>
                    <a:pt x="32190" y="2415"/>
                  </a:lnTo>
                  <a:lnTo>
                    <a:pt x="32190" y="1"/>
                  </a:lnTo>
                  <a:close/>
                </a:path>
              </a:pathLst>
            </a:custGeom>
            <a:solidFill>
              <a:srgbClr val="7979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700;p36">
              <a:extLst>
                <a:ext uri="{FF2B5EF4-FFF2-40B4-BE49-F238E27FC236}">
                  <a16:creationId xmlns:a16="http://schemas.microsoft.com/office/drawing/2014/main" id="{F35B2E74-B2C3-0B58-F01F-ACDF1D57DD88}"/>
                </a:ext>
              </a:extLst>
            </p:cNvPr>
            <p:cNvSpPr/>
            <p:nvPr/>
          </p:nvSpPr>
          <p:spPr>
            <a:xfrm>
              <a:off x="5151850" y="2402825"/>
              <a:ext cx="804750" cy="450675"/>
            </a:xfrm>
            <a:custGeom>
              <a:avLst/>
              <a:gdLst/>
              <a:ahLst/>
              <a:cxnLst/>
              <a:rect l="l" t="t" r="r" b="b"/>
              <a:pathLst>
                <a:path w="32190" h="18027" extrusionOk="0">
                  <a:moveTo>
                    <a:pt x="32190" y="0"/>
                  </a:moveTo>
                  <a:lnTo>
                    <a:pt x="1" y="15612"/>
                  </a:lnTo>
                  <a:lnTo>
                    <a:pt x="1" y="18026"/>
                  </a:lnTo>
                  <a:lnTo>
                    <a:pt x="32190" y="2414"/>
                  </a:lnTo>
                  <a:lnTo>
                    <a:pt x="32190" y="0"/>
                  </a:lnTo>
                  <a:close/>
                </a:path>
              </a:pathLst>
            </a:custGeom>
            <a:solidFill>
              <a:srgbClr val="7979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701;p36">
              <a:extLst>
                <a:ext uri="{FF2B5EF4-FFF2-40B4-BE49-F238E27FC236}">
                  <a16:creationId xmlns:a16="http://schemas.microsoft.com/office/drawing/2014/main" id="{E50B7E7D-0F10-9FA1-816D-C89C3D5BD2C4}"/>
                </a:ext>
              </a:extLst>
            </p:cNvPr>
            <p:cNvSpPr/>
            <p:nvPr/>
          </p:nvSpPr>
          <p:spPr>
            <a:xfrm>
              <a:off x="5151850" y="2282100"/>
              <a:ext cx="804750" cy="454700"/>
            </a:xfrm>
            <a:custGeom>
              <a:avLst/>
              <a:gdLst/>
              <a:ahLst/>
              <a:cxnLst/>
              <a:rect l="l" t="t" r="r" b="b"/>
              <a:pathLst>
                <a:path w="32190" h="18188" extrusionOk="0">
                  <a:moveTo>
                    <a:pt x="32190" y="1"/>
                  </a:moveTo>
                  <a:lnTo>
                    <a:pt x="1" y="15773"/>
                  </a:lnTo>
                  <a:lnTo>
                    <a:pt x="1" y="18188"/>
                  </a:lnTo>
                  <a:lnTo>
                    <a:pt x="32190" y="2576"/>
                  </a:lnTo>
                  <a:lnTo>
                    <a:pt x="32190" y="1"/>
                  </a:lnTo>
                  <a:close/>
                </a:path>
              </a:pathLst>
            </a:custGeom>
            <a:solidFill>
              <a:srgbClr val="79797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702;p36">
              <a:extLst>
                <a:ext uri="{FF2B5EF4-FFF2-40B4-BE49-F238E27FC236}">
                  <a16:creationId xmlns:a16="http://schemas.microsoft.com/office/drawing/2014/main" id="{15A5153C-87FC-B383-DB16-51B39963946E}"/>
                </a:ext>
              </a:extLst>
            </p:cNvPr>
            <p:cNvSpPr/>
            <p:nvPr/>
          </p:nvSpPr>
          <p:spPr>
            <a:xfrm>
              <a:off x="2697450" y="4503150"/>
              <a:ext cx="169025" cy="639775"/>
            </a:xfrm>
            <a:custGeom>
              <a:avLst/>
              <a:gdLst/>
              <a:ahLst/>
              <a:cxnLst/>
              <a:rect l="l" t="t" r="r" b="b"/>
              <a:pathLst>
                <a:path w="6761" h="25591" extrusionOk="0">
                  <a:moveTo>
                    <a:pt x="1" y="0"/>
                  </a:moveTo>
                  <a:lnTo>
                    <a:pt x="1" y="22050"/>
                  </a:lnTo>
                  <a:lnTo>
                    <a:pt x="1" y="25591"/>
                  </a:lnTo>
                  <a:lnTo>
                    <a:pt x="6761" y="25591"/>
                  </a:lnTo>
                  <a:lnTo>
                    <a:pt x="6761" y="644"/>
                  </a:lnTo>
                  <a:lnTo>
                    <a:pt x="6117" y="1127"/>
                  </a:lnTo>
                  <a:lnTo>
                    <a:pt x="5312" y="1610"/>
                  </a:lnTo>
                  <a:lnTo>
                    <a:pt x="4507" y="1771"/>
                  </a:lnTo>
                  <a:lnTo>
                    <a:pt x="3703" y="1932"/>
                  </a:lnTo>
                  <a:lnTo>
                    <a:pt x="2576" y="1771"/>
                  </a:lnTo>
                  <a:lnTo>
                    <a:pt x="1610" y="1449"/>
                  </a:lnTo>
                  <a:lnTo>
                    <a:pt x="645" y="805"/>
                  </a:lnTo>
                  <a:lnTo>
                    <a:pt x="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703;p36">
              <a:extLst>
                <a:ext uri="{FF2B5EF4-FFF2-40B4-BE49-F238E27FC236}">
                  <a16:creationId xmlns:a16="http://schemas.microsoft.com/office/drawing/2014/main" id="{A786DA48-C91B-42E1-985E-F11886018705}"/>
                </a:ext>
              </a:extLst>
            </p:cNvPr>
            <p:cNvSpPr/>
            <p:nvPr/>
          </p:nvSpPr>
          <p:spPr>
            <a:xfrm>
              <a:off x="2174400" y="3259850"/>
              <a:ext cx="1271475" cy="1311725"/>
            </a:xfrm>
            <a:custGeom>
              <a:avLst/>
              <a:gdLst/>
              <a:ahLst/>
              <a:cxnLst/>
              <a:rect l="l" t="t" r="r" b="b"/>
              <a:pathLst>
                <a:path w="50859" h="52469" extrusionOk="0">
                  <a:moveTo>
                    <a:pt x="27843" y="0"/>
                  </a:moveTo>
                  <a:lnTo>
                    <a:pt x="27039" y="161"/>
                  </a:lnTo>
                  <a:lnTo>
                    <a:pt x="26395" y="161"/>
                  </a:lnTo>
                  <a:lnTo>
                    <a:pt x="25751" y="483"/>
                  </a:lnTo>
                  <a:lnTo>
                    <a:pt x="25107" y="805"/>
                  </a:lnTo>
                  <a:lnTo>
                    <a:pt x="23981" y="1610"/>
                  </a:lnTo>
                  <a:lnTo>
                    <a:pt x="23659" y="2254"/>
                  </a:lnTo>
                  <a:lnTo>
                    <a:pt x="23337" y="2737"/>
                  </a:lnTo>
                  <a:lnTo>
                    <a:pt x="22371" y="2254"/>
                  </a:lnTo>
                  <a:lnTo>
                    <a:pt x="21567" y="1932"/>
                  </a:lnTo>
                  <a:lnTo>
                    <a:pt x="20601" y="1610"/>
                  </a:lnTo>
                  <a:lnTo>
                    <a:pt x="19474" y="1610"/>
                  </a:lnTo>
                  <a:lnTo>
                    <a:pt x="18187" y="1771"/>
                  </a:lnTo>
                  <a:lnTo>
                    <a:pt x="16899" y="2093"/>
                  </a:lnTo>
                  <a:lnTo>
                    <a:pt x="15773" y="2737"/>
                  </a:lnTo>
                  <a:lnTo>
                    <a:pt x="14807" y="3541"/>
                  </a:lnTo>
                  <a:lnTo>
                    <a:pt x="14002" y="4507"/>
                  </a:lnTo>
                  <a:lnTo>
                    <a:pt x="13358" y="5634"/>
                  </a:lnTo>
                  <a:lnTo>
                    <a:pt x="12876" y="6921"/>
                  </a:lnTo>
                  <a:lnTo>
                    <a:pt x="12715" y="8370"/>
                  </a:lnTo>
                  <a:lnTo>
                    <a:pt x="12876" y="9496"/>
                  </a:lnTo>
                  <a:lnTo>
                    <a:pt x="12071" y="10140"/>
                  </a:lnTo>
                  <a:lnTo>
                    <a:pt x="11266" y="10784"/>
                  </a:lnTo>
                  <a:lnTo>
                    <a:pt x="10783" y="11749"/>
                  </a:lnTo>
                  <a:lnTo>
                    <a:pt x="10461" y="12715"/>
                  </a:lnTo>
                  <a:lnTo>
                    <a:pt x="9657" y="13037"/>
                  </a:lnTo>
                  <a:lnTo>
                    <a:pt x="8852" y="13359"/>
                  </a:lnTo>
                  <a:lnTo>
                    <a:pt x="8047" y="13842"/>
                  </a:lnTo>
                  <a:lnTo>
                    <a:pt x="7404" y="14325"/>
                  </a:lnTo>
                  <a:lnTo>
                    <a:pt x="6921" y="14968"/>
                  </a:lnTo>
                  <a:lnTo>
                    <a:pt x="6438" y="15773"/>
                  </a:lnTo>
                  <a:lnTo>
                    <a:pt x="6116" y="16417"/>
                  </a:lnTo>
                  <a:lnTo>
                    <a:pt x="5794" y="17383"/>
                  </a:lnTo>
                  <a:lnTo>
                    <a:pt x="4667" y="17543"/>
                  </a:lnTo>
                  <a:lnTo>
                    <a:pt x="3702" y="18026"/>
                  </a:lnTo>
                  <a:lnTo>
                    <a:pt x="2736" y="18509"/>
                  </a:lnTo>
                  <a:lnTo>
                    <a:pt x="1931" y="19314"/>
                  </a:lnTo>
                  <a:lnTo>
                    <a:pt x="1288" y="20119"/>
                  </a:lnTo>
                  <a:lnTo>
                    <a:pt x="805" y="21084"/>
                  </a:lnTo>
                  <a:lnTo>
                    <a:pt x="483" y="22211"/>
                  </a:lnTo>
                  <a:lnTo>
                    <a:pt x="322" y="23337"/>
                  </a:lnTo>
                  <a:lnTo>
                    <a:pt x="483" y="24625"/>
                  </a:lnTo>
                  <a:lnTo>
                    <a:pt x="966" y="25913"/>
                  </a:lnTo>
                  <a:lnTo>
                    <a:pt x="1610" y="27039"/>
                  </a:lnTo>
                  <a:lnTo>
                    <a:pt x="2414" y="27844"/>
                  </a:lnTo>
                  <a:lnTo>
                    <a:pt x="1449" y="28649"/>
                  </a:lnTo>
                  <a:lnTo>
                    <a:pt x="644" y="29453"/>
                  </a:lnTo>
                  <a:lnTo>
                    <a:pt x="161" y="30580"/>
                  </a:lnTo>
                  <a:lnTo>
                    <a:pt x="0" y="31868"/>
                  </a:lnTo>
                  <a:lnTo>
                    <a:pt x="0" y="32511"/>
                  </a:lnTo>
                  <a:lnTo>
                    <a:pt x="161" y="33316"/>
                  </a:lnTo>
                  <a:lnTo>
                    <a:pt x="483" y="33799"/>
                  </a:lnTo>
                  <a:lnTo>
                    <a:pt x="805" y="34443"/>
                  </a:lnTo>
                  <a:lnTo>
                    <a:pt x="1610" y="35408"/>
                  </a:lnTo>
                  <a:lnTo>
                    <a:pt x="2736" y="36052"/>
                  </a:lnTo>
                  <a:lnTo>
                    <a:pt x="2414" y="36696"/>
                  </a:lnTo>
                  <a:lnTo>
                    <a:pt x="2092" y="37501"/>
                  </a:lnTo>
                  <a:lnTo>
                    <a:pt x="1931" y="38305"/>
                  </a:lnTo>
                  <a:lnTo>
                    <a:pt x="1770" y="39271"/>
                  </a:lnTo>
                  <a:lnTo>
                    <a:pt x="1931" y="40398"/>
                  </a:lnTo>
                  <a:lnTo>
                    <a:pt x="2253" y="41524"/>
                  </a:lnTo>
                  <a:lnTo>
                    <a:pt x="2736" y="42490"/>
                  </a:lnTo>
                  <a:lnTo>
                    <a:pt x="3380" y="43456"/>
                  </a:lnTo>
                  <a:lnTo>
                    <a:pt x="4346" y="44099"/>
                  </a:lnTo>
                  <a:lnTo>
                    <a:pt x="5311" y="44743"/>
                  </a:lnTo>
                  <a:lnTo>
                    <a:pt x="6277" y="45065"/>
                  </a:lnTo>
                  <a:lnTo>
                    <a:pt x="7564" y="45226"/>
                  </a:lnTo>
                  <a:lnTo>
                    <a:pt x="7564" y="45387"/>
                  </a:lnTo>
                  <a:lnTo>
                    <a:pt x="7564" y="46835"/>
                  </a:lnTo>
                  <a:lnTo>
                    <a:pt x="8047" y="48123"/>
                  </a:lnTo>
                  <a:lnTo>
                    <a:pt x="8691" y="49250"/>
                  </a:lnTo>
                  <a:lnTo>
                    <a:pt x="9657" y="50376"/>
                  </a:lnTo>
                  <a:lnTo>
                    <a:pt x="10622" y="51181"/>
                  </a:lnTo>
                  <a:lnTo>
                    <a:pt x="11910" y="51825"/>
                  </a:lnTo>
                  <a:lnTo>
                    <a:pt x="13198" y="52308"/>
                  </a:lnTo>
                  <a:lnTo>
                    <a:pt x="14646" y="52468"/>
                  </a:lnTo>
                  <a:lnTo>
                    <a:pt x="15612" y="52468"/>
                  </a:lnTo>
                  <a:lnTo>
                    <a:pt x="16416" y="52147"/>
                  </a:lnTo>
                  <a:lnTo>
                    <a:pt x="17221" y="51986"/>
                  </a:lnTo>
                  <a:lnTo>
                    <a:pt x="18026" y="51503"/>
                  </a:lnTo>
                  <a:lnTo>
                    <a:pt x="18831" y="51020"/>
                  </a:lnTo>
                  <a:lnTo>
                    <a:pt x="19474" y="50537"/>
                  </a:lnTo>
                  <a:lnTo>
                    <a:pt x="20118" y="49893"/>
                  </a:lnTo>
                  <a:lnTo>
                    <a:pt x="20601" y="49089"/>
                  </a:lnTo>
                  <a:lnTo>
                    <a:pt x="20923" y="49732"/>
                  </a:lnTo>
                  <a:lnTo>
                    <a:pt x="21567" y="50537"/>
                  </a:lnTo>
                  <a:lnTo>
                    <a:pt x="22532" y="51181"/>
                  </a:lnTo>
                  <a:lnTo>
                    <a:pt x="23498" y="51503"/>
                  </a:lnTo>
                  <a:lnTo>
                    <a:pt x="24625" y="51664"/>
                  </a:lnTo>
                  <a:lnTo>
                    <a:pt x="25429" y="51503"/>
                  </a:lnTo>
                  <a:lnTo>
                    <a:pt x="26234" y="51342"/>
                  </a:lnTo>
                  <a:lnTo>
                    <a:pt x="27039" y="50859"/>
                  </a:lnTo>
                  <a:lnTo>
                    <a:pt x="27683" y="50376"/>
                  </a:lnTo>
                  <a:lnTo>
                    <a:pt x="28487" y="49411"/>
                  </a:lnTo>
                  <a:lnTo>
                    <a:pt x="28648" y="48767"/>
                  </a:lnTo>
                  <a:lnTo>
                    <a:pt x="28970" y="48123"/>
                  </a:lnTo>
                  <a:lnTo>
                    <a:pt x="29614" y="48928"/>
                  </a:lnTo>
                  <a:lnTo>
                    <a:pt x="30419" y="49571"/>
                  </a:lnTo>
                  <a:lnTo>
                    <a:pt x="31384" y="49893"/>
                  </a:lnTo>
                  <a:lnTo>
                    <a:pt x="32511" y="50054"/>
                  </a:lnTo>
                  <a:lnTo>
                    <a:pt x="33798" y="49893"/>
                  </a:lnTo>
                  <a:lnTo>
                    <a:pt x="34764" y="49411"/>
                  </a:lnTo>
                  <a:lnTo>
                    <a:pt x="35730" y="48606"/>
                  </a:lnTo>
                  <a:lnTo>
                    <a:pt x="36374" y="47640"/>
                  </a:lnTo>
                  <a:lnTo>
                    <a:pt x="37339" y="47962"/>
                  </a:lnTo>
                  <a:lnTo>
                    <a:pt x="38144" y="47962"/>
                  </a:lnTo>
                  <a:lnTo>
                    <a:pt x="39271" y="47801"/>
                  </a:lnTo>
                  <a:lnTo>
                    <a:pt x="40397" y="47479"/>
                  </a:lnTo>
                  <a:lnTo>
                    <a:pt x="41202" y="46996"/>
                  </a:lnTo>
                  <a:lnTo>
                    <a:pt x="42168" y="46353"/>
                  </a:lnTo>
                  <a:lnTo>
                    <a:pt x="42811" y="45548"/>
                  </a:lnTo>
                  <a:lnTo>
                    <a:pt x="43294" y="44582"/>
                  </a:lnTo>
                  <a:lnTo>
                    <a:pt x="43616" y="43616"/>
                  </a:lnTo>
                  <a:lnTo>
                    <a:pt x="43777" y="42490"/>
                  </a:lnTo>
                  <a:lnTo>
                    <a:pt x="43616" y="42329"/>
                  </a:lnTo>
                  <a:lnTo>
                    <a:pt x="45225" y="42168"/>
                  </a:lnTo>
                  <a:lnTo>
                    <a:pt x="46513" y="41685"/>
                  </a:lnTo>
                  <a:lnTo>
                    <a:pt x="47640" y="40880"/>
                  </a:lnTo>
                  <a:lnTo>
                    <a:pt x="48766" y="40076"/>
                  </a:lnTo>
                  <a:lnTo>
                    <a:pt x="49571" y="38949"/>
                  </a:lnTo>
                  <a:lnTo>
                    <a:pt x="50215" y="37822"/>
                  </a:lnTo>
                  <a:lnTo>
                    <a:pt x="50698" y="36535"/>
                  </a:lnTo>
                  <a:lnTo>
                    <a:pt x="50859" y="35086"/>
                  </a:lnTo>
                  <a:lnTo>
                    <a:pt x="50698" y="34121"/>
                  </a:lnTo>
                  <a:lnTo>
                    <a:pt x="50537" y="32994"/>
                  </a:lnTo>
                  <a:lnTo>
                    <a:pt x="50054" y="32028"/>
                  </a:lnTo>
                  <a:lnTo>
                    <a:pt x="49571" y="31224"/>
                  </a:lnTo>
                  <a:lnTo>
                    <a:pt x="48927" y="30419"/>
                  </a:lnTo>
                  <a:lnTo>
                    <a:pt x="48122" y="29614"/>
                  </a:lnTo>
                  <a:lnTo>
                    <a:pt x="47157" y="28971"/>
                  </a:lnTo>
                  <a:lnTo>
                    <a:pt x="46191" y="28488"/>
                  </a:lnTo>
                  <a:lnTo>
                    <a:pt x="46674" y="27844"/>
                  </a:lnTo>
                  <a:lnTo>
                    <a:pt x="46835" y="27200"/>
                  </a:lnTo>
                  <a:lnTo>
                    <a:pt x="47157" y="26395"/>
                  </a:lnTo>
                  <a:lnTo>
                    <a:pt x="47157" y="25591"/>
                  </a:lnTo>
                  <a:lnTo>
                    <a:pt x="47157" y="24786"/>
                  </a:lnTo>
                  <a:lnTo>
                    <a:pt x="46996" y="24142"/>
                  </a:lnTo>
                  <a:lnTo>
                    <a:pt x="46674" y="23498"/>
                  </a:lnTo>
                  <a:lnTo>
                    <a:pt x="46352" y="22855"/>
                  </a:lnTo>
                  <a:lnTo>
                    <a:pt x="45869" y="22211"/>
                  </a:lnTo>
                  <a:lnTo>
                    <a:pt x="45225" y="21728"/>
                  </a:lnTo>
                  <a:lnTo>
                    <a:pt x="44743" y="21406"/>
                  </a:lnTo>
                  <a:lnTo>
                    <a:pt x="43938" y="20923"/>
                  </a:lnTo>
                  <a:lnTo>
                    <a:pt x="44421" y="20280"/>
                  </a:lnTo>
                  <a:lnTo>
                    <a:pt x="44743" y="19475"/>
                  </a:lnTo>
                  <a:lnTo>
                    <a:pt x="44904" y="18509"/>
                  </a:lnTo>
                  <a:lnTo>
                    <a:pt x="45065" y="17704"/>
                  </a:lnTo>
                  <a:lnTo>
                    <a:pt x="44904" y="16578"/>
                  </a:lnTo>
                  <a:lnTo>
                    <a:pt x="44582" y="15451"/>
                  </a:lnTo>
                  <a:lnTo>
                    <a:pt x="44099" y="14646"/>
                  </a:lnTo>
                  <a:lnTo>
                    <a:pt x="43455" y="13681"/>
                  </a:lnTo>
                  <a:lnTo>
                    <a:pt x="42811" y="12876"/>
                  </a:lnTo>
                  <a:lnTo>
                    <a:pt x="41846" y="12393"/>
                  </a:lnTo>
                  <a:lnTo>
                    <a:pt x="40880" y="11910"/>
                  </a:lnTo>
                  <a:lnTo>
                    <a:pt x="39753" y="11588"/>
                  </a:lnTo>
                  <a:lnTo>
                    <a:pt x="40075" y="10462"/>
                  </a:lnTo>
                  <a:lnTo>
                    <a:pt x="40236" y="9335"/>
                  </a:lnTo>
                  <a:lnTo>
                    <a:pt x="40075" y="8048"/>
                  </a:lnTo>
                  <a:lnTo>
                    <a:pt x="39592" y="6921"/>
                  </a:lnTo>
                  <a:lnTo>
                    <a:pt x="38949" y="5794"/>
                  </a:lnTo>
                  <a:lnTo>
                    <a:pt x="38144" y="4829"/>
                  </a:lnTo>
                  <a:lnTo>
                    <a:pt x="37178" y="4024"/>
                  </a:lnTo>
                  <a:lnTo>
                    <a:pt x="36052" y="3541"/>
                  </a:lnTo>
                  <a:lnTo>
                    <a:pt x="34764" y="3219"/>
                  </a:lnTo>
                  <a:lnTo>
                    <a:pt x="33316" y="3058"/>
                  </a:lnTo>
                  <a:lnTo>
                    <a:pt x="32511" y="3058"/>
                  </a:lnTo>
                  <a:lnTo>
                    <a:pt x="32189" y="2415"/>
                  </a:lnTo>
                  <a:lnTo>
                    <a:pt x="31867" y="1932"/>
                  </a:lnTo>
                  <a:lnTo>
                    <a:pt x="31384" y="1288"/>
                  </a:lnTo>
                  <a:lnTo>
                    <a:pt x="30740" y="966"/>
                  </a:lnTo>
                  <a:lnTo>
                    <a:pt x="30097" y="483"/>
                  </a:lnTo>
                  <a:lnTo>
                    <a:pt x="29453" y="322"/>
                  </a:lnTo>
                  <a:lnTo>
                    <a:pt x="28648" y="161"/>
                  </a:lnTo>
                  <a:lnTo>
                    <a:pt x="27843" y="0"/>
                  </a:lnTo>
                  <a:close/>
                </a:path>
              </a:pathLst>
            </a:custGeom>
            <a:solidFill>
              <a:srgbClr val="6AA8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04;p36">
              <a:extLst>
                <a:ext uri="{FF2B5EF4-FFF2-40B4-BE49-F238E27FC236}">
                  <a16:creationId xmlns:a16="http://schemas.microsoft.com/office/drawing/2014/main" id="{FE1F497D-BEE2-B4F0-198F-BCB01301CF6D}"/>
                </a:ext>
              </a:extLst>
            </p:cNvPr>
            <p:cNvSpPr/>
            <p:nvPr/>
          </p:nvSpPr>
          <p:spPr>
            <a:xfrm>
              <a:off x="4560400" y="4382450"/>
              <a:ext cx="494925" cy="261550"/>
            </a:xfrm>
            <a:custGeom>
              <a:avLst/>
              <a:gdLst/>
              <a:ahLst/>
              <a:cxnLst/>
              <a:rect l="l" t="t" r="r" b="b"/>
              <a:pathLst>
                <a:path w="19797" h="10462" extrusionOk="0">
                  <a:moveTo>
                    <a:pt x="0" y="10461"/>
                  </a:moveTo>
                  <a:lnTo>
                    <a:pt x="0" y="10461"/>
                  </a:lnTo>
                  <a:lnTo>
                    <a:pt x="19796" y="0"/>
                  </a:lnTo>
                  <a:lnTo>
                    <a:pt x="0" y="10461"/>
                  </a:lnTo>
                  <a:close/>
                </a:path>
              </a:pathLst>
            </a:custGeom>
            <a:solidFill>
              <a:srgbClr val="E191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705;p36">
              <a:extLst>
                <a:ext uri="{FF2B5EF4-FFF2-40B4-BE49-F238E27FC236}">
                  <a16:creationId xmlns:a16="http://schemas.microsoft.com/office/drawing/2014/main" id="{496D99F0-4A57-E7B7-8F3E-9B27012E6028}"/>
                </a:ext>
              </a:extLst>
            </p:cNvPr>
            <p:cNvSpPr/>
            <p:nvPr/>
          </p:nvSpPr>
          <p:spPr>
            <a:xfrm>
              <a:off x="4797775" y="4394500"/>
              <a:ext cx="535175" cy="382275"/>
            </a:xfrm>
            <a:custGeom>
              <a:avLst/>
              <a:gdLst/>
              <a:ahLst/>
              <a:cxnLst/>
              <a:rect l="l" t="t" r="r" b="b"/>
              <a:pathLst>
                <a:path w="21407" h="15291" extrusionOk="0">
                  <a:moveTo>
                    <a:pt x="11750" y="1"/>
                  </a:moveTo>
                  <a:lnTo>
                    <a:pt x="11750" y="8692"/>
                  </a:lnTo>
                  <a:lnTo>
                    <a:pt x="1" y="15291"/>
                  </a:lnTo>
                  <a:lnTo>
                    <a:pt x="21406" y="3381"/>
                  </a:lnTo>
                  <a:lnTo>
                    <a:pt x="11750"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706;p36">
              <a:extLst>
                <a:ext uri="{FF2B5EF4-FFF2-40B4-BE49-F238E27FC236}">
                  <a16:creationId xmlns:a16="http://schemas.microsoft.com/office/drawing/2014/main" id="{FD39E0FC-9B34-C55D-FD1F-84A890CE0CDD}"/>
                </a:ext>
              </a:extLst>
            </p:cNvPr>
            <p:cNvSpPr/>
            <p:nvPr/>
          </p:nvSpPr>
          <p:spPr>
            <a:xfrm>
              <a:off x="4198275" y="4507175"/>
              <a:ext cx="305800" cy="136825"/>
            </a:xfrm>
            <a:custGeom>
              <a:avLst/>
              <a:gdLst/>
              <a:ahLst/>
              <a:cxnLst/>
              <a:rect l="l" t="t" r="r" b="b"/>
              <a:pathLst>
                <a:path w="12232" h="5473" extrusionOk="0">
                  <a:moveTo>
                    <a:pt x="0" y="0"/>
                  </a:moveTo>
                  <a:lnTo>
                    <a:pt x="12232" y="5472"/>
                  </a:lnTo>
                  <a:lnTo>
                    <a:pt x="161" y="0"/>
                  </a:lnTo>
                  <a:close/>
                </a:path>
              </a:pathLst>
            </a:custGeom>
            <a:solidFill>
              <a:srgbClr val="E191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3707;p36">
              <a:extLst>
                <a:ext uri="{FF2B5EF4-FFF2-40B4-BE49-F238E27FC236}">
                  <a16:creationId xmlns:a16="http://schemas.microsoft.com/office/drawing/2014/main" id="{93FFB43C-CD79-ED15-3240-FBCE800C1FB9}"/>
                </a:ext>
              </a:extLst>
            </p:cNvPr>
            <p:cNvSpPr/>
            <p:nvPr/>
          </p:nvSpPr>
          <p:spPr>
            <a:xfrm>
              <a:off x="4532225" y="4656050"/>
              <a:ext cx="25" cy="25"/>
            </a:xfrm>
            <a:custGeom>
              <a:avLst/>
              <a:gdLst/>
              <a:ahLst/>
              <a:cxnLst/>
              <a:rect l="l" t="t" r="r" b="b"/>
              <a:pathLst>
                <a:path w="1" h="1" extrusionOk="0">
                  <a:moveTo>
                    <a:pt x="1" y="0"/>
                  </a:moveTo>
                  <a:lnTo>
                    <a:pt x="1" y="0"/>
                  </a:lnTo>
                  <a:lnTo>
                    <a:pt x="1" y="0"/>
                  </a:lnTo>
                  <a:lnTo>
                    <a:pt x="1" y="0"/>
                  </a:lnTo>
                  <a:close/>
                </a:path>
              </a:pathLst>
            </a:custGeom>
            <a:solidFill>
              <a:srgbClr val="E191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3708;p36">
              <a:extLst>
                <a:ext uri="{FF2B5EF4-FFF2-40B4-BE49-F238E27FC236}">
                  <a16:creationId xmlns:a16="http://schemas.microsoft.com/office/drawing/2014/main" id="{82C3CD57-B9C1-A0C9-DA25-3118B4D10EA0}"/>
                </a:ext>
              </a:extLst>
            </p:cNvPr>
            <p:cNvSpPr/>
            <p:nvPr/>
          </p:nvSpPr>
          <p:spPr>
            <a:xfrm>
              <a:off x="4125850" y="5416500"/>
              <a:ext cx="25" cy="25"/>
            </a:xfrm>
            <a:custGeom>
              <a:avLst/>
              <a:gdLst/>
              <a:ahLst/>
              <a:cxnLst/>
              <a:rect l="l" t="t" r="r" b="b"/>
              <a:pathLst>
                <a:path w="1" h="1" extrusionOk="0">
                  <a:moveTo>
                    <a:pt x="0" y="1"/>
                  </a:moveTo>
                  <a:lnTo>
                    <a:pt x="0" y="1"/>
                  </a:lnTo>
                  <a:lnTo>
                    <a:pt x="0" y="1"/>
                  </a:lnTo>
                  <a:lnTo>
                    <a:pt x="0" y="1"/>
                  </a:lnTo>
                  <a:close/>
                </a:path>
              </a:pathLst>
            </a:custGeom>
            <a:solidFill>
              <a:srgbClr val="E1919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3709;p36">
              <a:extLst>
                <a:ext uri="{FF2B5EF4-FFF2-40B4-BE49-F238E27FC236}">
                  <a16:creationId xmlns:a16="http://schemas.microsoft.com/office/drawing/2014/main" id="{0CCB2874-A47F-F352-768D-34A2639B9A29}"/>
                </a:ext>
              </a:extLst>
            </p:cNvPr>
            <p:cNvSpPr/>
            <p:nvPr/>
          </p:nvSpPr>
          <p:spPr>
            <a:xfrm>
              <a:off x="3506200" y="4808950"/>
              <a:ext cx="619675" cy="607575"/>
            </a:xfrm>
            <a:custGeom>
              <a:avLst/>
              <a:gdLst/>
              <a:ahLst/>
              <a:cxnLst/>
              <a:rect l="l" t="t" r="r" b="b"/>
              <a:pathLst>
                <a:path w="24787" h="24303" extrusionOk="0">
                  <a:moveTo>
                    <a:pt x="1932" y="2575"/>
                  </a:moveTo>
                  <a:lnTo>
                    <a:pt x="2254" y="2736"/>
                  </a:lnTo>
                  <a:lnTo>
                    <a:pt x="2415" y="2897"/>
                  </a:lnTo>
                  <a:lnTo>
                    <a:pt x="2898" y="3541"/>
                  </a:lnTo>
                  <a:lnTo>
                    <a:pt x="3220" y="4346"/>
                  </a:lnTo>
                  <a:lnTo>
                    <a:pt x="3220" y="5472"/>
                  </a:lnTo>
                  <a:lnTo>
                    <a:pt x="3220" y="6599"/>
                  </a:lnTo>
                  <a:lnTo>
                    <a:pt x="2898" y="7404"/>
                  </a:lnTo>
                  <a:lnTo>
                    <a:pt x="2415" y="8047"/>
                  </a:lnTo>
                  <a:lnTo>
                    <a:pt x="2254" y="8208"/>
                  </a:lnTo>
                  <a:lnTo>
                    <a:pt x="1771" y="8208"/>
                  </a:lnTo>
                  <a:lnTo>
                    <a:pt x="1449" y="8047"/>
                  </a:lnTo>
                  <a:lnTo>
                    <a:pt x="1127" y="7404"/>
                  </a:lnTo>
                  <a:lnTo>
                    <a:pt x="805" y="6599"/>
                  </a:lnTo>
                  <a:lnTo>
                    <a:pt x="644" y="5472"/>
                  </a:lnTo>
                  <a:lnTo>
                    <a:pt x="805" y="4346"/>
                  </a:lnTo>
                  <a:lnTo>
                    <a:pt x="1127" y="3541"/>
                  </a:lnTo>
                  <a:lnTo>
                    <a:pt x="1449" y="2897"/>
                  </a:lnTo>
                  <a:lnTo>
                    <a:pt x="1771" y="2736"/>
                  </a:lnTo>
                  <a:lnTo>
                    <a:pt x="1932" y="2575"/>
                  </a:lnTo>
                  <a:close/>
                  <a:moveTo>
                    <a:pt x="21889" y="13198"/>
                  </a:moveTo>
                  <a:lnTo>
                    <a:pt x="22050" y="13359"/>
                  </a:lnTo>
                  <a:lnTo>
                    <a:pt x="22533" y="14002"/>
                  </a:lnTo>
                  <a:lnTo>
                    <a:pt x="22855" y="15129"/>
                  </a:lnTo>
                  <a:lnTo>
                    <a:pt x="23016" y="16256"/>
                  </a:lnTo>
                  <a:lnTo>
                    <a:pt x="22855" y="17543"/>
                  </a:lnTo>
                  <a:lnTo>
                    <a:pt x="22533" y="18509"/>
                  </a:lnTo>
                  <a:lnTo>
                    <a:pt x="22050" y="19153"/>
                  </a:lnTo>
                  <a:lnTo>
                    <a:pt x="21889" y="19314"/>
                  </a:lnTo>
                  <a:lnTo>
                    <a:pt x="21567" y="19474"/>
                  </a:lnTo>
                  <a:lnTo>
                    <a:pt x="21245" y="19314"/>
                  </a:lnTo>
                  <a:lnTo>
                    <a:pt x="20923" y="19153"/>
                  </a:lnTo>
                  <a:lnTo>
                    <a:pt x="20441" y="18509"/>
                  </a:lnTo>
                  <a:lnTo>
                    <a:pt x="20119" y="17543"/>
                  </a:lnTo>
                  <a:lnTo>
                    <a:pt x="19958" y="16256"/>
                  </a:lnTo>
                  <a:lnTo>
                    <a:pt x="20119" y="15129"/>
                  </a:lnTo>
                  <a:lnTo>
                    <a:pt x="20441" y="14002"/>
                  </a:lnTo>
                  <a:lnTo>
                    <a:pt x="20923" y="13359"/>
                  </a:lnTo>
                  <a:lnTo>
                    <a:pt x="21245" y="13198"/>
                  </a:lnTo>
                  <a:close/>
                  <a:moveTo>
                    <a:pt x="1" y="0"/>
                  </a:moveTo>
                  <a:lnTo>
                    <a:pt x="1" y="9335"/>
                  </a:lnTo>
                  <a:lnTo>
                    <a:pt x="24786" y="24303"/>
                  </a:lnTo>
                  <a:lnTo>
                    <a:pt x="24786" y="13680"/>
                  </a:lnTo>
                  <a:lnTo>
                    <a:pt x="1"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3710;p36">
              <a:extLst>
                <a:ext uri="{FF2B5EF4-FFF2-40B4-BE49-F238E27FC236}">
                  <a16:creationId xmlns:a16="http://schemas.microsoft.com/office/drawing/2014/main" id="{A407DC58-B71F-B501-63F7-BCD7A4C6517C}"/>
                </a:ext>
              </a:extLst>
            </p:cNvPr>
            <p:cNvSpPr/>
            <p:nvPr/>
          </p:nvSpPr>
          <p:spPr>
            <a:xfrm>
              <a:off x="3952825" y="4394500"/>
              <a:ext cx="551250" cy="515050"/>
            </a:xfrm>
            <a:custGeom>
              <a:avLst/>
              <a:gdLst/>
              <a:ahLst/>
              <a:cxnLst/>
              <a:rect l="l" t="t" r="r" b="b"/>
              <a:pathLst>
                <a:path w="22050" h="20602" extrusionOk="0">
                  <a:moveTo>
                    <a:pt x="1" y="1"/>
                  </a:moveTo>
                  <a:lnTo>
                    <a:pt x="1" y="9336"/>
                  </a:lnTo>
                  <a:lnTo>
                    <a:pt x="644" y="9658"/>
                  </a:lnTo>
                  <a:lnTo>
                    <a:pt x="22050" y="20602"/>
                  </a:lnTo>
                  <a:lnTo>
                    <a:pt x="22050" y="9979"/>
                  </a:lnTo>
                  <a:lnTo>
                    <a:pt x="9818" y="4507"/>
                  </a:lnTo>
                  <a:lnTo>
                    <a:pt x="966" y="323"/>
                  </a:lnTo>
                  <a:lnTo>
                    <a:pt x="1" y="1"/>
                  </a:lnTo>
                  <a:close/>
                </a:path>
              </a:pathLst>
            </a:custGeom>
            <a:solidFill>
              <a:srgbClr val="D9D9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3711;p36">
              <a:extLst>
                <a:ext uri="{FF2B5EF4-FFF2-40B4-BE49-F238E27FC236}">
                  <a16:creationId xmlns:a16="http://schemas.microsoft.com/office/drawing/2014/main" id="{3BF6E1FE-1340-ED9E-91C4-8DB1E1857418}"/>
                </a:ext>
              </a:extLst>
            </p:cNvPr>
            <p:cNvSpPr/>
            <p:nvPr/>
          </p:nvSpPr>
          <p:spPr>
            <a:xfrm>
              <a:off x="4125850" y="4479000"/>
              <a:ext cx="1207100" cy="937525"/>
            </a:xfrm>
            <a:custGeom>
              <a:avLst/>
              <a:gdLst/>
              <a:ahLst/>
              <a:cxnLst/>
              <a:rect l="l" t="t" r="r" b="b"/>
              <a:pathLst>
                <a:path w="48284" h="37501" extrusionOk="0">
                  <a:moveTo>
                    <a:pt x="48283" y="1"/>
                  </a:moveTo>
                  <a:lnTo>
                    <a:pt x="26878" y="11911"/>
                  </a:lnTo>
                  <a:lnTo>
                    <a:pt x="20279" y="15612"/>
                  </a:lnTo>
                  <a:lnTo>
                    <a:pt x="17382" y="17222"/>
                  </a:lnTo>
                  <a:lnTo>
                    <a:pt x="17382" y="6599"/>
                  </a:lnTo>
                  <a:lnTo>
                    <a:pt x="16256" y="7082"/>
                  </a:lnTo>
                  <a:lnTo>
                    <a:pt x="16256" y="15934"/>
                  </a:lnTo>
                  <a:lnTo>
                    <a:pt x="16256" y="17866"/>
                  </a:lnTo>
                  <a:lnTo>
                    <a:pt x="0" y="26878"/>
                  </a:lnTo>
                  <a:lnTo>
                    <a:pt x="0" y="37501"/>
                  </a:lnTo>
                  <a:lnTo>
                    <a:pt x="11588" y="30580"/>
                  </a:lnTo>
                  <a:lnTo>
                    <a:pt x="11427" y="29615"/>
                  </a:lnTo>
                  <a:lnTo>
                    <a:pt x="11427" y="28649"/>
                  </a:lnTo>
                  <a:lnTo>
                    <a:pt x="11427" y="27683"/>
                  </a:lnTo>
                  <a:lnTo>
                    <a:pt x="11749" y="26557"/>
                  </a:lnTo>
                  <a:lnTo>
                    <a:pt x="12071" y="25430"/>
                  </a:lnTo>
                  <a:lnTo>
                    <a:pt x="12554" y="24303"/>
                  </a:lnTo>
                  <a:lnTo>
                    <a:pt x="13198" y="23499"/>
                  </a:lnTo>
                  <a:lnTo>
                    <a:pt x="13841" y="22694"/>
                  </a:lnTo>
                  <a:lnTo>
                    <a:pt x="14646" y="22211"/>
                  </a:lnTo>
                  <a:lnTo>
                    <a:pt x="15290" y="21889"/>
                  </a:lnTo>
                  <a:lnTo>
                    <a:pt x="16095" y="21889"/>
                  </a:lnTo>
                  <a:lnTo>
                    <a:pt x="16899" y="22050"/>
                  </a:lnTo>
                  <a:lnTo>
                    <a:pt x="17704" y="22694"/>
                  </a:lnTo>
                  <a:lnTo>
                    <a:pt x="18509" y="23499"/>
                  </a:lnTo>
                  <a:lnTo>
                    <a:pt x="18992" y="24625"/>
                  </a:lnTo>
                  <a:lnTo>
                    <a:pt x="19313" y="25913"/>
                  </a:lnTo>
                  <a:lnTo>
                    <a:pt x="33959" y="17061"/>
                  </a:lnTo>
                  <a:lnTo>
                    <a:pt x="33798" y="16095"/>
                  </a:lnTo>
                  <a:lnTo>
                    <a:pt x="33798" y="15130"/>
                  </a:lnTo>
                  <a:lnTo>
                    <a:pt x="33798" y="14003"/>
                  </a:lnTo>
                  <a:lnTo>
                    <a:pt x="33959" y="12876"/>
                  </a:lnTo>
                  <a:lnTo>
                    <a:pt x="34442" y="11750"/>
                  </a:lnTo>
                  <a:lnTo>
                    <a:pt x="34925" y="10623"/>
                  </a:lnTo>
                  <a:lnTo>
                    <a:pt x="35408" y="9657"/>
                  </a:lnTo>
                  <a:lnTo>
                    <a:pt x="36213" y="9014"/>
                  </a:lnTo>
                  <a:lnTo>
                    <a:pt x="36856" y="8531"/>
                  </a:lnTo>
                  <a:lnTo>
                    <a:pt x="37661" y="8209"/>
                  </a:lnTo>
                  <a:lnTo>
                    <a:pt x="38466" y="8209"/>
                  </a:lnTo>
                  <a:lnTo>
                    <a:pt x="39271" y="8370"/>
                  </a:lnTo>
                  <a:lnTo>
                    <a:pt x="39753" y="8531"/>
                  </a:lnTo>
                  <a:lnTo>
                    <a:pt x="40075" y="9014"/>
                  </a:lnTo>
                  <a:lnTo>
                    <a:pt x="40880" y="9818"/>
                  </a:lnTo>
                  <a:lnTo>
                    <a:pt x="41363" y="11106"/>
                  </a:lnTo>
                  <a:lnTo>
                    <a:pt x="41685" y="12393"/>
                  </a:lnTo>
                  <a:lnTo>
                    <a:pt x="48283" y="8531"/>
                  </a:lnTo>
                  <a:lnTo>
                    <a:pt x="48283"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3712;p36">
              <a:extLst>
                <a:ext uri="{FF2B5EF4-FFF2-40B4-BE49-F238E27FC236}">
                  <a16:creationId xmlns:a16="http://schemas.microsoft.com/office/drawing/2014/main" id="{DF364623-69E1-DEF0-4BF7-AD46BF82DFA6}"/>
                </a:ext>
              </a:extLst>
            </p:cNvPr>
            <p:cNvSpPr/>
            <p:nvPr/>
          </p:nvSpPr>
          <p:spPr>
            <a:xfrm>
              <a:off x="4005125" y="5138875"/>
              <a:ext cx="76475" cy="156950"/>
            </a:xfrm>
            <a:custGeom>
              <a:avLst/>
              <a:gdLst/>
              <a:ahLst/>
              <a:cxnLst/>
              <a:rect l="l" t="t" r="r" b="b"/>
              <a:pathLst>
                <a:path w="3059" h="6278" extrusionOk="0">
                  <a:moveTo>
                    <a:pt x="1288" y="1"/>
                  </a:moveTo>
                  <a:lnTo>
                    <a:pt x="966" y="162"/>
                  </a:lnTo>
                  <a:lnTo>
                    <a:pt x="484" y="805"/>
                  </a:lnTo>
                  <a:lnTo>
                    <a:pt x="162" y="1932"/>
                  </a:lnTo>
                  <a:lnTo>
                    <a:pt x="1" y="3059"/>
                  </a:lnTo>
                  <a:lnTo>
                    <a:pt x="162" y="4346"/>
                  </a:lnTo>
                  <a:lnTo>
                    <a:pt x="484" y="5312"/>
                  </a:lnTo>
                  <a:lnTo>
                    <a:pt x="966" y="5956"/>
                  </a:lnTo>
                  <a:lnTo>
                    <a:pt x="1288" y="6117"/>
                  </a:lnTo>
                  <a:lnTo>
                    <a:pt x="1610" y="6277"/>
                  </a:lnTo>
                  <a:lnTo>
                    <a:pt x="1932" y="6117"/>
                  </a:lnTo>
                  <a:lnTo>
                    <a:pt x="2093" y="5956"/>
                  </a:lnTo>
                  <a:lnTo>
                    <a:pt x="2576" y="5312"/>
                  </a:lnTo>
                  <a:lnTo>
                    <a:pt x="2898" y="4346"/>
                  </a:lnTo>
                  <a:lnTo>
                    <a:pt x="3059" y="3059"/>
                  </a:lnTo>
                  <a:lnTo>
                    <a:pt x="2898" y="1932"/>
                  </a:lnTo>
                  <a:lnTo>
                    <a:pt x="2576" y="805"/>
                  </a:lnTo>
                  <a:lnTo>
                    <a:pt x="2093" y="162"/>
                  </a:lnTo>
                  <a:lnTo>
                    <a:pt x="1932" y="1"/>
                  </a:lnTo>
                  <a:close/>
                </a:path>
              </a:pathLst>
            </a:custGeom>
            <a:solidFill>
              <a:srgbClr val="D9D9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3713;p36">
              <a:extLst>
                <a:ext uri="{FF2B5EF4-FFF2-40B4-BE49-F238E27FC236}">
                  <a16:creationId xmlns:a16="http://schemas.microsoft.com/office/drawing/2014/main" id="{257FF54B-CDD9-4E1B-83F8-317F2C18B495}"/>
                </a:ext>
              </a:extLst>
            </p:cNvPr>
            <p:cNvSpPr/>
            <p:nvPr/>
          </p:nvSpPr>
          <p:spPr>
            <a:xfrm>
              <a:off x="3522300" y="4873325"/>
              <a:ext cx="64400" cy="140850"/>
            </a:xfrm>
            <a:custGeom>
              <a:avLst/>
              <a:gdLst/>
              <a:ahLst/>
              <a:cxnLst/>
              <a:rect l="l" t="t" r="r" b="b"/>
              <a:pathLst>
                <a:path w="2576" h="5634" extrusionOk="0">
                  <a:moveTo>
                    <a:pt x="1288" y="0"/>
                  </a:moveTo>
                  <a:lnTo>
                    <a:pt x="1127" y="161"/>
                  </a:lnTo>
                  <a:lnTo>
                    <a:pt x="805" y="322"/>
                  </a:lnTo>
                  <a:lnTo>
                    <a:pt x="483" y="966"/>
                  </a:lnTo>
                  <a:lnTo>
                    <a:pt x="161" y="1771"/>
                  </a:lnTo>
                  <a:lnTo>
                    <a:pt x="0" y="2897"/>
                  </a:lnTo>
                  <a:lnTo>
                    <a:pt x="161" y="4024"/>
                  </a:lnTo>
                  <a:lnTo>
                    <a:pt x="483" y="4829"/>
                  </a:lnTo>
                  <a:lnTo>
                    <a:pt x="805" y="5472"/>
                  </a:lnTo>
                  <a:lnTo>
                    <a:pt x="1127" y="5633"/>
                  </a:lnTo>
                  <a:lnTo>
                    <a:pt x="1610" y="5633"/>
                  </a:lnTo>
                  <a:lnTo>
                    <a:pt x="1771" y="5472"/>
                  </a:lnTo>
                  <a:lnTo>
                    <a:pt x="2254" y="4829"/>
                  </a:lnTo>
                  <a:lnTo>
                    <a:pt x="2576" y="4024"/>
                  </a:lnTo>
                  <a:lnTo>
                    <a:pt x="2576" y="2897"/>
                  </a:lnTo>
                  <a:lnTo>
                    <a:pt x="2576" y="1771"/>
                  </a:lnTo>
                  <a:lnTo>
                    <a:pt x="2254" y="966"/>
                  </a:lnTo>
                  <a:lnTo>
                    <a:pt x="1771" y="322"/>
                  </a:lnTo>
                  <a:lnTo>
                    <a:pt x="1610" y="161"/>
                  </a:lnTo>
                  <a:lnTo>
                    <a:pt x="1288" y="0"/>
                  </a:lnTo>
                  <a:close/>
                </a:path>
              </a:pathLst>
            </a:custGeom>
            <a:solidFill>
              <a:srgbClr val="D9D9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3714;p36">
              <a:extLst>
                <a:ext uri="{FF2B5EF4-FFF2-40B4-BE49-F238E27FC236}">
                  <a16:creationId xmlns:a16="http://schemas.microsoft.com/office/drawing/2014/main" id="{8E9A286A-5E35-D02E-C6E1-582523BAAF34}"/>
                </a:ext>
              </a:extLst>
            </p:cNvPr>
            <p:cNvSpPr/>
            <p:nvPr/>
          </p:nvSpPr>
          <p:spPr>
            <a:xfrm>
              <a:off x="4560400" y="4362325"/>
              <a:ext cx="531125" cy="547225"/>
            </a:xfrm>
            <a:custGeom>
              <a:avLst/>
              <a:gdLst/>
              <a:ahLst/>
              <a:cxnLst/>
              <a:rect l="l" t="t" r="r" b="b"/>
              <a:pathLst>
                <a:path w="21245" h="21889" extrusionOk="0">
                  <a:moveTo>
                    <a:pt x="21245" y="0"/>
                  </a:moveTo>
                  <a:lnTo>
                    <a:pt x="19796" y="805"/>
                  </a:lnTo>
                  <a:lnTo>
                    <a:pt x="0" y="11266"/>
                  </a:lnTo>
                  <a:lnTo>
                    <a:pt x="0" y="21889"/>
                  </a:lnTo>
                  <a:lnTo>
                    <a:pt x="2897" y="20279"/>
                  </a:lnTo>
                  <a:lnTo>
                    <a:pt x="9496" y="16578"/>
                  </a:lnTo>
                  <a:lnTo>
                    <a:pt x="21245" y="9979"/>
                  </a:lnTo>
                  <a:lnTo>
                    <a:pt x="21245" y="1288"/>
                  </a:lnTo>
                  <a:lnTo>
                    <a:pt x="21245" y="0"/>
                  </a:lnTo>
                  <a:close/>
                </a:path>
              </a:pathLst>
            </a:custGeom>
            <a:solidFill>
              <a:srgbClr val="E1E1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3715;p36">
              <a:extLst>
                <a:ext uri="{FF2B5EF4-FFF2-40B4-BE49-F238E27FC236}">
                  <a16:creationId xmlns:a16="http://schemas.microsoft.com/office/drawing/2014/main" id="{1E67A3A2-2D2F-FA13-4275-A25E2C524BB2}"/>
                </a:ext>
              </a:extLst>
            </p:cNvPr>
            <p:cNvSpPr/>
            <p:nvPr/>
          </p:nvSpPr>
          <p:spPr>
            <a:xfrm>
              <a:off x="3506200" y="4161150"/>
              <a:ext cx="1585325" cy="989825"/>
            </a:xfrm>
            <a:custGeom>
              <a:avLst/>
              <a:gdLst/>
              <a:ahLst/>
              <a:cxnLst/>
              <a:rect l="l" t="t" r="r" b="b"/>
              <a:pathLst>
                <a:path w="63413" h="39593" extrusionOk="0">
                  <a:moveTo>
                    <a:pt x="40881" y="0"/>
                  </a:moveTo>
                  <a:lnTo>
                    <a:pt x="17866" y="9335"/>
                  </a:lnTo>
                  <a:lnTo>
                    <a:pt x="18831" y="9657"/>
                  </a:lnTo>
                  <a:lnTo>
                    <a:pt x="27844" y="13841"/>
                  </a:lnTo>
                  <a:lnTo>
                    <a:pt x="39915" y="19313"/>
                  </a:lnTo>
                  <a:lnTo>
                    <a:pt x="39915" y="29936"/>
                  </a:lnTo>
                  <a:lnTo>
                    <a:pt x="18509" y="18992"/>
                  </a:lnTo>
                  <a:lnTo>
                    <a:pt x="17866" y="18670"/>
                  </a:lnTo>
                  <a:lnTo>
                    <a:pt x="1" y="25912"/>
                  </a:lnTo>
                  <a:lnTo>
                    <a:pt x="24786" y="39592"/>
                  </a:lnTo>
                  <a:lnTo>
                    <a:pt x="41042" y="30580"/>
                  </a:lnTo>
                  <a:lnTo>
                    <a:pt x="41042" y="28648"/>
                  </a:lnTo>
                  <a:lnTo>
                    <a:pt x="41042" y="19796"/>
                  </a:lnTo>
                  <a:lnTo>
                    <a:pt x="42168" y="19313"/>
                  </a:lnTo>
                  <a:lnTo>
                    <a:pt x="61964" y="8852"/>
                  </a:lnTo>
                  <a:lnTo>
                    <a:pt x="63413" y="8047"/>
                  </a:lnTo>
                  <a:lnTo>
                    <a:pt x="40881"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3716;p36">
              <a:extLst>
                <a:ext uri="{FF2B5EF4-FFF2-40B4-BE49-F238E27FC236}">
                  <a16:creationId xmlns:a16="http://schemas.microsoft.com/office/drawing/2014/main" id="{95F675E8-C406-9998-F8F1-50F0847D6EA1}"/>
                </a:ext>
              </a:extLst>
            </p:cNvPr>
            <p:cNvSpPr/>
            <p:nvPr/>
          </p:nvSpPr>
          <p:spPr>
            <a:xfrm>
              <a:off x="4411525" y="5026225"/>
              <a:ext cx="201200" cy="317875"/>
            </a:xfrm>
            <a:custGeom>
              <a:avLst/>
              <a:gdLst/>
              <a:ahLst/>
              <a:cxnLst/>
              <a:rect l="l" t="t" r="r" b="b"/>
              <a:pathLst>
                <a:path w="8048" h="12715" extrusionOk="0">
                  <a:moveTo>
                    <a:pt x="3863" y="0"/>
                  </a:moveTo>
                  <a:lnTo>
                    <a:pt x="3219" y="322"/>
                  </a:lnTo>
                  <a:lnTo>
                    <a:pt x="2414" y="805"/>
                  </a:lnTo>
                  <a:lnTo>
                    <a:pt x="1771" y="1610"/>
                  </a:lnTo>
                  <a:lnTo>
                    <a:pt x="1127" y="2414"/>
                  </a:lnTo>
                  <a:lnTo>
                    <a:pt x="644" y="3541"/>
                  </a:lnTo>
                  <a:lnTo>
                    <a:pt x="322" y="4668"/>
                  </a:lnTo>
                  <a:lnTo>
                    <a:pt x="0" y="5794"/>
                  </a:lnTo>
                  <a:lnTo>
                    <a:pt x="0" y="6760"/>
                  </a:lnTo>
                  <a:lnTo>
                    <a:pt x="0" y="7726"/>
                  </a:lnTo>
                  <a:lnTo>
                    <a:pt x="161" y="8691"/>
                  </a:lnTo>
                  <a:lnTo>
                    <a:pt x="483" y="9979"/>
                  </a:lnTo>
                  <a:lnTo>
                    <a:pt x="966" y="11105"/>
                  </a:lnTo>
                  <a:lnTo>
                    <a:pt x="1610" y="12071"/>
                  </a:lnTo>
                  <a:lnTo>
                    <a:pt x="2575" y="12554"/>
                  </a:lnTo>
                  <a:lnTo>
                    <a:pt x="3380" y="12715"/>
                  </a:lnTo>
                  <a:lnTo>
                    <a:pt x="4024" y="12715"/>
                  </a:lnTo>
                  <a:lnTo>
                    <a:pt x="4829" y="12393"/>
                  </a:lnTo>
                  <a:lnTo>
                    <a:pt x="5633" y="11910"/>
                  </a:lnTo>
                  <a:lnTo>
                    <a:pt x="6277" y="11266"/>
                  </a:lnTo>
                  <a:lnTo>
                    <a:pt x="6921" y="10301"/>
                  </a:lnTo>
                  <a:lnTo>
                    <a:pt x="7404" y="9174"/>
                  </a:lnTo>
                  <a:lnTo>
                    <a:pt x="7726" y="8047"/>
                  </a:lnTo>
                  <a:lnTo>
                    <a:pt x="7886" y="6921"/>
                  </a:lnTo>
                  <a:lnTo>
                    <a:pt x="8047" y="5955"/>
                  </a:lnTo>
                  <a:lnTo>
                    <a:pt x="8047" y="4989"/>
                  </a:lnTo>
                  <a:lnTo>
                    <a:pt x="7886" y="4024"/>
                  </a:lnTo>
                  <a:lnTo>
                    <a:pt x="7565" y="2736"/>
                  </a:lnTo>
                  <a:lnTo>
                    <a:pt x="7082" y="1610"/>
                  </a:lnTo>
                  <a:lnTo>
                    <a:pt x="6277" y="805"/>
                  </a:lnTo>
                  <a:lnTo>
                    <a:pt x="5472" y="161"/>
                  </a:lnTo>
                  <a:lnTo>
                    <a:pt x="466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3717;p36">
              <a:extLst>
                <a:ext uri="{FF2B5EF4-FFF2-40B4-BE49-F238E27FC236}">
                  <a16:creationId xmlns:a16="http://schemas.microsoft.com/office/drawing/2014/main" id="{5F3A3DE5-8C63-28D7-29CE-E1AAB8EB4B60}"/>
                </a:ext>
              </a:extLst>
            </p:cNvPr>
            <p:cNvSpPr/>
            <p:nvPr/>
          </p:nvSpPr>
          <p:spPr>
            <a:xfrm>
              <a:off x="4970800" y="4684200"/>
              <a:ext cx="201200" cy="317900"/>
            </a:xfrm>
            <a:custGeom>
              <a:avLst/>
              <a:gdLst/>
              <a:ahLst/>
              <a:cxnLst/>
              <a:rect l="l" t="t" r="r" b="b"/>
              <a:pathLst>
                <a:path w="8048" h="12716" extrusionOk="0">
                  <a:moveTo>
                    <a:pt x="3863" y="1"/>
                  </a:moveTo>
                  <a:lnTo>
                    <a:pt x="3058" y="323"/>
                  </a:lnTo>
                  <a:lnTo>
                    <a:pt x="2415" y="806"/>
                  </a:lnTo>
                  <a:lnTo>
                    <a:pt x="1610" y="1449"/>
                  </a:lnTo>
                  <a:lnTo>
                    <a:pt x="1127" y="2415"/>
                  </a:lnTo>
                  <a:lnTo>
                    <a:pt x="644" y="3542"/>
                  </a:lnTo>
                  <a:lnTo>
                    <a:pt x="161" y="4668"/>
                  </a:lnTo>
                  <a:lnTo>
                    <a:pt x="0" y="5795"/>
                  </a:lnTo>
                  <a:lnTo>
                    <a:pt x="0" y="6922"/>
                  </a:lnTo>
                  <a:lnTo>
                    <a:pt x="0" y="7887"/>
                  </a:lnTo>
                  <a:lnTo>
                    <a:pt x="161" y="8853"/>
                  </a:lnTo>
                  <a:lnTo>
                    <a:pt x="483" y="10140"/>
                  </a:lnTo>
                  <a:lnTo>
                    <a:pt x="966" y="11267"/>
                  </a:lnTo>
                  <a:lnTo>
                    <a:pt x="1610" y="12072"/>
                  </a:lnTo>
                  <a:lnTo>
                    <a:pt x="2415" y="12555"/>
                  </a:lnTo>
                  <a:lnTo>
                    <a:pt x="3219" y="12716"/>
                  </a:lnTo>
                  <a:lnTo>
                    <a:pt x="4024" y="12716"/>
                  </a:lnTo>
                  <a:lnTo>
                    <a:pt x="4829" y="12394"/>
                  </a:lnTo>
                  <a:lnTo>
                    <a:pt x="5634" y="11911"/>
                  </a:lnTo>
                  <a:lnTo>
                    <a:pt x="6277" y="11106"/>
                  </a:lnTo>
                  <a:lnTo>
                    <a:pt x="6921" y="10301"/>
                  </a:lnTo>
                  <a:lnTo>
                    <a:pt x="7404" y="9175"/>
                  </a:lnTo>
                  <a:lnTo>
                    <a:pt x="7726" y="8048"/>
                  </a:lnTo>
                  <a:lnTo>
                    <a:pt x="8048" y="6117"/>
                  </a:lnTo>
                  <a:lnTo>
                    <a:pt x="7887" y="4185"/>
                  </a:lnTo>
                  <a:lnTo>
                    <a:pt x="7565" y="2898"/>
                  </a:lnTo>
                  <a:lnTo>
                    <a:pt x="7082" y="1610"/>
                  </a:lnTo>
                  <a:lnTo>
                    <a:pt x="6277" y="806"/>
                  </a:lnTo>
                  <a:lnTo>
                    <a:pt x="5955" y="323"/>
                  </a:lnTo>
                  <a:lnTo>
                    <a:pt x="5473" y="162"/>
                  </a:lnTo>
                  <a:lnTo>
                    <a:pt x="466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5" name="Gruppe 344">
            <a:extLst>
              <a:ext uri="{FF2B5EF4-FFF2-40B4-BE49-F238E27FC236}">
                <a16:creationId xmlns:a16="http://schemas.microsoft.com/office/drawing/2014/main" id="{05A04A0E-17AC-A859-E06E-94A2046795F2}"/>
              </a:ext>
            </a:extLst>
          </p:cNvPr>
          <p:cNvGrpSpPr/>
          <p:nvPr/>
        </p:nvGrpSpPr>
        <p:grpSpPr>
          <a:xfrm>
            <a:off x="5155337" y="1449745"/>
            <a:ext cx="2291065" cy="1607851"/>
            <a:chOff x="3188649" y="3955631"/>
            <a:chExt cx="751900" cy="614305"/>
          </a:xfrm>
        </p:grpSpPr>
        <p:sp>
          <p:nvSpPr>
            <p:cNvPr id="198" name="Google Shape;2495;p35">
              <a:extLst>
                <a:ext uri="{FF2B5EF4-FFF2-40B4-BE49-F238E27FC236}">
                  <a16:creationId xmlns:a16="http://schemas.microsoft.com/office/drawing/2014/main" id="{2B2DA9E5-EF21-E861-78F6-B01F1B96C51B}"/>
                </a:ext>
              </a:extLst>
            </p:cNvPr>
            <p:cNvSpPr/>
            <p:nvPr/>
          </p:nvSpPr>
          <p:spPr>
            <a:xfrm>
              <a:off x="3193536" y="4142395"/>
              <a:ext cx="742058" cy="427541"/>
            </a:xfrm>
            <a:custGeom>
              <a:avLst/>
              <a:gdLst/>
              <a:ahLst/>
              <a:cxnLst/>
              <a:rect l="l" t="t" r="r" b="b"/>
              <a:pathLst>
                <a:path w="19283" h="11110" extrusionOk="0">
                  <a:moveTo>
                    <a:pt x="16091" y="0"/>
                  </a:moveTo>
                  <a:lnTo>
                    <a:pt x="1" y="9194"/>
                  </a:lnTo>
                  <a:lnTo>
                    <a:pt x="3321" y="11110"/>
                  </a:lnTo>
                  <a:lnTo>
                    <a:pt x="19283" y="1916"/>
                  </a:lnTo>
                  <a:lnTo>
                    <a:pt x="160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2496;p35">
              <a:extLst>
                <a:ext uri="{FF2B5EF4-FFF2-40B4-BE49-F238E27FC236}">
                  <a16:creationId xmlns:a16="http://schemas.microsoft.com/office/drawing/2014/main" id="{203679D8-75DD-72D5-7D22-CE1DC8EA0994}"/>
                </a:ext>
              </a:extLst>
            </p:cNvPr>
            <p:cNvSpPr/>
            <p:nvPr/>
          </p:nvSpPr>
          <p:spPr>
            <a:xfrm>
              <a:off x="3193536" y="4142395"/>
              <a:ext cx="742058" cy="427541"/>
            </a:xfrm>
            <a:custGeom>
              <a:avLst/>
              <a:gdLst/>
              <a:ahLst/>
              <a:cxnLst/>
              <a:rect l="l" t="t" r="r" b="b"/>
              <a:pathLst>
                <a:path w="19283" h="11110" fill="none" extrusionOk="0">
                  <a:moveTo>
                    <a:pt x="16091" y="0"/>
                  </a:moveTo>
                  <a:lnTo>
                    <a:pt x="1" y="9194"/>
                  </a:lnTo>
                  <a:lnTo>
                    <a:pt x="3321" y="11110"/>
                  </a:lnTo>
                  <a:lnTo>
                    <a:pt x="19283" y="1916"/>
                  </a:lnTo>
                  <a:lnTo>
                    <a:pt x="1609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497;p35">
              <a:extLst>
                <a:ext uri="{FF2B5EF4-FFF2-40B4-BE49-F238E27FC236}">
                  <a16:creationId xmlns:a16="http://schemas.microsoft.com/office/drawing/2014/main" id="{81AA98EA-497F-15BD-8000-4B18F13B9484}"/>
                </a:ext>
              </a:extLst>
            </p:cNvPr>
            <p:cNvSpPr/>
            <p:nvPr/>
          </p:nvSpPr>
          <p:spPr>
            <a:xfrm>
              <a:off x="3404854" y="4334046"/>
              <a:ext cx="38" cy="38"/>
            </a:xfrm>
            <a:custGeom>
              <a:avLst/>
              <a:gdLst/>
              <a:ahLst/>
              <a:cxnLst/>
              <a:rect l="l" t="t" r="r" b="b"/>
              <a:pathLst>
                <a:path w="1" h="1" extrusionOk="0">
                  <a:moveTo>
                    <a:pt x="1" y="0"/>
                  </a:moveTo>
                  <a:lnTo>
                    <a:pt x="1" y="0"/>
                  </a:lnTo>
                  <a:close/>
                </a:path>
              </a:pathLst>
            </a:custGeom>
            <a:solidFill>
              <a:srgbClr val="29292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498;p35">
              <a:extLst>
                <a:ext uri="{FF2B5EF4-FFF2-40B4-BE49-F238E27FC236}">
                  <a16:creationId xmlns:a16="http://schemas.microsoft.com/office/drawing/2014/main" id="{AD91BD58-6903-6157-DF05-049EC1DFB12C}"/>
                </a:ext>
              </a:extLst>
            </p:cNvPr>
            <p:cNvSpPr/>
            <p:nvPr/>
          </p:nvSpPr>
          <p:spPr>
            <a:xfrm>
              <a:off x="3404854" y="4334046"/>
              <a:ext cx="38" cy="38"/>
            </a:xfrm>
            <a:custGeom>
              <a:avLst/>
              <a:gdLst/>
              <a:ahLst/>
              <a:cxnLst/>
              <a:rect l="l" t="t" r="r" b="b"/>
              <a:pathLst>
                <a:path w="1" h="1" fill="none" extrusionOk="0">
                  <a:moveTo>
                    <a:pt x="1" y="0"/>
                  </a:moveTo>
                  <a:lnTo>
                    <a:pt x="1"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499;p35">
              <a:extLst>
                <a:ext uri="{FF2B5EF4-FFF2-40B4-BE49-F238E27FC236}">
                  <a16:creationId xmlns:a16="http://schemas.microsoft.com/office/drawing/2014/main" id="{2BA720AC-2164-F325-94B5-50F2D3DCC3CF}"/>
                </a:ext>
              </a:extLst>
            </p:cNvPr>
            <p:cNvSpPr/>
            <p:nvPr/>
          </p:nvSpPr>
          <p:spPr>
            <a:xfrm>
              <a:off x="3414706" y="4343859"/>
              <a:ext cx="162204" cy="117987"/>
            </a:xfrm>
            <a:custGeom>
              <a:avLst/>
              <a:gdLst/>
              <a:ahLst/>
              <a:cxnLst/>
              <a:rect l="l" t="t" r="r" b="b"/>
              <a:pathLst>
                <a:path w="4215" h="3066" extrusionOk="0">
                  <a:moveTo>
                    <a:pt x="4214" y="1"/>
                  </a:moveTo>
                  <a:lnTo>
                    <a:pt x="0" y="2427"/>
                  </a:lnTo>
                  <a:lnTo>
                    <a:pt x="0" y="3066"/>
                  </a:lnTo>
                  <a:lnTo>
                    <a:pt x="4214" y="639"/>
                  </a:lnTo>
                  <a:lnTo>
                    <a:pt x="4214" y="1"/>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500;p35">
              <a:extLst>
                <a:ext uri="{FF2B5EF4-FFF2-40B4-BE49-F238E27FC236}">
                  <a16:creationId xmlns:a16="http://schemas.microsoft.com/office/drawing/2014/main" id="{7952F3EA-F955-BF6E-AA39-92AFCA3DC46E}"/>
                </a:ext>
              </a:extLst>
            </p:cNvPr>
            <p:cNvSpPr/>
            <p:nvPr/>
          </p:nvSpPr>
          <p:spPr>
            <a:xfrm>
              <a:off x="3419593" y="4304567"/>
              <a:ext cx="59032" cy="68845"/>
            </a:xfrm>
            <a:custGeom>
              <a:avLst/>
              <a:gdLst/>
              <a:ahLst/>
              <a:cxnLst/>
              <a:rect l="l" t="t" r="r" b="b"/>
              <a:pathLst>
                <a:path w="1534" h="1789" extrusionOk="0">
                  <a:moveTo>
                    <a:pt x="639" y="0"/>
                  </a:moveTo>
                  <a:lnTo>
                    <a:pt x="384" y="256"/>
                  </a:lnTo>
                  <a:lnTo>
                    <a:pt x="256" y="511"/>
                  </a:lnTo>
                  <a:lnTo>
                    <a:pt x="129" y="766"/>
                  </a:lnTo>
                  <a:lnTo>
                    <a:pt x="1" y="1022"/>
                  </a:lnTo>
                  <a:lnTo>
                    <a:pt x="129" y="1277"/>
                  </a:lnTo>
                  <a:lnTo>
                    <a:pt x="256" y="1405"/>
                  </a:lnTo>
                  <a:lnTo>
                    <a:pt x="639" y="1788"/>
                  </a:lnTo>
                  <a:lnTo>
                    <a:pt x="639" y="1405"/>
                  </a:lnTo>
                  <a:lnTo>
                    <a:pt x="1022" y="894"/>
                  </a:lnTo>
                  <a:lnTo>
                    <a:pt x="1278" y="383"/>
                  </a:lnTo>
                  <a:lnTo>
                    <a:pt x="1405" y="383"/>
                  </a:lnTo>
                  <a:lnTo>
                    <a:pt x="1533" y="256"/>
                  </a:lnTo>
                  <a:lnTo>
                    <a:pt x="1022" y="0"/>
                  </a:ln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501;p35">
              <a:extLst>
                <a:ext uri="{FF2B5EF4-FFF2-40B4-BE49-F238E27FC236}">
                  <a16:creationId xmlns:a16="http://schemas.microsoft.com/office/drawing/2014/main" id="{FB26556E-1FA2-C6EF-0308-555245852619}"/>
                </a:ext>
              </a:extLst>
            </p:cNvPr>
            <p:cNvSpPr/>
            <p:nvPr/>
          </p:nvSpPr>
          <p:spPr>
            <a:xfrm>
              <a:off x="3439259" y="4314380"/>
              <a:ext cx="49181" cy="59032"/>
            </a:xfrm>
            <a:custGeom>
              <a:avLst/>
              <a:gdLst/>
              <a:ahLst/>
              <a:cxnLst/>
              <a:rect l="l" t="t" r="r" b="b"/>
              <a:pathLst>
                <a:path w="1278" h="1534" extrusionOk="0">
                  <a:moveTo>
                    <a:pt x="639" y="1"/>
                  </a:moveTo>
                  <a:lnTo>
                    <a:pt x="384" y="256"/>
                  </a:lnTo>
                  <a:lnTo>
                    <a:pt x="256" y="511"/>
                  </a:lnTo>
                  <a:lnTo>
                    <a:pt x="1" y="767"/>
                  </a:lnTo>
                  <a:lnTo>
                    <a:pt x="1" y="1150"/>
                  </a:lnTo>
                  <a:lnTo>
                    <a:pt x="1" y="1278"/>
                  </a:lnTo>
                  <a:lnTo>
                    <a:pt x="256" y="1533"/>
                  </a:lnTo>
                  <a:lnTo>
                    <a:pt x="384" y="1533"/>
                  </a:lnTo>
                  <a:lnTo>
                    <a:pt x="639" y="1405"/>
                  </a:lnTo>
                  <a:lnTo>
                    <a:pt x="894" y="1278"/>
                  </a:lnTo>
                  <a:lnTo>
                    <a:pt x="1022" y="1022"/>
                  </a:lnTo>
                  <a:lnTo>
                    <a:pt x="1150" y="639"/>
                  </a:lnTo>
                  <a:lnTo>
                    <a:pt x="1278" y="384"/>
                  </a:lnTo>
                  <a:lnTo>
                    <a:pt x="1150" y="128"/>
                  </a:lnTo>
                  <a:lnTo>
                    <a:pt x="1022" y="1"/>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502;p35">
              <a:extLst>
                <a:ext uri="{FF2B5EF4-FFF2-40B4-BE49-F238E27FC236}">
                  <a16:creationId xmlns:a16="http://schemas.microsoft.com/office/drawing/2014/main" id="{7443288A-47CD-8620-B294-AA6C08C99106}"/>
                </a:ext>
              </a:extLst>
            </p:cNvPr>
            <p:cNvSpPr/>
            <p:nvPr/>
          </p:nvSpPr>
          <p:spPr>
            <a:xfrm>
              <a:off x="3449111" y="4329120"/>
              <a:ext cx="24590" cy="29516"/>
            </a:xfrm>
            <a:custGeom>
              <a:avLst/>
              <a:gdLst/>
              <a:ahLst/>
              <a:cxnLst/>
              <a:rect l="l" t="t" r="r" b="b"/>
              <a:pathLst>
                <a:path w="639" h="767" extrusionOk="0">
                  <a:moveTo>
                    <a:pt x="383" y="1"/>
                  </a:moveTo>
                  <a:lnTo>
                    <a:pt x="128" y="256"/>
                  </a:lnTo>
                  <a:lnTo>
                    <a:pt x="0" y="512"/>
                  </a:lnTo>
                  <a:lnTo>
                    <a:pt x="128" y="767"/>
                  </a:lnTo>
                  <a:lnTo>
                    <a:pt x="383" y="767"/>
                  </a:lnTo>
                  <a:lnTo>
                    <a:pt x="638" y="512"/>
                  </a:lnTo>
                  <a:lnTo>
                    <a:pt x="638" y="128"/>
                  </a:lnTo>
                  <a:lnTo>
                    <a:pt x="638"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503;p35">
              <a:extLst>
                <a:ext uri="{FF2B5EF4-FFF2-40B4-BE49-F238E27FC236}">
                  <a16:creationId xmlns:a16="http://schemas.microsoft.com/office/drawing/2014/main" id="{4B9A0DE5-7A26-B991-7E75-40B726631222}"/>
                </a:ext>
              </a:extLst>
            </p:cNvPr>
            <p:cNvSpPr/>
            <p:nvPr/>
          </p:nvSpPr>
          <p:spPr>
            <a:xfrm>
              <a:off x="3458924" y="4338972"/>
              <a:ext cx="4964" cy="4926"/>
            </a:xfrm>
            <a:custGeom>
              <a:avLst/>
              <a:gdLst/>
              <a:ahLst/>
              <a:cxnLst/>
              <a:rect l="l" t="t" r="r" b="b"/>
              <a:pathLst>
                <a:path w="129" h="128" extrusionOk="0">
                  <a:moveTo>
                    <a:pt x="128" y="0"/>
                  </a:moveTo>
                  <a:lnTo>
                    <a:pt x="0" y="128"/>
                  </a:lnTo>
                  <a:lnTo>
                    <a:pt x="128" y="128"/>
                  </a:lnTo>
                  <a:lnTo>
                    <a:pt x="128" y="0"/>
                  </a:lnTo>
                  <a:close/>
                </a:path>
              </a:pathLst>
            </a:custGeom>
            <a:solidFill>
              <a:srgbClr val="DED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504;p35">
              <a:extLst>
                <a:ext uri="{FF2B5EF4-FFF2-40B4-BE49-F238E27FC236}">
                  <a16:creationId xmlns:a16="http://schemas.microsoft.com/office/drawing/2014/main" id="{D9BA4981-F091-204F-B2B5-F0348CE74FED}"/>
                </a:ext>
              </a:extLst>
            </p:cNvPr>
            <p:cNvSpPr/>
            <p:nvPr/>
          </p:nvSpPr>
          <p:spPr>
            <a:xfrm>
              <a:off x="3419593" y="4294715"/>
              <a:ext cx="68845" cy="68845"/>
            </a:xfrm>
            <a:custGeom>
              <a:avLst/>
              <a:gdLst/>
              <a:ahLst/>
              <a:cxnLst/>
              <a:rect l="l" t="t" r="r" b="b"/>
              <a:pathLst>
                <a:path w="1789" h="1789" extrusionOk="0">
                  <a:moveTo>
                    <a:pt x="1022" y="1"/>
                  </a:moveTo>
                  <a:lnTo>
                    <a:pt x="767" y="129"/>
                  </a:lnTo>
                  <a:lnTo>
                    <a:pt x="384" y="384"/>
                  </a:lnTo>
                  <a:lnTo>
                    <a:pt x="129" y="767"/>
                  </a:lnTo>
                  <a:lnTo>
                    <a:pt x="1" y="1150"/>
                  </a:lnTo>
                  <a:lnTo>
                    <a:pt x="1" y="1533"/>
                  </a:lnTo>
                  <a:lnTo>
                    <a:pt x="384" y="1789"/>
                  </a:lnTo>
                  <a:lnTo>
                    <a:pt x="512" y="1406"/>
                  </a:lnTo>
                  <a:lnTo>
                    <a:pt x="639" y="1022"/>
                  </a:lnTo>
                  <a:lnTo>
                    <a:pt x="895" y="767"/>
                  </a:lnTo>
                  <a:lnTo>
                    <a:pt x="1150" y="512"/>
                  </a:lnTo>
                  <a:lnTo>
                    <a:pt x="1405" y="384"/>
                  </a:lnTo>
                  <a:lnTo>
                    <a:pt x="1789" y="384"/>
                  </a:lnTo>
                  <a:lnTo>
                    <a:pt x="1405"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505;p35">
              <a:extLst>
                <a:ext uri="{FF2B5EF4-FFF2-40B4-BE49-F238E27FC236}">
                  <a16:creationId xmlns:a16="http://schemas.microsoft.com/office/drawing/2014/main" id="{A0EB6F95-C6A2-ECF9-92F1-A08BC7D1555E}"/>
                </a:ext>
              </a:extLst>
            </p:cNvPr>
            <p:cNvSpPr/>
            <p:nvPr/>
          </p:nvSpPr>
          <p:spPr>
            <a:xfrm>
              <a:off x="3473664" y="4309493"/>
              <a:ext cx="19703" cy="19665"/>
            </a:xfrm>
            <a:custGeom>
              <a:avLst/>
              <a:gdLst/>
              <a:ahLst/>
              <a:cxnLst/>
              <a:rect l="l" t="t" r="r" b="b"/>
              <a:pathLst>
                <a:path w="512" h="511" extrusionOk="0">
                  <a:moveTo>
                    <a:pt x="0" y="0"/>
                  </a:moveTo>
                  <a:lnTo>
                    <a:pt x="128" y="128"/>
                  </a:lnTo>
                  <a:lnTo>
                    <a:pt x="256" y="255"/>
                  </a:lnTo>
                  <a:lnTo>
                    <a:pt x="384" y="511"/>
                  </a:lnTo>
                  <a:lnTo>
                    <a:pt x="511" y="511"/>
                  </a:lnTo>
                  <a:lnTo>
                    <a:pt x="511" y="128"/>
                  </a:lnTo>
                  <a:lnTo>
                    <a:pt x="384" y="0"/>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506;p35">
              <a:extLst>
                <a:ext uri="{FF2B5EF4-FFF2-40B4-BE49-F238E27FC236}">
                  <a16:creationId xmlns:a16="http://schemas.microsoft.com/office/drawing/2014/main" id="{8DB8A69C-7F27-C62B-2D63-85FE6320A611}"/>
                </a:ext>
              </a:extLst>
            </p:cNvPr>
            <p:cNvSpPr/>
            <p:nvPr/>
          </p:nvSpPr>
          <p:spPr>
            <a:xfrm>
              <a:off x="3434333" y="4304567"/>
              <a:ext cx="63919" cy="58994"/>
            </a:xfrm>
            <a:custGeom>
              <a:avLst/>
              <a:gdLst/>
              <a:ahLst/>
              <a:cxnLst/>
              <a:rect l="l" t="t" r="r" b="b"/>
              <a:pathLst>
                <a:path w="1661" h="1533" extrusionOk="0">
                  <a:moveTo>
                    <a:pt x="1150" y="0"/>
                  </a:moveTo>
                  <a:lnTo>
                    <a:pt x="895" y="128"/>
                  </a:lnTo>
                  <a:lnTo>
                    <a:pt x="512" y="383"/>
                  </a:lnTo>
                  <a:lnTo>
                    <a:pt x="256" y="766"/>
                  </a:lnTo>
                  <a:lnTo>
                    <a:pt x="129" y="1150"/>
                  </a:lnTo>
                  <a:lnTo>
                    <a:pt x="129" y="1150"/>
                  </a:lnTo>
                  <a:lnTo>
                    <a:pt x="384" y="766"/>
                  </a:lnTo>
                  <a:lnTo>
                    <a:pt x="512" y="511"/>
                  </a:lnTo>
                  <a:lnTo>
                    <a:pt x="895" y="256"/>
                  </a:lnTo>
                  <a:lnTo>
                    <a:pt x="1150" y="128"/>
                  </a:lnTo>
                  <a:lnTo>
                    <a:pt x="1406" y="256"/>
                  </a:lnTo>
                  <a:lnTo>
                    <a:pt x="1533" y="383"/>
                  </a:lnTo>
                  <a:lnTo>
                    <a:pt x="1533" y="639"/>
                  </a:lnTo>
                  <a:lnTo>
                    <a:pt x="1661" y="639"/>
                  </a:lnTo>
                  <a:lnTo>
                    <a:pt x="1661" y="256"/>
                  </a:lnTo>
                  <a:lnTo>
                    <a:pt x="1406" y="128"/>
                  </a:lnTo>
                  <a:lnTo>
                    <a:pt x="1150" y="0"/>
                  </a:lnTo>
                  <a:close/>
                  <a:moveTo>
                    <a:pt x="129" y="1150"/>
                  </a:moveTo>
                  <a:lnTo>
                    <a:pt x="1" y="1533"/>
                  </a:lnTo>
                  <a:lnTo>
                    <a:pt x="129" y="1533"/>
                  </a:lnTo>
                  <a:lnTo>
                    <a:pt x="129" y="1150"/>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507;p35">
              <a:extLst>
                <a:ext uri="{FF2B5EF4-FFF2-40B4-BE49-F238E27FC236}">
                  <a16:creationId xmlns:a16="http://schemas.microsoft.com/office/drawing/2014/main" id="{3B5ED7A6-4845-B580-7103-42027EC77968}"/>
                </a:ext>
              </a:extLst>
            </p:cNvPr>
            <p:cNvSpPr/>
            <p:nvPr/>
          </p:nvSpPr>
          <p:spPr>
            <a:xfrm>
              <a:off x="3350822" y="4343859"/>
              <a:ext cx="58994" cy="68845"/>
            </a:xfrm>
            <a:custGeom>
              <a:avLst/>
              <a:gdLst/>
              <a:ahLst/>
              <a:cxnLst/>
              <a:rect l="l" t="t" r="r" b="b"/>
              <a:pathLst>
                <a:path w="1533" h="1789" extrusionOk="0">
                  <a:moveTo>
                    <a:pt x="639" y="1"/>
                  </a:moveTo>
                  <a:lnTo>
                    <a:pt x="383" y="256"/>
                  </a:lnTo>
                  <a:lnTo>
                    <a:pt x="128" y="512"/>
                  </a:lnTo>
                  <a:lnTo>
                    <a:pt x="0" y="767"/>
                  </a:lnTo>
                  <a:lnTo>
                    <a:pt x="0" y="1150"/>
                  </a:lnTo>
                  <a:lnTo>
                    <a:pt x="0" y="1406"/>
                  </a:lnTo>
                  <a:lnTo>
                    <a:pt x="128" y="1533"/>
                  </a:lnTo>
                  <a:lnTo>
                    <a:pt x="639" y="1789"/>
                  </a:lnTo>
                  <a:lnTo>
                    <a:pt x="639" y="1406"/>
                  </a:lnTo>
                  <a:lnTo>
                    <a:pt x="1022" y="1022"/>
                  </a:lnTo>
                  <a:lnTo>
                    <a:pt x="1149" y="384"/>
                  </a:lnTo>
                  <a:lnTo>
                    <a:pt x="1405" y="384"/>
                  </a:lnTo>
                  <a:lnTo>
                    <a:pt x="1532" y="256"/>
                  </a:lnTo>
                  <a:lnTo>
                    <a:pt x="1022" y="1"/>
                  </a:ln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508;p35">
              <a:extLst>
                <a:ext uri="{FF2B5EF4-FFF2-40B4-BE49-F238E27FC236}">
                  <a16:creationId xmlns:a16="http://schemas.microsoft.com/office/drawing/2014/main" id="{3F29EB05-3054-4904-796A-8FDD7A270E16}"/>
                </a:ext>
              </a:extLst>
            </p:cNvPr>
            <p:cNvSpPr/>
            <p:nvPr/>
          </p:nvSpPr>
          <p:spPr>
            <a:xfrm>
              <a:off x="3370449" y="4353711"/>
              <a:ext cx="44293" cy="58994"/>
            </a:xfrm>
            <a:custGeom>
              <a:avLst/>
              <a:gdLst/>
              <a:ahLst/>
              <a:cxnLst/>
              <a:rect l="l" t="t" r="r" b="b"/>
              <a:pathLst>
                <a:path w="1151" h="1533" extrusionOk="0">
                  <a:moveTo>
                    <a:pt x="767" y="0"/>
                  </a:moveTo>
                  <a:lnTo>
                    <a:pt x="639" y="128"/>
                  </a:lnTo>
                  <a:lnTo>
                    <a:pt x="384" y="256"/>
                  </a:lnTo>
                  <a:lnTo>
                    <a:pt x="129" y="511"/>
                  </a:lnTo>
                  <a:lnTo>
                    <a:pt x="1" y="766"/>
                  </a:lnTo>
                  <a:lnTo>
                    <a:pt x="1" y="1150"/>
                  </a:lnTo>
                  <a:lnTo>
                    <a:pt x="1" y="1405"/>
                  </a:lnTo>
                  <a:lnTo>
                    <a:pt x="129" y="1533"/>
                  </a:lnTo>
                  <a:lnTo>
                    <a:pt x="639" y="1533"/>
                  </a:lnTo>
                  <a:lnTo>
                    <a:pt x="767" y="1277"/>
                  </a:lnTo>
                  <a:lnTo>
                    <a:pt x="1022" y="1022"/>
                  </a:lnTo>
                  <a:lnTo>
                    <a:pt x="1150" y="766"/>
                  </a:lnTo>
                  <a:lnTo>
                    <a:pt x="1150" y="383"/>
                  </a:lnTo>
                  <a:lnTo>
                    <a:pt x="1150" y="128"/>
                  </a:lnTo>
                  <a:lnTo>
                    <a:pt x="1022" y="0"/>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509;p35">
              <a:extLst>
                <a:ext uri="{FF2B5EF4-FFF2-40B4-BE49-F238E27FC236}">
                  <a16:creationId xmlns:a16="http://schemas.microsoft.com/office/drawing/2014/main" id="{0D99C9A1-6D0E-B76B-BF39-84FC6B27D9CD}"/>
                </a:ext>
              </a:extLst>
            </p:cNvPr>
            <p:cNvSpPr/>
            <p:nvPr/>
          </p:nvSpPr>
          <p:spPr>
            <a:xfrm>
              <a:off x="3380301" y="4368451"/>
              <a:ext cx="24590" cy="29516"/>
            </a:xfrm>
            <a:custGeom>
              <a:avLst/>
              <a:gdLst/>
              <a:ahLst/>
              <a:cxnLst/>
              <a:rect l="l" t="t" r="r" b="b"/>
              <a:pathLst>
                <a:path w="639" h="767" extrusionOk="0">
                  <a:moveTo>
                    <a:pt x="383" y="0"/>
                  </a:moveTo>
                  <a:lnTo>
                    <a:pt x="128" y="256"/>
                  </a:lnTo>
                  <a:lnTo>
                    <a:pt x="0" y="639"/>
                  </a:lnTo>
                  <a:lnTo>
                    <a:pt x="128" y="767"/>
                  </a:lnTo>
                  <a:lnTo>
                    <a:pt x="383" y="767"/>
                  </a:lnTo>
                  <a:lnTo>
                    <a:pt x="511" y="511"/>
                  </a:lnTo>
                  <a:lnTo>
                    <a:pt x="639" y="256"/>
                  </a:lnTo>
                  <a:lnTo>
                    <a:pt x="511"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510;p35">
              <a:extLst>
                <a:ext uri="{FF2B5EF4-FFF2-40B4-BE49-F238E27FC236}">
                  <a16:creationId xmlns:a16="http://schemas.microsoft.com/office/drawing/2014/main" id="{299B3E86-792A-45AB-EDBE-2B1E04C793F7}"/>
                </a:ext>
              </a:extLst>
            </p:cNvPr>
            <p:cNvSpPr/>
            <p:nvPr/>
          </p:nvSpPr>
          <p:spPr>
            <a:xfrm>
              <a:off x="3390114" y="4383190"/>
              <a:ext cx="4964" cy="4964"/>
            </a:xfrm>
            <a:custGeom>
              <a:avLst/>
              <a:gdLst/>
              <a:ahLst/>
              <a:cxnLst/>
              <a:rect l="l" t="t" r="r" b="b"/>
              <a:pathLst>
                <a:path w="129" h="129" extrusionOk="0">
                  <a:moveTo>
                    <a:pt x="1" y="0"/>
                  </a:moveTo>
                  <a:lnTo>
                    <a:pt x="128" y="128"/>
                  </a:lnTo>
                  <a:lnTo>
                    <a:pt x="128" y="0"/>
                  </a:lnTo>
                  <a:close/>
                </a:path>
              </a:pathLst>
            </a:custGeom>
            <a:solidFill>
              <a:srgbClr val="DED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511;p35">
              <a:extLst>
                <a:ext uri="{FF2B5EF4-FFF2-40B4-BE49-F238E27FC236}">
                  <a16:creationId xmlns:a16="http://schemas.microsoft.com/office/drawing/2014/main" id="{01E592D8-C33C-7D72-FEB3-45D9526C0826}"/>
                </a:ext>
              </a:extLst>
            </p:cNvPr>
            <p:cNvSpPr/>
            <p:nvPr/>
          </p:nvSpPr>
          <p:spPr>
            <a:xfrm>
              <a:off x="3345896" y="4334046"/>
              <a:ext cx="73732" cy="73732"/>
            </a:xfrm>
            <a:custGeom>
              <a:avLst/>
              <a:gdLst/>
              <a:ahLst/>
              <a:cxnLst/>
              <a:rect l="l" t="t" r="r" b="b"/>
              <a:pathLst>
                <a:path w="1916" h="1916" extrusionOk="0">
                  <a:moveTo>
                    <a:pt x="1150" y="0"/>
                  </a:moveTo>
                  <a:lnTo>
                    <a:pt x="894" y="128"/>
                  </a:lnTo>
                  <a:lnTo>
                    <a:pt x="511" y="384"/>
                  </a:lnTo>
                  <a:lnTo>
                    <a:pt x="256" y="767"/>
                  </a:lnTo>
                  <a:lnTo>
                    <a:pt x="128" y="1150"/>
                  </a:lnTo>
                  <a:lnTo>
                    <a:pt x="0" y="1661"/>
                  </a:lnTo>
                  <a:lnTo>
                    <a:pt x="511" y="1916"/>
                  </a:lnTo>
                  <a:lnTo>
                    <a:pt x="511" y="1533"/>
                  </a:lnTo>
                  <a:lnTo>
                    <a:pt x="767" y="1022"/>
                  </a:lnTo>
                  <a:lnTo>
                    <a:pt x="1022" y="767"/>
                  </a:lnTo>
                  <a:lnTo>
                    <a:pt x="1277" y="511"/>
                  </a:lnTo>
                  <a:lnTo>
                    <a:pt x="1405" y="384"/>
                  </a:lnTo>
                  <a:lnTo>
                    <a:pt x="1916" y="384"/>
                  </a:lnTo>
                  <a:lnTo>
                    <a:pt x="1405" y="128"/>
                  </a:lnTo>
                  <a:lnTo>
                    <a:pt x="1150" y="0"/>
                  </a:lnTo>
                  <a:close/>
                </a:path>
              </a:pathLst>
            </a:custGeom>
            <a:solidFill>
              <a:srgbClr val="FA88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512;p35">
              <a:extLst>
                <a:ext uri="{FF2B5EF4-FFF2-40B4-BE49-F238E27FC236}">
                  <a16:creationId xmlns:a16="http://schemas.microsoft.com/office/drawing/2014/main" id="{88A8D8AE-1EB2-7D99-ABC0-43168DC83197}"/>
                </a:ext>
              </a:extLst>
            </p:cNvPr>
            <p:cNvSpPr/>
            <p:nvPr/>
          </p:nvSpPr>
          <p:spPr>
            <a:xfrm>
              <a:off x="3399966" y="4348785"/>
              <a:ext cx="24590" cy="24629"/>
            </a:xfrm>
            <a:custGeom>
              <a:avLst/>
              <a:gdLst/>
              <a:ahLst/>
              <a:cxnLst/>
              <a:rect l="l" t="t" r="r" b="b"/>
              <a:pathLst>
                <a:path w="639" h="640" extrusionOk="0">
                  <a:moveTo>
                    <a:pt x="0" y="1"/>
                  </a:moveTo>
                  <a:lnTo>
                    <a:pt x="255" y="128"/>
                  </a:lnTo>
                  <a:lnTo>
                    <a:pt x="383" y="256"/>
                  </a:lnTo>
                  <a:lnTo>
                    <a:pt x="383" y="511"/>
                  </a:lnTo>
                  <a:lnTo>
                    <a:pt x="639" y="639"/>
                  </a:lnTo>
                  <a:lnTo>
                    <a:pt x="639" y="511"/>
                  </a:lnTo>
                  <a:lnTo>
                    <a:pt x="639" y="256"/>
                  </a:lnTo>
                  <a:lnTo>
                    <a:pt x="511" y="1"/>
                  </a:lnTo>
                  <a:close/>
                </a:path>
              </a:pathLst>
            </a:custGeom>
            <a:solidFill>
              <a:srgbClr val="BA6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513;p35">
              <a:extLst>
                <a:ext uri="{FF2B5EF4-FFF2-40B4-BE49-F238E27FC236}">
                  <a16:creationId xmlns:a16="http://schemas.microsoft.com/office/drawing/2014/main" id="{5E7104E7-54C3-65B5-F931-3A2410751AE0}"/>
                </a:ext>
              </a:extLst>
            </p:cNvPr>
            <p:cNvSpPr/>
            <p:nvPr/>
          </p:nvSpPr>
          <p:spPr>
            <a:xfrm>
              <a:off x="3365561" y="4343859"/>
              <a:ext cx="63919" cy="63919"/>
            </a:xfrm>
            <a:custGeom>
              <a:avLst/>
              <a:gdLst/>
              <a:ahLst/>
              <a:cxnLst/>
              <a:rect l="l" t="t" r="r" b="b"/>
              <a:pathLst>
                <a:path w="1661" h="1661" extrusionOk="0">
                  <a:moveTo>
                    <a:pt x="1149" y="1"/>
                  </a:moveTo>
                  <a:lnTo>
                    <a:pt x="766" y="129"/>
                  </a:lnTo>
                  <a:lnTo>
                    <a:pt x="511" y="384"/>
                  </a:lnTo>
                  <a:lnTo>
                    <a:pt x="256" y="767"/>
                  </a:lnTo>
                  <a:lnTo>
                    <a:pt x="0" y="1150"/>
                  </a:lnTo>
                  <a:lnTo>
                    <a:pt x="0" y="1661"/>
                  </a:lnTo>
                  <a:lnTo>
                    <a:pt x="128" y="1533"/>
                  </a:lnTo>
                  <a:lnTo>
                    <a:pt x="128" y="1150"/>
                  </a:lnTo>
                  <a:lnTo>
                    <a:pt x="256" y="895"/>
                  </a:lnTo>
                  <a:lnTo>
                    <a:pt x="511" y="512"/>
                  </a:lnTo>
                  <a:lnTo>
                    <a:pt x="766" y="256"/>
                  </a:lnTo>
                  <a:lnTo>
                    <a:pt x="1022" y="129"/>
                  </a:lnTo>
                  <a:lnTo>
                    <a:pt x="1277" y="256"/>
                  </a:lnTo>
                  <a:lnTo>
                    <a:pt x="1405" y="384"/>
                  </a:lnTo>
                  <a:lnTo>
                    <a:pt x="1533" y="767"/>
                  </a:lnTo>
                  <a:lnTo>
                    <a:pt x="1660" y="639"/>
                  </a:lnTo>
                  <a:lnTo>
                    <a:pt x="1533" y="384"/>
                  </a:lnTo>
                  <a:lnTo>
                    <a:pt x="1405" y="129"/>
                  </a:lnTo>
                  <a:lnTo>
                    <a:pt x="1149" y="1"/>
                  </a:lnTo>
                  <a:close/>
                </a:path>
              </a:pathLst>
            </a:custGeom>
            <a:solidFill>
              <a:srgbClr val="FF84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514;p35">
              <a:extLst>
                <a:ext uri="{FF2B5EF4-FFF2-40B4-BE49-F238E27FC236}">
                  <a16:creationId xmlns:a16="http://schemas.microsoft.com/office/drawing/2014/main" id="{2BB059C3-6183-DADA-203A-2D3CBEC6C8DC}"/>
                </a:ext>
              </a:extLst>
            </p:cNvPr>
            <p:cNvSpPr/>
            <p:nvPr/>
          </p:nvSpPr>
          <p:spPr>
            <a:xfrm>
              <a:off x="3336044" y="4299641"/>
              <a:ext cx="240862" cy="157278"/>
            </a:xfrm>
            <a:custGeom>
              <a:avLst/>
              <a:gdLst/>
              <a:ahLst/>
              <a:cxnLst/>
              <a:rect l="l" t="t" r="r" b="b"/>
              <a:pathLst>
                <a:path w="6259" h="4087" extrusionOk="0">
                  <a:moveTo>
                    <a:pt x="4087" y="1"/>
                  </a:moveTo>
                  <a:lnTo>
                    <a:pt x="1" y="2427"/>
                  </a:lnTo>
                  <a:lnTo>
                    <a:pt x="1" y="2938"/>
                  </a:lnTo>
                  <a:lnTo>
                    <a:pt x="1278" y="4087"/>
                  </a:lnTo>
                  <a:lnTo>
                    <a:pt x="6258" y="1150"/>
                  </a:lnTo>
                  <a:lnTo>
                    <a:pt x="4087" y="1"/>
                  </a:ln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515;p35">
              <a:extLst>
                <a:ext uri="{FF2B5EF4-FFF2-40B4-BE49-F238E27FC236}">
                  <a16:creationId xmlns:a16="http://schemas.microsoft.com/office/drawing/2014/main" id="{38829B7E-5445-44D2-6D8E-F7DB55223CF8}"/>
                </a:ext>
              </a:extLst>
            </p:cNvPr>
            <p:cNvSpPr/>
            <p:nvPr/>
          </p:nvSpPr>
          <p:spPr>
            <a:xfrm>
              <a:off x="3812749" y="4068659"/>
              <a:ext cx="127800" cy="93436"/>
            </a:xfrm>
            <a:custGeom>
              <a:avLst/>
              <a:gdLst/>
              <a:ahLst/>
              <a:cxnLst/>
              <a:rect l="l" t="t" r="r" b="b"/>
              <a:pathLst>
                <a:path w="3321" h="2428" extrusionOk="0">
                  <a:moveTo>
                    <a:pt x="1" y="1"/>
                  </a:moveTo>
                  <a:lnTo>
                    <a:pt x="3193" y="2427"/>
                  </a:lnTo>
                  <a:lnTo>
                    <a:pt x="3321" y="2299"/>
                  </a:lnTo>
                  <a:lnTo>
                    <a:pt x="3321" y="1789"/>
                  </a:lnTo>
                  <a:lnTo>
                    <a:pt x="1" y="1"/>
                  </a:ln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516;p35">
              <a:extLst>
                <a:ext uri="{FF2B5EF4-FFF2-40B4-BE49-F238E27FC236}">
                  <a16:creationId xmlns:a16="http://schemas.microsoft.com/office/drawing/2014/main" id="{048033DC-01BA-8664-E109-191C3FC4B20E}"/>
                </a:ext>
              </a:extLst>
            </p:cNvPr>
            <p:cNvSpPr/>
            <p:nvPr/>
          </p:nvSpPr>
          <p:spPr>
            <a:xfrm>
              <a:off x="3798010" y="4063772"/>
              <a:ext cx="137613" cy="98323"/>
            </a:xfrm>
            <a:custGeom>
              <a:avLst/>
              <a:gdLst/>
              <a:ahLst/>
              <a:cxnLst/>
              <a:rect l="l" t="t" r="r" b="b"/>
              <a:pathLst>
                <a:path w="3576" h="2555" extrusionOk="0">
                  <a:moveTo>
                    <a:pt x="0" y="0"/>
                  </a:moveTo>
                  <a:lnTo>
                    <a:pt x="0" y="511"/>
                  </a:lnTo>
                  <a:lnTo>
                    <a:pt x="3576" y="2554"/>
                  </a:lnTo>
                  <a:lnTo>
                    <a:pt x="3576" y="2043"/>
                  </a:lnTo>
                  <a:lnTo>
                    <a:pt x="0" y="0"/>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517;p35">
              <a:extLst>
                <a:ext uri="{FF2B5EF4-FFF2-40B4-BE49-F238E27FC236}">
                  <a16:creationId xmlns:a16="http://schemas.microsoft.com/office/drawing/2014/main" id="{4D71EE2D-1B61-F4A0-4AB5-7F8ED67F2EC8}"/>
                </a:ext>
              </a:extLst>
            </p:cNvPr>
            <p:cNvSpPr/>
            <p:nvPr/>
          </p:nvSpPr>
          <p:spPr>
            <a:xfrm>
              <a:off x="3798010" y="4058846"/>
              <a:ext cx="142539" cy="83584"/>
            </a:xfrm>
            <a:custGeom>
              <a:avLst/>
              <a:gdLst/>
              <a:ahLst/>
              <a:cxnLst/>
              <a:rect l="l" t="t" r="r" b="b"/>
              <a:pathLst>
                <a:path w="3704" h="2172" extrusionOk="0">
                  <a:moveTo>
                    <a:pt x="128" y="0"/>
                  </a:moveTo>
                  <a:lnTo>
                    <a:pt x="0" y="128"/>
                  </a:lnTo>
                  <a:lnTo>
                    <a:pt x="3576" y="2171"/>
                  </a:lnTo>
                  <a:lnTo>
                    <a:pt x="3704" y="2044"/>
                  </a:lnTo>
                  <a:lnTo>
                    <a:pt x="128" y="0"/>
                  </a:ln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518;p35">
              <a:extLst>
                <a:ext uri="{FF2B5EF4-FFF2-40B4-BE49-F238E27FC236}">
                  <a16:creationId xmlns:a16="http://schemas.microsoft.com/office/drawing/2014/main" id="{F79A16BC-7FE9-B022-C057-EBAA55CF0E27}"/>
                </a:ext>
              </a:extLst>
            </p:cNvPr>
            <p:cNvSpPr/>
            <p:nvPr/>
          </p:nvSpPr>
          <p:spPr>
            <a:xfrm>
              <a:off x="3429445" y="4324232"/>
              <a:ext cx="98323" cy="63919"/>
            </a:xfrm>
            <a:custGeom>
              <a:avLst/>
              <a:gdLst/>
              <a:ahLst/>
              <a:cxnLst/>
              <a:rect l="l" t="t" r="r" b="b"/>
              <a:pathLst>
                <a:path w="2555" h="1661" extrusionOk="0">
                  <a:moveTo>
                    <a:pt x="0" y="0"/>
                  </a:moveTo>
                  <a:lnTo>
                    <a:pt x="0" y="511"/>
                  </a:lnTo>
                  <a:lnTo>
                    <a:pt x="1788" y="1660"/>
                  </a:lnTo>
                  <a:lnTo>
                    <a:pt x="2554" y="766"/>
                  </a:lnTo>
                  <a:lnTo>
                    <a:pt x="0" y="0"/>
                  </a:ln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519;p35">
              <a:extLst>
                <a:ext uri="{FF2B5EF4-FFF2-40B4-BE49-F238E27FC236}">
                  <a16:creationId xmlns:a16="http://schemas.microsoft.com/office/drawing/2014/main" id="{DA7097EA-6040-DF98-BC45-649B43DB7A86}"/>
                </a:ext>
              </a:extLst>
            </p:cNvPr>
            <p:cNvSpPr/>
            <p:nvPr/>
          </p:nvSpPr>
          <p:spPr>
            <a:xfrm>
              <a:off x="3645650" y="4275088"/>
              <a:ext cx="29555" cy="29516"/>
            </a:xfrm>
            <a:custGeom>
              <a:avLst/>
              <a:gdLst/>
              <a:ahLst/>
              <a:cxnLst/>
              <a:rect l="l" t="t" r="r" b="b"/>
              <a:pathLst>
                <a:path w="768" h="767" extrusionOk="0">
                  <a:moveTo>
                    <a:pt x="1" y="0"/>
                  </a:moveTo>
                  <a:lnTo>
                    <a:pt x="1" y="383"/>
                  </a:lnTo>
                  <a:lnTo>
                    <a:pt x="639" y="766"/>
                  </a:lnTo>
                  <a:lnTo>
                    <a:pt x="767" y="256"/>
                  </a:lnTo>
                  <a:lnTo>
                    <a:pt x="1"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520;p35">
              <a:extLst>
                <a:ext uri="{FF2B5EF4-FFF2-40B4-BE49-F238E27FC236}">
                  <a16:creationId xmlns:a16="http://schemas.microsoft.com/office/drawing/2014/main" id="{43E3D91D-F3C8-D1C0-2C0E-D9D4F3CCE524}"/>
                </a:ext>
              </a:extLst>
            </p:cNvPr>
            <p:cNvSpPr/>
            <p:nvPr/>
          </p:nvSpPr>
          <p:spPr>
            <a:xfrm>
              <a:off x="3498217" y="4132543"/>
              <a:ext cx="412840" cy="255601"/>
            </a:xfrm>
            <a:custGeom>
              <a:avLst/>
              <a:gdLst/>
              <a:ahLst/>
              <a:cxnLst/>
              <a:rect l="l" t="t" r="r" b="b"/>
              <a:pathLst>
                <a:path w="10728" h="6642" extrusionOk="0">
                  <a:moveTo>
                    <a:pt x="10727" y="1"/>
                  </a:moveTo>
                  <a:lnTo>
                    <a:pt x="1" y="6130"/>
                  </a:lnTo>
                  <a:lnTo>
                    <a:pt x="1" y="6641"/>
                  </a:lnTo>
                  <a:lnTo>
                    <a:pt x="4470" y="4087"/>
                  </a:lnTo>
                  <a:lnTo>
                    <a:pt x="4470" y="4470"/>
                  </a:lnTo>
                  <a:lnTo>
                    <a:pt x="10727" y="767"/>
                  </a:lnTo>
                  <a:lnTo>
                    <a:pt x="10727" y="1"/>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521;p35">
              <a:extLst>
                <a:ext uri="{FF2B5EF4-FFF2-40B4-BE49-F238E27FC236}">
                  <a16:creationId xmlns:a16="http://schemas.microsoft.com/office/drawing/2014/main" id="{56BEAB53-D93E-592A-0D57-5E0335F4C7BB}"/>
                </a:ext>
              </a:extLst>
            </p:cNvPr>
            <p:cNvSpPr/>
            <p:nvPr/>
          </p:nvSpPr>
          <p:spPr>
            <a:xfrm>
              <a:off x="3429445" y="4088325"/>
              <a:ext cx="481608" cy="280153"/>
            </a:xfrm>
            <a:custGeom>
              <a:avLst/>
              <a:gdLst/>
              <a:ahLst/>
              <a:cxnLst/>
              <a:rect l="l" t="t" r="r" b="b"/>
              <a:pathLst>
                <a:path w="12515" h="7280" extrusionOk="0">
                  <a:moveTo>
                    <a:pt x="10599" y="1"/>
                  </a:moveTo>
                  <a:lnTo>
                    <a:pt x="0" y="6130"/>
                  </a:lnTo>
                  <a:lnTo>
                    <a:pt x="1788" y="7279"/>
                  </a:lnTo>
                  <a:lnTo>
                    <a:pt x="12514" y="1150"/>
                  </a:lnTo>
                  <a:lnTo>
                    <a:pt x="10599" y="1"/>
                  </a:ln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522;p35">
              <a:extLst>
                <a:ext uri="{FF2B5EF4-FFF2-40B4-BE49-F238E27FC236}">
                  <a16:creationId xmlns:a16="http://schemas.microsoft.com/office/drawing/2014/main" id="{7A00128D-34EF-6636-663C-FEC7CFFF3C16}"/>
                </a:ext>
              </a:extLst>
            </p:cNvPr>
            <p:cNvSpPr/>
            <p:nvPr/>
          </p:nvSpPr>
          <p:spPr>
            <a:xfrm>
              <a:off x="3827489" y="4176800"/>
              <a:ext cx="58994" cy="68807"/>
            </a:xfrm>
            <a:custGeom>
              <a:avLst/>
              <a:gdLst/>
              <a:ahLst/>
              <a:cxnLst/>
              <a:rect l="l" t="t" r="r" b="b"/>
              <a:pathLst>
                <a:path w="1533" h="1788" extrusionOk="0">
                  <a:moveTo>
                    <a:pt x="895" y="0"/>
                  </a:moveTo>
                  <a:lnTo>
                    <a:pt x="639" y="128"/>
                  </a:lnTo>
                  <a:lnTo>
                    <a:pt x="384" y="256"/>
                  </a:lnTo>
                  <a:lnTo>
                    <a:pt x="256" y="511"/>
                  </a:lnTo>
                  <a:lnTo>
                    <a:pt x="128" y="894"/>
                  </a:lnTo>
                  <a:lnTo>
                    <a:pt x="1" y="1149"/>
                  </a:lnTo>
                  <a:lnTo>
                    <a:pt x="128" y="1405"/>
                  </a:lnTo>
                  <a:lnTo>
                    <a:pt x="256" y="1533"/>
                  </a:lnTo>
                  <a:lnTo>
                    <a:pt x="639" y="1788"/>
                  </a:lnTo>
                  <a:lnTo>
                    <a:pt x="639" y="1533"/>
                  </a:lnTo>
                  <a:lnTo>
                    <a:pt x="1022" y="1022"/>
                  </a:lnTo>
                  <a:lnTo>
                    <a:pt x="1278" y="511"/>
                  </a:lnTo>
                  <a:lnTo>
                    <a:pt x="1278" y="383"/>
                  </a:lnTo>
                  <a:lnTo>
                    <a:pt x="1533" y="383"/>
                  </a:lnTo>
                  <a:lnTo>
                    <a:pt x="1022" y="128"/>
                  </a:lnTo>
                  <a:lnTo>
                    <a:pt x="895" y="0"/>
                  </a:ln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523;p35">
              <a:extLst>
                <a:ext uri="{FF2B5EF4-FFF2-40B4-BE49-F238E27FC236}">
                  <a16:creationId xmlns:a16="http://schemas.microsoft.com/office/drawing/2014/main" id="{C0480773-D487-611F-A4C9-06655108F250}"/>
                </a:ext>
              </a:extLst>
            </p:cNvPr>
            <p:cNvSpPr/>
            <p:nvPr/>
          </p:nvSpPr>
          <p:spPr>
            <a:xfrm>
              <a:off x="3847154" y="4186613"/>
              <a:ext cx="49181" cy="63919"/>
            </a:xfrm>
            <a:custGeom>
              <a:avLst/>
              <a:gdLst/>
              <a:ahLst/>
              <a:cxnLst/>
              <a:rect l="l" t="t" r="r" b="b"/>
              <a:pathLst>
                <a:path w="1278" h="1661" extrusionOk="0">
                  <a:moveTo>
                    <a:pt x="894" y="1"/>
                  </a:moveTo>
                  <a:lnTo>
                    <a:pt x="639" y="128"/>
                  </a:lnTo>
                  <a:lnTo>
                    <a:pt x="384" y="384"/>
                  </a:lnTo>
                  <a:lnTo>
                    <a:pt x="128" y="639"/>
                  </a:lnTo>
                  <a:lnTo>
                    <a:pt x="0" y="894"/>
                  </a:lnTo>
                  <a:lnTo>
                    <a:pt x="0" y="1150"/>
                  </a:lnTo>
                  <a:lnTo>
                    <a:pt x="0" y="1405"/>
                  </a:lnTo>
                  <a:lnTo>
                    <a:pt x="128" y="1533"/>
                  </a:lnTo>
                  <a:lnTo>
                    <a:pt x="384" y="1661"/>
                  </a:lnTo>
                  <a:lnTo>
                    <a:pt x="639" y="1533"/>
                  </a:lnTo>
                  <a:lnTo>
                    <a:pt x="894" y="1405"/>
                  </a:lnTo>
                  <a:lnTo>
                    <a:pt x="1022" y="1150"/>
                  </a:lnTo>
                  <a:lnTo>
                    <a:pt x="1150" y="767"/>
                  </a:lnTo>
                  <a:lnTo>
                    <a:pt x="1277" y="511"/>
                  </a:lnTo>
                  <a:lnTo>
                    <a:pt x="1150" y="256"/>
                  </a:lnTo>
                  <a:lnTo>
                    <a:pt x="1022" y="128"/>
                  </a:lnTo>
                  <a:lnTo>
                    <a:pt x="894" y="1"/>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524;p35">
              <a:extLst>
                <a:ext uri="{FF2B5EF4-FFF2-40B4-BE49-F238E27FC236}">
                  <a16:creationId xmlns:a16="http://schemas.microsoft.com/office/drawing/2014/main" id="{14F39FAB-26AE-D0CD-15D0-3FBF2A9D6ED7}"/>
                </a:ext>
              </a:extLst>
            </p:cNvPr>
            <p:cNvSpPr/>
            <p:nvPr/>
          </p:nvSpPr>
          <p:spPr>
            <a:xfrm>
              <a:off x="3856968" y="4201352"/>
              <a:ext cx="24629" cy="34442"/>
            </a:xfrm>
            <a:custGeom>
              <a:avLst/>
              <a:gdLst/>
              <a:ahLst/>
              <a:cxnLst/>
              <a:rect l="l" t="t" r="r" b="b"/>
              <a:pathLst>
                <a:path w="640" h="895" extrusionOk="0">
                  <a:moveTo>
                    <a:pt x="639" y="1"/>
                  </a:moveTo>
                  <a:lnTo>
                    <a:pt x="384" y="128"/>
                  </a:lnTo>
                  <a:lnTo>
                    <a:pt x="129" y="384"/>
                  </a:lnTo>
                  <a:lnTo>
                    <a:pt x="1" y="639"/>
                  </a:lnTo>
                  <a:lnTo>
                    <a:pt x="129" y="895"/>
                  </a:lnTo>
                  <a:lnTo>
                    <a:pt x="384" y="895"/>
                  </a:lnTo>
                  <a:lnTo>
                    <a:pt x="639" y="639"/>
                  </a:lnTo>
                  <a:lnTo>
                    <a:pt x="639" y="256"/>
                  </a:lnTo>
                  <a:lnTo>
                    <a:pt x="639"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525;p35">
              <a:extLst>
                <a:ext uri="{FF2B5EF4-FFF2-40B4-BE49-F238E27FC236}">
                  <a16:creationId xmlns:a16="http://schemas.microsoft.com/office/drawing/2014/main" id="{A5903910-44D4-CC34-3C10-CB9F5B94FE62}"/>
                </a:ext>
              </a:extLst>
            </p:cNvPr>
            <p:cNvSpPr/>
            <p:nvPr/>
          </p:nvSpPr>
          <p:spPr>
            <a:xfrm>
              <a:off x="3866819" y="4216092"/>
              <a:ext cx="4926" cy="4964"/>
            </a:xfrm>
            <a:custGeom>
              <a:avLst/>
              <a:gdLst/>
              <a:ahLst/>
              <a:cxnLst/>
              <a:rect l="l" t="t" r="r" b="b"/>
              <a:pathLst>
                <a:path w="128" h="129" extrusionOk="0">
                  <a:moveTo>
                    <a:pt x="128" y="1"/>
                  </a:moveTo>
                  <a:lnTo>
                    <a:pt x="0" y="128"/>
                  </a:lnTo>
                  <a:lnTo>
                    <a:pt x="128" y="128"/>
                  </a:lnTo>
                  <a:lnTo>
                    <a:pt x="128" y="1"/>
                  </a:lnTo>
                  <a:close/>
                </a:path>
              </a:pathLst>
            </a:custGeom>
            <a:solidFill>
              <a:srgbClr val="DED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526;p35">
              <a:extLst>
                <a:ext uri="{FF2B5EF4-FFF2-40B4-BE49-F238E27FC236}">
                  <a16:creationId xmlns:a16="http://schemas.microsoft.com/office/drawing/2014/main" id="{0141858B-0F34-1013-CEC2-5C895D34360B}"/>
                </a:ext>
              </a:extLst>
            </p:cNvPr>
            <p:cNvSpPr/>
            <p:nvPr/>
          </p:nvSpPr>
          <p:spPr>
            <a:xfrm>
              <a:off x="3822563" y="4171874"/>
              <a:ext cx="73771" cy="68845"/>
            </a:xfrm>
            <a:custGeom>
              <a:avLst/>
              <a:gdLst/>
              <a:ahLst/>
              <a:cxnLst/>
              <a:rect l="l" t="t" r="r" b="b"/>
              <a:pathLst>
                <a:path w="1917" h="1789" extrusionOk="0">
                  <a:moveTo>
                    <a:pt x="1150" y="1"/>
                  </a:moveTo>
                  <a:lnTo>
                    <a:pt x="895" y="128"/>
                  </a:lnTo>
                  <a:lnTo>
                    <a:pt x="512" y="384"/>
                  </a:lnTo>
                  <a:lnTo>
                    <a:pt x="256" y="767"/>
                  </a:lnTo>
                  <a:lnTo>
                    <a:pt x="129" y="1150"/>
                  </a:lnTo>
                  <a:lnTo>
                    <a:pt x="1" y="1533"/>
                  </a:lnTo>
                  <a:lnTo>
                    <a:pt x="512" y="1788"/>
                  </a:lnTo>
                  <a:lnTo>
                    <a:pt x="639" y="1405"/>
                  </a:lnTo>
                  <a:lnTo>
                    <a:pt x="767" y="1022"/>
                  </a:lnTo>
                  <a:lnTo>
                    <a:pt x="1023" y="639"/>
                  </a:lnTo>
                  <a:lnTo>
                    <a:pt x="1278" y="511"/>
                  </a:lnTo>
                  <a:lnTo>
                    <a:pt x="1533" y="384"/>
                  </a:lnTo>
                  <a:lnTo>
                    <a:pt x="1916" y="256"/>
                  </a:lnTo>
                  <a:lnTo>
                    <a:pt x="1533"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527;p35">
              <a:extLst>
                <a:ext uri="{FF2B5EF4-FFF2-40B4-BE49-F238E27FC236}">
                  <a16:creationId xmlns:a16="http://schemas.microsoft.com/office/drawing/2014/main" id="{3AE91501-AFBF-656D-CB3A-18108AACC764}"/>
                </a:ext>
              </a:extLst>
            </p:cNvPr>
            <p:cNvSpPr/>
            <p:nvPr/>
          </p:nvSpPr>
          <p:spPr>
            <a:xfrm>
              <a:off x="3881559" y="4181687"/>
              <a:ext cx="19703" cy="24629"/>
            </a:xfrm>
            <a:custGeom>
              <a:avLst/>
              <a:gdLst/>
              <a:ahLst/>
              <a:cxnLst/>
              <a:rect l="l" t="t" r="r" b="b"/>
              <a:pathLst>
                <a:path w="512" h="640" extrusionOk="0">
                  <a:moveTo>
                    <a:pt x="383" y="1"/>
                  </a:moveTo>
                  <a:lnTo>
                    <a:pt x="0" y="129"/>
                  </a:lnTo>
                  <a:lnTo>
                    <a:pt x="128" y="256"/>
                  </a:lnTo>
                  <a:lnTo>
                    <a:pt x="256" y="384"/>
                  </a:lnTo>
                  <a:lnTo>
                    <a:pt x="383" y="512"/>
                  </a:lnTo>
                  <a:lnTo>
                    <a:pt x="511" y="639"/>
                  </a:lnTo>
                  <a:lnTo>
                    <a:pt x="511" y="512"/>
                  </a:lnTo>
                  <a:lnTo>
                    <a:pt x="511" y="256"/>
                  </a:lnTo>
                  <a:lnTo>
                    <a:pt x="383"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528;p35">
              <a:extLst>
                <a:ext uri="{FF2B5EF4-FFF2-40B4-BE49-F238E27FC236}">
                  <a16:creationId xmlns:a16="http://schemas.microsoft.com/office/drawing/2014/main" id="{30A264FC-673E-D420-37E9-0A76D07B729F}"/>
                </a:ext>
              </a:extLst>
            </p:cNvPr>
            <p:cNvSpPr/>
            <p:nvPr/>
          </p:nvSpPr>
          <p:spPr>
            <a:xfrm>
              <a:off x="3842228" y="4181687"/>
              <a:ext cx="63919" cy="59032"/>
            </a:xfrm>
            <a:custGeom>
              <a:avLst/>
              <a:gdLst/>
              <a:ahLst/>
              <a:cxnLst/>
              <a:rect l="l" t="t" r="r" b="b"/>
              <a:pathLst>
                <a:path w="1661" h="1534" extrusionOk="0">
                  <a:moveTo>
                    <a:pt x="1150" y="1"/>
                  </a:moveTo>
                  <a:lnTo>
                    <a:pt x="895" y="129"/>
                  </a:lnTo>
                  <a:lnTo>
                    <a:pt x="512" y="384"/>
                  </a:lnTo>
                  <a:lnTo>
                    <a:pt x="512" y="384"/>
                  </a:lnTo>
                  <a:lnTo>
                    <a:pt x="895" y="256"/>
                  </a:lnTo>
                  <a:lnTo>
                    <a:pt x="1150" y="129"/>
                  </a:lnTo>
                  <a:lnTo>
                    <a:pt x="1405" y="129"/>
                  </a:lnTo>
                  <a:lnTo>
                    <a:pt x="1533" y="384"/>
                  </a:lnTo>
                  <a:lnTo>
                    <a:pt x="1533" y="639"/>
                  </a:lnTo>
                  <a:lnTo>
                    <a:pt x="1661" y="639"/>
                  </a:lnTo>
                  <a:lnTo>
                    <a:pt x="1661" y="256"/>
                  </a:lnTo>
                  <a:lnTo>
                    <a:pt x="1405" y="1"/>
                  </a:lnTo>
                  <a:close/>
                  <a:moveTo>
                    <a:pt x="512" y="384"/>
                  </a:moveTo>
                  <a:lnTo>
                    <a:pt x="256" y="767"/>
                  </a:lnTo>
                  <a:lnTo>
                    <a:pt x="128" y="1150"/>
                  </a:lnTo>
                  <a:lnTo>
                    <a:pt x="384" y="767"/>
                  </a:lnTo>
                  <a:lnTo>
                    <a:pt x="512" y="384"/>
                  </a:lnTo>
                  <a:close/>
                  <a:moveTo>
                    <a:pt x="128" y="1150"/>
                  </a:moveTo>
                  <a:lnTo>
                    <a:pt x="1" y="1533"/>
                  </a:lnTo>
                  <a:lnTo>
                    <a:pt x="128" y="1533"/>
                  </a:lnTo>
                  <a:lnTo>
                    <a:pt x="128" y="115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529;p35">
              <a:extLst>
                <a:ext uri="{FF2B5EF4-FFF2-40B4-BE49-F238E27FC236}">
                  <a16:creationId xmlns:a16="http://schemas.microsoft.com/office/drawing/2014/main" id="{8E5BFD0F-7107-7469-337A-65966BAD427A}"/>
                </a:ext>
              </a:extLst>
            </p:cNvPr>
            <p:cNvSpPr/>
            <p:nvPr/>
          </p:nvSpPr>
          <p:spPr>
            <a:xfrm>
              <a:off x="3758679" y="4221018"/>
              <a:ext cx="59032" cy="68845"/>
            </a:xfrm>
            <a:custGeom>
              <a:avLst/>
              <a:gdLst/>
              <a:ahLst/>
              <a:cxnLst/>
              <a:rect l="l" t="t" r="r" b="b"/>
              <a:pathLst>
                <a:path w="1534" h="1789" extrusionOk="0">
                  <a:moveTo>
                    <a:pt x="639" y="0"/>
                  </a:moveTo>
                  <a:lnTo>
                    <a:pt x="384" y="256"/>
                  </a:lnTo>
                  <a:lnTo>
                    <a:pt x="129" y="511"/>
                  </a:lnTo>
                  <a:lnTo>
                    <a:pt x="1" y="767"/>
                  </a:lnTo>
                  <a:lnTo>
                    <a:pt x="1" y="1022"/>
                  </a:lnTo>
                  <a:lnTo>
                    <a:pt x="1" y="1277"/>
                  </a:lnTo>
                  <a:lnTo>
                    <a:pt x="129" y="1405"/>
                  </a:lnTo>
                  <a:lnTo>
                    <a:pt x="639" y="1788"/>
                  </a:lnTo>
                  <a:lnTo>
                    <a:pt x="639" y="1405"/>
                  </a:lnTo>
                  <a:lnTo>
                    <a:pt x="1022" y="894"/>
                  </a:lnTo>
                  <a:lnTo>
                    <a:pt x="1150" y="384"/>
                  </a:lnTo>
                  <a:lnTo>
                    <a:pt x="1406" y="384"/>
                  </a:lnTo>
                  <a:lnTo>
                    <a:pt x="1533" y="256"/>
                  </a:lnTo>
                  <a:lnTo>
                    <a:pt x="1022" y="0"/>
                  </a:ln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530;p35">
              <a:extLst>
                <a:ext uri="{FF2B5EF4-FFF2-40B4-BE49-F238E27FC236}">
                  <a16:creationId xmlns:a16="http://schemas.microsoft.com/office/drawing/2014/main" id="{1F866995-2310-B65A-2B9E-5F6B262E0DD5}"/>
                </a:ext>
              </a:extLst>
            </p:cNvPr>
            <p:cNvSpPr/>
            <p:nvPr/>
          </p:nvSpPr>
          <p:spPr>
            <a:xfrm>
              <a:off x="3778344" y="4230831"/>
              <a:ext cx="44255" cy="59032"/>
            </a:xfrm>
            <a:custGeom>
              <a:avLst/>
              <a:gdLst/>
              <a:ahLst/>
              <a:cxnLst/>
              <a:rect l="l" t="t" r="r" b="b"/>
              <a:pathLst>
                <a:path w="1150" h="1534" extrusionOk="0">
                  <a:moveTo>
                    <a:pt x="511" y="1"/>
                  </a:moveTo>
                  <a:lnTo>
                    <a:pt x="384" y="256"/>
                  </a:lnTo>
                  <a:lnTo>
                    <a:pt x="128" y="512"/>
                  </a:lnTo>
                  <a:lnTo>
                    <a:pt x="1" y="767"/>
                  </a:lnTo>
                  <a:lnTo>
                    <a:pt x="1" y="1150"/>
                  </a:lnTo>
                  <a:lnTo>
                    <a:pt x="1" y="1278"/>
                  </a:lnTo>
                  <a:lnTo>
                    <a:pt x="128" y="1533"/>
                  </a:lnTo>
                  <a:lnTo>
                    <a:pt x="384" y="1533"/>
                  </a:lnTo>
                  <a:lnTo>
                    <a:pt x="511" y="1406"/>
                  </a:lnTo>
                  <a:lnTo>
                    <a:pt x="767" y="1278"/>
                  </a:lnTo>
                  <a:lnTo>
                    <a:pt x="1022" y="1022"/>
                  </a:lnTo>
                  <a:lnTo>
                    <a:pt x="1150" y="639"/>
                  </a:lnTo>
                  <a:lnTo>
                    <a:pt x="1150" y="384"/>
                  </a:lnTo>
                  <a:lnTo>
                    <a:pt x="1150" y="129"/>
                  </a:lnTo>
                  <a:lnTo>
                    <a:pt x="1022" y="1"/>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531;p35">
              <a:extLst>
                <a:ext uri="{FF2B5EF4-FFF2-40B4-BE49-F238E27FC236}">
                  <a16:creationId xmlns:a16="http://schemas.microsoft.com/office/drawing/2014/main" id="{F78DED36-BE8C-41B9-1ED8-54C23087A8CC}"/>
                </a:ext>
              </a:extLst>
            </p:cNvPr>
            <p:cNvSpPr/>
            <p:nvPr/>
          </p:nvSpPr>
          <p:spPr>
            <a:xfrm>
              <a:off x="3788196" y="4245571"/>
              <a:ext cx="24590" cy="29555"/>
            </a:xfrm>
            <a:custGeom>
              <a:avLst/>
              <a:gdLst/>
              <a:ahLst/>
              <a:cxnLst/>
              <a:rect l="l" t="t" r="r" b="b"/>
              <a:pathLst>
                <a:path w="639" h="768" extrusionOk="0">
                  <a:moveTo>
                    <a:pt x="255" y="1"/>
                  </a:moveTo>
                  <a:lnTo>
                    <a:pt x="128" y="256"/>
                  </a:lnTo>
                  <a:lnTo>
                    <a:pt x="0" y="512"/>
                  </a:lnTo>
                  <a:lnTo>
                    <a:pt x="128" y="767"/>
                  </a:lnTo>
                  <a:lnTo>
                    <a:pt x="255" y="767"/>
                  </a:lnTo>
                  <a:lnTo>
                    <a:pt x="511" y="512"/>
                  </a:lnTo>
                  <a:lnTo>
                    <a:pt x="639" y="129"/>
                  </a:lnTo>
                  <a:lnTo>
                    <a:pt x="511" y="1"/>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532;p35">
              <a:extLst>
                <a:ext uri="{FF2B5EF4-FFF2-40B4-BE49-F238E27FC236}">
                  <a16:creationId xmlns:a16="http://schemas.microsoft.com/office/drawing/2014/main" id="{2A84F337-8368-0508-F7E8-ABB809A8E994}"/>
                </a:ext>
              </a:extLst>
            </p:cNvPr>
            <p:cNvSpPr/>
            <p:nvPr/>
          </p:nvSpPr>
          <p:spPr>
            <a:xfrm>
              <a:off x="3798010" y="4255423"/>
              <a:ext cx="4964" cy="4964"/>
            </a:xfrm>
            <a:custGeom>
              <a:avLst/>
              <a:gdLst/>
              <a:ahLst/>
              <a:cxnLst/>
              <a:rect l="l" t="t" r="r" b="b"/>
              <a:pathLst>
                <a:path w="129" h="129" extrusionOk="0">
                  <a:moveTo>
                    <a:pt x="0" y="0"/>
                  </a:moveTo>
                  <a:lnTo>
                    <a:pt x="0" y="128"/>
                  </a:lnTo>
                  <a:lnTo>
                    <a:pt x="128" y="128"/>
                  </a:lnTo>
                  <a:lnTo>
                    <a:pt x="0" y="0"/>
                  </a:lnTo>
                  <a:close/>
                </a:path>
              </a:pathLst>
            </a:custGeom>
            <a:solidFill>
              <a:srgbClr val="DED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533;p35">
              <a:extLst>
                <a:ext uri="{FF2B5EF4-FFF2-40B4-BE49-F238E27FC236}">
                  <a16:creationId xmlns:a16="http://schemas.microsoft.com/office/drawing/2014/main" id="{40CBFF5E-352D-5866-4ACC-3ED55F04AD49}"/>
                </a:ext>
              </a:extLst>
            </p:cNvPr>
            <p:cNvSpPr/>
            <p:nvPr/>
          </p:nvSpPr>
          <p:spPr>
            <a:xfrm>
              <a:off x="3753791" y="4211204"/>
              <a:ext cx="73732" cy="68807"/>
            </a:xfrm>
            <a:custGeom>
              <a:avLst/>
              <a:gdLst/>
              <a:ahLst/>
              <a:cxnLst/>
              <a:rect l="l" t="t" r="r" b="b"/>
              <a:pathLst>
                <a:path w="1916" h="1788" extrusionOk="0">
                  <a:moveTo>
                    <a:pt x="1149" y="0"/>
                  </a:moveTo>
                  <a:lnTo>
                    <a:pt x="894" y="128"/>
                  </a:lnTo>
                  <a:lnTo>
                    <a:pt x="511" y="383"/>
                  </a:lnTo>
                  <a:lnTo>
                    <a:pt x="256" y="766"/>
                  </a:lnTo>
                  <a:lnTo>
                    <a:pt x="128" y="1149"/>
                  </a:lnTo>
                  <a:lnTo>
                    <a:pt x="0" y="1532"/>
                  </a:lnTo>
                  <a:lnTo>
                    <a:pt x="511" y="1788"/>
                  </a:lnTo>
                  <a:lnTo>
                    <a:pt x="511" y="1405"/>
                  </a:lnTo>
                  <a:lnTo>
                    <a:pt x="766" y="1022"/>
                  </a:lnTo>
                  <a:lnTo>
                    <a:pt x="894" y="766"/>
                  </a:lnTo>
                  <a:lnTo>
                    <a:pt x="1149" y="511"/>
                  </a:lnTo>
                  <a:lnTo>
                    <a:pt x="1405" y="383"/>
                  </a:lnTo>
                  <a:lnTo>
                    <a:pt x="1916" y="383"/>
                  </a:lnTo>
                  <a:lnTo>
                    <a:pt x="1405"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534;p35">
              <a:extLst>
                <a:ext uri="{FF2B5EF4-FFF2-40B4-BE49-F238E27FC236}">
                  <a16:creationId xmlns:a16="http://schemas.microsoft.com/office/drawing/2014/main" id="{24D26D2B-135E-316E-F134-0959A45BD476}"/>
                </a:ext>
              </a:extLst>
            </p:cNvPr>
            <p:cNvSpPr/>
            <p:nvPr/>
          </p:nvSpPr>
          <p:spPr>
            <a:xfrm>
              <a:off x="3807823" y="4225944"/>
              <a:ext cx="24629" cy="19665"/>
            </a:xfrm>
            <a:custGeom>
              <a:avLst/>
              <a:gdLst/>
              <a:ahLst/>
              <a:cxnLst/>
              <a:rect l="l" t="t" r="r" b="b"/>
              <a:pathLst>
                <a:path w="640" h="511" extrusionOk="0">
                  <a:moveTo>
                    <a:pt x="1" y="0"/>
                  </a:moveTo>
                  <a:lnTo>
                    <a:pt x="256" y="128"/>
                  </a:lnTo>
                  <a:lnTo>
                    <a:pt x="384" y="256"/>
                  </a:lnTo>
                  <a:lnTo>
                    <a:pt x="384" y="511"/>
                  </a:lnTo>
                  <a:lnTo>
                    <a:pt x="639" y="511"/>
                  </a:lnTo>
                  <a:lnTo>
                    <a:pt x="639" y="128"/>
                  </a:lnTo>
                  <a:lnTo>
                    <a:pt x="512"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535;p35">
              <a:extLst>
                <a:ext uri="{FF2B5EF4-FFF2-40B4-BE49-F238E27FC236}">
                  <a16:creationId xmlns:a16="http://schemas.microsoft.com/office/drawing/2014/main" id="{2C974540-E5EB-4B5F-6A34-0315E6EE3D01}"/>
                </a:ext>
              </a:extLst>
            </p:cNvPr>
            <p:cNvSpPr/>
            <p:nvPr/>
          </p:nvSpPr>
          <p:spPr>
            <a:xfrm>
              <a:off x="3773418" y="4221018"/>
              <a:ext cx="63958" cy="58994"/>
            </a:xfrm>
            <a:custGeom>
              <a:avLst/>
              <a:gdLst/>
              <a:ahLst/>
              <a:cxnLst/>
              <a:rect l="l" t="t" r="r" b="b"/>
              <a:pathLst>
                <a:path w="1662" h="1533" extrusionOk="0">
                  <a:moveTo>
                    <a:pt x="1150" y="0"/>
                  </a:moveTo>
                  <a:lnTo>
                    <a:pt x="767" y="128"/>
                  </a:lnTo>
                  <a:lnTo>
                    <a:pt x="512" y="384"/>
                  </a:lnTo>
                  <a:lnTo>
                    <a:pt x="256" y="767"/>
                  </a:lnTo>
                  <a:lnTo>
                    <a:pt x="512" y="511"/>
                  </a:lnTo>
                  <a:lnTo>
                    <a:pt x="767" y="256"/>
                  </a:lnTo>
                  <a:lnTo>
                    <a:pt x="1023" y="128"/>
                  </a:lnTo>
                  <a:lnTo>
                    <a:pt x="1278" y="256"/>
                  </a:lnTo>
                  <a:lnTo>
                    <a:pt x="1406" y="384"/>
                  </a:lnTo>
                  <a:lnTo>
                    <a:pt x="1533" y="639"/>
                  </a:lnTo>
                  <a:lnTo>
                    <a:pt x="1661" y="639"/>
                  </a:lnTo>
                  <a:lnTo>
                    <a:pt x="1533" y="256"/>
                  </a:lnTo>
                  <a:lnTo>
                    <a:pt x="1406" y="128"/>
                  </a:lnTo>
                  <a:lnTo>
                    <a:pt x="1150" y="0"/>
                  </a:lnTo>
                  <a:close/>
                  <a:moveTo>
                    <a:pt x="256" y="767"/>
                  </a:moveTo>
                  <a:lnTo>
                    <a:pt x="1" y="1150"/>
                  </a:lnTo>
                  <a:lnTo>
                    <a:pt x="1" y="1533"/>
                  </a:lnTo>
                  <a:lnTo>
                    <a:pt x="129" y="1533"/>
                  </a:lnTo>
                  <a:lnTo>
                    <a:pt x="129" y="1150"/>
                  </a:lnTo>
                  <a:lnTo>
                    <a:pt x="256" y="767"/>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536;p35">
              <a:extLst>
                <a:ext uri="{FF2B5EF4-FFF2-40B4-BE49-F238E27FC236}">
                  <a16:creationId xmlns:a16="http://schemas.microsoft.com/office/drawing/2014/main" id="{D7B0BBE2-1F13-A04D-3F57-73C906A6B535}"/>
                </a:ext>
              </a:extLst>
            </p:cNvPr>
            <p:cNvSpPr/>
            <p:nvPr/>
          </p:nvSpPr>
          <p:spPr>
            <a:xfrm>
              <a:off x="3665316" y="4289828"/>
              <a:ext cx="14777" cy="29516"/>
            </a:xfrm>
            <a:custGeom>
              <a:avLst/>
              <a:gdLst/>
              <a:ahLst/>
              <a:cxnLst/>
              <a:rect l="l" t="t" r="r" b="b"/>
              <a:pathLst>
                <a:path w="384" h="767" extrusionOk="0">
                  <a:moveTo>
                    <a:pt x="1" y="0"/>
                  </a:moveTo>
                  <a:lnTo>
                    <a:pt x="1" y="639"/>
                  </a:lnTo>
                  <a:lnTo>
                    <a:pt x="384" y="766"/>
                  </a:lnTo>
                  <a:lnTo>
                    <a:pt x="384" y="128"/>
                  </a:lnTo>
                  <a:lnTo>
                    <a:pt x="1" y="0"/>
                  </a:ln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537;p35">
              <a:extLst>
                <a:ext uri="{FF2B5EF4-FFF2-40B4-BE49-F238E27FC236}">
                  <a16:creationId xmlns:a16="http://schemas.microsoft.com/office/drawing/2014/main" id="{B3C13822-1CC0-ED3E-6710-7B42B0AA4370}"/>
                </a:ext>
              </a:extLst>
            </p:cNvPr>
            <p:cNvSpPr/>
            <p:nvPr/>
          </p:nvSpPr>
          <p:spPr>
            <a:xfrm>
              <a:off x="3680055" y="4294715"/>
              <a:ext cx="38" cy="24629"/>
            </a:xfrm>
            <a:custGeom>
              <a:avLst/>
              <a:gdLst/>
              <a:ahLst/>
              <a:cxnLst/>
              <a:rect l="l" t="t" r="r" b="b"/>
              <a:pathLst>
                <a:path w="1" h="640" extrusionOk="0">
                  <a:moveTo>
                    <a:pt x="1" y="639"/>
                  </a:moveTo>
                  <a:lnTo>
                    <a:pt x="1" y="639"/>
                  </a:lnTo>
                  <a:lnTo>
                    <a:pt x="1" y="129"/>
                  </a:lnTo>
                  <a:lnTo>
                    <a:pt x="1" y="1"/>
                  </a:lnTo>
                  <a:lnTo>
                    <a:pt x="1" y="639"/>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538;p35">
              <a:extLst>
                <a:ext uri="{FF2B5EF4-FFF2-40B4-BE49-F238E27FC236}">
                  <a16:creationId xmlns:a16="http://schemas.microsoft.com/office/drawing/2014/main" id="{78C9F162-1D04-246F-4423-7465BEE90556}"/>
                </a:ext>
              </a:extLst>
            </p:cNvPr>
            <p:cNvSpPr/>
            <p:nvPr/>
          </p:nvSpPr>
          <p:spPr>
            <a:xfrm>
              <a:off x="3665316" y="4289828"/>
              <a:ext cx="14777" cy="9852"/>
            </a:xfrm>
            <a:custGeom>
              <a:avLst/>
              <a:gdLst/>
              <a:ahLst/>
              <a:cxnLst/>
              <a:rect l="l" t="t" r="r" b="b"/>
              <a:pathLst>
                <a:path w="384" h="256" extrusionOk="0">
                  <a:moveTo>
                    <a:pt x="1" y="0"/>
                  </a:moveTo>
                  <a:lnTo>
                    <a:pt x="384" y="256"/>
                  </a:lnTo>
                  <a:lnTo>
                    <a:pt x="384" y="128"/>
                  </a:lnTo>
                  <a:lnTo>
                    <a:pt x="1" y="0"/>
                  </a:ln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539;p35">
              <a:extLst>
                <a:ext uri="{FF2B5EF4-FFF2-40B4-BE49-F238E27FC236}">
                  <a16:creationId xmlns:a16="http://schemas.microsoft.com/office/drawing/2014/main" id="{3EDFDA36-0914-2D4E-8032-1A6F58D987D4}"/>
                </a:ext>
              </a:extLst>
            </p:cNvPr>
            <p:cNvSpPr/>
            <p:nvPr/>
          </p:nvSpPr>
          <p:spPr>
            <a:xfrm>
              <a:off x="3611245" y="4309493"/>
              <a:ext cx="49181" cy="39329"/>
            </a:xfrm>
            <a:custGeom>
              <a:avLst/>
              <a:gdLst/>
              <a:ahLst/>
              <a:cxnLst/>
              <a:rect l="l" t="t" r="r" b="b"/>
              <a:pathLst>
                <a:path w="1278" h="1022" extrusionOk="0">
                  <a:moveTo>
                    <a:pt x="1278" y="0"/>
                  </a:moveTo>
                  <a:lnTo>
                    <a:pt x="1" y="638"/>
                  </a:lnTo>
                  <a:lnTo>
                    <a:pt x="1" y="894"/>
                  </a:lnTo>
                  <a:lnTo>
                    <a:pt x="129" y="1022"/>
                  </a:lnTo>
                  <a:lnTo>
                    <a:pt x="1278" y="0"/>
                  </a:ln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540;p35">
              <a:extLst>
                <a:ext uri="{FF2B5EF4-FFF2-40B4-BE49-F238E27FC236}">
                  <a16:creationId xmlns:a16="http://schemas.microsoft.com/office/drawing/2014/main" id="{0C785373-9419-7307-D487-CD75B4B9438B}"/>
                </a:ext>
              </a:extLst>
            </p:cNvPr>
            <p:cNvSpPr/>
            <p:nvPr/>
          </p:nvSpPr>
          <p:spPr>
            <a:xfrm>
              <a:off x="3616171" y="4304567"/>
              <a:ext cx="59032" cy="44255"/>
            </a:xfrm>
            <a:custGeom>
              <a:avLst/>
              <a:gdLst/>
              <a:ahLst/>
              <a:cxnLst/>
              <a:rect l="l" t="t" r="r" b="b"/>
              <a:pathLst>
                <a:path w="1534" h="1150" extrusionOk="0">
                  <a:moveTo>
                    <a:pt x="1533" y="0"/>
                  </a:moveTo>
                  <a:lnTo>
                    <a:pt x="1" y="766"/>
                  </a:lnTo>
                  <a:lnTo>
                    <a:pt x="1" y="1150"/>
                  </a:lnTo>
                  <a:lnTo>
                    <a:pt x="1533" y="256"/>
                  </a:lnTo>
                  <a:lnTo>
                    <a:pt x="1533" y="0"/>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541;p35">
              <a:extLst>
                <a:ext uri="{FF2B5EF4-FFF2-40B4-BE49-F238E27FC236}">
                  <a16:creationId xmlns:a16="http://schemas.microsoft.com/office/drawing/2014/main" id="{7353B700-9F2E-2475-3300-D78792692EC5}"/>
                </a:ext>
              </a:extLst>
            </p:cNvPr>
            <p:cNvSpPr/>
            <p:nvPr/>
          </p:nvSpPr>
          <p:spPr>
            <a:xfrm>
              <a:off x="3611245" y="4299641"/>
              <a:ext cx="63958" cy="34442"/>
            </a:xfrm>
            <a:custGeom>
              <a:avLst/>
              <a:gdLst/>
              <a:ahLst/>
              <a:cxnLst/>
              <a:rect l="l" t="t" r="r" b="b"/>
              <a:pathLst>
                <a:path w="1662" h="895" extrusionOk="0">
                  <a:moveTo>
                    <a:pt x="1406" y="1"/>
                  </a:moveTo>
                  <a:lnTo>
                    <a:pt x="1" y="894"/>
                  </a:lnTo>
                  <a:lnTo>
                    <a:pt x="129" y="894"/>
                  </a:lnTo>
                  <a:lnTo>
                    <a:pt x="1661" y="128"/>
                  </a:lnTo>
                  <a:lnTo>
                    <a:pt x="1406" y="1"/>
                  </a:ln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542;p35">
              <a:extLst>
                <a:ext uri="{FF2B5EF4-FFF2-40B4-BE49-F238E27FC236}">
                  <a16:creationId xmlns:a16="http://schemas.microsoft.com/office/drawing/2014/main" id="{665E4FA1-5B79-C4FA-F4BC-11EB8A4BD81F}"/>
                </a:ext>
              </a:extLst>
            </p:cNvPr>
            <p:cNvSpPr/>
            <p:nvPr/>
          </p:nvSpPr>
          <p:spPr>
            <a:xfrm>
              <a:off x="3591618" y="4309493"/>
              <a:ext cx="24590" cy="34403"/>
            </a:xfrm>
            <a:custGeom>
              <a:avLst/>
              <a:gdLst/>
              <a:ahLst/>
              <a:cxnLst/>
              <a:rect l="l" t="t" r="r" b="b"/>
              <a:pathLst>
                <a:path w="639" h="894" extrusionOk="0">
                  <a:moveTo>
                    <a:pt x="0" y="0"/>
                  </a:moveTo>
                  <a:lnTo>
                    <a:pt x="0" y="766"/>
                  </a:lnTo>
                  <a:lnTo>
                    <a:pt x="383" y="894"/>
                  </a:lnTo>
                  <a:lnTo>
                    <a:pt x="639" y="0"/>
                  </a:ln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543;p35">
              <a:extLst>
                <a:ext uri="{FF2B5EF4-FFF2-40B4-BE49-F238E27FC236}">
                  <a16:creationId xmlns:a16="http://schemas.microsoft.com/office/drawing/2014/main" id="{AA497405-A097-B09F-7F50-5970853730A8}"/>
                </a:ext>
              </a:extLst>
            </p:cNvPr>
            <p:cNvSpPr/>
            <p:nvPr/>
          </p:nvSpPr>
          <p:spPr>
            <a:xfrm>
              <a:off x="3606358" y="4304567"/>
              <a:ext cx="24590" cy="39329"/>
            </a:xfrm>
            <a:custGeom>
              <a:avLst/>
              <a:gdLst/>
              <a:ahLst/>
              <a:cxnLst/>
              <a:rect l="l" t="t" r="r" b="b"/>
              <a:pathLst>
                <a:path w="639" h="1022" extrusionOk="0">
                  <a:moveTo>
                    <a:pt x="639" y="0"/>
                  </a:moveTo>
                  <a:lnTo>
                    <a:pt x="0" y="383"/>
                  </a:lnTo>
                  <a:lnTo>
                    <a:pt x="0" y="1022"/>
                  </a:lnTo>
                  <a:lnTo>
                    <a:pt x="639" y="639"/>
                  </a:lnTo>
                  <a:lnTo>
                    <a:pt x="639" y="0"/>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544;p35">
              <a:extLst>
                <a:ext uri="{FF2B5EF4-FFF2-40B4-BE49-F238E27FC236}">
                  <a16:creationId xmlns:a16="http://schemas.microsoft.com/office/drawing/2014/main" id="{FF90AF82-A95F-B4B5-0CF6-209634CF3A82}"/>
                </a:ext>
              </a:extLst>
            </p:cNvPr>
            <p:cNvSpPr/>
            <p:nvPr/>
          </p:nvSpPr>
          <p:spPr>
            <a:xfrm>
              <a:off x="3591618" y="4294715"/>
              <a:ext cx="39329" cy="24629"/>
            </a:xfrm>
            <a:custGeom>
              <a:avLst/>
              <a:gdLst/>
              <a:ahLst/>
              <a:cxnLst/>
              <a:rect l="l" t="t" r="r" b="b"/>
              <a:pathLst>
                <a:path w="1022" h="640" extrusionOk="0">
                  <a:moveTo>
                    <a:pt x="639" y="1"/>
                  </a:moveTo>
                  <a:lnTo>
                    <a:pt x="0" y="384"/>
                  </a:lnTo>
                  <a:lnTo>
                    <a:pt x="383" y="639"/>
                  </a:lnTo>
                  <a:lnTo>
                    <a:pt x="1022" y="256"/>
                  </a:lnTo>
                  <a:lnTo>
                    <a:pt x="639" y="1"/>
                  </a:ln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545;p35">
              <a:extLst>
                <a:ext uri="{FF2B5EF4-FFF2-40B4-BE49-F238E27FC236}">
                  <a16:creationId xmlns:a16="http://schemas.microsoft.com/office/drawing/2014/main" id="{9D4FF190-866F-F2BC-3ECA-44F0F3DE2743}"/>
                </a:ext>
              </a:extLst>
            </p:cNvPr>
            <p:cNvSpPr/>
            <p:nvPr/>
          </p:nvSpPr>
          <p:spPr>
            <a:xfrm>
              <a:off x="3684981" y="4147321"/>
              <a:ext cx="231010" cy="127800"/>
            </a:xfrm>
            <a:custGeom>
              <a:avLst/>
              <a:gdLst/>
              <a:ahLst/>
              <a:cxnLst/>
              <a:rect l="l" t="t" r="r" b="b"/>
              <a:pathLst>
                <a:path w="6003" h="3321" extrusionOk="0">
                  <a:moveTo>
                    <a:pt x="6002" y="0"/>
                  </a:moveTo>
                  <a:lnTo>
                    <a:pt x="0" y="2809"/>
                  </a:lnTo>
                  <a:lnTo>
                    <a:pt x="0" y="2937"/>
                  </a:lnTo>
                  <a:lnTo>
                    <a:pt x="639" y="3320"/>
                  </a:lnTo>
                  <a:lnTo>
                    <a:pt x="6002" y="0"/>
                  </a:ln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546;p35">
              <a:extLst>
                <a:ext uri="{FF2B5EF4-FFF2-40B4-BE49-F238E27FC236}">
                  <a16:creationId xmlns:a16="http://schemas.microsoft.com/office/drawing/2014/main" id="{8BA80FFA-26E6-07FD-DC0C-2F813F67A11B}"/>
                </a:ext>
              </a:extLst>
            </p:cNvPr>
            <p:cNvSpPr/>
            <p:nvPr/>
          </p:nvSpPr>
          <p:spPr>
            <a:xfrm>
              <a:off x="3709534" y="4142395"/>
              <a:ext cx="221197" cy="132726"/>
            </a:xfrm>
            <a:custGeom>
              <a:avLst/>
              <a:gdLst/>
              <a:ahLst/>
              <a:cxnLst/>
              <a:rect l="l" t="t" r="r" b="b"/>
              <a:pathLst>
                <a:path w="5748" h="3449" extrusionOk="0">
                  <a:moveTo>
                    <a:pt x="5747" y="0"/>
                  </a:moveTo>
                  <a:lnTo>
                    <a:pt x="1" y="3320"/>
                  </a:lnTo>
                  <a:lnTo>
                    <a:pt x="1" y="3448"/>
                  </a:lnTo>
                  <a:lnTo>
                    <a:pt x="5747" y="128"/>
                  </a:lnTo>
                  <a:lnTo>
                    <a:pt x="5747" y="0"/>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47;p35">
              <a:extLst>
                <a:ext uri="{FF2B5EF4-FFF2-40B4-BE49-F238E27FC236}">
                  <a16:creationId xmlns:a16="http://schemas.microsoft.com/office/drawing/2014/main" id="{5D7EBD1A-437D-D194-90B8-D8FA0F5871D6}"/>
                </a:ext>
              </a:extLst>
            </p:cNvPr>
            <p:cNvSpPr/>
            <p:nvPr/>
          </p:nvSpPr>
          <p:spPr>
            <a:xfrm>
              <a:off x="3684981" y="4127655"/>
              <a:ext cx="245749" cy="142539"/>
            </a:xfrm>
            <a:custGeom>
              <a:avLst/>
              <a:gdLst/>
              <a:ahLst/>
              <a:cxnLst/>
              <a:rect l="l" t="t" r="r" b="b"/>
              <a:pathLst>
                <a:path w="6386" h="3704" extrusionOk="0">
                  <a:moveTo>
                    <a:pt x="5747" y="0"/>
                  </a:moveTo>
                  <a:lnTo>
                    <a:pt x="0" y="3320"/>
                  </a:lnTo>
                  <a:lnTo>
                    <a:pt x="639" y="3703"/>
                  </a:lnTo>
                  <a:lnTo>
                    <a:pt x="6385" y="383"/>
                  </a:lnTo>
                  <a:lnTo>
                    <a:pt x="5747" y="0"/>
                  </a:ln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48;p35">
              <a:extLst>
                <a:ext uri="{FF2B5EF4-FFF2-40B4-BE49-F238E27FC236}">
                  <a16:creationId xmlns:a16="http://schemas.microsoft.com/office/drawing/2014/main" id="{2792A0E1-C9CF-96D3-E52D-AC61DD57740B}"/>
                </a:ext>
              </a:extLst>
            </p:cNvPr>
            <p:cNvSpPr/>
            <p:nvPr/>
          </p:nvSpPr>
          <p:spPr>
            <a:xfrm>
              <a:off x="3527734" y="4334046"/>
              <a:ext cx="9852" cy="24590"/>
            </a:xfrm>
            <a:custGeom>
              <a:avLst/>
              <a:gdLst/>
              <a:ahLst/>
              <a:cxnLst/>
              <a:rect l="l" t="t" r="r" b="b"/>
              <a:pathLst>
                <a:path w="256" h="639" extrusionOk="0">
                  <a:moveTo>
                    <a:pt x="0" y="0"/>
                  </a:moveTo>
                  <a:lnTo>
                    <a:pt x="0" y="511"/>
                  </a:lnTo>
                  <a:lnTo>
                    <a:pt x="256" y="639"/>
                  </a:lnTo>
                  <a:lnTo>
                    <a:pt x="256" y="128"/>
                  </a:lnTo>
                  <a:lnTo>
                    <a:pt x="0" y="0"/>
                  </a:ln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49;p35">
              <a:extLst>
                <a:ext uri="{FF2B5EF4-FFF2-40B4-BE49-F238E27FC236}">
                  <a16:creationId xmlns:a16="http://schemas.microsoft.com/office/drawing/2014/main" id="{A07B0A8C-BEDB-2664-40E3-D5644D79DC96}"/>
                </a:ext>
              </a:extLst>
            </p:cNvPr>
            <p:cNvSpPr/>
            <p:nvPr/>
          </p:nvSpPr>
          <p:spPr>
            <a:xfrm>
              <a:off x="3527734" y="4112916"/>
              <a:ext cx="393137" cy="226085"/>
            </a:xfrm>
            <a:custGeom>
              <a:avLst/>
              <a:gdLst/>
              <a:ahLst/>
              <a:cxnLst/>
              <a:rect l="l" t="t" r="r" b="b"/>
              <a:pathLst>
                <a:path w="10216" h="5875" extrusionOk="0">
                  <a:moveTo>
                    <a:pt x="9960" y="0"/>
                  </a:moveTo>
                  <a:lnTo>
                    <a:pt x="0" y="5746"/>
                  </a:lnTo>
                  <a:lnTo>
                    <a:pt x="256" y="5874"/>
                  </a:lnTo>
                  <a:lnTo>
                    <a:pt x="10216" y="128"/>
                  </a:lnTo>
                  <a:lnTo>
                    <a:pt x="9960" y="0"/>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50;p35">
              <a:extLst>
                <a:ext uri="{FF2B5EF4-FFF2-40B4-BE49-F238E27FC236}">
                  <a16:creationId xmlns:a16="http://schemas.microsoft.com/office/drawing/2014/main" id="{61ED358D-5CE6-B8D1-3DA7-67458E338415}"/>
                </a:ext>
              </a:extLst>
            </p:cNvPr>
            <p:cNvSpPr/>
            <p:nvPr/>
          </p:nvSpPr>
          <p:spPr>
            <a:xfrm>
              <a:off x="3537548" y="4117803"/>
              <a:ext cx="383324" cy="240823"/>
            </a:xfrm>
            <a:custGeom>
              <a:avLst/>
              <a:gdLst/>
              <a:ahLst/>
              <a:cxnLst/>
              <a:rect l="l" t="t" r="r" b="b"/>
              <a:pathLst>
                <a:path w="9961" h="6258" extrusionOk="0">
                  <a:moveTo>
                    <a:pt x="9961" y="1"/>
                  </a:moveTo>
                  <a:lnTo>
                    <a:pt x="1" y="5747"/>
                  </a:lnTo>
                  <a:lnTo>
                    <a:pt x="1" y="6258"/>
                  </a:lnTo>
                  <a:lnTo>
                    <a:pt x="9961" y="512"/>
                  </a:lnTo>
                  <a:lnTo>
                    <a:pt x="9961" y="1"/>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51;p35">
              <a:extLst>
                <a:ext uri="{FF2B5EF4-FFF2-40B4-BE49-F238E27FC236}">
                  <a16:creationId xmlns:a16="http://schemas.microsoft.com/office/drawing/2014/main" id="{B9C5C946-3993-7D50-62E5-7008BC9EC204}"/>
                </a:ext>
              </a:extLst>
            </p:cNvPr>
            <p:cNvSpPr/>
            <p:nvPr/>
          </p:nvSpPr>
          <p:spPr>
            <a:xfrm>
              <a:off x="3449111" y="4284902"/>
              <a:ext cx="9852" cy="24629"/>
            </a:xfrm>
            <a:custGeom>
              <a:avLst/>
              <a:gdLst/>
              <a:ahLst/>
              <a:cxnLst/>
              <a:rect l="l" t="t" r="r" b="b"/>
              <a:pathLst>
                <a:path w="256" h="640" extrusionOk="0">
                  <a:moveTo>
                    <a:pt x="0" y="1"/>
                  </a:moveTo>
                  <a:lnTo>
                    <a:pt x="0" y="511"/>
                  </a:lnTo>
                  <a:lnTo>
                    <a:pt x="255" y="639"/>
                  </a:lnTo>
                  <a:lnTo>
                    <a:pt x="255" y="128"/>
                  </a:lnTo>
                  <a:lnTo>
                    <a:pt x="0" y="1"/>
                  </a:ln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2;p35">
              <a:extLst>
                <a:ext uri="{FF2B5EF4-FFF2-40B4-BE49-F238E27FC236}">
                  <a16:creationId xmlns:a16="http://schemas.microsoft.com/office/drawing/2014/main" id="{E1AE1DC8-8FFE-BA9C-EF57-484E8E3D3820}"/>
                </a:ext>
              </a:extLst>
            </p:cNvPr>
            <p:cNvSpPr/>
            <p:nvPr/>
          </p:nvSpPr>
          <p:spPr>
            <a:xfrm>
              <a:off x="3449111" y="4063772"/>
              <a:ext cx="388250" cy="226085"/>
            </a:xfrm>
            <a:custGeom>
              <a:avLst/>
              <a:gdLst/>
              <a:ahLst/>
              <a:cxnLst/>
              <a:rect l="l" t="t" r="r" b="b"/>
              <a:pathLst>
                <a:path w="10089" h="5875" extrusionOk="0">
                  <a:moveTo>
                    <a:pt x="9833" y="0"/>
                  </a:moveTo>
                  <a:lnTo>
                    <a:pt x="0" y="5747"/>
                  </a:lnTo>
                  <a:lnTo>
                    <a:pt x="255" y="5874"/>
                  </a:lnTo>
                  <a:lnTo>
                    <a:pt x="10088" y="128"/>
                  </a:lnTo>
                  <a:lnTo>
                    <a:pt x="9833" y="0"/>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53;p35">
              <a:extLst>
                <a:ext uri="{FF2B5EF4-FFF2-40B4-BE49-F238E27FC236}">
                  <a16:creationId xmlns:a16="http://schemas.microsoft.com/office/drawing/2014/main" id="{BB3D95B0-D764-2583-2C8F-C447109ECEF7}"/>
                </a:ext>
              </a:extLst>
            </p:cNvPr>
            <p:cNvSpPr/>
            <p:nvPr/>
          </p:nvSpPr>
          <p:spPr>
            <a:xfrm>
              <a:off x="3458924" y="4068659"/>
              <a:ext cx="378437" cy="240862"/>
            </a:xfrm>
            <a:custGeom>
              <a:avLst/>
              <a:gdLst/>
              <a:ahLst/>
              <a:cxnLst/>
              <a:rect l="l" t="t" r="r" b="b"/>
              <a:pathLst>
                <a:path w="9834" h="6259" extrusionOk="0">
                  <a:moveTo>
                    <a:pt x="9833" y="1"/>
                  </a:moveTo>
                  <a:lnTo>
                    <a:pt x="0" y="5747"/>
                  </a:lnTo>
                  <a:lnTo>
                    <a:pt x="0" y="6258"/>
                  </a:lnTo>
                  <a:lnTo>
                    <a:pt x="9833" y="512"/>
                  </a:lnTo>
                  <a:lnTo>
                    <a:pt x="9833" y="1"/>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54;p35">
              <a:extLst>
                <a:ext uri="{FF2B5EF4-FFF2-40B4-BE49-F238E27FC236}">
                  <a16:creationId xmlns:a16="http://schemas.microsoft.com/office/drawing/2014/main" id="{3B1FCF6A-BE8F-FC8D-1E11-4E862D0DEFDD}"/>
                </a:ext>
              </a:extLst>
            </p:cNvPr>
            <p:cNvSpPr/>
            <p:nvPr/>
          </p:nvSpPr>
          <p:spPr>
            <a:xfrm>
              <a:off x="3812749" y="3955631"/>
              <a:ext cx="122875" cy="157316"/>
            </a:xfrm>
            <a:custGeom>
              <a:avLst/>
              <a:gdLst/>
              <a:ahLst/>
              <a:cxnLst/>
              <a:rect l="l" t="t" r="r" b="b"/>
              <a:pathLst>
                <a:path w="3193" h="4088" extrusionOk="0">
                  <a:moveTo>
                    <a:pt x="767" y="1"/>
                  </a:moveTo>
                  <a:lnTo>
                    <a:pt x="511" y="129"/>
                  </a:lnTo>
                  <a:lnTo>
                    <a:pt x="256" y="256"/>
                  </a:lnTo>
                  <a:lnTo>
                    <a:pt x="128" y="512"/>
                  </a:lnTo>
                  <a:lnTo>
                    <a:pt x="1" y="1150"/>
                  </a:lnTo>
                  <a:lnTo>
                    <a:pt x="128" y="1916"/>
                  </a:lnTo>
                  <a:lnTo>
                    <a:pt x="384" y="2682"/>
                  </a:lnTo>
                  <a:lnTo>
                    <a:pt x="894" y="3449"/>
                  </a:lnTo>
                  <a:lnTo>
                    <a:pt x="1533" y="3959"/>
                  </a:lnTo>
                  <a:lnTo>
                    <a:pt x="2171" y="4087"/>
                  </a:lnTo>
                  <a:lnTo>
                    <a:pt x="2427" y="4087"/>
                  </a:lnTo>
                  <a:lnTo>
                    <a:pt x="2682" y="3959"/>
                  </a:lnTo>
                  <a:lnTo>
                    <a:pt x="2938" y="3832"/>
                  </a:lnTo>
                  <a:lnTo>
                    <a:pt x="3065" y="3576"/>
                  </a:lnTo>
                  <a:lnTo>
                    <a:pt x="3193" y="2938"/>
                  </a:lnTo>
                  <a:lnTo>
                    <a:pt x="3065" y="2172"/>
                  </a:lnTo>
                  <a:lnTo>
                    <a:pt x="2682" y="1406"/>
                  </a:lnTo>
                  <a:lnTo>
                    <a:pt x="2171" y="639"/>
                  </a:lnTo>
                  <a:lnTo>
                    <a:pt x="1661" y="256"/>
                  </a:lnTo>
                  <a:lnTo>
                    <a:pt x="1022"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55;p35">
              <a:extLst>
                <a:ext uri="{FF2B5EF4-FFF2-40B4-BE49-F238E27FC236}">
                  <a16:creationId xmlns:a16="http://schemas.microsoft.com/office/drawing/2014/main" id="{D458CD36-481C-1A03-4424-8B914A6DB77F}"/>
                </a:ext>
              </a:extLst>
            </p:cNvPr>
            <p:cNvSpPr/>
            <p:nvPr/>
          </p:nvSpPr>
          <p:spPr>
            <a:xfrm>
              <a:off x="3414706" y="3955631"/>
              <a:ext cx="516012" cy="398101"/>
            </a:xfrm>
            <a:custGeom>
              <a:avLst/>
              <a:gdLst/>
              <a:ahLst/>
              <a:cxnLst/>
              <a:rect l="l" t="t" r="r" b="b"/>
              <a:pathLst>
                <a:path w="13409" h="10345" extrusionOk="0">
                  <a:moveTo>
                    <a:pt x="10854" y="1"/>
                  </a:moveTo>
                  <a:lnTo>
                    <a:pt x="10599" y="129"/>
                  </a:lnTo>
                  <a:lnTo>
                    <a:pt x="0" y="6258"/>
                  </a:lnTo>
                  <a:lnTo>
                    <a:pt x="2426" y="10344"/>
                  </a:lnTo>
                  <a:lnTo>
                    <a:pt x="12897" y="4215"/>
                  </a:lnTo>
                  <a:lnTo>
                    <a:pt x="13153" y="4087"/>
                  </a:lnTo>
                  <a:lnTo>
                    <a:pt x="13281" y="3832"/>
                  </a:lnTo>
                  <a:lnTo>
                    <a:pt x="13408" y="3193"/>
                  </a:lnTo>
                  <a:lnTo>
                    <a:pt x="13281" y="2299"/>
                  </a:lnTo>
                  <a:lnTo>
                    <a:pt x="12897" y="1533"/>
                  </a:lnTo>
                  <a:lnTo>
                    <a:pt x="12387" y="767"/>
                  </a:lnTo>
                  <a:lnTo>
                    <a:pt x="11748" y="256"/>
                  </a:lnTo>
                  <a:lnTo>
                    <a:pt x="11110" y="1"/>
                  </a:lnTo>
                  <a:close/>
                </a:path>
              </a:pathLst>
            </a:custGeom>
            <a:solidFill>
              <a:srgbClr val="D1D3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56;p35">
              <a:extLst>
                <a:ext uri="{FF2B5EF4-FFF2-40B4-BE49-F238E27FC236}">
                  <a16:creationId xmlns:a16="http://schemas.microsoft.com/office/drawing/2014/main" id="{2A60A8DE-A9A4-2B88-A392-97EA5FD8A9CC}"/>
                </a:ext>
              </a:extLst>
            </p:cNvPr>
            <p:cNvSpPr/>
            <p:nvPr/>
          </p:nvSpPr>
          <p:spPr>
            <a:xfrm>
              <a:off x="3532622" y="4093251"/>
              <a:ext cx="388250" cy="221159"/>
            </a:xfrm>
            <a:custGeom>
              <a:avLst/>
              <a:gdLst/>
              <a:ahLst/>
              <a:cxnLst/>
              <a:rect l="l" t="t" r="r" b="b"/>
              <a:pathLst>
                <a:path w="10089" h="5747" extrusionOk="0">
                  <a:moveTo>
                    <a:pt x="10089" y="0"/>
                  </a:moveTo>
                  <a:lnTo>
                    <a:pt x="8429" y="639"/>
                  </a:lnTo>
                  <a:lnTo>
                    <a:pt x="1" y="5491"/>
                  </a:lnTo>
                  <a:lnTo>
                    <a:pt x="1" y="5747"/>
                  </a:lnTo>
                  <a:lnTo>
                    <a:pt x="10089" y="0"/>
                  </a:lnTo>
                  <a:close/>
                </a:path>
              </a:pathLst>
            </a:custGeom>
            <a:solidFill>
              <a:srgbClr val="1D374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557;p35">
              <a:extLst>
                <a:ext uri="{FF2B5EF4-FFF2-40B4-BE49-F238E27FC236}">
                  <a16:creationId xmlns:a16="http://schemas.microsoft.com/office/drawing/2014/main" id="{5D226840-E404-7477-015E-F9E8A3810640}"/>
                </a:ext>
              </a:extLst>
            </p:cNvPr>
            <p:cNvSpPr/>
            <p:nvPr/>
          </p:nvSpPr>
          <p:spPr>
            <a:xfrm>
              <a:off x="3532622" y="4152208"/>
              <a:ext cx="255601" cy="147465"/>
            </a:xfrm>
            <a:custGeom>
              <a:avLst/>
              <a:gdLst/>
              <a:ahLst/>
              <a:cxnLst/>
              <a:rect l="l" t="t" r="r" b="b"/>
              <a:pathLst>
                <a:path w="6642" h="3832" extrusionOk="0">
                  <a:moveTo>
                    <a:pt x="6641" y="1"/>
                  </a:moveTo>
                  <a:lnTo>
                    <a:pt x="5747" y="128"/>
                  </a:lnTo>
                  <a:lnTo>
                    <a:pt x="1" y="3449"/>
                  </a:lnTo>
                  <a:lnTo>
                    <a:pt x="1" y="3832"/>
                  </a:lnTo>
                  <a:lnTo>
                    <a:pt x="6641" y="1"/>
                  </a:ln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558;p35">
              <a:extLst>
                <a:ext uri="{FF2B5EF4-FFF2-40B4-BE49-F238E27FC236}">
                  <a16:creationId xmlns:a16="http://schemas.microsoft.com/office/drawing/2014/main" id="{1483D122-C7CB-464B-A7EB-757872F4E76C}"/>
                </a:ext>
              </a:extLst>
            </p:cNvPr>
            <p:cNvSpPr/>
            <p:nvPr/>
          </p:nvSpPr>
          <p:spPr>
            <a:xfrm>
              <a:off x="3390114" y="4191539"/>
              <a:ext cx="137652" cy="167091"/>
            </a:xfrm>
            <a:custGeom>
              <a:avLst/>
              <a:gdLst/>
              <a:ahLst/>
              <a:cxnLst/>
              <a:rect l="l" t="t" r="r" b="b"/>
              <a:pathLst>
                <a:path w="3577" h="4342" extrusionOk="0">
                  <a:moveTo>
                    <a:pt x="895" y="0"/>
                  </a:moveTo>
                  <a:lnTo>
                    <a:pt x="639" y="128"/>
                  </a:lnTo>
                  <a:lnTo>
                    <a:pt x="256" y="511"/>
                  </a:lnTo>
                  <a:lnTo>
                    <a:pt x="1" y="1022"/>
                  </a:lnTo>
                  <a:lnTo>
                    <a:pt x="1" y="1150"/>
                  </a:lnTo>
                  <a:lnTo>
                    <a:pt x="1" y="1277"/>
                  </a:lnTo>
                  <a:lnTo>
                    <a:pt x="128" y="2043"/>
                  </a:lnTo>
                  <a:lnTo>
                    <a:pt x="511" y="2937"/>
                  </a:lnTo>
                  <a:lnTo>
                    <a:pt x="1022" y="3703"/>
                  </a:lnTo>
                  <a:lnTo>
                    <a:pt x="1661" y="4214"/>
                  </a:lnTo>
                  <a:lnTo>
                    <a:pt x="1916" y="4214"/>
                  </a:lnTo>
                  <a:lnTo>
                    <a:pt x="2555" y="4342"/>
                  </a:lnTo>
                  <a:lnTo>
                    <a:pt x="2938" y="4214"/>
                  </a:lnTo>
                  <a:lnTo>
                    <a:pt x="3065" y="4214"/>
                  </a:lnTo>
                  <a:lnTo>
                    <a:pt x="3321" y="3959"/>
                  </a:lnTo>
                  <a:lnTo>
                    <a:pt x="3448" y="3703"/>
                  </a:lnTo>
                  <a:lnTo>
                    <a:pt x="3576" y="3065"/>
                  </a:lnTo>
                  <a:lnTo>
                    <a:pt x="3448" y="2299"/>
                  </a:lnTo>
                  <a:lnTo>
                    <a:pt x="3065" y="1405"/>
                  </a:lnTo>
                  <a:lnTo>
                    <a:pt x="2555" y="766"/>
                  </a:lnTo>
                  <a:lnTo>
                    <a:pt x="1916" y="128"/>
                  </a:lnTo>
                  <a:lnTo>
                    <a:pt x="1533"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559;p35">
              <a:extLst>
                <a:ext uri="{FF2B5EF4-FFF2-40B4-BE49-F238E27FC236}">
                  <a16:creationId xmlns:a16="http://schemas.microsoft.com/office/drawing/2014/main" id="{20B7C2E3-CFFF-86C5-90E3-B63F21132C74}"/>
                </a:ext>
              </a:extLst>
            </p:cNvPr>
            <p:cNvSpPr/>
            <p:nvPr/>
          </p:nvSpPr>
          <p:spPr>
            <a:xfrm>
              <a:off x="3512995" y="4142395"/>
              <a:ext cx="63919" cy="24590"/>
            </a:xfrm>
            <a:custGeom>
              <a:avLst/>
              <a:gdLst/>
              <a:ahLst/>
              <a:cxnLst/>
              <a:rect l="l" t="t" r="r" b="b"/>
              <a:pathLst>
                <a:path w="1661" h="639" extrusionOk="0">
                  <a:moveTo>
                    <a:pt x="0" y="0"/>
                  </a:moveTo>
                  <a:lnTo>
                    <a:pt x="0" y="256"/>
                  </a:lnTo>
                  <a:lnTo>
                    <a:pt x="128" y="383"/>
                  </a:lnTo>
                  <a:lnTo>
                    <a:pt x="255" y="511"/>
                  </a:lnTo>
                  <a:lnTo>
                    <a:pt x="766" y="639"/>
                  </a:lnTo>
                  <a:lnTo>
                    <a:pt x="1405" y="511"/>
                  </a:lnTo>
                  <a:lnTo>
                    <a:pt x="1532" y="383"/>
                  </a:lnTo>
                  <a:lnTo>
                    <a:pt x="1660" y="256"/>
                  </a:lnTo>
                  <a:lnTo>
                    <a:pt x="1660" y="0"/>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560;p35">
              <a:extLst>
                <a:ext uri="{FF2B5EF4-FFF2-40B4-BE49-F238E27FC236}">
                  <a16:creationId xmlns:a16="http://schemas.microsoft.com/office/drawing/2014/main" id="{19FFCC96-9478-E80A-7C1D-97C2863FBACE}"/>
                </a:ext>
              </a:extLst>
            </p:cNvPr>
            <p:cNvSpPr/>
            <p:nvPr/>
          </p:nvSpPr>
          <p:spPr>
            <a:xfrm>
              <a:off x="3512995" y="4122729"/>
              <a:ext cx="63919" cy="34442"/>
            </a:xfrm>
            <a:custGeom>
              <a:avLst/>
              <a:gdLst/>
              <a:ahLst/>
              <a:cxnLst/>
              <a:rect l="l" t="t" r="r" b="b"/>
              <a:pathLst>
                <a:path w="1661" h="895" extrusionOk="0">
                  <a:moveTo>
                    <a:pt x="766" y="1"/>
                  </a:moveTo>
                  <a:lnTo>
                    <a:pt x="255" y="128"/>
                  </a:lnTo>
                  <a:lnTo>
                    <a:pt x="128" y="256"/>
                  </a:lnTo>
                  <a:lnTo>
                    <a:pt x="0" y="511"/>
                  </a:lnTo>
                  <a:lnTo>
                    <a:pt x="128" y="639"/>
                  </a:lnTo>
                  <a:lnTo>
                    <a:pt x="255" y="767"/>
                  </a:lnTo>
                  <a:lnTo>
                    <a:pt x="766" y="894"/>
                  </a:lnTo>
                  <a:lnTo>
                    <a:pt x="1405" y="767"/>
                  </a:lnTo>
                  <a:lnTo>
                    <a:pt x="1532" y="639"/>
                  </a:lnTo>
                  <a:lnTo>
                    <a:pt x="1660" y="511"/>
                  </a:lnTo>
                  <a:lnTo>
                    <a:pt x="1532" y="256"/>
                  </a:lnTo>
                  <a:lnTo>
                    <a:pt x="1405" y="128"/>
                  </a:lnTo>
                  <a:lnTo>
                    <a:pt x="766"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561;p35">
              <a:extLst>
                <a:ext uri="{FF2B5EF4-FFF2-40B4-BE49-F238E27FC236}">
                  <a16:creationId xmlns:a16="http://schemas.microsoft.com/office/drawing/2014/main" id="{7AF5DEAA-1F9C-8758-9553-DD7E3161981F}"/>
                </a:ext>
              </a:extLst>
            </p:cNvPr>
            <p:cNvSpPr/>
            <p:nvPr/>
          </p:nvSpPr>
          <p:spPr>
            <a:xfrm>
              <a:off x="3517882" y="4137469"/>
              <a:ext cx="49181" cy="14777"/>
            </a:xfrm>
            <a:custGeom>
              <a:avLst/>
              <a:gdLst/>
              <a:ahLst/>
              <a:cxnLst/>
              <a:rect l="l" t="t" r="r" b="b"/>
              <a:pathLst>
                <a:path w="1278" h="384" extrusionOk="0">
                  <a:moveTo>
                    <a:pt x="1" y="1"/>
                  </a:moveTo>
                  <a:lnTo>
                    <a:pt x="128" y="128"/>
                  </a:lnTo>
                  <a:lnTo>
                    <a:pt x="256" y="256"/>
                  </a:lnTo>
                  <a:lnTo>
                    <a:pt x="639" y="384"/>
                  </a:lnTo>
                  <a:lnTo>
                    <a:pt x="1150" y="256"/>
                  </a:lnTo>
                  <a:lnTo>
                    <a:pt x="1278" y="128"/>
                  </a:lnTo>
                  <a:lnTo>
                    <a:pt x="1278" y="1"/>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562;p35">
              <a:extLst>
                <a:ext uri="{FF2B5EF4-FFF2-40B4-BE49-F238E27FC236}">
                  <a16:creationId xmlns:a16="http://schemas.microsoft.com/office/drawing/2014/main" id="{1867F3DB-3AEB-3FBF-2960-DE789E79DC1B}"/>
                </a:ext>
              </a:extLst>
            </p:cNvPr>
            <p:cNvSpPr/>
            <p:nvPr/>
          </p:nvSpPr>
          <p:spPr>
            <a:xfrm>
              <a:off x="3517882" y="4122729"/>
              <a:ext cx="49181" cy="29516"/>
            </a:xfrm>
            <a:custGeom>
              <a:avLst/>
              <a:gdLst/>
              <a:ahLst/>
              <a:cxnLst/>
              <a:rect l="l" t="t" r="r" b="b"/>
              <a:pathLst>
                <a:path w="1278" h="767" extrusionOk="0">
                  <a:moveTo>
                    <a:pt x="639" y="1"/>
                  </a:moveTo>
                  <a:lnTo>
                    <a:pt x="256" y="128"/>
                  </a:lnTo>
                  <a:lnTo>
                    <a:pt x="128" y="256"/>
                  </a:lnTo>
                  <a:lnTo>
                    <a:pt x="1" y="384"/>
                  </a:lnTo>
                  <a:lnTo>
                    <a:pt x="128" y="511"/>
                  </a:lnTo>
                  <a:lnTo>
                    <a:pt x="256" y="639"/>
                  </a:lnTo>
                  <a:lnTo>
                    <a:pt x="639" y="767"/>
                  </a:lnTo>
                  <a:lnTo>
                    <a:pt x="1150" y="639"/>
                  </a:lnTo>
                  <a:lnTo>
                    <a:pt x="1278" y="511"/>
                  </a:lnTo>
                  <a:lnTo>
                    <a:pt x="1278" y="384"/>
                  </a:lnTo>
                  <a:lnTo>
                    <a:pt x="1278" y="256"/>
                  </a:lnTo>
                  <a:lnTo>
                    <a:pt x="1150" y="128"/>
                  </a:lnTo>
                  <a:lnTo>
                    <a:pt x="639"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563;p35">
              <a:extLst>
                <a:ext uri="{FF2B5EF4-FFF2-40B4-BE49-F238E27FC236}">
                  <a16:creationId xmlns:a16="http://schemas.microsoft.com/office/drawing/2014/main" id="{78CC5752-B963-0F3B-5FFD-F17F6FA8D54E}"/>
                </a:ext>
              </a:extLst>
            </p:cNvPr>
            <p:cNvSpPr/>
            <p:nvPr/>
          </p:nvSpPr>
          <p:spPr>
            <a:xfrm>
              <a:off x="3763605" y="3994962"/>
              <a:ext cx="63919" cy="29516"/>
            </a:xfrm>
            <a:custGeom>
              <a:avLst/>
              <a:gdLst/>
              <a:ahLst/>
              <a:cxnLst/>
              <a:rect l="l" t="t" r="r" b="b"/>
              <a:pathLst>
                <a:path w="1661" h="767" extrusionOk="0">
                  <a:moveTo>
                    <a:pt x="1" y="0"/>
                  </a:moveTo>
                  <a:lnTo>
                    <a:pt x="1" y="256"/>
                  </a:lnTo>
                  <a:lnTo>
                    <a:pt x="128" y="511"/>
                  </a:lnTo>
                  <a:lnTo>
                    <a:pt x="256" y="639"/>
                  </a:lnTo>
                  <a:lnTo>
                    <a:pt x="767" y="767"/>
                  </a:lnTo>
                  <a:lnTo>
                    <a:pt x="1405" y="639"/>
                  </a:lnTo>
                  <a:lnTo>
                    <a:pt x="1533" y="511"/>
                  </a:lnTo>
                  <a:lnTo>
                    <a:pt x="1661" y="256"/>
                  </a:lnTo>
                  <a:lnTo>
                    <a:pt x="1661" y="0"/>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564;p35">
              <a:extLst>
                <a:ext uri="{FF2B5EF4-FFF2-40B4-BE49-F238E27FC236}">
                  <a16:creationId xmlns:a16="http://schemas.microsoft.com/office/drawing/2014/main" id="{7633206D-1F0E-6FE4-AE74-354A3F2EBA1E}"/>
                </a:ext>
              </a:extLst>
            </p:cNvPr>
            <p:cNvSpPr/>
            <p:nvPr/>
          </p:nvSpPr>
          <p:spPr>
            <a:xfrm>
              <a:off x="3763605" y="3975297"/>
              <a:ext cx="63919" cy="39368"/>
            </a:xfrm>
            <a:custGeom>
              <a:avLst/>
              <a:gdLst/>
              <a:ahLst/>
              <a:cxnLst/>
              <a:rect l="l" t="t" r="r" b="b"/>
              <a:pathLst>
                <a:path w="1661" h="1023" extrusionOk="0">
                  <a:moveTo>
                    <a:pt x="767" y="1"/>
                  </a:moveTo>
                  <a:lnTo>
                    <a:pt x="256" y="256"/>
                  </a:lnTo>
                  <a:lnTo>
                    <a:pt x="128" y="384"/>
                  </a:lnTo>
                  <a:lnTo>
                    <a:pt x="1" y="511"/>
                  </a:lnTo>
                  <a:lnTo>
                    <a:pt x="128" y="639"/>
                  </a:lnTo>
                  <a:lnTo>
                    <a:pt x="256" y="895"/>
                  </a:lnTo>
                  <a:lnTo>
                    <a:pt x="767" y="1022"/>
                  </a:lnTo>
                  <a:lnTo>
                    <a:pt x="1405" y="895"/>
                  </a:lnTo>
                  <a:lnTo>
                    <a:pt x="1533" y="639"/>
                  </a:lnTo>
                  <a:lnTo>
                    <a:pt x="1661" y="511"/>
                  </a:lnTo>
                  <a:lnTo>
                    <a:pt x="1533" y="384"/>
                  </a:lnTo>
                  <a:lnTo>
                    <a:pt x="1405" y="256"/>
                  </a:lnTo>
                  <a:lnTo>
                    <a:pt x="767" y="1"/>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565;p35">
              <a:extLst>
                <a:ext uri="{FF2B5EF4-FFF2-40B4-BE49-F238E27FC236}">
                  <a16:creationId xmlns:a16="http://schemas.microsoft.com/office/drawing/2014/main" id="{9EA513CB-8ACF-3B02-ABF6-A9C5CBEEE5DA}"/>
                </a:ext>
              </a:extLst>
            </p:cNvPr>
            <p:cNvSpPr/>
            <p:nvPr/>
          </p:nvSpPr>
          <p:spPr>
            <a:xfrm>
              <a:off x="3768531" y="3990036"/>
              <a:ext cx="49181" cy="19703"/>
            </a:xfrm>
            <a:custGeom>
              <a:avLst/>
              <a:gdLst/>
              <a:ahLst/>
              <a:cxnLst/>
              <a:rect l="l" t="t" r="r" b="b"/>
              <a:pathLst>
                <a:path w="1278" h="512" extrusionOk="0">
                  <a:moveTo>
                    <a:pt x="0" y="1"/>
                  </a:moveTo>
                  <a:lnTo>
                    <a:pt x="0" y="128"/>
                  </a:lnTo>
                  <a:lnTo>
                    <a:pt x="128" y="256"/>
                  </a:lnTo>
                  <a:lnTo>
                    <a:pt x="256" y="384"/>
                  </a:lnTo>
                  <a:lnTo>
                    <a:pt x="639" y="512"/>
                  </a:lnTo>
                  <a:lnTo>
                    <a:pt x="1150" y="384"/>
                  </a:lnTo>
                  <a:lnTo>
                    <a:pt x="1277" y="256"/>
                  </a:lnTo>
                  <a:lnTo>
                    <a:pt x="1277" y="128"/>
                  </a:lnTo>
                  <a:lnTo>
                    <a:pt x="1277" y="1"/>
                  </a:lnTo>
                  <a:close/>
                </a:path>
              </a:pathLst>
            </a:custGeom>
            <a:solidFill>
              <a:srgbClr val="BCBE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566;p35">
              <a:extLst>
                <a:ext uri="{FF2B5EF4-FFF2-40B4-BE49-F238E27FC236}">
                  <a16:creationId xmlns:a16="http://schemas.microsoft.com/office/drawing/2014/main" id="{956F2F43-A35D-9E92-E4F8-7220F270E2A0}"/>
                </a:ext>
              </a:extLst>
            </p:cNvPr>
            <p:cNvSpPr/>
            <p:nvPr/>
          </p:nvSpPr>
          <p:spPr>
            <a:xfrm>
              <a:off x="3768531" y="3980223"/>
              <a:ext cx="49181" cy="24590"/>
            </a:xfrm>
            <a:custGeom>
              <a:avLst/>
              <a:gdLst/>
              <a:ahLst/>
              <a:cxnLst/>
              <a:rect l="l" t="t" r="r" b="b"/>
              <a:pathLst>
                <a:path w="1278" h="639" extrusionOk="0">
                  <a:moveTo>
                    <a:pt x="256" y="0"/>
                  </a:moveTo>
                  <a:lnTo>
                    <a:pt x="128" y="128"/>
                  </a:lnTo>
                  <a:lnTo>
                    <a:pt x="0" y="256"/>
                  </a:lnTo>
                  <a:lnTo>
                    <a:pt x="128" y="511"/>
                  </a:lnTo>
                  <a:lnTo>
                    <a:pt x="256" y="639"/>
                  </a:lnTo>
                  <a:lnTo>
                    <a:pt x="1150" y="639"/>
                  </a:lnTo>
                  <a:lnTo>
                    <a:pt x="1277" y="511"/>
                  </a:lnTo>
                  <a:lnTo>
                    <a:pt x="1277" y="256"/>
                  </a:lnTo>
                  <a:lnTo>
                    <a:pt x="1277" y="128"/>
                  </a:lnTo>
                  <a:lnTo>
                    <a:pt x="1150" y="0"/>
                  </a:lnTo>
                  <a:close/>
                </a:path>
              </a:pathLst>
            </a:custGeom>
            <a:solidFill>
              <a:srgbClr val="F5F5F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567;p35">
              <a:extLst>
                <a:ext uri="{FF2B5EF4-FFF2-40B4-BE49-F238E27FC236}">
                  <a16:creationId xmlns:a16="http://schemas.microsoft.com/office/drawing/2014/main" id="{F35E02F7-890D-4840-32B2-7A710C0BC43C}"/>
                </a:ext>
              </a:extLst>
            </p:cNvPr>
            <p:cNvSpPr/>
            <p:nvPr/>
          </p:nvSpPr>
          <p:spPr>
            <a:xfrm>
              <a:off x="3517882" y="4358599"/>
              <a:ext cx="59032" cy="68845"/>
            </a:xfrm>
            <a:custGeom>
              <a:avLst/>
              <a:gdLst/>
              <a:ahLst/>
              <a:cxnLst/>
              <a:rect l="l" t="t" r="r" b="b"/>
              <a:pathLst>
                <a:path w="1534" h="1789" extrusionOk="0">
                  <a:moveTo>
                    <a:pt x="512" y="1"/>
                  </a:moveTo>
                  <a:lnTo>
                    <a:pt x="256" y="256"/>
                  </a:lnTo>
                  <a:lnTo>
                    <a:pt x="128" y="512"/>
                  </a:lnTo>
                  <a:lnTo>
                    <a:pt x="1" y="767"/>
                  </a:lnTo>
                  <a:lnTo>
                    <a:pt x="1" y="1150"/>
                  </a:lnTo>
                  <a:lnTo>
                    <a:pt x="1" y="1406"/>
                  </a:lnTo>
                  <a:lnTo>
                    <a:pt x="128" y="1533"/>
                  </a:lnTo>
                  <a:lnTo>
                    <a:pt x="639" y="1789"/>
                  </a:lnTo>
                  <a:lnTo>
                    <a:pt x="639" y="1406"/>
                  </a:lnTo>
                  <a:lnTo>
                    <a:pt x="1022" y="1023"/>
                  </a:lnTo>
                  <a:lnTo>
                    <a:pt x="1150" y="384"/>
                  </a:lnTo>
                  <a:lnTo>
                    <a:pt x="1405" y="384"/>
                  </a:lnTo>
                  <a:lnTo>
                    <a:pt x="1533" y="256"/>
                  </a:lnTo>
                  <a:lnTo>
                    <a:pt x="1022" y="1"/>
                  </a:ln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568;p35">
              <a:extLst>
                <a:ext uri="{FF2B5EF4-FFF2-40B4-BE49-F238E27FC236}">
                  <a16:creationId xmlns:a16="http://schemas.microsoft.com/office/drawing/2014/main" id="{DE639C11-BE8C-C29D-1615-345A85B1B5A7}"/>
                </a:ext>
              </a:extLst>
            </p:cNvPr>
            <p:cNvSpPr/>
            <p:nvPr/>
          </p:nvSpPr>
          <p:spPr>
            <a:xfrm>
              <a:off x="3532622" y="4368451"/>
              <a:ext cx="49181" cy="58994"/>
            </a:xfrm>
            <a:custGeom>
              <a:avLst/>
              <a:gdLst/>
              <a:ahLst/>
              <a:cxnLst/>
              <a:rect l="l" t="t" r="r" b="b"/>
              <a:pathLst>
                <a:path w="1278" h="1533" extrusionOk="0">
                  <a:moveTo>
                    <a:pt x="895" y="0"/>
                  </a:moveTo>
                  <a:lnTo>
                    <a:pt x="639" y="128"/>
                  </a:lnTo>
                  <a:lnTo>
                    <a:pt x="384" y="256"/>
                  </a:lnTo>
                  <a:lnTo>
                    <a:pt x="256" y="511"/>
                  </a:lnTo>
                  <a:lnTo>
                    <a:pt x="129" y="767"/>
                  </a:lnTo>
                  <a:lnTo>
                    <a:pt x="1" y="1150"/>
                  </a:lnTo>
                  <a:lnTo>
                    <a:pt x="129" y="1405"/>
                  </a:lnTo>
                  <a:lnTo>
                    <a:pt x="256" y="1533"/>
                  </a:lnTo>
                  <a:lnTo>
                    <a:pt x="639" y="1533"/>
                  </a:lnTo>
                  <a:lnTo>
                    <a:pt x="895" y="1277"/>
                  </a:lnTo>
                  <a:lnTo>
                    <a:pt x="1150" y="1022"/>
                  </a:lnTo>
                  <a:lnTo>
                    <a:pt x="1278" y="767"/>
                  </a:lnTo>
                  <a:lnTo>
                    <a:pt x="1278" y="383"/>
                  </a:lnTo>
                  <a:lnTo>
                    <a:pt x="1278" y="128"/>
                  </a:lnTo>
                  <a:lnTo>
                    <a:pt x="1150" y="0"/>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569;p35">
              <a:extLst>
                <a:ext uri="{FF2B5EF4-FFF2-40B4-BE49-F238E27FC236}">
                  <a16:creationId xmlns:a16="http://schemas.microsoft.com/office/drawing/2014/main" id="{07A4FD10-FC11-FEF1-1C1E-13A6B82EE54C}"/>
                </a:ext>
              </a:extLst>
            </p:cNvPr>
            <p:cNvSpPr/>
            <p:nvPr/>
          </p:nvSpPr>
          <p:spPr>
            <a:xfrm>
              <a:off x="3547361" y="4383190"/>
              <a:ext cx="24629" cy="29516"/>
            </a:xfrm>
            <a:custGeom>
              <a:avLst/>
              <a:gdLst/>
              <a:ahLst/>
              <a:cxnLst/>
              <a:rect l="l" t="t" r="r" b="b"/>
              <a:pathLst>
                <a:path w="640" h="767" extrusionOk="0">
                  <a:moveTo>
                    <a:pt x="256" y="0"/>
                  </a:moveTo>
                  <a:lnTo>
                    <a:pt x="1" y="256"/>
                  </a:lnTo>
                  <a:lnTo>
                    <a:pt x="1" y="639"/>
                  </a:lnTo>
                  <a:lnTo>
                    <a:pt x="1" y="767"/>
                  </a:lnTo>
                  <a:lnTo>
                    <a:pt x="256" y="767"/>
                  </a:lnTo>
                  <a:lnTo>
                    <a:pt x="512" y="511"/>
                  </a:lnTo>
                  <a:lnTo>
                    <a:pt x="639" y="256"/>
                  </a:lnTo>
                  <a:lnTo>
                    <a:pt x="512"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570;p35">
              <a:extLst>
                <a:ext uri="{FF2B5EF4-FFF2-40B4-BE49-F238E27FC236}">
                  <a16:creationId xmlns:a16="http://schemas.microsoft.com/office/drawing/2014/main" id="{705CFA99-C393-522D-D032-9A4A9DDB9346}"/>
                </a:ext>
              </a:extLst>
            </p:cNvPr>
            <p:cNvSpPr/>
            <p:nvPr/>
          </p:nvSpPr>
          <p:spPr>
            <a:xfrm>
              <a:off x="3557213" y="4397930"/>
              <a:ext cx="4964" cy="4964"/>
            </a:xfrm>
            <a:custGeom>
              <a:avLst/>
              <a:gdLst/>
              <a:ahLst/>
              <a:cxnLst/>
              <a:rect l="l" t="t" r="r" b="b"/>
              <a:pathLst>
                <a:path w="129" h="129" extrusionOk="0">
                  <a:moveTo>
                    <a:pt x="0" y="1"/>
                  </a:moveTo>
                  <a:lnTo>
                    <a:pt x="0" y="128"/>
                  </a:lnTo>
                  <a:lnTo>
                    <a:pt x="128" y="1"/>
                  </a:lnTo>
                  <a:close/>
                </a:path>
              </a:pathLst>
            </a:custGeom>
            <a:solidFill>
              <a:srgbClr val="DED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571;p35">
              <a:extLst>
                <a:ext uri="{FF2B5EF4-FFF2-40B4-BE49-F238E27FC236}">
                  <a16:creationId xmlns:a16="http://schemas.microsoft.com/office/drawing/2014/main" id="{C10F4A44-6C36-A48F-D6E6-7EE89E54652A}"/>
                </a:ext>
              </a:extLst>
            </p:cNvPr>
            <p:cNvSpPr/>
            <p:nvPr/>
          </p:nvSpPr>
          <p:spPr>
            <a:xfrm>
              <a:off x="3512995" y="4348785"/>
              <a:ext cx="73732" cy="73771"/>
            </a:xfrm>
            <a:custGeom>
              <a:avLst/>
              <a:gdLst/>
              <a:ahLst/>
              <a:cxnLst/>
              <a:rect l="l" t="t" r="r" b="b"/>
              <a:pathLst>
                <a:path w="1916" h="1917" extrusionOk="0">
                  <a:moveTo>
                    <a:pt x="1149" y="1"/>
                  </a:moveTo>
                  <a:lnTo>
                    <a:pt x="766" y="128"/>
                  </a:lnTo>
                  <a:lnTo>
                    <a:pt x="511" y="384"/>
                  </a:lnTo>
                  <a:lnTo>
                    <a:pt x="255" y="767"/>
                  </a:lnTo>
                  <a:lnTo>
                    <a:pt x="0" y="1150"/>
                  </a:lnTo>
                  <a:lnTo>
                    <a:pt x="0" y="1661"/>
                  </a:lnTo>
                  <a:lnTo>
                    <a:pt x="383" y="1916"/>
                  </a:lnTo>
                  <a:lnTo>
                    <a:pt x="511" y="1533"/>
                  </a:lnTo>
                  <a:lnTo>
                    <a:pt x="639" y="1022"/>
                  </a:lnTo>
                  <a:lnTo>
                    <a:pt x="894" y="767"/>
                  </a:lnTo>
                  <a:lnTo>
                    <a:pt x="1149" y="511"/>
                  </a:lnTo>
                  <a:lnTo>
                    <a:pt x="1405" y="384"/>
                  </a:lnTo>
                  <a:lnTo>
                    <a:pt x="1916" y="384"/>
                  </a:lnTo>
                  <a:lnTo>
                    <a:pt x="1405" y="128"/>
                  </a:lnTo>
                  <a:lnTo>
                    <a:pt x="1149"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572;p35">
              <a:extLst>
                <a:ext uri="{FF2B5EF4-FFF2-40B4-BE49-F238E27FC236}">
                  <a16:creationId xmlns:a16="http://schemas.microsoft.com/office/drawing/2014/main" id="{BE37843F-94F5-C6A3-8C7F-44BD1765AFF3}"/>
                </a:ext>
              </a:extLst>
            </p:cNvPr>
            <p:cNvSpPr/>
            <p:nvPr/>
          </p:nvSpPr>
          <p:spPr>
            <a:xfrm>
              <a:off x="3567027" y="4363525"/>
              <a:ext cx="24629" cy="24629"/>
            </a:xfrm>
            <a:custGeom>
              <a:avLst/>
              <a:gdLst/>
              <a:ahLst/>
              <a:cxnLst/>
              <a:rect l="l" t="t" r="r" b="b"/>
              <a:pathLst>
                <a:path w="640" h="640" extrusionOk="0">
                  <a:moveTo>
                    <a:pt x="1" y="1"/>
                  </a:moveTo>
                  <a:lnTo>
                    <a:pt x="256" y="128"/>
                  </a:lnTo>
                  <a:lnTo>
                    <a:pt x="256" y="256"/>
                  </a:lnTo>
                  <a:lnTo>
                    <a:pt x="384" y="511"/>
                  </a:lnTo>
                  <a:lnTo>
                    <a:pt x="512" y="639"/>
                  </a:lnTo>
                  <a:lnTo>
                    <a:pt x="639" y="511"/>
                  </a:lnTo>
                  <a:lnTo>
                    <a:pt x="639" y="256"/>
                  </a:lnTo>
                  <a:lnTo>
                    <a:pt x="512"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573;p35">
              <a:extLst>
                <a:ext uri="{FF2B5EF4-FFF2-40B4-BE49-F238E27FC236}">
                  <a16:creationId xmlns:a16="http://schemas.microsoft.com/office/drawing/2014/main" id="{12596E45-FBDF-5568-8798-9AEA65903844}"/>
                </a:ext>
              </a:extLst>
            </p:cNvPr>
            <p:cNvSpPr/>
            <p:nvPr/>
          </p:nvSpPr>
          <p:spPr>
            <a:xfrm>
              <a:off x="3527734" y="4358599"/>
              <a:ext cx="63919" cy="63958"/>
            </a:xfrm>
            <a:custGeom>
              <a:avLst/>
              <a:gdLst/>
              <a:ahLst/>
              <a:cxnLst/>
              <a:rect l="l" t="t" r="r" b="b"/>
              <a:pathLst>
                <a:path w="1661" h="1662" extrusionOk="0">
                  <a:moveTo>
                    <a:pt x="1149" y="1"/>
                  </a:moveTo>
                  <a:lnTo>
                    <a:pt x="894" y="129"/>
                  </a:lnTo>
                  <a:lnTo>
                    <a:pt x="511" y="384"/>
                  </a:lnTo>
                  <a:lnTo>
                    <a:pt x="256" y="767"/>
                  </a:lnTo>
                  <a:lnTo>
                    <a:pt x="128" y="1150"/>
                  </a:lnTo>
                  <a:lnTo>
                    <a:pt x="0" y="1661"/>
                  </a:lnTo>
                  <a:lnTo>
                    <a:pt x="128" y="1533"/>
                  </a:lnTo>
                  <a:lnTo>
                    <a:pt x="256" y="1150"/>
                  </a:lnTo>
                  <a:lnTo>
                    <a:pt x="383" y="895"/>
                  </a:lnTo>
                  <a:lnTo>
                    <a:pt x="639" y="512"/>
                  </a:lnTo>
                  <a:lnTo>
                    <a:pt x="894" y="256"/>
                  </a:lnTo>
                  <a:lnTo>
                    <a:pt x="1149" y="129"/>
                  </a:lnTo>
                  <a:lnTo>
                    <a:pt x="1405" y="256"/>
                  </a:lnTo>
                  <a:lnTo>
                    <a:pt x="1533" y="384"/>
                  </a:lnTo>
                  <a:lnTo>
                    <a:pt x="1533" y="767"/>
                  </a:lnTo>
                  <a:lnTo>
                    <a:pt x="1660" y="639"/>
                  </a:lnTo>
                  <a:lnTo>
                    <a:pt x="1660" y="384"/>
                  </a:lnTo>
                  <a:lnTo>
                    <a:pt x="1533" y="129"/>
                  </a:lnTo>
                  <a:lnTo>
                    <a:pt x="1149"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574;p35">
              <a:extLst>
                <a:ext uri="{FF2B5EF4-FFF2-40B4-BE49-F238E27FC236}">
                  <a16:creationId xmlns:a16="http://schemas.microsoft.com/office/drawing/2014/main" id="{88D00632-E856-788F-FB21-DA96ACE844E7}"/>
                </a:ext>
              </a:extLst>
            </p:cNvPr>
            <p:cNvSpPr/>
            <p:nvPr/>
          </p:nvSpPr>
          <p:spPr>
            <a:xfrm>
              <a:off x="3444185" y="4397930"/>
              <a:ext cx="58994" cy="68845"/>
            </a:xfrm>
            <a:custGeom>
              <a:avLst/>
              <a:gdLst/>
              <a:ahLst/>
              <a:cxnLst/>
              <a:rect l="l" t="t" r="r" b="b"/>
              <a:pathLst>
                <a:path w="1533" h="1789" extrusionOk="0">
                  <a:moveTo>
                    <a:pt x="894" y="1"/>
                  </a:moveTo>
                  <a:lnTo>
                    <a:pt x="639" y="128"/>
                  </a:lnTo>
                  <a:lnTo>
                    <a:pt x="383" y="256"/>
                  </a:lnTo>
                  <a:lnTo>
                    <a:pt x="256" y="511"/>
                  </a:lnTo>
                  <a:lnTo>
                    <a:pt x="128" y="894"/>
                  </a:lnTo>
                  <a:lnTo>
                    <a:pt x="0" y="1150"/>
                  </a:lnTo>
                  <a:lnTo>
                    <a:pt x="128" y="1405"/>
                  </a:lnTo>
                  <a:lnTo>
                    <a:pt x="256" y="1533"/>
                  </a:lnTo>
                  <a:lnTo>
                    <a:pt x="639" y="1788"/>
                  </a:lnTo>
                  <a:lnTo>
                    <a:pt x="639" y="1405"/>
                  </a:lnTo>
                  <a:lnTo>
                    <a:pt x="1022" y="1022"/>
                  </a:lnTo>
                  <a:lnTo>
                    <a:pt x="1277" y="384"/>
                  </a:lnTo>
                  <a:lnTo>
                    <a:pt x="1533" y="384"/>
                  </a:lnTo>
                  <a:lnTo>
                    <a:pt x="1022" y="1"/>
                  </a:ln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575;p35">
              <a:extLst>
                <a:ext uri="{FF2B5EF4-FFF2-40B4-BE49-F238E27FC236}">
                  <a16:creationId xmlns:a16="http://schemas.microsoft.com/office/drawing/2014/main" id="{1A3E4727-FC55-28E7-B204-D49140313ADD}"/>
                </a:ext>
              </a:extLst>
            </p:cNvPr>
            <p:cNvSpPr/>
            <p:nvPr/>
          </p:nvSpPr>
          <p:spPr>
            <a:xfrm>
              <a:off x="3463850" y="4407743"/>
              <a:ext cx="49181" cy="59032"/>
            </a:xfrm>
            <a:custGeom>
              <a:avLst/>
              <a:gdLst/>
              <a:ahLst/>
              <a:cxnLst/>
              <a:rect l="l" t="t" r="r" b="b"/>
              <a:pathLst>
                <a:path w="1278" h="1534" extrusionOk="0">
                  <a:moveTo>
                    <a:pt x="894" y="1"/>
                  </a:moveTo>
                  <a:lnTo>
                    <a:pt x="639" y="129"/>
                  </a:lnTo>
                  <a:lnTo>
                    <a:pt x="383" y="256"/>
                  </a:lnTo>
                  <a:lnTo>
                    <a:pt x="255" y="512"/>
                  </a:lnTo>
                  <a:lnTo>
                    <a:pt x="0" y="895"/>
                  </a:lnTo>
                  <a:lnTo>
                    <a:pt x="0" y="1150"/>
                  </a:lnTo>
                  <a:lnTo>
                    <a:pt x="0" y="1406"/>
                  </a:lnTo>
                  <a:lnTo>
                    <a:pt x="255" y="1533"/>
                  </a:lnTo>
                  <a:lnTo>
                    <a:pt x="639" y="1533"/>
                  </a:lnTo>
                  <a:lnTo>
                    <a:pt x="894" y="1278"/>
                  </a:lnTo>
                  <a:lnTo>
                    <a:pt x="1022" y="1023"/>
                  </a:lnTo>
                  <a:lnTo>
                    <a:pt x="1149" y="767"/>
                  </a:lnTo>
                  <a:lnTo>
                    <a:pt x="1277" y="512"/>
                  </a:lnTo>
                  <a:lnTo>
                    <a:pt x="1149" y="256"/>
                  </a:lnTo>
                  <a:lnTo>
                    <a:pt x="1022" y="129"/>
                  </a:lnTo>
                  <a:lnTo>
                    <a:pt x="894" y="1"/>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576;p35">
              <a:extLst>
                <a:ext uri="{FF2B5EF4-FFF2-40B4-BE49-F238E27FC236}">
                  <a16:creationId xmlns:a16="http://schemas.microsoft.com/office/drawing/2014/main" id="{D4FF190B-31BA-9392-D452-7D84BEB99149}"/>
                </a:ext>
              </a:extLst>
            </p:cNvPr>
            <p:cNvSpPr/>
            <p:nvPr/>
          </p:nvSpPr>
          <p:spPr>
            <a:xfrm>
              <a:off x="3473664" y="4422521"/>
              <a:ext cx="24590" cy="34403"/>
            </a:xfrm>
            <a:custGeom>
              <a:avLst/>
              <a:gdLst/>
              <a:ahLst/>
              <a:cxnLst/>
              <a:rect l="l" t="t" r="r" b="b"/>
              <a:pathLst>
                <a:path w="639" h="894" extrusionOk="0">
                  <a:moveTo>
                    <a:pt x="384" y="0"/>
                  </a:moveTo>
                  <a:lnTo>
                    <a:pt x="128" y="255"/>
                  </a:lnTo>
                  <a:lnTo>
                    <a:pt x="0" y="639"/>
                  </a:lnTo>
                  <a:lnTo>
                    <a:pt x="128" y="894"/>
                  </a:lnTo>
                  <a:lnTo>
                    <a:pt x="384" y="766"/>
                  </a:lnTo>
                  <a:lnTo>
                    <a:pt x="639" y="511"/>
                  </a:lnTo>
                  <a:lnTo>
                    <a:pt x="639" y="255"/>
                  </a:lnTo>
                  <a:lnTo>
                    <a:pt x="639"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577;p35">
              <a:extLst>
                <a:ext uri="{FF2B5EF4-FFF2-40B4-BE49-F238E27FC236}">
                  <a16:creationId xmlns:a16="http://schemas.microsoft.com/office/drawing/2014/main" id="{6520B854-BF62-D8E3-3CF6-FC46722AC5D6}"/>
                </a:ext>
              </a:extLst>
            </p:cNvPr>
            <p:cNvSpPr/>
            <p:nvPr/>
          </p:nvSpPr>
          <p:spPr>
            <a:xfrm>
              <a:off x="3483477" y="4437260"/>
              <a:ext cx="4964" cy="4926"/>
            </a:xfrm>
            <a:custGeom>
              <a:avLst/>
              <a:gdLst/>
              <a:ahLst/>
              <a:cxnLst/>
              <a:rect l="l" t="t" r="r" b="b"/>
              <a:pathLst>
                <a:path w="129" h="128" extrusionOk="0">
                  <a:moveTo>
                    <a:pt x="129" y="0"/>
                  </a:moveTo>
                  <a:lnTo>
                    <a:pt x="1" y="128"/>
                  </a:lnTo>
                  <a:lnTo>
                    <a:pt x="129" y="128"/>
                  </a:lnTo>
                  <a:lnTo>
                    <a:pt x="129" y="0"/>
                  </a:lnTo>
                  <a:close/>
                </a:path>
              </a:pathLst>
            </a:custGeom>
            <a:solidFill>
              <a:srgbClr val="DED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578;p35">
              <a:extLst>
                <a:ext uri="{FF2B5EF4-FFF2-40B4-BE49-F238E27FC236}">
                  <a16:creationId xmlns:a16="http://schemas.microsoft.com/office/drawing/2014/main" id="{E00DA181-6A57-BC10-B783-7E46D51D5A6F}"/>
                </a:ext>
              </a:extLst>
            </p:cNvPr>
            <p:cNvSpPr/>
            <p:nvPr/>
          </p:nvSpPr>
          <p:spPr>
            <a:xfrm>
              <a:off x="3444185" y="4388116"/>
              <a:ext cx="68845" cy="73732"/>
            </a:xfrm>
            <a:custGeom>
              <a:avLst/>
              <a:gdLst/>
              <a:ahLst/>
              <a:cxnLst/>
              <a:rect l="l" t="t" r="r" b="b"/>
              <a:pathLst>
                <a:path w="1789" h="1916" extrusionOk="0">
                  <a:moveTo>
                    <a:pt x="1150" y="0"/>
                  </a:moveTo>
                  <a:lnTo>
                    <a:pt x="766" y="128"/>
                  </a:lnTo>
                  <a:lnTo>
                    <a:pt x="383" y="383"/>
                  </a:lnTo>
                  <a:lnTo>
                    <a:pt x="128" y="766"/>
                  </a:lnTo>
                  <a:lnTo>
                    <a:pt x="0" y="1277"/>
                  </a:lnTo>
                  <a:lnTo>
                    <a:pt x="0" y="1660"/>
                  </a:lnTo>
                  <a:lnTo>
                    <a:pt x="383" y="1916"/>
                  </a:lnTo>
                  <a:lnTo>
                    <a:pt x="511" y="1533"/>
                  </a:lnTo>
                  <a:lnTo>
                    <a:pt x="639" y="1149"/>
                  </a:lnTo>
                  <a:lnTo>
                    <a:pt x="894" y="766"/>
                  </a:lnTo>
                  <a:lnTo>
                    <a:pt x="1150" y="511"/>
                  </a:lnTo>
                  <a:lnTo>
                    <a:pt x="1405" y="511"/>
                  </a:lnTo>
                  <a:lnTo>
                    <a:pt x="1788" y="383"/>
                  </a:lnTo>
                  <a:lnTo>
                    <a:pt x="1405" y="128"/>
                  </a:lnTo>
                  <a:lnTo>
                    <a:pt x="1150"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579;p35">
              <a:extLst>
                <a:ext uri="{FF2B5EF4-FFF2-40B4-BE49-F238E27FC236}">
                  <a16:creationId xmlns:a16="http://schemas.microsoft.com/office/drawing/2014/main" id="{170F0E4C-BBA0-ACC9-F03A-B6CDACADBDA5}"/>
                </a:ext>
              </a:extLst>
            </p:cNvPr>
            <p:cNvSpPr/>
            <p:nvPr/>
          </p:nvSpPr>
          <p:spPr>
            <a:xfrm>
              <a:off x="3498217" y="4402855"/>
              <a:ext cx="19703" cy="24590"/>
            </a:xfrm>
            <a:custGeom>
              <a:avLst/>
              <a:gdLst/>
              <a:ahLst/>
              <a:cxnLst/>
              <a:rect l="l" t="t" r="r" b="b"/>
              <a:pathLst>
                <a:path w="512" h="639" extrusionOk="0">
                  <a:moveTo>
                    <a:pt x="384" y="0"/>
                  </a:moveTo>
                  <a:lnTo>
                    <a:pt x="1" y="128"/>
                  </a:lnTo>
                  <a:lnTo>
                    <a:pt x="129" y="256"/>
                  </a:lnTo>
                  <a:lnTo>
                    <a:pt x="256" y="256"/>
                  </a:lnTo>
                  <a:lnTo>
                    <a:pt x="384" y="511"/>
                  </a:lnTo>
                  <a:lnTo>
                    <a:pt x="512" y="639"/>
                  </a:lnTo>
                  <a:lnTo>
                    <a:pt x="512" y="511"/>
                  </a:lnTo>
                  <a:lnTo>
                    <a:pt x="512" y="256"/>
                  </a:lnTo>
                  <a:lnTo>
                    <a:pt x="384"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580;p35">
              <a:extLst>
                <a:ext uri="{FF2B5EF4-FFF2-40B4-BE49-F238E27FC236}">
                  <a16:creationId xmlns:a16="http://schemas.microsoft.com/office/drawing/2014/main" id="{C3F41DFE-9D1F-C2A6-8245-02A18D869C91}"/>
                </a:ext>
              </a:extLst>
            </p:cNvPr>
            <p:cNvSpPr/>
            <p:nvPr/>
          </p:nvSpPr>
          <p:spPr>
            <a:xfrm>
              <a:off x="3458924" y="4402855"/>
              <a:ext cx="63919" cy="58994"/>
            </a:xfrm>
            <a:custGeom>
              <a:avLst/>
              <a:gdLst/>
              <a:ahLst/>
              <a:cxnLst/>
              <a:rect l="l" t="t" r="r" b="b"/>
              <a:pathLst>
                <a:path w="1661" h="1533" extrusionOk="0">
                  <a:moveTo>
                    <a:pt x="894" y="0"/>
                  </a:moveTo>
                  <a:lnTo>
                    <a:pt x="511" y="383"/>
                  </a:lnTo>
                  <a:lnTo>
                    <a:pt x="511" y="383"/>
                  </a:lnTo>
                  <a:lnTo>
                    <a:pt x="894" y="256"/>
                  </a:lnTo>
                  <a:lnTo>
                    <a:pt x="1150" y="128"/>
                  </a:lnTo>
                  <a:lnTo>
                    <a:pt x="1405" y="128"/>
                  </a:lnTo>
                  <a:lnTo>
                    <a:pt x="1533" y="383"/>
                  </a:lnTo>
                  <a:lnTo>
                    <a:pt x="1533" y="639"/>
                  </a:lnTo>
                  <a:lnTo>
                    <a:pt x="1660" y="639"/>
                  </a:lnTo>
                  <a:lnTo>
                    <a:pt x="1660" y="256"/>
                  </a:lnTo>
                  <a:lnTo>
                    <a:pt x="1405" y="0"/>
                  </a:lnTo>
                  <a:close/>
                  <a:moveTo>
                    <a:pt x="511" y="383"/>
                  </a:moveTo>
                  <a:lnTo>
                    <a:pt x="256" y="639"/>
                  </a:lnTo>
                  <a:lnTo>
                    <a:pt x="128" y="1150"/>
                  </a:lnTo>
                  <a:lnTo>
                    <a:pt x="383" y="766"/>
                  </a:lnTo>
                  <a:lnTo>
                    <a:pt x="511" y="383"/>
                  </a:lnTo>
                  <a:close/>
                  <a:moveTo>
                    <a:pt x="128" y="1150"/>
                  </a:moveTo>
                  <a:lnTo>
                    <a:pt x="0" y="1533"/>
                  </a:lnTo>
                  <a:lnTo>
                    <a:pt x="128" y="1405"/>
                  </a:lnTo>
                  <a:lnTo>
                    <a:pt x="128" y="115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581;p35">
              <a:extLst>
                <a:ext uri="{FF2B5EF4-FFF2-40B4-BE49-F238E27FC236}">
                  <a16:creationId xmlns:a16="http://schemas.microsoft.com/office/drawing/2014/main" id="{8DC515BF-39F1-058E-6588-7BD8908620EC}"/>
                </a:ext>
              </a:extLst>
            </p:cNvPr>
            <p:cNvSpPr/>
            <p:nvPr/>
          </p:nvSpPr>
          <p:spPr>
            <a:xfrm>
              <a:off x="3385188" y="4432334"/>
              <a:ext cx="78697" cy="68845"/>
            </a:xfrm>
            <a:custGeom>
              <a:avLst/>
              <a:gdLst/>
              <a:ahLst/>
              <a:cxnLst/>
              <a:rect l="l" t="t" r="r" b="b"/>
              <a:pathLst>
                <a:path w="2045" h="1789" extrusionOk="0">
                  <a:moveTo>
                    <a:pt x="1406" y="0"/>
                  </a:moveTo>
                  <a:lnTo>
                    <a:pt x="1" y="894"/>
                  </a:lnTo>
                  <a:lnTo>
                    <a:pt x="384" y="1788"/>
                  </a:lnTo>
                  <a:lnTo>
                    <a:pt x="1916" y="894"/>
                  </a:lnTo>
                  <a:lnTo>
                    <a:pt x="2044" y="639"/>
                  </a:lnTo>
                  <a:lnTo>
                    <a:pt x="1916" y="256"/>
                  </a:lnTo>
                  <a:lnTo>
                    <a:pt x="1661" y="0"/>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582;p35">
              <a:extLst>
                <a:ext uri="{FF2B5EF4-FFF2-40B4-BE49-F238E27FC236}">
                  <a16:creationId xmlns:a16="http://schemas.microsoft.com/office/drawing/2014/main" id="{94381F57-AD06-D639-D768-16111C56318C}"/>
                </a:ext>
              </a:extLst>
            </p:cNvPr>
            <p:cNvSpPr/>
            <p:nvPr/>
          </p:nvSpPr>
          <p:spPr>
            <a:xfrm>
              <a:off x="3380301" y="4466739"/>
              <a:ext cx="24590" cy="34442"/>
            </a:xfrm>
            <a:custGeom>
              <a:avLst/>
              <a:gdLst/>
              <a:ahLst/>
              <a:cxnLst/>
              <a:rect l="l" t="t" r="r" b="b"/>
              <a:pathLst>
                <a:path w="639" h="895" extrusionOk="0">
                  <a:moveTo>
                    <a:pt x="128" y="0"/>
                  </a:moveTo>
                  <a:lnTo>
                    <a:pt x="0" y="256"/>
                  </a:lnTo>
                  <a:lnTo>
                    <a:pt x="128" y="511"/>
                  </a:lnTo>
                  <a:lnTo>
                    <a:pt x="383" y="766"/>
                  </a:lnTo>
                  <a:lnTo>
                    <a:pt x="639" y="894"/>
                  </a:lnTo>
                  <a:lnTo>
                    <a:pt x="639" y="639"/>
                  </a:lnTo>
                  <a:lnTo>
                    <a:pt x="639" y="256"/>
                  </a:lnTo>
                  <a:lnTo>
                    <a:pt x="383" y="0"/>
                  </a:lnTo>
                  <a:close/>
                </a:path>
              </a:pathLst>
            </a:custGeom>
            <a:solidFill>
              <a:srgbClr val="A7A9A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583;p35">
              <a:extLst>
                <a:ext uri="{FF2B5EF4-FFF2-40B4-BE49-F238E27FC236}">
                  <a16:creationId xmlns:a16="http://schemas.microsoft.com/office/drawing/2014/main" id="{8004ACAE-EEA0-15B5-5A44-75C9FDFFACD9}"/>
                </a:ext>
              </a:extLst>
            </p:cNvPr>
            <p:cNvSpPr/>
            <p:nvPr/>
          </p:nvSpPr>
          <p:spPr>
            <a:xfrm>
              <a:off x="3404854" y="4456887"/>
              <a:ext cx="14777" cy="24629"/>
            </a:xfrm>
            <a:custGeom>
              <a:avLst/>
              <a:gdLst/>
              <a:ahLst/>
              <a:cxnLst/>
              <a:rect l="l" t="t" r="r" b="b"/>
              <a:pathLst>
                <a:path w="384" h="640" extrusionOk="0">
                  <a:moveTo>
                    <a:pt x="1" y="1"/>
                  </a:moveTo>
                  <a:lnTo>
                    <a:pt x="256" y="384"/>
                  </a:lnTo>
                  <a:lnTo>
                    <a:pt x="384" y="639"/>
                  </a:lnTo>
                  <a:lnTo>
                    <a:pt x="256" y="256"/>
                  </a:lnTo>
                  <a:lnTo>
                    <a:pt x="1" y="1"/>
                  </a:ln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584;p35">
              <a:extLst>
                <a:ext uri="{FF2B5EF4-FFF2-40B4-BE49-F238E27FC236}">
                  <a16:creationId xmlns:a16="http://schemas.microsoft.com/office/drawing/2014/main" id="{B939899E-A6AB-43E7-C6AA-1AEF2F4D3232}"/>
                </a:ext>
              </a:extLst>
            </p:cNvPr>
            <p:cNvSpPr/>
            <p:nvPr/>
          </p:nvSpPr>
          <p:spPr>
            <a:xfrm>
              <a:off x="3409780" y="4447074"/>
              <a:ext cx="24590" cy="24590"/>
            </a:xfrm>
            <a:custGeom>
              <a:avLst/>
              <a:gdLst/>
              <a:ahLst/>
              <a:cxnLst/>
              <a:rect l="l" t="t" r="r" b="b"/>
              <a:pathLst>
                <a:path w="639" h="639" extrusionOk="0">
                  <a:moveTo>
                    <a:pt x="0" y="1"/>
                  </a:moveTo>
                  <a:lnTo>
                    <a:pt x="256" y="128"/>
                  </a:lnTo>
                  <a:lnTo>
                    <a:pt x="511" y="384"/>
                  </a:lnTo>
                  <a:lnTo>
                    <a:pt x="639" y="639"/>
                  </a:lnTo>
                  <a:lnTo>
                    <a:pt x="639" y="256"/>
                  </a:lnTo>
                  <a:lnTo>
                    <a:pt x="384" y="1"/>
                  </a:ln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585;p35">
              <a:extLst>
                <a:ext uri="{FF2B5EF4-FFF2-40B4-BE49-F238E27FC236}">
                  <a16:creationId xmlns:a16="http://schemas.microsoft.com/office/drawing/2014/main" id="{3D83CB05-F3AE-0570-30A3-FD0331AF0247}"/>
                </a:ext>
              </a:extLst>
            </p:cNvPr>
            <p:cNvSpPr/>
            <p:nvPr/>
          </p:nvSpPr>
          <p:spPr>
            <a:xfrm>
              <a:off x="3444185" y="4466739"/>
              <a:ext cx="4926" cy="9852"/>
            </a:xfrm>
            <a:custGeom>
              <a:avLst/>
              <a:gdLst/>
              <a:ahLst/>
              <a:cxnLst/>
              <a:rect l="l" t="t" r="r" b="b"/>
              <a:pathLst>
                <a:path w="128" h="256" extrusionOk="0">
                  <a:moveTo>
                    <a:pt x="128" y="0"/>
                  </a:moveTo>
                  <a:lnTo>
                    <a:pt x="0" y="128"/>
                  </a:lnTo>
                  <a:lnTo>
                    <a:pt x="0" y="256"/>
                  </a:lnTo>
                  <a:lnTo>
                    <a:pt x="128" y="0"/>
                  </a:ln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586;p35">
              <a:extLst>
                <a:ext uri="{FF2B5EF4-FFF2-40B4-BE49-F238E27FC236}">
                  <a16:creationId xmlns:a16="http://schemas.microsoft.com/office/drawing/2014/main" id="{FA4059B9-7A16-F9CD-5F3C-96D592DA182E}"/>
                </a:ext>
              </a:extLst>
            </p:cNvPr>
            <p:cNvSpPr/>
            <p:nvPr/>
          </p:nvSpPr>
          <p:spPr>
            <a:xfrm>
              <a:off x="3316417" y="4471665"/>
              <a:ext cx="58994" cy="68807"/>
            </a:xfrm>
            <a:custGeom>
              <a:avLst/>
              <a:gdLst/>
              <a:ahLst/>
              <a:cxnLst/>
              <a:rect l="l" t="t" r="r" b="b"/>
              <a:pathLst>
                <a:path w="1533" h="1788" extrusionOk="0">
                  <a:moveTo>
                    <a:pt x="894" y="0"/>
                  </a:moveTo>
                  <a:lnTo>
                    <a:pt x="639" y="128"/>
                  </a:lnTo>
                  <a:lnTo>
                    <a:pt x="383" y="255"/>
                  </a:lnTo>
                  <a:lnTo>
                    <a:pt x="256" y="511"/>
                  </a:lnTo>
                  <a:lnTo>
                    <a:pt x="128" y="894"/>
                  </a:lnTo>
                  <a:lnTo>
                    <a:pt x="0" y="1149"/>
                  </a:lnTo>
                  <a:lnTo>
                    <a:pt x="128" y="1405"/>
                  </a:lnTo>
                  <a:lnTo>
                    <a:pt x="256" y="1532"/>
                  </a:lnTo>
                  <a:lnTo>
                    <a:pt x="639" y="1788"/>
                  </a:lnTo>
                  <a:lnTo>
                    <a:pt x="639" y="1405"/>
                  </a:lnTo>
                  <a:lnTo>
                    <a:pt x="1022" y="1022"/>
                  </a:lnTo>
                  <a:lnTo>
                    <a:pt x="1277" y="383"/>
                  </a:lnTo>
                  <a:lnTo>
                    <a:pt x="1533" y="383"/>
                  </a:lnTo>
                  <a:lnTo>
                    <a:pt x="1022" y="0"/>
                  </a:lnTo>
                  <a:close/>
                </a:path>
              </a:pathLst>
            </a:custGeom>
            <a:solidFill>
              <a:srgbClr val="1A1A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587;p35">
              <a:extLst>
                <a:ext uri="{FF2B5EF4-FFF2-40B4-BE49-F238E27FC236}">
                  <a16:creationId xmlns:a16="http://schemas.microsoft.com/office/drawing/2014/main" id="{EF77983A-E42F-8400-60C9-8094F20CD448}"/>
                </a:ext>
              </a:extLst>
            </p:cNvPr>
            <p:cNvSpPr/>
            <p:nvPr/>
          </p:nvSpPr>
          <p:spPr>
            <a:xfrm>
              <a:off x="3336044" y="4481479"/>
              <a:ext cx="49181" cy="63919"/>
            </a:xfrm>
            <a:custGeom>
              <a:avLst/>
              <a:gdLst/>
              <a:ahLst/>
              <a:cxnLst/>
              <a:rect l="l" t="t" r="r" b="b"/>
              <a:pathLst>
                <a:path w="1278" h="1661" extrusionOk="0">
                  <a:moveTo>
                    <a:pt x="895" y="0"/>
                  </a:moveTo>
                  <a:lnTo>
                    <a:pt x="639" y="128"/>
                  </a:lnTo>
                  <a:lnTo>
                    <a:pt x="384" y="256"/>
                  </a:lnTo>
                  <a:lnTo>
                    <a:pt x="256" y="511"/>
                  </a:lnTo>
                  <a:lnTo>
                    <a:pt x="1" y="894"/>
                  </a:lnTo>
                  <a:lnTo>
                    <a:pt x="1" y="1150"/>
                  </a:lnTo>
                  <a:lnTo>
                    <a:pt x="1" y="1405"/>
                  </a:lnTo>
                  <a:lnTo>
                    <a:pt x="256" y="1533"/>
                  </a:lnTo>
                  <a:lnTo>
                    <a:pt x="384" y="1660"/>
                  </a:lnTo>
                  <a:lnTo>
                    <a:pt x="639" y="1533"/>
                  </a:lnTo>
                  <a:lnTo>
                    <a:pt x="895" y="1277"/>
                  </a:lnTo>
                  <a:lnTo>
                    <a:pt x="1023" y="1022"/>
                  </a:lnTo>
                  <a:lnTo>
                    <a:pt x="1150" y="767"/>
                  </a:lnTo>
                  <a:lnTo>
                    <a:pt x="1278" y="511"/>
                  </a:lnTo>
                  <a:lnTo>
                    <a:pt x="1150" y="256"/>
                  </a:lnTo>
                  <a:lnTo>
                    <a:pt x="1023" y="128"/>
                  </a:lnTo>
                  <a:lnTo>
                    <a:pt x="895" y="0"/>
                  </a:lnTo>
                  <a:close/>
                </a:path>
              </a:pathLst>
            </a:custGeom>
            <a:solidFill>
              <a:srgbClr val="3333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588;p35">
              <a:extLst>
                <a:ext uri="{FF2B5EF4-FFF2-40B4-BE49-F238E27FC236}">
                  <a16:creationId xmlns:a16="http://schemas.microsoft.com/office/drawing/2014/main" id="{8410A35A-2F31-7B79-7B48-BDB23690AE05}"/>
                </a:ext>
              </a:extLst>
            </p:cNvPr>
            <p:cNvSpPr/>
            <p:nvPr/>
          </p:nvSpPr>
          <p:spPr>
            <a:xfrm>
              <a:off x="3345896" y="4496218"/>
              <a:ext cx="24590" cy="34442"/>
            </a:xfrm>
            <a:custGeom>
              <a:avLst/>
              <a:gdLst/>
              <a:ahLst/>
              <a:cxnLst/>
              <a:rect l="l" t="t" r="r" b="b"/>
              <a:pathLst>
                <a:path w="639" h="895" extrusionOk="0">
                  <a:moveTo>
                    <a:pt x="383" y="0"/>
                  </a:moveTo>
                  <a:lnTo>
                    <a:pt x="128" y="256"/>
                  </a:lnTo>
                  <a:lnTo>
                    <a:pt x="0" y="639"/>
                  </a:lnTo>
                  <a:lnTo>
                    <a:pt x="128" y="894"/>
                  </a:lnTo>
                  <a:lnTo>
                    <a:pt x="383" y="767"/>
                  </a:lnTo>
                  <a:lnTo>
                    <a:pt x="639" y="511"/>
                  </a:lnTo>
                  <a:lnTo>
                    <a:pt x="639" y="256"/>
                  </a:lnTo>
                  <a:lnTo>
                    <a:pt x="639" y="0"/>
                  </a:lnTo>
                  <a:close/>
                </a:path>
              </a:pathLst>
            </a:custGeom>
            <a:solidFill>
              <a:srgbClr val="B2B2B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589;p35">
              <a:extLst>
                <a:ext uri="{FF2B5EF4-FFF2-40B4-BE49-F238E27FC236}">
                  <a16:creationId xmlns:a16="http://schemas.microsoft.com/office/drawing/2014/main" id="{27DF68B4-0CEE-61DD-8524-DFC62DECEFF3}"/>
                </a:ext>
              </a:extLst>
            </p:cNvPr>
            <p:cNvSpPr/>
            <p:nvPr/>
          </p:nvSpPr>
          <p:spPr>
            <a:xfrm>
              <a:off x="3355709" y="4510957"/>
              <a:ext cx="4964" cy="4964"/>
            </a:xfrm>
            <a:custGeom>
              <a:avLst/>
              <a:gdLst/>
              <a:ahLst/>
              <a:cxnLst/>
              <a:rect l="l" t="t" r="r" b="b"/>
              <a:pathLst>
                <a:path w="129" h="129" extrusionOk="0">
                  <a:moveTo>
                    <a:pt x="128" y="1"/>
                  </a:moveTo>
                  <a:lnTo>
                    <a:pt x="1" y="128"/>
                  </a:lnTo>
                  <a:lnTo>
                    <a:pt x="128" y="128"/>
                  </a:lnTo>
                  <a:lnTo>
                    <a:pt x="128" y="1"/>
                  </a:lnTo>
                  <a:close/>
                </a:path>
              </a:pathLst>
            </a:custGeom>
            <a:solidFill>
              <a:srgbClr val="DEDED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590;p35">
              <a:extLst>
                <a:ext uri="{FF2B5EF4-FFF2-40B4-BE49-F238E27FC236}">
                  <a16:creationId xmlns:a16="http://schemas.microsoft.com/office/drawing/2014/main" id="{0D377A9F-F5FB-B368-5873-61364DE24F51}"/>
                </a:ext>
              </a:extLst>
            </p:cNvPr>
            <p:cNvSpPr/>
            <p:nvPr/>
          </p:nvSpPr>
          <p:spPr>
            <a:xfrm>
              <a:off x="3193536" y="4393004"/>
              <a:ext cx="117987" cy="122913"/>
            </a:xfrm>
            <a:custGeom>
              <a:avLst/>
              <a:gdLst/>
              <a:ahLst/>
              <a:cxnLst/>
              <a:rect l="l" t="t" r="r" b="b"/>
              <a:pathLst>
                <a:path w="3066" h="3194" extrusionOk="0">
                  <a:moveTo>
                    <a:pt x="1" y="1"/>
                  </a:moveTo>
                  <a:lnTo>
                    <a:pt x="1" y="1278"/>
                  </a:lnTo>
                  <a:lnTo>
                    <a:pt x="3066" y="3193"/>
                  </a:lnTo>
                  <a:lnTo>
                    <a:pt x="3066" y="1533"/>
                  </a:lnTo>
                  <a:lnTo>
                    <a:pt x="1"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591;p35">
              <a:extLst>
                <a:ext uri="{FF2B5EF4-FFF2-40B4-BE49-F238E27FC236}">
                  <a16:creationId xmlns:a16="http://schemas.microsoft.com/office/drawing/2014/main" id="{25533A4A-5C98-CF21-F422-4BCBE977A148}"/>
                </a:ext>
              </a:extLst>
            </p:cNvPr>
            <p:cNvSpPr/>
            <p:nvPr/>
          </p:nvSpPr>
          <p:spPr>
            <a:xfrm>
              <a:off x="3193536" y="4422521"/>
              <a:ext cx="113062" cy="63919"/>
            </a:xfrm>
            <a:custGeom>
              <a:avLst/>
              <a:gdLst/>
              <a:ahLst/>
              <a:cxnLst/>
              <a:rect l="l" t="t" r="r" b="b"/>
              <a:pathLst>
                <a:path w="2938" h="1661" extrusionOk="0">
                  <a:moveTo>
                    <a:pt x="2938" y="1660"/>
                  </a:moveTo>
                  <a:lnTo>
                    <a:pt x="1" y="0"/>
                  </a:lnTo>
                  <a:lnTo>
                    <a:pt x="1" y="0"/>
                  </a:lnTo>
                  <a:lnTo>
                    <a:pt x="2938" y="1660"/>
                  </a:lnTo>
                  <a:lnTo>
                    <a:pt x="2938" y="1660"/>
                  </a:lnTo>
                  <a:close/>
                </a:path>
              </a:pathLst>
            </a:custGeom>
            <a:solidFill>
              <a:srgbClr val="821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592;p35">
              <a:extLst>
                <a:ext uri="{FF2B5EF4-FFF2-40B4-BE49-F238E27FC236}">
                  <a16:creationId xmlns:a16="http://schemas.microsoft.com/office/drawing/2014/main" id="{540C6786-9291-5D19-6004-70F60A5E2387}"/>
                </a:ext>
              </a:extLst>
            </p:cNvPr>
            <p:cNvSpPr/>
            <p:nvPr/>
          </p:nvSpPr>
          <p:spPr>
            <a:xfrm>
              <a:off x="3193536" y="4432334"/>
              <a:ext cx="113062" cy="63919"/>
            </a:xfrm>
            <a:custGeom>
              <a:avLst/>
              <a:gdLst/>
              <a:ahLst/>
              <a:cxnLst/>
              <a:rect l="l" t="t" r="r" b="b"/>
              <a:pathLst>
                <a:path w="2938" h="1661" extrusionOk="0">
                  <a:moveTo>
                    <a:pt x="2938" y="1660"/>
                  </a:moveTo>
                  <a:lnTo>
                    <a:pt x="1" y="0"/>
                  </a:lnTo>
                  <a:lnTo>
                    <a:pt x="1" y="0"/>
                  </a:lnTo>
                  <a:lnTo>
                    <a:pt x="2938" y="1660"/>
                  </a:lnTo>
                  <a:lnTo>
                    <a:pt x="2938" y="1660"/>
                  </a:lnTo>
                  <a:close/>
                </a:path>
              </a:pathLst>
            </a:custGeom>
            <a:solidFill>
              <a:srgbClr val="821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593;p35">
              <a:extLst>
                <a:ext uri="{FF2B5EF4-FFF2-40B4-BE49-F238E27FC236}">
                  <a16:creationId xmlns:a16="http://schemas.microsoft.com/office/drawing/2014/main" id="{6E27F704-2E55-939E-3300-4185DEF55A41}"/>
                </a:ext>
              </a:extLst>
            </p:cNvPr>
            <p:cNvSpPr/>
            <p:nvPr/>
          </p:nvSpPr>
          <p:spPr>
            <a:xfrm>
              <a:off x="3193536" y="4407743"/>
              <a:ext cx="113062" cy="68845"/>
            </a:xfrm>
            <a:custGeom>
              <a:avLst/>
              <a:gdLst/>
              <a:ahLst/>
              <a:cxnLst/>
              <a:rect l="l" t="t" r="r" b="b"/>
              <a:pathLst>
                <a:path w="2938" h="1789" extrusionOk="0">
                  <a:moveTo>
                    <a:pt x="1" y="1"/>
                  </a:moveTo>
                  <a:lnTo>
                    <a:pt x="1" y="129"/>
                  </a:lnTo>
                  <a:lnTo>
                    <a:pt x="2938" y="1789"/>
                  </a:lnTo>
                  <a:lnTo>
                    <a:pt x="1" y="1"/>
                  </a:lnTo>
                  <a:close/>
                </a:path>
              </a:pathLst>
            </a:custGeom>
            <a:solidFill>
              <a:srgbClr val="821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594;p35">
              <a:extLst>
                <a:ext uri="{FF2B5EF4-FFF2-40B4-BE49-F238E27FC236}">
                  <a16:creationId xmlns:a16="http://schemas.microsoft.com/office/drawing/2014/main" id="{17DC7D13-FCE3-10E6-ED23-00037A277442}"/>
                </a:ext>
              </a:extLst>
            </p:cNvPr>
            <p:cNvSpPr/>
            <p:nvPr/>
          </p:nvSpPr>
          <p:spPr>
            <a:xfrm>
              <a:off x="3203388" y="4481479"/>
              <a:ext cx="103210" cy="63919"/>
            </a:xfrm>
            <a:custGeom>
              <a:avLst/>
              <a:gdLst/>
              <a:ahLst/>
              <a:cxnLst/>
              <a:rect l="l" t="t" r="r" b="b"/>
              <a:pathLst>
                <a:path w="2682" h="1661" extrusionOk="0">
                  <a:moveTo>
                    <a:pt x="0" y="0"/>
                  </a:moveTo>
                  <a:lnTo>
                    <a:pt x="0" y="128"/>
                  </a:lnTo>
                  <a:lnTo>
                    <a:pt x="2682" y="1660"/>
                  </a:lnTo>
                  <a:lnTo>
                    <a:pt x="2682" y="1660"/>
                  </a:lnTo>
                  <a:lnTo>
                    <a:pt x="0" y="0"/>
                  </a:lnTo>
                  <a:close/>
                </a:path>
              </a:pathLst>
            </a:custGeom>
            <a:solidFill>
              <a:srgbClr val="9C251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595;p35">
              <a:extLst>
                <a:ext uri="{FF2B5EF4-FFF2-40B4-BE49-F238E27FC236}">
                  <a16:creationId xmlns:a16="http://schemas.microsoft.com/office/drawing/2014/main" id="{8DB9679E-381F-BD27-CBE6-4E254FDBC3F2}"/>
                </a:ext>
              </a:extLst>
            </p:cNvPr>
            <p:cNvSpPr/>
            <p:nvPr/>
          </p:nvSpPr>
          <p:spPr>
            <a:xfrm>
              <a:off x="3188649" y="4447074"/>
              <a:ext cx="117949" cy="68845"/>
            </a:xfrm>
            <a:custGeom>
              <a:avLst/>
              <a:gdLst/>
              <a:ahLst/>
              <a:cxnLst/>
              <a:rect l="l" t="t" r="r" b="b"/>
              <a:pathLst>
                <a:path w="3065" h="1789" extrusionOk="0">
                  <a:moveTo>
                    <a:pt x="0" y="1"/>
                  </a:moveTo>
                  <a:lnTo>
                    <a:pt x="2937" y="1788"/>
                  </a:lnTo>
                  <a:lnTo>
                    <a:pt x="3065" y="1661"/>
                  </a:lnTo>
                  <a:lnTo>
                    <a:pt x="128"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596;p35">
              <a:extLst>
                <a:ext uri="{FF2B5EF4-FFF2-40B4-BE49-F238E27FC236}">
                  <a16:creationId xmlns:a16="http://schemas.microsoft.com/office/drawing/2014/main" id="{1AC368C5-0894-A887-12C6-316843762BE2}"/>
                </a:ext>
              </a:extLst>
            </p:cNvPr>
            <p:cNvSpPr/>
            <p:nvPr/>
          </p:nvSpPr>
          <p:spPr>
            <a:xfrm>
              <a:off x="3316417" y="4378264"/>
              <a:ext cx="54068" cy="68845"/>
            </a:xfrm>
            <a:custGeom>
              <a:avLst/>
              <a:gdLst/>
              <a:ahLst/>
              <a:cxnLst/>
              <a:rect l="l" t="t" r="r" b="b"/>
              <a:pathLst>
                <a:path w="1405" h="1789" extrusionOk="0">
                  <a:moveTo>
                    <a:pt x="1405" y="1"/>
                  </a:moveTo>
                  <a:lnTo>
                    <a:pt x="0" y="767"/>
                  </a:lnTo>
                  <a:lnTo>
                    <a:pt x="0" y="1789"/>
                  </a:lnTo>
                  <a:lnTo>
                    <a:pt x="1405" y="1022"/>
                  </a:lnTo>
                  <a:lnTo>
                    <a:pt x="1405" y="1"/>
                  </a:lnTo>
                  <a:close/>
                </a:path>
              </a:pathLst>
            </a:custGeom>
            <a:solidFill>
              <a:srgbClr val="2B5E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2597;p35">
              <a:extLst>
                <a:ext uri="{FF2B5EF4-FFF2-40B4-BE49-F238E27FC236}">
                  <a16:creationId xmlns:a16="http://schemas.microsoft.com/office/drawing/2014/main" id="{11DA8980-2A5A-B01D-3E0F-98436D688849}"/>
                </a:ext>
              </a:extLst>
            </p:cNvPr>
            <p:cNvSpPr/>
            <p:nvPr/>
          </p:nvSpPr>
          <p:spPr>
            <a:xfrm>
              <a:off x="3316417" y="4378264"/>
              <a:ext cx="54068" cy="68845"/>
            </a:xfrm>
            <a:custGeom>
              <a:avLst/>
              <a:gdLst/>
              <a:ahLst/>
              <a:cxnLst/>
              <a:rect l="l" t="t" r="r" b="b"/>
              <a:pathLst>
                <a:path w="1405" h="1789" extrusionOk="0">
                  <a:moveTo>
                    <a:pt x="1405" y="1"/>
                  </a:moveTo>
                  <a:lnTo>
                    <a:pt x="1277" y="128"/>
                  </a:lnTo>
                  <a:lnTo>
                    <a:pt x="1277" y="895"/>
                  </a:lnTo>
                  <a:lnTo>
                    <a:pt x="0" y="1661"/>
                  </a:lnTo>
                  <a:lnTo>
                    <a:pt x="0" y="1789"/>
                  </a:lnTo>
                  <a:lnTo>
                    <a:pt x="1405" y="1022"/>
                  </a:lnTo>
                  <a:lnTo>
                    <a:pt x="1405" y="1"/>
                  </a:lnTo>
                  <a:close/>
                </a:path>
              </a:pathLst>
            </a:custGeom>
            <a:solidFill>
              <a:srgbClr val="174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2598;p35">
              <a:extLst>
                <a:ext uri="{FF2B5EF4-FFF2-40B4-BE49-F238E27FC236}">
                  <a16:creationId xmlns:a16="http://schemas.microsoft.com/office/drawing/2014/main" id="{A177F1B6-45B5-53BE-CBB2-B02B25D2E398}"/>
                </a:ext>
              </a:extLst>
            </p:cNvPr>
            <p:cNvSpPr/>
            <p:nvPr/>
          </p:nvSpPr>
          <p:spPr>
            <a:xfrm>
              <a:off x="3306565" y="4334046"/>
              <a:ext cx="113062" cy="206420"/>
            </a:xfrm>
            <a:custGeom>
              <a:avLst/>
              <a:gdLst/>
              <a:ahLst/>
              <a:cxnLst/>
              <a:rect l="l" t="t" r="r" b="b"/>
              <a:pathLst>
                <a:path w="2938" h="5364" extrusionOk="0">
                  <a:moveTo>
                    <a:pt x="1661" y="1277"/>
                  </a:moveTo>
                  <a:lnTo>
                    <a:pt x="1661" y="2044"/>
                  </a:lnTo>
                  <a:lnTo>
                    <a:pt x="256" y="2810"/>
                  </a:lnTo>
                  <a:lnTo>
                    <a:pt x="256" y="2810"/>
                  </a:lnTo>
                  <a:lnTo>
                    <a:pt x="384" y="2044"/>
                  </a:lnTo>
                  <a:lnTo>
                    <a:pt x="1661" y="1277"/>
                  </a:lnTo>
                  <a:close/>
                  <a:moveTo>
                    <a:pt x="2810" y="0"/>
                  </a:moveTo>
                  <a:lnTo>
                    <a:pt x="256" y="1405"/>
                  </a:lnTo>
                  <a:lnTo>
                    <a:pt x="129" y="1661"/>
                  </a:lnTo>
                  <a:lnTo>
                    <a:pt x="129" y="1916"/>
                  </a:lnTo>
                  <a:lnTo>
                    <a:pt x="129" y="2044"/>
                  </a:lnTo>
                  <a:lnTo>
                    <a:pt x="129" y="2171"/>
                  </a:lnTo>
                  <a:lnTo>
                    <a:pt x="129" y="2938"/>
                  </a:lnTo>
                  <a:lnTo>
                    <a:pt x="1" y="3193"/>
                  </a:lnTo>
                  <a:lnTo>
                    <a:pt x="1" y="4470"/>
                  </a:lnTo>
                  <a:lnTo>
                    <a:pt x="1" y="5364"/>
                  </a:lnTo>
                  <a:lnTo>
                    <a:pt x="256" y="5236"/>
                  </a:lnTo>
                  <a:lnTo>
                    <a:pt x="639" y="5108"/>
                  </a:lnTo>
                  <a:lnTo>
                    <a:pt x="639" y="4981"/>
                  </a:lnTo>
                  <a:lnTo>
                    <a:pt x="639" y="4598"/>
                  </a:lnTo>
                  <a:lnTo>
                    <a:pt x="767" y="4214"/>
                  </a:lnTo>
                  <a:lnTo>
                    <a:pt x="1022" y="3959"/>
                  </a:lnTo>
                  <a:lnTo>
                    <a:pt x="1278" y="3704"/>
                  </a:lnTo>
                  <a:lnTo>
                    <a:pt x="1661" y="3576"/>
                  </a:lnTo>
                  <a:lnTo>
                    <a:pt x="1916" y="3704"/>
                  </a:lnTo>
                  <a:lnTo>
                    <a:pt x="2938" y="3065"/>
                  </a:lnTo>
                  <a:lnTo>
                    <a:pt x="2938" y="128"/>
                  </a:lnTo>
                  <a:lnTo>
                    <a:pt x="2810"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2599;p35">
              <a:extLst>
                <a:ext uri="{FF2B5EF4-FFF2-40B4-BE49-F238E27FC236}">
                  <a16:creationId xmlns:a16="http://schemas.microsoft.com/office/drawing/2014/main" id="{F29C328D-5EAD-19DE-9E3C-21FC10E368CC}"/>
                </a:ext>
              </a:extLst>
            </p:cNvPr>
            <p:cNvSpPr/>
            <p:nvPr/>
          </p:nvSpPr>
          <p:spPr>
            <a:xfrm>
              <a:off x="3326230" y="4471665"/>
              <a:ext cx="58994" cy="63919"/>
            </a:xfrm>
            <a:custGeom>
              <a:avLst/>
              <a:gdLst/>
              <a:ahLst/>
              <a:cxnLst/>
              <a:rect l="l" t="t" r="r" b="b"/>
              <a:pathLst>
                <a:path w="1533" h="1661" extrusionOk="0">
                  <a:moveTo>
                    <a:pt x="1150" y="0"/>
                  </a:moveTo>
                  <a:lnTo>
                    <a:pt x="767" y="128"/>
                  </a:lnTo>
                  <a:lnTo>
                    <a:pt x="511" y="383"/>
                  </a:lnTo>
                  <a:lnTo>
                    <a:pt x="256" y="766"/>
                  </a:lnTo>
                  <a:lnTo>
                    <a:pt x="1" y="1149"/>
                  </a:lnTo>
                  <a:lnTo>
                    <a:pt x="1" y="1532"/>
                  </a:lnTo>
                  <a:lnTo>
                    <a:pt x="128" y="1660"/>
                  </a:lnTo>
                  <a:lnTo>
                    <a:pt x="256" y="1277"/>
                  </a:lnTo>
                  <a:lnTo>
                    <a:pt x="384" y="894"/>
                  </a:lnTo>
                  <a:lnTo>
                    <a:pt x="639" y="511"/>
                  </a:lnTo>
                  <a:lnTo>
                    <a:pt x="894" y="383"/>
                  </a:lnTo>
                  <a:lnTo>
                    <a:pt x="1150" y="255"/>
                  </a:lnTo>
                  <a:lnTo>
                    <a:pt x="1533" y="128"/>
                  </a:lnTo>
                  <a:lnTo>
                    <a:pt x="1405"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2600;p35">
              <a:extLst>
                <a:ext uri="{FF2B5EF4-FFF2-40B4-BE49-F238E27FC236}">
                  <a16:creationId xmlns:a16="http://schemas.microsoft.com/office/drawing/2014/main" id="{1B54D738-FBEC-DE64-4339-7F0613DC491E}"/>
                </a:ext>
              </a:extLst>
            </p:cNvPr>
            <p:cNvSpPr/>
            <p:nvPr/>
          </p:nvSpPr>
          <p:spPr>
            <a:xfrm>
              <a:off x="3370449" y="4476553"/>
              <a:ext cx="19703" cy="24629"/>
            </a:xfrm>
            <a:custGeom>
              <a:avLst/>
              <a:gdLst/>
              <a:ahLst/>
              <a:cxnLst/>
              <a:rect l="l" t="t" r="r" b="b"/>
              <a:pathLst>
                <a:path w="512" h="640" extrusionOk="0">
                  <a:moveTo>
                    <a:pt x="384" y="1"/>
                  </a:moveTo>
                  <a:lnTo>
                    <a:pt x="1" y="128"/>
                  </a:lnTo>
                  <a:lnTo>
                    <a:pt x="129" y="256"/>
                  </a:lnTo>
                  <a:lnTo>
                    <a:pt x="256" y="384"/>
                  </a:lnTo>
                  <a:lnTo>
                    <a:pt x="384" y="511"/>
                  </a:lnTo>
                  <a:lnTo>
                    <a:pt x="512" y="639"/>
                  </a:lnTo>
                  <a:lnTo>
                    <a:pt x="512" y="511"/>
                  </a:lnTo>
                  <a:lnTo>
                    <a:pt x="512" y="256"/>
                  </a:lnTo>
                  <a:lnTo>
                    <a:pt x="384"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2601;p35">
              <a:extLst>
                <a:ext uri="{FF2B5EF4-FFF2-40B4-BE49-F238E27FC236}">
                  <a16:creationId xmlns:a16="http://schemas.microsoft.com/office/drawing/2014/main" id="{362B7449-24B1-8F46-0374-FC1C943EFDF7}"/>
                </a:ext>
              </a:extLst>
            </p:cNvPr>
            <p:cNvSpPr/>
            <p:nvPr/>
          </p:nvSpPr>
          <p:spPr>
            <a:xfrm>
              <a:off x="3331156" y="4476553"/>
              <a:ext cx="63919" cy="59032"/>
            </a:xfrm>
            <a:custGeom>
              <a:avLst/>
              <a:gdLst/>
              <a:ahLst/>
              <a:cxnLst/>
              <a:rect l="l" t="t" r="r" b="b"/>
              <a:pathLst>
                <a:path w="1661" h="1534" extrusionOk="0">
                  <a:moveTo>
                    <a:pt x="1150" y="1"/>
                  </a:moveTo>
                  <a:lnTo>
                    <a:pt x="894" y="128"/>
                  </a:lnTo>
                  <a:lnTo>
                    <a:pt x="511" y="384"/>
                  </a:lnTo>
                  <a:lnTo>
                    <a:pt x="894" y="256"/>
                  </a:lnTo>
                  <a:lnTo>
                    <a:pt x="1150" y="128"/>
                  </a:lnTo>
                  <a:lnTo>
                    <a:pt x="1405" y="128"/>
                  </a:lnTo>
                  <a:lnTo>
                    <a:pt x="1533" y="384"/>
                  </a:lnTo>
                  <a:lnTo>
                    <a:pt x="1533" y="639"/>
                  </a:lnTo>
                  <a:lnTo>
                    <a:pt x="1660" y="639"/>
                  </a:lnTo>
                  <a:lnTo>
                    <a:pt x="1660" y="256"/>
                  </a:lnTo>
                  <a:lnTo>
                    <a:pt x="1405" y="1"/>
                  </a:lnTo>
                  <a:close/>
                  <a:moveTo>
                    <a:pt x="511" y="384"/>
                  </a:moveTo>
                  <a:lnTo>
                    <a:pt x="256" y="767"/>
                  </a:lnTo>
                  <a:lnTo>
                    <a:pt x="128" y="1150"/>
                  </a:lnTo>
                  <a:lnTo>
                    <a:pt x="383" y="767"/>
                  </a:lnTo>
                  <a:lnTo>
                    <a:pt x="511" y="384"/>
                  </a:lnTo>
                  <a:close/>
                  <a:moveTo>
                    <a:pt x="128" y="1150"/>
                  </a:moveTo>
                  <a:lnTo>
                    <a:pt x="0" y="1533"/>
                  </a:lnTo>
                  <a:lnTo>
                    <a:pt x="128" y="1533"/>
                  </a:lnTo>
                  <a:lnTo>
                    <a:pt x="128" y="115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2602;p35">
              <a:extLst>
                <a:ext uri="{FF2B5EF4-FFF2-40B4-BE49-F238E27FC236}">
                  <a16:creationId xmlns:a16="http://schemas.microsoft.com/office/drawing/2014/main" id="{ED5E0942-1E05-5CC7-A2CD-448BAEFD2B09}"/>
                </a:ext>
              </a:extLst>
            </p:cNvPr>
            <p:cNvSpPr/>
            <p:nvPr/>
          </p:nvSpPr>
          <p:spPr>
            <a:xfrm>
              <a:off x="3306565" y="4501144"/>
              <a:ext cx="9890" cy="44255"/>
            </a:xfrm>
            <a:custGeom>
              <a:avLst/>
              <a:gdLst/>
              <a:ahLst/>
              <a:cxnLst/>
              <a:rect l="l" t="t" r="r" b="b"/>
              <a:pathLst>
                <a:path w="257" h="1150" extrusionOk="0">
                  <a:moveTo>
                    <a:pt x="256" y="0"/>
                  </a:moveTo>
                  <a:lnTo>
                    <a:pt x="1" y="256"/>
                  </a:lnTo>
                  <a:lnTo>
                    <a:pt x="1" y="1149"/>
                  </a:lnTo>
                  <a:lnTo>
                    <a:pt x="256" y="894"/>
                  </a:lnTo>
                  <a:lnTo>
                    <a:pt x="256"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2603;p35">
              <a:extLst>
                <a:ext uri="{FF2B5EF4-FFF2-40B4-BE49-F238E27FC236}">
                  <a16:creationId xmlns:a16="http://schemas.microsoft.com/office/drawing/2014/main" id="{B4A12555-8D4D-2025-1872-7B0DE3E41151}"/>
                </a:ext>
              </a:extLst>
            </p:cNvPr>
            <p:cNvSpPr/>
            <p:nvPr/>
          </p:nvSpPr>
          <p:spPr>
            <a:xfrm>
              <a:off x="3301677" y="4510957"/>
              <a:ext cx="4926" cy="34442"/>
            </a:xfrm>
            <a:custGeom>
              <a:avLst/>
              <a:gdLst/>
              <a:ahLst/>
              <a:cxnLst/>
              <a:rect l="l" t="t" r="r" b="b"/>
              <a:pathLst>
                <a:path w="128" h="895" extrusionOk="0">
                  <a:moveTo>
                    <a:pt x="128" y="1"/>
                  </a:moveTo>
                  <a:lnTo>
                    <a:pt x="0" y="128"/>
                  </a:lnTo>
                  <a:lnTo>
                    <a:pt x="0" y="894"/>
                  </a:lnTo>
                  <a:lnTo>
                    <a:pt x="128" y="894"/>
                  </a:lnTo>
                  <a:lnTo>
                    <a:pt x="128"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2604;p35">
              <a:extLst>
                <a:ext uri="{FF2B5EF4-FFF2-40B4-BE49-F238E27FC236}">
                  <a16:creationId xmlns:a16="http://schemas.microsoft.com/office/drawing/2014/main" id="{A49FAF12-5430-034B-904D-1EFD537B467A}"/>
                </a:ext>
              </a:extLst>
            </p:cNvPr>
            <p:cNvSpPr/>
            <p:nvPr/>
          </p:nvSpPr>
          <p:spPr>
            <a:xfrm>
              <a:off x="3380301" y="4363525"/>
              <a:ext cx="24590" cy="44255"/>
            </a:xfrm>
            <a:custGeom>
              <a:avLst/>
              <a:gdLst/>
              <a:ahLst/>
              <a:cxnLst/>
              <a:rect l="l" t="t" r="r" b="b"/>
              <a:pathLst>
                <a:path w="639" h="1150" extrusionOk="0">
                  <a:moveTo>
                    <a:pt x="639" y="1"/>
                  </a:moveTo>
                  <a:lnTo>
                    <a:pt x="0" y="384"/>
                  </a:lnTo>
                  <a:lnTo>
                    <a:pt x="0" y="1150"/>
                  </a:lnTo>
                  <a:lnTo>
                    <a:pt x="639" y="767"/>
                  </a:lnTo>
                  <a:lnTo>
                    <a:pt x="639" y="639"/>
                  </a:lnTo>
                  <a:lnTo>
                    <a:pt x="639"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2605;p35">
              <a:extLst>
                <a:ext uri="{FF2B5EF4-FFF2-40B4-BE49-F238E27FC236}">
                  <a16:creationId xmlns:a16="http://schemas.microsoft.com/office/drawing/2014/main" id="{0E1EA6F9-DC13-ED48-2680-A6109DCB06FD}"/>
                </a:ext>
              </a:extLst>
            </p:cNvPr>
            <p:cNvSpPr/>
            <p:nvPr/>
          </p:nvSpPr>
          <p:spPr>
            <a:xfrm>
              <a:off x="3321304" y="4353711"/>
              <a:ext cx="93436" cy="176943"/>
            </a:xfrm>
            <a:custGeom>
              <a:avLst/>
              <a:gdLst/>
              <a:ahLst/>
              <a:cxnLst/>
              <a:rect l="l" t="t" r="r" b="b"/>
              <a:pathLst>
                <a:path w="2428" h="4598" extrusionOk="0">
                  <a:moveTo>
                    <a:pt x="2299" y="1916"/>
                  </a:moveTo>
                  <a:lnTo>
                    <a:pt x="1916" y="2171"/>
                  </a:lnTo>
                  <a:lnTo>
                    <a:pt x="1712" y="2324"/>
                  </a:lnTo>
                  <a:lnTo>
                    <a:pt x="1789" y="2299"/>
                  </a:lnTo>
                  <a:lnTo>
                    <a:pt x="2299" y="1916"/>
                  </a:lnTo>
                  <a:close/>
                  <a:moveTo>
                    <a:pt x="2044" y="2873"/>
                  </a:moveTo>
                  <a:lnTo>
                    <a:pt x="1746" y="3022"/>
                  </a:lnTo>
                  <a:lnTo>
                    <a:pt x="1789" y="3065"/>
                  </a:lnTo>
                  <a:lnTo>
                    <a:pt x="2044" y="2873"/>
                  </a:lnTo>
                  <a:close/>
                  <a:moveTo>
                    <a:pt x="2172" y="0"/>
                  </a:moveTo>
                  <a:lnTo>
                    <a:pt x="1278" y="511"/>
                  </a:lnTo>
                  <a:lnTo>
                    <a:pt x="1" y="1277"/>
                  </a:lnTo>
                  <a:lnTo>
                    <a:pt x="1" y="1405"/>
                  </a:lnTo>
                  <a:lnTo>
                    <a:pt x="1278" y="639"/>
                  </a:lnTo>
                  <a:lnTo>
                    <a:pt x="1278" y="2554"/>
                  </a:lnTo>
                  <a:lnTo>
                    <a:pt x="1278" y="2810"/>
                  </a:lnTo>
                  <a:lnTo>
                    <a:pt x="895" y="2937"/>
                  </a:lnTo>
                  <a:lnTo>
                    <a:pt x="639" y="3193"/>
                  </a:lnTo>
                  <a:lnTo>
                    <a:pt x="512" y="3320"/>
                  </a:lnTo>
                  <a:lnTo>
                    <a:pt x="895" y="3065"/>
                  </a:lnTo>
                  <a:lnTo>
                    <a:pt x="1406" y="2937"/>
                  </a:lnTo>
                  <a:lnTo>
                    <a:pt x="1533" y="2937"/>
                  </a:lnTo>
                  <a:lnTo>
                    <a:pt x="1661" y="3065"/>
                  </a:lnTo>
                  <a:lnTo>
                    <a:pt x="1746" y="3022"/>
                  </a:lnTo>
                  <a:lnTo>
                    <a:pt x="1533" y="2810"/>
                  </a:lnTo>
                  <a:lnTo>
                    <a:pt x="1406" y="2810"/>
                  </a:lnTo>
                  <a:lnTo>
                    <a:pt x="1406" y="2554"/>
                  </a:lnTo>
                  <a:lnTo>
                    <a:pt x="1712" y="2324"/>
                  </a:lnTo>
                  <a:lnTo>
                    <a:pt x="1406" y="2427"/>
                  </a:lnTo>
                  <a:lnTo>
                    <a:pt x="1406" y="511"/>
                  </a:lnTo>
                  <a:lnTo>
                    <a:pt x="2172" y="128"/>
                  </a:lnTo>
                  <a:lnTo>
                    <a:pt x="2299" y="128"/>
                  </a:lnTo>
                  <a:lnTo>
                    <a:pt x="2299" y="1916"/>
                  </a:lnTo>
                  <a:lnTo>
                    <a:pt x="2299" y="2682"/>
                  </a:lnTo>
                  <a:lnTo>
                    <a:pt x="2044" y="2873"/>
                  </a:lnTo>
                  <a:lnTo>
                    <a:pt x="2044" y="2873"/>
                  </a:lnTo>
                  <a:lnTo>
                    <a:pt x="2427" y="2682"/>
                  </a:lnTo>
                  <a:lnTo>
                    <a:pt x="2427" y="1916"/>
                  </a:lnTo>
                  <a:lnTo>
                    <a:pt x="2427" y="128"/>
                  </a:lnTo>
                  <a:lnTo>
                    <a:pt x="2172" y="0"/>
                  </a:lnTo>
                  <a:close/>
                  <a:moveTo>
                    <a:pt x="1278" y="2554"/>
                  </a:moveTo>
                  <a:lnTo>
                    <a:pt x="1" y="3193"/>
                  </a:lnTo>
                  <a:lnTo>
                    <a:pt x="1" y="3320"/>
                  </a:lnTo>
                  <a:lnTo>
                    <a:pt x="1278" y="2554"/>
                  </a:lnTo>
                  <a:close/>
                  <a:moveTo>
                    <a:pt x="512" y="3320"/>
                  </a:moveTo>
                  <a:lnTo>
                    <a:pt x="384" y="3448"/>
                  </a:lnTo>
                  <a:lnTo>
                    <a:pt x="256" y="3703"/>
                  </a:lnTo>
                  <a:lnTo>
                    <a:pt x="512" y="3320"/>
                  </a:lnTo>
                  <a:close/>
                  <a:moveTo>
                    <a:pt x="256" y="3703"/>
                  </a:moveTo>
                  <a:lnTo>
                    <a:pt x="256" y="3703"/>
                  </a:lnTo>
                  <a:lnTo>
                    <a:pt x="256" y="3703"/>
                  </a:lnTo>
                  <a:lnTo>
                    <a:pt x="256" y="3703"/>
                  </a:lnTo>
                  <a:close/>
                  <a:moveTo>
                    <a:pt x="256" y="3703"/>
                  </a:moveTo>
                  <a:lnTo>
                    <a:pt x="1" y="4214"/>
                  </a:lnTo>
                  <a:lnTo>
                    <a:pt x="1" y="4597"/>
                  </a:lnTo>
                  <a:lnTo>
                    <a:pt x="129" y="4087"/>
                  </a:lnTo>
                  <a:lnTo>
                    <a:pt x="256" y="3703"/>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2606;p35">
              <a:extLst>
                <a:ext uri="{FF2B5EF4-FFF2-40B4-BE49-F238E27FC236}">
                  <a16:creationId xmlns:a16="http://schemas.microsoft.com/office/drawing/2014/main" id="{38542C34-91E3-351A-B46D-DBD365AC02A0}"/>
                </a:ext>
              </a:extLst>
            </p:cNvPr>
            <p:cNvSpPr/>
            <p:nvPr/>
          </p:nvSpPr>
          <p:spPr>
            <a:xfrm>
              <a:off x="3360635" y="4427408"/>
              <a:ext cx="4964" cy="4964"/>
            </a:xfrm>
            <a:custGeom>
              <a:avLst/>
              <a:gdLst/>
              <a:ahLst/>
              <a:cxnLst/>
              <a:rect l="l" t="t" r="r" b="b"/>
              <a:pathLst>
                <a:path w="129" h="129" extrusionOk="0">
                  <a:moveTo>
                    <a:pt x="0" y="1"/>
                  </a:moveTo>
                  <a:lnTo>
                    <a:pt x="0" y="128"/>
                  </a:lnTo>
                  <a:lnTo>
                    <a:pt x="128" y="1"/>
                  </a:lnTo>
                  <a:close/>
                </a:path>
              </a:pathLst>
            </a:custGeom>
            <a:solidFill>
              <a:srgbClr val="821F1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2607;p35">
              <a:extLst>
                <a:ext uri="{FF2B5EF4-FFF2-40B4-BE49-F238E27FC236}">
                  <a16:creationId xmlns:a16="http://schemas.microsoft.com/office/drawing/2014/main" id="{B7C60652-4AB1-6093-F569-A49CB5CAEA01}"/>
                </a:ext>
              </a:extLst>
            </p:cNvPr>
            <p:cNvSpPr/>
            <p:nvPr/>
          </p:nvSpPr>
          <p:spPr>
            <a:xfrm>
              <a:off x="3419593" y="4368451"/>
              <a:ext cx="9890" cy="73732"/>
            </a:xfrm>
            <a:custGeom>
              <a:avLst/>
              <a:gdLst/>
              <a:ahLst/>
              <a:cxnLst/>
              <a:rect l="l" t="t" r="r" b="b"/>
              <a:pathLst>
                <a:path w="257" h="1916" extrusionOk="0">
                  <a:moveTo>
                    <a:pt x="1" y="0"/>
                  </a:moveTo>
                  <a:lnTo>
                    <a:pt x="1" y="1916"/>
                  </a:lnTo>
                  <a:lnTo>
                    <a:pt x="256" y="1788"/>
                  </a:lnTo>
                  <a:lnTo>
                    <a:pt x="256" y="0"/>
                  </a:ln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2608;p35">
              <a:extLst>
                <a:ext uri="{FF2B5EF4-FFF2-40B4-BE49-F238E27FC236}">
                  <a16:creationId xmlns:a16="http://schemas.microsoft.com/office/drawing/2014/main" id="{52EFE508-C7CD-4F15-EAF1-CA4FCC2CDDF1}"/>
                </a:ext>
              </a:extLst>
            </p:cNvPr>
            <p:cNvSpPr/>
            <p:nvPr/>
          </p:nvSpPr>
          <p:spPr>
            <a:xfrm>
              <a:off x="3429445" y="4388116"/>
              <a:ext cx="4926" cy="49181"/>
            </a:xfrm>
            <a:custGeom>
              <a:avLst/>
              <a:gdLst/>
              <a:ahLst/>
              <a:cxnLst/>
              <a:rect l="l" t="t" r="r" b="b"/>
              <a:pathLst>
                <a:path w="128" h="1278" extrusionOk="0">
                  <a:moveTo>
                    <a:pt x="0" y="0"/>
                  </a:moveTo>
                  <a:lnTo>
                    <a:pt x="0" y="1277"/>
                  </a:lnTo>
                  <a:lnTo>
                    <a:pt x="128" y="1149"/>
                  </a:lnTo>
                  <a:lnTo>
                    <a:pt x="128" y="0"/>
                  </a:ln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2609;p35">
              <a:extLst>
                <a:ext uri="{FF2B5EF4-FFF2-40B4-BE49-F238E27FC236}">
                  <a16:creationId xmlns:a16="http://schemas.microsoft.com/office/drawing/2014/main" id="{42D0697E-46E9-E735-CA77-595A587793A0}"/>
                </a:ext>
              </a:extLst>
            </p:cNvPr>
            <p:cNvSpPr/>
            <p:nvPr/>
          </p:nvSpPr>
          <p:spPr>
            <a:xfrm>
              <a:off x="3188649" y="4447074"/>
              <a:ext cx="113062" cy="98323"/>
            </a:xfrm>
            <a:custGeom>
              <a:avLst/>
              <a:gdLst/>
              <a:ahLst/>
              <a:cxnLst/>
              <a:rect l="l" t="t" r="r" b="b"/>
              <a:pathLst>
                <a:path w="2938" h="2555" extrusionOk="0">
                  <a:moveTo>
                    <a:pt x="0" y="1"/>
                  </a:moveTo>
                  <a:lnTo>
                    <a:pt x="0" y="767"/>
                  </a:lnTo>
                  <a:lnTo>
                    <a:pt x="2937" y="2554"/>
                  </a:lnTo>
                  <a:lnTo>
                    <a:pt x="2937" y="1788"/>
                  </a:lnTo>
                  <a:lnTo>
                    <a:pt x="0"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2610;p35">
              <a:extLst>
                <a:ext uri="{FF2B5EF4-FFF2-40B4-BE49-F238E27FC236}">
                  <a16:creationId xmlns:a16="http://schemas.microsoft.com/office/drawing/2014/main" id="{45CEFAFC-50E6-FB8E-AF2D-DCAD8AFECA2B}"/>
                </a:ext>
              </a:extLst>
            </p:cNvPr>
            <p:cNvSpPr/>
            <p:nvPr/>
          </p:nvSpPr>
          <p:spPr>
            <a:xfrm>
              <a:off x="3227941" y="4481479"/>
              <a:ext cx="34442" cy="29516"/>
            </a:xfrm>
            <a:custGeom>
              <a:avLst/>
              <a:gdLst/>
              <a:ahLst/>
              <a:cxnLst/>
              <a:rect l="l" t="t" r="r" b="b"/>
              <a:pathLst>
                <a:path w="895" h="767" extrusionOk="0">
                  <a:moveTo>
                    <a:pt x="1" y="0"/>
                  </a:moveTo>
                  <a:lnTo>
                    <a:pt x="1" y="128"/>
                  </a:lnTo>
                  <a:lnTo>
                    <a:pt x="895" y="767"/>
                  </a:lnTo>
                  <a:lnTo>
                    <a:pt x="895" y="511"/>
                  </a:lnTo>
                  <a:lnTo>
                    <a:pt x="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2611;p35">
              <a:extLst>
                <a:ext uri="{FF2B5EF4-FFF2-40B4-BE49-F238E27FC236}">
                  <a16:creationId xmlns:a16="http://schemas.microsoft.com/office/drawing/2014/main" id="{6C1666F3-7E25-B80A-54B7-9443C103554A}"/>
                </a:ext>
              </a:extLst>
            </p:cNvPr>
            <p:cNvSpPr/>
            <p:nvPr/>
          </p:nvSpPr>
          <p:spPr>
            <a:xfrm>
              <a:off x="3193536" y="4456887"/>
              <a:ext cx="24629" cy="29555"/>
            </a:xfrm>
            <a:custGeom>
              <a:avLst/>
              <a:gdLst/>
              <a:ahLst/>
              <a:cxnLst/>
              <a:rect l="l" t="t" r="r" b="b"/>
              <a:pathLst>
                <a:path w="640" h="768" extrusionOk="0">
                  <a:moveTo>
                    <a:pt x="1" y="1"/>
                  </a:moveTo>
                  <a:lnTo>
                    <a:pt x="1" y="384"/>
                  </a:lnTo>
                  <a:lnTo>
                    <a:pt x="639" y="767"/>
                  </a:lnTo>
                  <a:lnTo>
                    <a:pt x="639" y="384"/>
                  </a:lnTo>
                  <a:lnTo>
                    <a:pt x="1"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2612;p35">
              <a:extLst>
                <a:ext uri="{FF2B5EF4-FFF2-40B4-BE49-F238E27FC236}">
                  <a16:creationId xmlns:a16="http://schemas.microsoft.com/office/drawing/2014/main" id="{8DFE9F3E-1E50-5081-9333-6212CEBD23D0}"/>
                </a:ext>
              </a:extLst>
            </p:cNvPr>
            <p:cNvSpPr/>
            <p:nvPr/>
          </p:nvSpPr>
          <p:spPr>
            <a:xfrm>
              <a:off x="3198462" y="4461813"/>
              <a:ext cx="19703" cy="24629"/>
            </a:xfrm>
            <a:custGeom>
              <a:avLst/>
              <a:gdLst/>
              <a:ahLst/>
              <a:cxnLst/>
              <a:rect l="l" t="t" r="r" b="b"/>
              <a:pathLst>
                <a:path w="512" h="640" extrusionOk="0">
                  <a:moveTo>
                    <a:pt x="0" y="1"/>
                  </a:moveTo>
                  <a:lnTo>
                    <a:pt x="0" y="256"/>
                  </a:lnTo>
                  <a:lnTo>
                    <a:pt x="511" y="639"/>
                  </a:lnTo>
                  <a:lnTo>
                    <a:pt x="511" y="256"/>
                  </a:lnTo>
                  <a:lnTo>
                    <a:pt x="0" y="1"/>
                  </a:lnTo>
                  <a:close/>
                </a:path>
              </a:pathLst>
            </a:custGeom>
            <a:solidFill>
              <a:srgbClr val="D1C6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2613;p35">
              <a:extLst>
                <a:ext uri="{FF2B5EF4-FFF2-40B4-BE49-F238E27FC236}">
                  <a16:creationId xmlns:a16="http://schemas.microsoft.com/office/drawing/2014/main" id="{6A92258A-5F35-5A05-4F52-FA8CA234385E}"/>
                </a:ext>
              </a:extLst>
            </p:cNvPr>
            <p:cNvSpPr/>
            <p:nvPr/>
          </p:nvSpPr>
          <p:spPr>
            <a:xfrm>
              <a:off x="3272160" y="4501144"/>
              <a:ext cx="24629" cy="34442"/>
            </a:xfrm>
            <a:custGeom>
              <a:avLst/>
              <a:gdLst/>
              <a:ahLst/>
              <a:cxnLst/>
              <a:rect l="l" t="t" r="r" b="b"/>
              <a:pathLst>
                <a:path w="640" h="895" extrusionOk="0">
                  <a:moveTo>
                    <a:pt x="1" y="0"/>
                  </a:moveTo>
                  <a:lnTo>
                    <a:pt x="1" y="511"/>
                  </a:lnTo>
                  <a:lnTo>
                    <a:pt x="639" y="894"/>
                  </a:lnTo>
                  <a:lnTo>
                    <a:pt x="639" y="383"/>
                  </a:lnTo>
                  <a:lnTo>
                    <a:pt x="1"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2614;p35">
              <a:extLst>
                <a:ext uri="{FF2B5EF4-FFF2-40B4-BE49-F238E27FC236}">
                  <a16:creationId xmlns:a16="http://schemas.microsoft.com/office/drawing/2014/main" id="{36B8027F-FCD1-FB06-49AF-8455339EB783}"/>
                </a:ext>
              </a:extLst>
            </p:cNvPr>
            <p:cNvSpPr/>
            <p:nvPr/>
          </p:nvSpPr>
          <p:spPr>
            <a:xfrm>
              <a:off x="3277086" y="4506031"/>
              <a:ext cx="19703" cy="24629"/>
            </a:xfrm>
            <a:custGeom>
              <a:avLst/>
              <a:gdLst/>
              <a:ahLst/>
              <a:cxnLst/>
              <a:rect l="l" t="t" r="r" b="b"/>
              <a:pathLst>
                <a:path w="512" h="640" extrusionOk="0">
                  <a:moveTo>
                    <a:pt x="1" y="1"/>
                  </a:moveTo>
                  <a:lnTo>
                    <a:pt x="1" y="384"/>
                  </a:lnTo>
                  <a:lnTo>
                    <a:pt x="511" y="639"/>
                  </a:lnTo>
                  <a:lnTo>
                    <a:pt x="511" y="256"/>
                  </a:lnTo>
                  <a:lnTo>
                    <a:pt x="1" y="1"/>
                  </a:lnTo>
                  <a:close/>
                </a:path>
              </a:pathLst>
            </a:custGeom>
            <a:solidFill>
              <a:srgbClr val="D1C6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2615;p35">
              <a:extLst>
                <a:ext uri="{FF2B5EF4-FFF2-40B4-BE49-F238E27FC236}">
                  <a16:creationId xmlns:a16="http://schemas.microsoft.com/office/drawing/2014/main" id="{4DE0875A-6B9C-1708-609C-48AF679AD3BC}"/>
                </a:ext>
              </a:extLst>
            </p:cNvPr>
            <p:cNvSpPr/>
            <p:nvPr/>
          </p:nvSpPr>
          <p:spPr>
            <a:xfrm>
              <a:off x="3193536" y="4442148"/>
              <a:ext cx="113062" cy="68845"/>
            </a:xfrm>
            <a:custGeom>
              <a:avLst/>
              <a:gdLst/>
              <a:ahLst/>
              <a:cxnLst/>
              <a:rect l="l" t="t" r="r" b="b"/>
              <a:pathLst>
                <a:path w="2938" h="1789" extrusionOk="0">
                  <a:moveTo>
                    <a:pt x="1" y="1"/>
                  </a:moveTo>
                  <a:lnTo>
                    <a:pt x="1" y="129"/>
                  </a:lnTo>
                  <a:lnTo>
                    <a:pt x="2938" y="1789"/>
                  </a:lnTo>
                  <a:lnTo>
                    <a:pt x="1"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2616;p35">
              <a:extLst>
                <a:ext uri="{FF2B5EF4-FFF2-40B4-BE49-F238E27FC236}">
                  <a16:creationId xmlns:a16="http://schemas.microsoft.com/office/drawing/2014/main" id="{5898050F-4BF5-0E4A-32E7-F1C512F1C747}"/>
                </a:ext>
              </a:extLst>
            </p:cNvPr>
            <p:cNvSpPr/>
            <p:nvPr/>
          </p:nvSpPr>
          <p:spPr>
            <a:xfrm>
              <a:off x="3193536" y="4442148"/>
              <a:ext cx="113062" cy="68845"/>
            </a:xfrm>
            <a:custGeom>
              <a:avLst/>
              <a:gdLst/>
              <a:ahLst/>
              <a:cxnLst/>
              <a:rect l="l" t="t" r="r" b="b"/>
              <a:pathLst>
                <a:path w="2938" h="1789" extrusionOk="0">
                  <a:moveTo>
                    <a:pt x="1" y="1"/>
                  </a:moveTo>
                  <a:lnTo>
                    <a:pt x="2938" y="1789"/>
                  </a:lnTo>
                  <a:lnTo>
                    <a:pt x="2938" y="1661"/>
                  </a:lnTo>
                  <a:lnTo>
                    <a:pt x="1"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2617;p35">
              <a:extLst>
                <a:ext uri="{FF2B5EF4-FFF2-40B4-BE49-F238E27FC236}">
                  <a16:creationId xmlns:a16="http://schemas.microsoft.com/office/drawing/2014/main" id="{B5116CC4-BA6D-14AF-3CA6-A3B879072C24}"/>
                </a:ext>
              </a:extLst>
            </p:cNvPr>
            <p:cNvSpPr/>
            <p:nvPr/>
          </p:nvSpPr>
          <p:spPr>
            <a:xfrm>
              <a:off x="3198462" y="4324232"/>
              <a:ext cx="117987" cy="73732"/>
            </a:xfrm>
            <a:custGeom>
              <a:avLst/>
              <a:gdLst/>
              <a:ahLst/>
              <a:cxnLst/>
              <a:rect l="l" t="t" r="r" b="b"/>
              <a:pathLst>
                <a:path w="3066" h="1916" extrusionOk="0">
                  <a:moveTo>
                    <a:pt x="256" y="0"/>
                  </a:moveTo>
                  <a:lnTo>
                    <a:pt x="0" y="255"/>
                  </a:lnTo>
                  <a:lnTo>
                    <a:pt x="2938" y="1916"/>
                  </a:lnTo>
                  <a:lnTo>
                    <a:pt x="3065" y="1660"/>
                  </a:lnTo>
                  <a:lnTo>
                    <a:pt x="256"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2618;p35">
              <a:extLst>
                <a:ext uri="{FF2B5EF4-FFF2-40B4-BE49-F238E27FC236}">
                  <a16:creationId xmlns:a16="http://schemas.microsoft.com/office/drawing/2014/main" id="{3BA0D3FA-5FE9-2AD4-D618-D029B66EA745}"/>
                </a:ext>
              </a:extLst>
            </p:cNvPr>
            <p:cNvSpPr/>
            <p:nvPr/>
          </p:nvSpPr>
          <p:spPr>
            <a:xfrm>
              <a:off x="3208276" y="4270162"/>
              <a:ext cx="206459" cy="117987"/>
            </a:xfrm>
            <a:custGeom>
              <a:avLst/>
              <a:gdLst/>
              <a:ahLst/>
              <a:cxnLst/>
              <a:rect l="l" t="t" r="r" b="b"/>
              <a:pathLst>
                <a:path w="5365" h="3066" extrusionOk="0">
                  <a:moveTo>
                    <a:pt x="2427" y="0"/>
                  </a:moveTo>
                  <a:lnTo>
                    <a:pt x="1" y="1405"/>
                  </a:lnTo>
                  <a:lnTo>
                    <a:pt x="2810" y="3065"/>
                  </a:lnTo>
                  <a:lnTo>
                    <a:pt x="5364" y="1660"/>
                  </a:lnTo>
                  <a:lnTo>
                    <a:pt x="2427"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2619;p35">
              <a:extLst>
                <a:ext uri="{FF2B5EF4-FFF2-40B4-BE49-F238E27FC236}">
                  <a16:creationId xmlns:a16="http://schemas.microsoft.com/office/drawing/2014/main" id="{2DBC7D11-42C9-9D88-71C7-ECE5AF748668}"/>
                </a:ext>
              </a:extLst>
            </p:cNvPr>
            <p:cNvSpPr/>
            <p:nvPr/>
          </p:nvSpPr>
          <p:spPr>
            <a:xfrm>
              <a:off x="3198462" y="4334046"/>
              <a:ext cx="113062" cy="73732"/>
            </a:xfrm>
            <a:custGeom>
              <a:avLst/>
              <a:gdLst/>
              <a:ahLst/>
              <a:cxnLst/>
              <a:rect l="l" t="t" r="r" b="b"/>
              <a:pathLst>
                <a:path w="2938" h="1916" extrusionOk="0">
                  <a:moveTo>
                    <a:pt x="0" y="0"/>
                  </a:moveTo>
                  <a:lnTo>
                    <a:pt x="0" y="256"/>
                  </a:lnTo>
                  <a:lnTo>
                    <a:pt x="2938" y="1916"/>
                  </a:lnTo>
                  <a:lnTo>
                    <a:pt x="2938" y="1661"/>
                  </a:lnTo>
                  <a:lnTo>
                    <a:pt x="0"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2620;p35">
              <a:extLst>
                <a:ext uri="{FF2B5EF4-FFF2-40B4-BE49-F238E27FC236}">
                  <a16:creationId xmlns:a16="http://schemas.microsoft.com/office/drawing/2014/main" id="{B1A328EF-1098-4CF1-936C-389CD366CDED}"/>
                </a:ext>
              </a:extLst>
            </p:cNvPr>
            <p:cNvSpPr/>
            <p:nvPr/>
          </p:nvSpPr>
          <p:spPr>
            <a:xfrm>
              <a:off x="3198462" y="4353711"/>
              <a:ext cx="117987" cy="93397"/>
            </a:xfrm>
            <a:custGeom>
              <a:avLst/>
              <a:gdLst/>
              <a:ahLst/>
              <a:cxnLst/>
              <a:rect l="l" t="t" r="r" b="b"/>
              <a:pathLst>
                <a:path w="3066" h="2427" extrusionOk="0">
                  <a:moveTo>
                    <a:pt x="128" y="0"/>
                  </a:moveTo>
                  <a:lnTo>
                    <a:pt x="0" y="766"/>
                  </a:lnTo>
                  <a:lnTo>
                    <a:pt x="2938" y="2427"/>
                  </a:lnTo>
                  <a:lnTo>
                    <a:pt x="3065" y="1533"/>
                  </a:lnTo>
                  <a:lnTo>
                    <a:pt x="128"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2621;p35">
              <a:extLst>
                <a:ext uri="{FF2B5EF4-FFF2-40B4-BE49-F238E27FC236}">
                  <a16:creationId xmlns:a16="http://schemas.microsoft.com/office/drawing/2014/main" id="{F8F2B4D6-3204-DFDA-A52E-BA814980C02C}"/>
                </a:ext>
              </a:extLst>
            </p:cNvPr>
            <p:cNvSpPr/>
            <p:nvPr/>
          </p:nvSpPr>
          <p:spPr>
            <a:xfrm>
              <a:off x="3203388" y="4353711"/>
              <a:ext cx="108136" cy="88471"/>
            </a:xfrm>
            <a:custGeom>
              <a:avLst/>
              <a:gdLst/>
              <a:ahLst/>
              <a:cxnLst/>
              <a:rect l="l" t="t" r="r" b="b"/>
              <a:pathLst>
                <a:path w="2810" h="2299" extrusionOk="0">
                  <a:moveTo>
                    <a:pt x="2810" y="2299"/>
                  </a:moveTo>
                  <a:lnTo>
                    <a:pt x="2810" y="2299"/>
                  </a:lnTo>
                  <a:lnTo>
                    <a:pt x="0" y="639"/>
                  </a:lnTo>
                  <a:lnTo>
                    <a:pt x="0" y="0"/>
                  </a:lnTo>
                  <a:lnTo>
                    <a:pt x="0" y="0"/>
                  </a:lnTo>
                  <a:lnTo>
                    <a:pt x="0" y="639"/>
                  </a:lnTo>
                  <a:lnTo>
                    <a:pt x="2810" y="2299"/>
                  </a:lnTo>
                  <a:close/>
                </a:path>
              </a:pathLst>
            </a:custGeom>
            <a:solidFill>
              <a:srgbClr val="174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2622;p35">
              <a:extLst>
                <a:ext uri="{FF2B5EF4-FFF2-40B4-BE49-F238E27FC236}">
                  <a16:creationId xmlns:a16="http://schemas.microsoft.com/office/drawing/2014/main" id="{FA723C5A-5286-4C6C-785B-8829A60E99F7}"/>
                </a:ext>
              </a:extLst>
            </p:cNvPr>
            <p:cNvSpPr/>
            <p:nvPr/>
          </p:nvSpPr>
          <p:spPr>
            <a:xfrm>
              <a:off x="3203388" y="4353711"/>
              <a:ext cx="108136" cy="88471"/>
            </a:xfrm>
            <a:custGeom>
              <a:avLst/>
              <a:gdLst/>
              <a:ahLst/>
              <a:cxnLst/>
              <a:rect l="l" t="t" r="r" b="b"/>
              <a:pathLst>
                <a:path w="2810" h="2299" extrusionOk="0">
                  <a:moveTo>
                    <a:pt x="0" y="0"/>
                  </a:moveTo>
                  <a:lnTo>
                    <a:pt x="0" y="639"/>
                  </a:lnTo>
                  <a:lnTo>
                    <a:pt x="2810" y="2299"/>
                  </a:lnTo>
                  <a:lnTo>
                    <a:pt x="2810" y="1533"/>
                  </a:lnTo>
                  <a:lnTo>
                    <a:pt x="0" y="0"/>
                  </a:lnTo>
                  <a:close/>
                </a:path>
              </a:pathLst>
            </a:custGeom>
            <a:solidFill>
              <a:srgbClr val="2B5E8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2623;p35">
              <a:extLst>
                <a:ext uri="{FF2B5EF4-FFF2-40B4-BE49-F238E27FC236}">
                  <a16:creationId xmlns:a16="http://schemas.microsoft.com/office/drawing/2014/main" id="{83405C16-427A-419C-9CAA-5B9854829EF9}"/>
                </a:ext>
              </a:extLst>
            </p:cNvPr>
            <p:cNvSpPr/>
            <p:nvPr/>
          </p:nvSpPr>
          <p:spPr>
            <a:xfrm>
              <a:off x="3208276" y="4358599"/>
              <a:ext cx="14777" cy="19703"/>
            </a:xfrm>
            <a:custGeom>
              <a:avLst/>
              <a:gdLst/>
              <a:ahLst/>
              <a:cxnLst/>
              <a:rect l="l" t="t" r="r" b="b"/>
              <a:pathLst>
                <a:path w="384" h="512" extrusionOk="0">
                  <a:moveTo>
                    <a:pt x="1" y="1"/>
                  </a:moveTo>
                  <a:lnTo>
                    <a:pt x="1" y="512"/>
                  </a:lnTo>
                  <a:lnTo>
                    <a:pt x="384" y="256"/>
                  </a:lnTo>
                  <a:lnTo>
                    <a:pt x="1" y="1"/>
                  </a:lnTo>
                  <a:close/>
                </a:path>
              </a:pathLst>
            </a:custGeom>
            <a:solidFill>
              <a:srgbClr val="3576A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2624;p35">
              <a:extLst>
                <a:ext uri="{FF2B5EF4-FFF2-40B4-BE49-F238E27FC236}">
                  <a16:creationId xmlns:a16="http://schemas.microsoft.com/office/drawing/2014/main" id="{FFBCD5E1-F088-3119-B81C-2E6D1F9E4591}"/>
                </a:ext>
              </a:extLst>
            </p:cNvPr>
            <p:cNvSpPr/>
            <p:nvPr/>
          </p:nvSpPr>
          <p:spPr>
            <a:xfrm>
              <a:off x="3291825" y="4432334"/>
              <a:ext cx="4964" cy="4964"/>
            </a:xfrm>
            <a:custGeom>
              <a:avLst/>
              <a:gdLst/>
              <a:ahLst/>
              <a:cxnLst/>
              <a:rect l="l" t="t" r="r" b="b"/>
              <a:pathLst>
                <a:path w="129" h="129" extrusionOk="0">
                  <a:moveTo>
                    <a:pt x="1" y="0"/>
                  </a:moveTo>
                  <a:lnTo>
                    <a:pt x="128" y="128"/>
                  </a:lnTo>
                  <a:lnTo>
                    <a:pt x="128" y="128"/>
                  </a:lnTo>
                  <a:lnTo>
                    <a:pt x="1" y="0"/>
                  </a:lnTo>
                  <a:lnTo>
                    <a:pt x="1" y="0"/>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2625;p35">
              <a:extLst>
                <a:ext uri="{FF2B5EF4-FFF2-40B4-BE49-F238E27FC236}">
                  <a16:creationId xmlns:a16="http://schemas.microsoft.com/office/drawing/2014/main" id="{21788D1A-2F14-75D8-4389-A72365FCF684}"/>
                </a:ext>
              </a:extLst>
            </p:cNvPr>
            <p:cNvSpPr/>
            <p:nvPr/>
          </p:nvSpPr>
          <p:spPr>
            <a:xfrm>
              <a:off x="3262346" y="4407743"/>
              <a:ext cx="29516" cy="29555"/>
            </a:xfrm>
            <a:custGeom>
              <a:avLst/>
              <a:gdLst/>
              <a:ahLst/>
              <a:cxnLst/>
              <a:rect l="l" t="t" r="r" b="b"/>
              <a:pathLst>
                <a:path w="767" h="768" extrusionOk="0">
                  <a:moveTo>
                    <a:pt x="1" y="1"/>
                  </a:moveTo>
                  <a:lnTo>
                    <a:pt x="256" y="256"/>
                  </a:lnTo>
                  <a:lnTo>
                    <a:pt x="511" y="512"/>
                  </a:lnTo>
                  <a:lnTo>
                    <a:pt x="767" y="767"/>
                  </a:lnTo>
                  <a:lnTo>
                    <a:pt x="767" y="639"/>
                  </a:lnTo>
                  <a:lnTo>
                    <a:pt x="639" y="576"/>
                  </a:lnTo>
                  <a:lnTo>
                    <a:pt x="639" y="512"/>
                  </a:lnTo>
                  <a:lnTo>
                    <a:pt x="511" y="384"/>
                  </a:lnTo>
                  <a:lnTo>
                    <a:pt x="1" y="1"/>
                  </a:ln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2626;p35">
              <a:extLst>
                <a:ext uri="{FF2B5EF4-FFF2-40B4-BE49-F238E27FC236}">
                  <a16:creationId xmlns:a16="http://schemas.microsoft.com/office/drawing/2014/main" id="{6B889B6D-ACA3-1544-0FD2-6D0C7E3166C7}"/>
                </a:ext>
              </a:extLst>
            </p:cNvPr>
            <p:cNvSpPr/>
            <p:nvPr/>
          </p:nvSpPr>
          <p:spPr>
            <a:xfrm>
              <a:off x="3237793" y="4402855"/>
              <a:ext cx="4926" cy="4926"/>
            </a:xfrm>
            <a:custGeom>
              <a:avLst/>
              <a:gdLst/>
              <a:ahLst/>
              <a:cxnLst/>
              <a:rect l="l" t="t" r="r" b="b"/>
              <a:pathLst>
                <a:path w="128" h="128" extrusionOk="0">
                  <a:moveTo>
                    <a:pt x="0" y="0"/>
                  </a:moveTo>
                  <a:lnTo>
                    <a:pt x="128" y="128"/>
                  </a:lnTo>
                  <a:lnTo>
                    <a:pt x="128" y="128"/>
                  </a:lnTo>
                  <a:lnTo>
                    <a:pt x="0" y="0"/>
                  </a:lnTo>
                  <a:lnTo>
                    <a:pt x="0" y="0"/>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2627;p35">
              <a:extLst>
                <a:ext uri="{FF2B5EF4-FFF2-40B4-BE49-F238E27FC236}">
                  <a16:creationId xmlns:a16="http://schemas.microsoft.com/office/drawing/2014/main" id="{9CEC3BE7-289B-E64F-AA90-1648CC570539}"/>
                </a:ext>
              </a:extLst>
            </p:cNvPr>
            <p:cNvSpPr/>
            <p:nvPr/>
          </p:nvSpPr>
          <p:spPr>
            <a:xfrm>
              <a:off x="3208276" y="4378264"/>
              <a:ext cx="19703" cy="14777"/>
            </a:xfrm>
            <a:custGeom>
              <a:avLst/>
              <a:gdLst/>
              <a:ahLst/>
              <a:cxnLst/>
              <a:rect l="l" t="t" r="r" b="b"/>
              <a:pathLst>
                <a:path w="512" h="384" extrusionOk="0">
                  <a:moveTo>
                    <a:pt x="129" y="128"/>
                  </a:moveTo>
                  <a:lnTo>
                    <a:pt x="256" y="256"/>
                  </a:lnTo>
                  <a:lnTo>
                    <a:pt x="320" y="256"/>
                  </a:lnTo>
                  <a:lnTo>
                    <a:pt x="129" y="128"/>
                  </a:lnTo>
                  <a:close/>
                  <a:moveTo>
                    <a:pt x="1" y="1"/>
                  </a:moveTo>
                  <a:lnTo>
                    <a:pt x="341" y="256"/>
                  </a:lnTo>
                  <a:lnTo>
                    <a:pt x="384" y="256"/>
                  </a:lnTo>
                  <a:lnTo>
                    <a:pt x="1" y="1"/>
                  </a:lnTo>
                  <a:close/>
                  <a:moveTo>
                    <a:pt x="320" y="256"/>
                  </a:moveTo>
                  <a:lnTo>
                    <a:pt x="512" y="384"/>
                  </a:lnTo>
                  <a:lnTo>
                    <a:pt x="341" y="256"/>
                  </a:ln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2628;p35">
              <a:extLst>
                <a:ext uri="{FF2B5EF4-FFF2-40B4-BE49-F238E27FC236}">
                  <a16:creationId xmlns:a16="http://schemas.microsoft.com/office/drawing/2014/main" id="{AE55B9E4-2411-1339-C9EC-203AB7C772EB}"/>
                </a:ext>
              </a:extLst>
            </p:cNvPr>
            <p:cNvSpPr/>
            <p:nvPr/>
          </p:nvSpPr>
          <p:spPr>
            <a:xfrm>
              <a:off x="3311491" y="4397930"/>
              <a:ext cx="9852" cy="19703"/>
            </a:xfrm>
            <a:custGeom>
              <a:avLst/>
              <a:gdLst/>
              <a:ahLst/>
              <a:cxnLst/>
              <a:rect l="l" t="t" r="r" b="b"/>
              <a:pathLst>
                <a:path w="256" h="512" extrusionOk="0">
                  <a:moveTo>
                    <a:pt x="256" y="1"/>
                  </a:moveTo>
                  <a:lnTo>
                    <a:pt x="1" y="256"/>
                  </a:lnTo>
                  <a:lnTo>
                    <a:pt x="1" y="511"/>
                  </a:lnTo>
                  <a:lnTo>
                    <a:pt x="256" y="256"/>
                  </a:lnTo>
                  <a:lnTo>
                    <a:pt x="256"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2629;p35">
              <a:extLst>
                <a:ext uri="{FF2B5EF4-FFF2-40B4-BE49-F238E27FC236}">
                  <a16:creationId xmlns:a16="http://schemas.microsoft.com/office/drawing/2014/main" id="{D13DF26C-207E-674A-1DBE-027E33B1A986}"/>
                </a:ext>
              </a:extLst>
            </p:cNvPr>
            <p:cNvSpPr/>
            <p:nvPr/>
          </p:nvSpPr>
          <p:spPr>
            <a:xfrm>
              <a:off x="3198462" y="4338972"/>
              <a:ext cx="113062" cy="78658"/>
            </a:xfrm>
            <a:custGeom>
              <a:avLst/>
              <a:gdLst/>
              <a:ahLst/>
              <a:cxnLst/>
              <a:rect l="l" t="t" r="r" b="b"/>
              <a:pathLst>
                <a:path w="2938" h="2044" extrusionOk="0">
                  <a:moveTo>
                    <a:pt x="0" y="0"/>
                  </a:moveTo>
                  <a:lnTo>
                    <a:pt x="0" y="383"/>
                  </a:lnTo>
                  <a:lnTo>
                    <a:pt x="2938" y="2043"/>
                  </a:lnTo>
                  <a:lnTo>
                    <a:pt x="2938" y="1788"/>
                  </a:lnTo>
                  <a:lnTo>
                    <a:pt x="0"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2630;p35">
              <a:extLst>
                <a:ext uri="{FF2B5EF4-FFF2-40B4-BE49-F238E27FC236}">
                  <a16:creationId xmlns:a16="http://schemas.microsoft.com/office/drawing/2014/main" id="{0B61B501-C6BE-AE42-01C8-2BDFB2AB60D5}"/>
                </a:ext>
              </a:extLst>
            </p:cNvPr>
            <p:cNvSpPr/>
            <p:nvPr/>
          </p:nvSpPr>
          <p:spPr>
            <a:xfrm>
              <a:off x="3193536" y="4383190"/>
              <a:ext cx="117987" cy="73732"/>
            </a:xfrm>
            <a:custGeom>
              <a:avLst/>
              <a:gdLst/>
              <a:ahLst/>
              <a:cxnLst/>
              <a:rect l="l" t="t" r="r" b="b"/>
              <a:pathLst>
                <a:path w="3066" h="1916" extrusionOk="0">
                  <a:moveTo>
                    <a:pt x="128" y="0"/>
                  </a:moveTo>
                  <a:lnTo>
                    <a:pt x="1" y="256"/>
                  </a:lnTo>
                  <a:lnTo>
                    <a:pt x="2938" y="1916"/>
                  </a:lnTo>
                  <a:lnTo>
                    <a:pt x="3066" y="1661"/>
                  </a:lnTo>
                  <a:lnTo>
                    <a:pt x="128"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2631;p35">
              <a:extLst>
                <a:ext uri="{FF2B5EF4-FFF2-40B4-BE49-F238E27FC236}">
                  <a16:creationId xmlns:a16="http://schemas.microsoft.com/office/drawing/2014/main" id="{62A2B9C3-E3F9-EDC8-6841-55FB5BF8EE55}"/>
                </a:ext>
              </a:extLst>
            </p:cNvPr>
            <p:cNvSpPr/>
            <p:nvPr/>
          </p:nvSpPr>
          <p:spPr>
            <a:xfrm>
              <a:off x="3198462" y="4338972"/>
              <a:ext cx="113062" cy="68807"/>
            </a:xfrm>
            <a:custGeom>
              <a:avLst/>
              <a:gdLst/>
              <a:ahLst/>
              <a:cxnLst/>
              <a:rect l="l" t="t" r="r" b="b"/>
              <a:pathLst>
                <a:path w="2938" h="1788" extrusionOk="0">
                  <a:moveTo>
                    <a:pt x="0" y="0"/>
                  </a:moveTo>
                  <a:lnTo>
                    <a:pt x="2938" y="1788"/>
                  </a:lnTo>
                  <a:lnTo>
                    <a:pt x="2938" y="1660"/>
                  </a:lnTo>
                  <a:lnTo>
                    <a:pt x="0"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2632;p35">
              <a:extLst>
                <a:ext uri="{FF2B5EF4-FFF2-40B4-BE49-F238E27FC236}">
                  <a16:creationId xmlns:a16="http://schemas.microsoft.com/office/drawing/2014/main" id="{853F0EED-FB6B-8183-43FB-972A44FBDEC8}"/>
                </a:ext>
              </a:extLst>
            </p:cNvPr>
            <p:cNvSpPr/>
            <p:nvPr/>
          </p:nvSpPr>
          <p:spPr>
            <a:xfrm>
              <a:off x="3429445" y="4383190"/>
              <a:ext cx="4926" cy="4964"/>
            </a:xfrm>
            <a:custGeom>
              <a:avLst/>
              <a:gdLst/>
              <a:ahLst/>
              <a:cxnLst/>
              <a:rect l="l" t="t" r="r" b="b"/>
              <a:pathLst>
                <a:path w="128" h="129" extrusionOk="0">
                  <a:moveTo>
                    <a:pt x="0" y="0"/>
                  </a:moveTo>
                  <a:lnTo>
                    <a:pt x="0" y="128"/>
                  </a:lnTo>
                  <a:lnTo>
                    <a:pt x="128" y="128"/>
                  </a:lnTo>
                  <a:lnTo>
                    <a:pt x="0" y="0"/>
                  </a:lnTo>
                  <a:close/>
                </a:path>
              </a:pathLst>
            </a:custGeom>
            <a:solidFill>
              <a:srgbClr val="9395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2633;p35">
              <a:extLst>
                <a:ext uri="{FF2B5EF4-FFF2-40B4-BE49-F238E27FC236}">
                  <a16:creationId xmlns:a16="http://schemas.microsoft.com/office/drawing/2014/main" id="{CEA07B60-1813-336C-4F61-D4AF5F76442D}"/>
                </a:ext>
              </a:extLst>
            </p:cNvPr>
            <p:cNvSpPr/>
            <p:nvPr/>
          </p:nvSpPr>
          <p:spPr>
            <a:xfrm>
              <a:off x="3291825" y="4456887"/>
              <a:ext cx="29516" cy="9890"/>
            </a:xfrm>
            <a:custGeom>
              <a:avLst/>
              <a:gdLst/>
              <a:ahLst/>
              <a:cxnLst/>
              <a:rect l="l" t="t" r="r" b="b"/>
              <a:pathLst>
                <a:path w="767" h="257" extrusionOk="0">
                  <a:moveTo>
                    <a:pt x="1" y="1"/>
                  </a:moveTo>
                  <a:lnTo>
                    <a:pt x="384" y="256"/>
                  </a:lnTo>
                  <a:lnTo>
                    <a:pt x="767" y="1"/>
                  </a:lnTo>
                  <a:lnTo>
                    <a:pt x="639" y="1"/>
                  </a:lnTo>
                  <a:lnTo>
                    <a:pt x="384" y="129"/>
                  </a:lnTo>
                  <a:lnTo>
                    <a:pt x="128" y="1"/>
                  </a:ln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2634;p35">
              <a:extLst>
                <a:ext uri="{FF2B5EF4-FFF2-40B4-BE49-F238E27FC236}">
                  <a16:creationId xmlns:a16="http://schemas.microsoft.com/office/drawing/2014/main" id="{BE812DFC-3F7D-C3FE-C6E4-8B620FB9AD12}"/>
                </a:ext>
              </a:extLst>
            </p:cNvPr>
            <p:cNvSpPr/>
            <p:nvPr/>
          </p:nvSpPr>
          <p:spPr>
            <a:xfrm>
              <a:off x="3188649" y="4397930"/>
              <a:ext cx="19665" cy="49181"/>
            </a:xfrm>
            <a:custGeom>
              <a:avLst/>
              <a:gdLst/>
              <a:ahLst/>
              <a:cxnLst/>
              <a:rect l="l" t="t" r="r" b="b"/>
              <a:pathLst>
                <a:path w="511" h="1278" extrusionOk="0">
                  <a:moveTo>
                    <a:pt x="0" y="1"/>
                  </a:moveTo>
                  <a:lnTo>
                    <a:pt x="0" y="1022"/>
                  </a:lnTo>
                  <a:lnTo>
                    <a:pt x="383" y="1278"/>
                  </a:lnTo>
                  <a:lnTo>
                    <a:pt x="511" y="128"/>
                  </a:lnTo>
                  <a:lnTo>
                    <a:pt x="0" y="1"/>
                  </a:ln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2635;p35">
              <a:extLst>
                <a:ext uri="{FF2B5EF4-FFF2-40B4-BE49-F238E27FC236}">
                  <a16:creationId xmlns:a16="http://schemas.microsoft.com/office/drawing/2014/main" id="{35CB712F-1547-8E67-7FEF-A77D4C5854C6}"/>
                </a:ext>
              </a:extLst>
            </p:cNvPr>
            <p:cNvSpPr/>
            <p:nvPr/>
          </p:nvSpPr>
          <p:spPr>
            <a:xfrm>
              <a:off x="3188649" y="4397930"/>
              <a:ext cx="19665" cy="9852"/>
            </a:xfrm>
            <a:custGeom>
              <a:avLst/>
              <a:gdLst/>
              <a:ahLst/>
              <a:cxnLst/>
              <a:rect l="l" t="t" r="r" b="b"/>
              <a:pathLst>
                <a:path w="511" h="256" extrusionOk="0">
                  <a:moveTo>
                    <a:pt x="0" y="1"/>
                  </a:moveTo>
                  <a:lnTo>
                    <a:pt x="383" y="256"/>
                  </a:lnTo>
                  <a:lnTo>
                    <a:pt x="511" y="128"/>
                  </a:lnTo>
                  <a:lnTo>
                    <a:pt x="128" y="1"/>
                  </a:lnTo>
                  <a:close/>
                </a:path>
              </a:pathLst>
            </a:custGeom>
            <a:solidFill>
              <a:srgbClr val="5353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2636;p35">
              <a:extLst>
                <a:ext uri="{FF2B5EF4-FFF2-40B4-BE49-F238E27FC236}">
                  <a16:creationId xmlns:a16="http://schemas.microsoft.com/office/drawing/2014/main" id="{62C409A6-D02F-4273-99EC-53D3DA51EFB6}"/>
                </a:ext>
              </a:extLst>
            </p:cNvPr>
            <p:cNvSpPr/>
            <p:nvPr/>
          </p:nvSpPr>
          <p:spPr>
            <a:xfrm>
              <a:off x="3291825" y="4456887"/>
              <a:ext cx="14777" cy="49181"/>
            </a:xfrm>
            <a:custGeom>
              <a:avLst/>
              <a:gdLst/>
              <a:ahLst/>
              <a:cxnLst/>
              <a:rect l="l" t="t" r="r" b="b"/>
              <a:pathLst>
                <a:path w="384" h="1278" extrusionOk="0">
                  <a:moveTo>
                    <a:pt x="1" y="1"/>
                  </a:moveTo>
                  <a:lnTo>
                    <a:pt x="1" y="1022"/>
                  </a:lnTo>
                  <a:lnTo>
                    <a:pt x="384" y="1278"/>
                  </a:lnTo>
                  <a:lnTo>
                    <a:pt x="384" y="256"/>
                  </a:lnTo>
                  <a:lnTo>
                    <a:pt x="1" y="1"/>
                  </a:lnTo>
                  <a:close/>
                </a:path>
              </a:pathLst>
            </a:custGeom>
            <a:solidFill>
              <a:srgbClr val="30303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2637;p35">
              <a:extLst>
                <a:ext uri="{FF2B5EF4-FFF2-40B4-BE49-F238E27FC236}">
                  <a16:creationId xmlns:a16="http://schemas.microsoft.com/office/drawing/2014/main" id="{523D1AA4-955F-0892-0C72-01F13EA98512}"/>
                </a:ext>
              </a:extLst>
            </p:cNvPr>
            <p:cNvSpPr/>
            <p:nvPr/>
          </p:nvSpPr>
          <p:spPr>
            <a:xfrm>
              <a:off x="3306565" y="4456887"/>
              <a:ext cx="14777" cy="49181"/>
            </a:xfrm>
            <a:custGeom>
              <a:avLst/>
              <a:gdLst/>
              <a:ahLst/>
              <a:cxnLst/>
              <a:rect l="l" t="t" r="r" b="b"/>
              <a:pathLst>
                <a:path w="384" h="1278" extrusionOk="0">
                  <a:moveTo>
                    <a:pt x="384" y="1"/>
                  </a:moveTo>
                  <a:lnTo>
                    <a:pt x="1" y="256"/>
                  </a:lnTo>
                  <a:lnTo>
                    <a:pt x="1" y="1278"/>
                  </a:lnTo>
                  <a:lnTo>
                    <a:pt x="384" y="1022"/>
                  </a:lnTo>
                  <a:lnTo>
                    <a:pt x="384" y="1"/>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2638;p35">
              <a:extLst>
                <a:ext uri="{FF2B5EF4-FFF2-40B4-BE49-F238E27FC236}">
                  <a16:creationId xmlns:a16="http://schemas.microsoft.com/office/drawing/2014/main" id="{8AB2526B-9090-7024-B9E8-80DEF9932265}"/>
                </a:ext>
              </a:extLst>
            </p:cNvPr>
            <p:cNvSpPr/>
            <p:nvPr/>
          </p:nvSpPr>
          <p:spPr>
            <a:xfrm>
              <a:off x="3203388" y="4402855"/>
              <a:ext cx="4926" cy="44255"/>
            </a:xfrm>
            <a:custGeom>
              <a:avLst/>
              <a:gdLst/>
              <a:ahLst/>
              <a:cxnLst/>
              <a:rect l="l" t="t" r="r" b="b"/>
              <a:pathLst>
                <a:path w="128" h="1150" extrusionOk="0">
                  <a:moveTo>
                    <a:pt x="128" y="0"/>
                  </a:moveTo>
                  <a:lnTo>
                    <a:pt x="0" y="128"/>
                  </a:lnTo>
                  <a:lnTo>
                    <a:pt x="0" y="1150"/>
                  </a:lnTo>
                  <a:lnTo>
                    <a:pt x="128" y="1022"/>
                  </a:lnTo>
                  <a:lnTo>
                    <a:pt x="128" y="0"/>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2639;p35">
              <a:extLst>
                <a:ext uri="{FF2B5EF4-FFF2-40B4-BE49-F238E27FC236}">
                  <a16:creationId xmlns:a16="http://schemas.microsoft.com/office/drawing/2014/main" id="{AFD0B9AC-E2C8-868B-6A7D-CB31E67CA3F9}"/>
                </a:ext>
              </a:extLst>
            </p:cNvPr>
            <p:cNvSpPr/>
            <p:nvPr/>
          </p:nvSpPr>
          <p:spPr>
            <a:xfrm>
              <a:off x="3232867" y="4427408"/>
              <a:ext cx="34442" cy="29516"/>
            </a:xfrm>
            <a:custGeom>
              <a:avLst/>
              <a:gdLst/>
              <a:ahLst/>
              <a:cxnLst/>
              <a:rect l="l" t="t" r="r" b="b"/>
              <a:pathLst>
                <a:path w="895" h="767" extrusionOk="0">
                  <a:moveTo>
                    <a:pt x="0" y="1"/>
                  </a:moveTo>
                  <a:lnTo>
                    <a:pt x="0" y="128"/>
                  </a:lnTo>
                  <a:lnTo>
                    <a:pt x="894" y="767"/>
                  </a:lnTo>
                  <a:lnTo>
                    <a:pt x="894" y="639"/>
                  </a:lnTo>
                  <a:lnTo>
                    <a:pt x="0" y="1"/>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2640;p35">
              <a:extLst>
                <a:ext uri="{FF2B5EF4-FFF2-40B4-BE49-F238E27FC236}">
                  <a16:creationId xmlns:a16="http://schemas.microsoft.com/office/drawing/2014/main" id="{2630AB12-2827-53C0-DFE2-27DF8820FC0D}"/>
                </a:ext>
              </a:extLst>
            </p:cNvPr>
            <p:cNvSpPr/>
            <p:nvPr/>
          </p:nvSpPr>
          <p:spPr>
            <a:xfrm>
              <a:off x="3232867" y="4437260"/>
              <a:ext cx="34442" cy="29516"/>
            </a:xfrm>
            <a:custGeom>
              <a:avLst/>
              <a:gdLst/>
              <a:ahLst/>
              <a:cxnLst/>
              <a:rect l="l" t="t" r="r" b="b"/>
              <a:pathLst>
                <a:path w="895" h="767" extrusionOk="0">
                  <a:moveTo>
                    <a:pt x="0" y="0"/>
                  </a:moveTo>
                  <a:lnTo>
                    <a:pt x="0" y="256"/>
                  </a:lnTo>
                  <a:lnTo>
                    <a:pt x="894" y="766"/>
                  </a:lnTo>
                  <a:lnTo>
                    <a:pt x="894" y="639"/>
                  </a:lnTo>
                  <a:lnTo>
                    <a:pt x="0" y="0"/>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2641;p35">
              <a:extLst>
                <a:ext uri="{FF2B5EF4-FFF2-40B4-BE49-F238E27FC236}">
                  <a16:creationId xmlns:a16="http://schemas.microsoft.com/office/drawing/2014/main" id="{3BF76923-D558-2810-E3FD-102E44E61B74}"/>
                </a:ext>
              </a:extLst>
            </p:cNvPr>
            <p:cNvSpPr/>
            <p:nvPr/>
          </p:nvSpPr>
          <p:spPr>
            <a:xfrm>
              <a:off x="3232867" y="4447074"/>
              <a:ext cx="34442" cy="29516"/>
            </a:xfrm>
            <a:custGeom>
              <a:avLst/>
              <a:gdLst/>
              <a:ahLst/>
              <a:cxnLst/>
              <a:rect l="l" t="t" r="r" b="b"/>
              <a:pathLst>
                <a:path w="895" h="767" extrusionOk="0">
                  <a:moveTo>
                    <a:pt x="0" y="1"/>
                  </a:moveTo>
                  <a:lnTo>
                    <a:pt x="0" y="256"/>
                  </a:lnTo>
                  <a:lnTo>
                    <a:pt x="894" y="767"/>
                  </a:lnTo>
                  <a:lnTo>
                    <a:pt x="894" y="639"/>
                  </a:lnTo>
                  <a:lnTo>
                    <a:pt x="0" y="1"/>
                  </a:lnTo>
                  <a:close/>
                </a:path>
              </a:pathLst>
            </a:custGeom>
            <a:solidFill>
              <a:srgbClr val="12121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6" name="Gruppe 475">
            <a:extLst>
              <a:ext uri="{FF2B5EF4-FFF2-40B4-BE49-F238E27FC236}">
                <a16:creationId xmlns:a16="http://schemas.microsoft.com/office/drawing/2014/main" id="{14D9011B-9C7F-2267-A530-E9D9957CF360}"/>
              </a:ext>
            </a:extLst>
          </p:cNvPr>
          <p:cNvGrpSpPr/>
          <p:nvPr/>
        </p:nvGrpSpPr>
        <p:grpSpPr>
          <a:xfrm>
            <a:off x="8365495" y="1113527"/>
            <a:ext cx="1548067" cy="1697259"/>
            <a:chOff x="6407079" y="1810385"/>
            <a:chExt cx="1548067" cy="1697259"/>
          </a:xfrm>
        </p:grpSpPr>
        <p:sp>
          <p:nvSpPr>
            <p:cNvPr id="346" name="Google Shape;1366;p50">
              <a:extLst>
                <a:ext uri="{FF2B5EF4-FFF2-40B4-BE49-F238E27FC236}">
                  <a16:creationId xmlns:a16="http://schemas.microsoft.com/office/drawing/2014/main" id="{104DD06C-64DE-18F8-C5F3-68861E0F5D38}"/>
                </a:ext>
              </a:extLst>
            </p:cNvPr>
            <p:cNvSpPr/>
            <p:nvPr/>
          </p:nvSpPr>
          <p:spPr>
            <a:xfrm>
              <a:off x="7676472" y="1810385"/>
              <a:ext cx="204965" cy="160934"/>
            </a:xfrm>
            <a:custGeom>
              <a:avLst/>
              <a:gdLst/>
              <a:ahLst/>
              <a:cxnLst/>
              <a:rect l="l" t="t" r="r" b="b"/>
              <a:pathLst>
                <a:path w="1429" h="1122" extrusionOk="0">
                  <a:moveTo>
                    <a:pt x="0" y="1"/>
                  </a:moveTo>
                  <a:lnTo>
                    <a:pt x="0" y="161"/>
                  </a:lnTo>
                  <a:lnTo>
                    <a:pt x="862" y="161"/>
                  </a:lnTo>
                  <a:cubicBezTo>
                    <a:pt x="1087" y="161"/>
                    <a:pt x="1268" y="343"/>
                    <a:pt x="1268" y="567"/>
                  </a:cubicBezTo>
                  <a:lnTo>
                    <a:pt x="1268" y="1121"/>
                  </a:lnTo>
                  <a:lnTo>
                    <a:pt x="1429" y="1121"/>
                  </a:lnTo>
                  <a:lnTo>
                    <a:pt x="1429" y="567"/>
                  </a:lnTo>
                  <a:cubicBezTo>
                    <a:pt x="1429" y="254"/>
                    <a:pt x="1175" y="1"/>
                    <a:pt x="862"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1368;p50">
              <a:extLst>
                <a:ext uri="{FF2B5EF4-FFF2-40B4-BE49-F238E27FC236}">
                  <a16:creationId xmlns:a16="http://schemas.microsoft.com/office/drawing/2014/main" id="{17550462-F024-F481-FBA3-773091DAAD5A}"/>
                </a:ext>
              </a:extLst>
            </p:cNvPr>
            <p:cNvSpPr/>
            <p:nvPr/>
          </p:nvSpPr>
          <p:spPr>
            <a:xfrm>
              <a:off x="7618525" y="3240998"/>
              <a:ext cx="81326" cy="266646"/>
            </a:xfrm>
            <a:custGeom>
              <a:avLst/>
              <a:gdLst/>
              <a:ahLst/>
              <a:cxnLst/>
              <a:rect l="l" t="t" r="r" b="b"/>
              <a:pathLst>
                <a:path w="567" h="1859" extrusionOk="0">
                  <a:moveTo>
                    <a:pt x="0" y="0"/>
                  </a:moveTo>
                  <a:lnTo>
                    <a:pt x="0" y="160"/>
                  </a:lnTo>
                  <a:cubicBezTo>
                    <a:pt x="225" y="160"/>
                    <a:pt x="406" y="342"/>
                    <a:pt x="406" y="567"/>
                  </a:cubicBezTo>
                  <a:lnTo>
                    <a:pt x="406" y="1859"/>
                  </a:lnTo>
                  <a:lnTo>
                    <a:pt x="567" y="1859"/>
                  </a:lnTo>
                  <a:lnTo>
                    <a:pt x="567" y="567"/>
                  </a:lnTo>
                  <a:cubicBezTo>
                    <a:pt x="567" y="255"/>
                    <a:pt x="313" y="0"/>
                    <a:pt x="0" y="0"/>
                  </a:cubicBezTo>
                  <a:close/>
                </a:path>
              </a:pathLst>
            </a:custGeom>
            <a:solidFill>
              <a:srgbClr val="8AD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1444;p50">
              <a:extLst>
                <a:ext uri="{FF2B5EF4-FFF2-40B4-BE49-F238E27FC236}">
                  <a16:creationId xmlns:a16="http://schemas.microsoft.com/office/drawing/2014/main" id="{CC1B61D3-65F7-AE94-6C7C-E448AEE15299}"/>
                </a:ext>
              </a:extLst>
            </p:cNvPr>
            <p:cNvSpPr/>
            <p:nvPr/>
          </p:nvSpPr>
          <p:spPr>
            <a:xfrm>
              <a:off x="6407079" y="1940050"/>
              <a:ext cx="1548067" cy="1513956"/>
            </a:xfrm>
            <a:custGeom>
              <a:avLst/>
              <a:gdLst/>
              <a:ahLst/>
              <a:cxnLst/>
              <a:rect l="l" t="t" r="r" b="b"/>
              <a:pathLst>
                <a:path w="10793" h="10555" extrusionOk="0">
                  <a:moveTo>
                    <a:pt x="1" y="0"/>
                  </a:moveTo>
                  <a:lnTo>
                    <a:pt x="1" y="10554"/>
                  </a:lnTo>
                  <a:lnTo>
                    <a:pt x="10792" y="10554"/>
                  </a:lnTo>
                  <a:lnTo>
                    <a:pt x="10792" y="0"/>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1445;p50">
              <a:extLst>
                <a:ext uri="{FF2B5EF4-FFF2-40B4-BE49-F238E27FC236}">
                  <a16:creationId xmlns:a16="http://schemas.microsoft.com/office/drawing/2014/main" id="{478C4E24-6906-60CF-407B-C3DD238B2D86}"/>
                </a:ext>
              </a:extLst>
            </p:cNvPr>
            <p:cNvSpPr/>
            <p:nvPr/>
          </p:nvSpPr>
          <p:spPr>
            <a:xfrm>
              <a:off x="6508774" y="2014636"/>
              <a:ext cx="1446230" cy="1439370"/>
            </a:xfrm>
            <a:custGeom>
              <a:avLst/>
              <a:gdLst/>
              <a:ahLst/>
              <a:cxnLst/>
              <a:rect l="l" t="t" r="r" b="b"/>
              <a:pathLst>
                <a:path w="10083" h="10035" extrusionOk="0">
                  <a:moveTo>
                    <a:pt x="1" y="1"/>
                  </a:moveTo>
                  <a:lnTo>
                    <a:pt x="1" y="3196"/>
                  </a:lnTo>
                  <a:lnTo>
                    <a:pt x="1" y="4190"/>
                  </a:lnTo>
                  <a:lnTo>
                    <a:pt x="1491" y="5680"/>
                  </a:lnTo>
                  <a:lnTo>
                    <a:pt x="1491" y="5869"/>
                  </a:lnTo>
                  <a:lnTo>
                    <a:pt x="1" y="5869"/>
                  </a:lnTo>
                  <a:lnTo>
                    <a:pt x="1" y="6769"/>
                  </a:lnTo>
                  <a:lnTo>
                    <a:pt x="1" y="6993"/>
                  </a:lnTo>
                  <a:lnTo>
                    <a:pt x="1" y="7581"/>
                  </a:lnTo>
                  <a:lnTo>
                    <a:pt x="1" y="8117"/>
                  </a:lnTo>
                  <a:lnTo>
                    <a:pt x="1918" y="10034"/>
                  </a:lnTo>
                  <a:lnTo>
                    <a:pt x="10082" y="10034"/>
                  </a:lnTo>
                  <a:lnTo>
                    <a:pt x="10082" y="798"/>
                  </a:lnTo>
                  <a:lnTo>
                    <a:pt x="9285" y="1"/>
                  </a:lnTo>
                  <a:lnTo>
                    <a:pt x="8646" y="1"/>
                  </a:lnTo>
                  <a:lnTo>
                    <a:pt x="8646" y="640"/>
                  </a:lnTo>
                  <a:lnTo>
                    <a:pt x="8008" y="1"/>
                  </a:lnTo>
                  <a:lnTo>
                    <a:pt x="2698" y="1"/>
                  </a:lnTo>
                  <a:lnTo>
                    <a:pt x="2698" y="562"/>
                  </a:lnTo>
                  <a:lnTo>
                    <a:pt x="2698" y="640"/>
                  </a:lnTo>
                  <a:lnTo>
                    <a:pt x="2059" y="1"/>
                  </a:lnTo>
                  <a:close/>
                </a:path>
              </a:pathLst>
            </a:custGeom>
            <a:solidFill>
              <a:srgbClr val="202020">
                <a:alpha val="14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1446;p50">
              <a:extLst>
                <a:ext uri="{FF2B5EF4-FFF2-40B4-BE49-F238E27FC236}">
                  <a16:creationId xmlns:a16="http://schemas.microsoft.com/office/drawing/2014/main" id="{FAE2A892-7C9F-D251-5784-CC451A540DA7}"/>
                </a:ext>
              </a:extLst>
            </p:cNvPr>
            <p:cNvSpPr/>
            <p:nvPr/>
          </p:nvSpPr>
          <p:spPr>
            <a:xfrm>
              <a:off x="6632988" y="2374225"/>
              <a:ext cx="524246" cy="314696"/>
            </a:xfrm>
            <a:custGeom>
              <a:avLst/>
              <a:gdLst/>
              <a:ahLst/>
              <a:cxnLst/>
              <a:rect l="l" t="t" r="r" b="b"/>
              <a:pathLst>
                <a:path w="3655" h="2194" extrusionOk="0">
                  <a:moveTo>
                    <a:pt x="1" y="0"/>
                  </a:moveTo>
                  <a:lnTo>
                    <a:pt x="1" y="1524"/>
                  </a:lnTo>
                  <a:cubicBezTo>
                    <a:pt x="1" y="1893"/>
                    <a:pt x="301" y="2194"/>
                    <a:pt x="671" y="2194"/>
                  </a:cubicBezTo>
                  <a:lnTo>
                    <a:pt x="3655" y="2194"/>
                  </a:lnTo>
                  <a:lnTo>
                    <a:pt x="3655" y="2004"/>
                  </a:lnTo>
                  <a:lnTo>
                    <a:pt x="671" y="2004"/>
                  </a:lnTo>
                  <a:cubicBezTo>
                    <a:pt x="406" y="2004"/>
                    <a:pt x="191" y="1788"/>
                    <a:pt x="191" y="1524"/>
                  </a:cubicBezTo>
                  <a:lnTo>
                    <a:pt x="1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1447;p50">
              <a:extLst>
                <a:ext uri="{FF2B5EF4-FFF2-40B4-BE49-F238E27FC236}">
                  <a16:creationId xmlns:a16="http://schemas.microsoft.com/office/drawing/2014/main" id="{A1EE04C0-51C2-6695-9399-D87C4AF04EA3}"/>
                </a:ext>
              </a:extLst>
            </p:cNvPr>
            <p:cNvSpPr/>
            <p:nvPr/>
          </p:nvSpPr>
          <p:spPr>
            <a:xfrm>
              <a:off x="7249468" y="3070025"/>
              <a:ext cx="201666" cy="314983"/>
            </a:xfrm>
            <a:custGeom>
              <a:avLst/>
              <a:gdLst/>
              <a:ahLst/>
              <a:cxnLst/>
              <a:rect l="l" t="t" r="r" b="b"/>
              <a:pathLst>
                <a:path w="1406" h="2196" extrusionOk="0">
                  <a:moveTo>
                    <a:pt x="0" y="1"/>
                  </a:moveTo>
                  <a:lnTo>
                    <a:pt x="0" y="1525"/>
                  </a:lnTo>
                  <a:cubicBezTo>
                    <a:pt x="0" y="1894"/>
                    <a:pt x="301" y="2195"/>
                    <a:pt x="670" y="2195"/>
                  </a:cubicBezTo>
                  <a:lnTo>
                    <a:pt x="1405" y="2195"/>
                  </a:lnTo>
                  <a:lnTo>
                    <a:pt x="1405" y="2005"/>
                  </a:lnTo>
                  <a:lnTo>
                    <a:pt x="670" y="2005"/>
                  </a:lnTo>
                  <a:cubicBezTo>
                    <a:pt x="406" y="2005"/>
                    <a:pt x="191" y="1790"/>
                    <a:pt x="191" y="1525"/>
                  </a:cubicBezTo>
                  <a:lnTo>
                    <a:pt x="191"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1448;p50">
              <a:extLst>
                <a:ext uri="{FF2B5EF4-FFF2-40B4-BE49-F238E27FC236}">
                  <a16:creationId xmlns:a16="http://schemas.microsoft.com/office/drawing/2014/main" id="{02D9096A-E9C2-0C04-46A6-97CA8C87A450}"/>
                </a:ext>
              </a:extLst>
            </p:cNvPr>
            <p:cNvSpPr/>
            <p:nvPr/>
          </p:nvSpPr>
          <p:spPr>
            <a:xfrm>
              <a:off x="7445113" y="3164835"/>
              <a:ext cx="326883" cy="220173"/>
            </a:xfrm>
            <a:custGeom>
              <a:avLst/>
              <a:gdLst/>
              <a:ahLst/>
              <a:cxnLst/>
              <a:rect l="l" t="t" r="r" b="b"/>
              <a:pathLst>
                <a:path w="2279" h="1535" extrusionOk="0">
                  <a:moveTo>
                    <a:pt x="2089" y="1"/>
                  </a:moveTo>
                  <a:lnTo>
                    <a:pt x="2089" y="864"/>
                  </a:lnTo>
                  <a:cubicBezTo>
                    <a:pt x="2089" y="1129"/>
                    <a:pt x="1874" y="1344"/>
                    <a:pt x="1609" y="1344"/>
                  </a:cubicBezTo>
                  <a:lnTo>
                    <a:pt x="1" y="1344"/>
                  </a:lnTo>
                  <a:lnTo>
                    <a:pt x="1" y="1534"/>
                  </a:lnTo>
                  <a:lnTo>
                    <a:pt x="1609" y="1534"/>
                  </a:lnTo>
                  <a:cubicBezTo>
                    <a:pt x="1978" y="1534"/>
                    <a:pt x="2278" y="1233"/>
                    <a:pt x="2278" y="864"/>
                  </a:cubicBezTo>
                  <a:lnTo>
                    <a:pt x="2278"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1449;p50">
              <a:extLst>
                <a:ext uri="{FF2B5EF4-FFF2-40B4-BE49-F238E27FC236}">
                  <a16:creationId xmlns:a16="http://schemas.microsoft.com/office/drawing/2014/main" id="{FF845560-64C9-E56D-60D7-C2AC058E05EB}"/>
                </a:ext>
              </a:extLst>
            </p:cNvPr>
            <p:cNvSpPr/>
            <p:nvPr/>
          </p:nvSpPr>
          <p:spPr>
            <a:xfrm>
              <a:off x="7242297" y="2322302"/>
              <a:ext cx="388989" cy="314983"/>
            </a:xfrm>
            <a:custGeom>
              <a:avLst/>
              <a:gdLst/>
              <a:ahLst/>
              <a:cxnLst/>
              <a:rect l="l" t="t" r="r" b="b"/>
              <a:pathLst>
                <a:path w="2712" h="2196" extrusionOk="0">
                  <a:moveTo>
                    <a:pt x="0" y="1"/>
                  </a:moveTo>
                  <a:lnTo>
                    <a:pt x="0" y="1525"/>
                  </a:lnTo>
                  <a:cubicBezTo>
                    <a:pt x="0" y="1894"/>
                    <a:pt x="301" y="2195"/>
                    <a:pt x="669" y="2195"/>
                  </a:cubicBezTo>
                  <a:lnTo>
                    <a:pt x="2712" y="2195"/>
                  </a:lnTo>
                  <a:lnTo>
                    <a:pt x="2712" y="2005"/>
                  </a:lnTo>
                  <a:lnTo>
                    <a:pt x="669" y="2005"/>
                  </a:lnTo>
                  <a:cubicBezTo>
                    <a:pt x="404" y="2005"/>
                    <a:pt x="189" y="1790"/>
                    <a:pt x="189" y="1525"/>
                  </a:cubicBezTo>
                  <a:lnTo>
                    <a:pt x="189"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1450;p50">
              <a:extLst>
                <a:ext uri="{FF2B5EF4-FFF2-40B4-BE49-F238E27FC236}">
                  <a16:creationId xmlns:a16="http://schemas.microsoft.com/office/drawing/2014/main" id="{BFEF0300-5442-1D42-1EDF-7A431F0B0B76}"/>
                </a:ext>
              </a:extLst>
            </p:cNvPr>
            <p:cNvSpPr/>
            <p:nvPr/>
          </p:nvSpPr>
          <p:spPr>
            <a:xfrm>
              <a:off x="7000467" y="2661667"/>
              <a:ext cx="524246" cy="314696"/>
            </a:xfrm>
            <a:custGeom>
              <a:avLst/>
              <a:gdLst/>
              <a:ahLst/>
              <a:cxnLst/>
              <a:rect l="l" t="t" r="r" b="b"/>
              <a:pathLst>
                <a:path w="3655" h="2194" extrusionOk="0">
                  <a:moveTo>
                    <a:pt x="1" y="0"/>
                  </a:moveTo>
                  <a:lnTo>
                    <a:pt x="1" y="190"/>
                  </a:lnTo>
                  <a:lnTo>
                    <a:pt x="2984" y="190"/>
                  </a:lnTo>
                  <a:cubicBezTo>
                    <a:pt x="3249" y="190"/>
                    <a:pt x="3464" y="404"/>
                    <a:pt x="3464" y="670"/>
                  </a:cubicBezTo>
                  <a:lnTo>
                    <a:pt x="3464" y="2193"/>
                  </a:lnTo>
                  <a:lnTo>
                    <a:pt x="3655" y="2193"/>
                  </a:lnTo>
                  <a:lnTo>
                    <a:pt x="3655" y="670"/>
                  </a:lnTo>
                  <a:cubicBezTo>
                    <a:pt x="3655" y="301"/>
                    <a:pt x="3353" y="0"/>
                    <a:pt x="29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1451;p50">
              <a:extLst>
                <a:ext uri="{FF2B5EF4-FFF2-40B4-BE49-F238E27FC236}">
                  <a16:creationId xmlns:a16="http://schemas.microsoft.com/office/drawing/2014/main" id="{7D087283-EEF6-F582-D8F2-3AA33238BE85}"/>
                </a:ext>
              </a:extLst>
            </p:cNvPr>
            <p:cNvSpPr/>
            <p:nvPr/>
          </p:nvSpPr>
          <p:spPr>
            <a:xfrm>
              <a:off x="7534759" y="2661667"/>
              <a:ext cx="96100" cy="314696"/>
            </a:xfrm>
            <a:custGeom>
              <a:avLst/>
              <a:gdLst/>
              <a:ahLst/>
              <a:cxnLst/>
              <a:rect l="l" t="t" r="r" b="b"/>
              <a:pathLst>
                <a:path w="670" h="2194" extrusionOk="0">
                  <a:moveTo>
                    <a:pt x="670" y="0"/>
                  </a:moveTo>
                  <a:cubicBezTo>
                    <a:pt x="301" y="0"/>
                    <a:pt x="0" y="301"/>
                    <a:pt x="0" y="670"/>
                  </a:cubicBezTo>
                  <a:lnTo>
                    <a:pt x="0" y="2193"/>
                  </a:lnTo>
                  <a:lnTo>
                    <a:pt x="189" y="2193"/>
                  </a:lnTo>
                  <a:lnTo>
                    <a:pt x="189" y="670"/>
                  </a:lnTo>
                  <a:cubicBezTo>
                    <a:pt x="189" y="404"/>
                    <a:pt x="405" y="190"/>
                    <a:pt x="670" y="190"/>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1452;p50">
              <a:extLst>
                <a:ext uri="{FF2B5EF4-FFF2-40B4-BE49-F238E27FC236}">
                  <a16:creationId xmlns:a16="http://schemas.microsoft.com/office/drawing/2014/main" id="{194A0FF4-8A6B-C79A-4E21-547E038AE063}"/>
                </a:ext>
              </a:extLst>
            </p:cNvPr>
            <p:cNvSpPr/>
            <p:nvPr/>
          </p:nvSpPr>
          <p:spPr>
            <a:xfrm>
              <a:off x="7695119" y="2133973"/>
              <a:ext cx="96387" cy="314696"/>
            </a:xfrm>
            <a:custGeom>
              <a:avLst/>
              <a:gdLst/>
              <a:ahLst/>
              <a:cxnLst/>
              <a:rect l="l" t="t" r="r" b="b"/>
              <a:pathLst>
                <a:path w="672" h="2194" extrusionOk="0">
                  <a:moveTo>
                    <a:pt x="671" y="1"/>
                  </a:moveTo>
                  <a:cubicBezTo>
                    <a:pt x="301" y="1"/>
                    <a:pt x="1" y="301"/>
                    <a:pt x="1" y="670"/>
                  </a:cubicBezTo>
                  <a:lnTo>
                    <a:pt x="1" y="2194"/>
                  </a:lnTo>
                  <a:lnTo>
                    <a:pt x="191" y="2194"/>
                  </a:lnTo>
                  <a:lnTo>
                    <a:pt x="191" y="670"/>
                  </a:lnTo>
                  <a:cubicBezTo>
                    <a:pt x="191" y="405"/>
                    <a:pt x="406" y="190"/>
                    <a:pt x="671" y="190"/>
                  </a:cubicBezTo>
                  <a:lnTo>
                    <a:pt x="6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1453;p50">
              <a:extLst>
                <a:ext uri="{FF2B5EF4-FFF2-40B4-BE49-F238E27FC236}">
                  <a16:creationId xmlns:a16="http://schemas.microsoft.com/office/drawing/2014/main" id="{546B79D9-EC4D-88E0-23BE-5E91C5FDB49F}"/>
                </a:ext>
              </a:extLst>
            </p:cNvPr>
            <p:cNvSpPr/>
            <p:nvPr/>
          </p:nvSpPr>
          <p:spPr>
            <a:xfrm>
              <a:off x="7626557" y="2374225"/>
              <a:ext cx="96243" cy="314696"/>
            </a:xfrm>
            <a:custGeom>
              <a:avLst/>
              <a:gdLst/>
              <a:ahLst/>
              <a:cxnLst/>
              <a:rect l="l" t="t" r="r" b="b"/>
              <a:pathLst>
                <a:path w="671" h="2194" extrusionOk="0">
                  <a:moveTo>
                    <a:pt x="481" y="0"/>
                  </a:moveTo>
                  <a:lnTo>
                    <a:pt x="481" y="1524"/>
                  </a:lnTo>
                  <a:cubicBezTo>
                    <a:pt x="481" y="1788"/>
                    <a:pt x="265" y="2004"/>
                    <a:pt x="1" y="2004"/>
                  </a:cubicBezTo>
                  <a:lnTo>
                    <a:pt x="1" y="2194"/>
                  </a:lnTo>
                  <a:cubicBezTo>
                    <a:pt x="370" y="2194"/>
                    <a:pt x="669" y="1893"/>
                    <a:pt x="670" y="1524"/>
                  </a:cubicBezTo>
                  <a:lnTo>
                    <a:pt x="67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1454;p50">
              <a:extLst>
                <a:ext uri="{FF2B5EF4-FFF2-40B4-BE49-F238E27FC236}">
                  <a16:creationId xmlns:a16="http://schemas.microsoft.com/office/drawing/2014/main" id="{772AAD89-7F1F-8F5F-9CE2-8D0ABF12D9ED}"/>
                </a:ext>
              </a:extLst>
            </p:cNvPr>
            <p:cNvSpPr/>
            <p:nvPr/>
          </p:nvSpPr>
          <p:spPr>
            <a:xfrm>
              <a:off x="7556704" y="2609744"/>
              <a:ext cx="242114" cy="314553"/>
            </a:xfrm>
            <a:custGeom>
              <a:avLst/>
              <a:gdLst/>
              <a:ahLst/>
              <a:cxnLst/>
              <a:rect l="l" t="t" r="r" b="b"/>
              <a:pathLst>
                <a:path w="1688" h="2193" extrusionOk="0">
                  <a:moveTo>
                    <a:pt x="0" y="1"/>
                  </a:moveTo>
                  <a:lnTo>
                    <a:pt x="0" y="189"/>
                  </a:lnTo>
                  <a:lnTo>
                    <a:pt x="1017" y="189"/>
                  </a:lnTo>
                  <a:cubicBezTo>
                    <a:pt x="1281" y="189"/>
                    <a:pt x="1497" y="405"/>
                    <a:pt x="1497" y="669"/>
                  </a:cubicBezTo>
                  <a:lnTo>
                    <a:pt x="1497" y="2193"/>
                  </a:lnTo>
                  <a:lnTo>
                    <a:pt x="1688" y="2193"/>
                  </a:lnTo>
                  <a:lnTo>
                    <a:pt x="1688" y="670"/>
                  </a:lnTo>
                  <a:cubicBezTo>
                    <a:pt x="1688" y="301"/>
                    <a:pt x="1387" y="1"/>
                    <a:pt x="1018" y="1"/>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1455;p50">
              <a:extLst>
                <a:ext uri="{FF2B5EF4-FFF2-40B4-BE49-F238E27FC236}">
                  <a16:creationId xmlns:a16="http://schemas.microsoft.com/office/drawing/2014/main" id="{D0ED339F-F744-952C-4D95-DEC33C3D6764}"/>
                </a:ext>
              </a:extLst>
            </p:cNvPr>
            <p:cNvSpPr/>
            <p:nvPr/>
          </p:nvSpPr>
          <p:spPr>
            <a:xfrm>
              <a:off x="7776159" y="2041745"/>
              <a:ext cx="37579" cy="204825"/>
            </a:xfrm>
            <a:custGeom>
              <a:avLst/>
              <a:gdLst/>
              <a:ahLst/>
              <a:cxnLst/>
              <a:rect l="l" t="t" r="r" b="b"/>
              <a:pathLst>
                <a:path w="262" h="1428" extrusionOk="0">
                  <a:moveTo>
                    <a:pt x="0" y="0"/>
                  </a:moveTo>
                  <a:lnTo>
                    <a:pt x="0" y="1428"/>
                  </a:lnTo>
                  <a:lnTo>
                    <a:pt x="261" y="1428"/>
                  </a:lnTo>
                  <a:lnTo>
                    <a:pt x="261"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1456;p50">
              <a:extLst>
                <a:ext uri="{FF2B5EF4-FFF2-40B4-BE49-F238E27FC236}">
                  <a16:creationId xmlns:a16="http://schemas.microsoft.com/office/drawing/2014/main" id="{DB143B2C-7EBC-FA3B-B33F-8F8C2CAA3DBE}"/>
                </a:ext>
              </a:extLst>
            </p:cNvPr>
            <p:cNvSpPr/>
            <p:nvPr/>
          </p:nvSpPr>
          <p:spPr>
            <a:xfrm>
              <a:off x="7748763" y="2014636"/>
              <a:ext cx="91940" cy="259187"/>
            </a:xfrm>
            <a:custGeom>
              <a:avLst/>
              <a:gdLst/>
              <a:ahLst/>
              <a:cxnLst/>
              <a:rect l="l" t="t" r="r" b="b"/>
              <a:pathLst>
                <a:path w="641" h="1807" extrusionOk="0">
                  <a:moveTo>
                    <a:pt x="452" y="190"/>
                  </a:moveTo>
                  <a:lnTo>
                    <a:pt x="452" y="1619"/>
                  </a:lnTo>
                  <a:lnTo>
                    <a:pt x="191" y="1619"/>
                  </a:lnTo>
                  <a:lnTo>
                    <a:pt x="191" y="190"/>
                  </a:lnTo>
                  <a:close/>
                  <a:moveTo>
                    <a:pt x="1" y="1"/>
                  </a:moveTo>
                  <a:lnTo>
                    <a:pt x="1" y="1807"/>
                  </a:lnTo>
                  <a:lnTo>
                    <a:pt x="640" y="1807"/>
                  </a:lnTo>
                  <a:lnTo>
                    <a:pt x="64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1457;p50">
              <a:extLst>
                <a:ext uri="{FF2B5EF4-FFF2-40B4-BE49-F238E27FC236}">
                  <a16:creationId xmlns:a16="http://schemas.microsoft.com/office/drawing/2014/main" id="{F551CF2A-2F77-4E6B-21C7-7472C6DD6479}"/>
                </a:ext>
              </a:extLst>
            </p:cNvPr>
            <p:cNvSpPr/>
            <p:nvPr/>
          </p:nvSpPr>
          <p:spPr>
            <a:xfrm>
              <a:off x="7776159" y="2362751"/>
              <a:ext cx="37579" cy="204825"/>
            </a:xfrm>
            <a:custGeom>
              <a:avLst/>
              <a:gdLst/>
              <a:ahLst/>
              <a:cxnLst/>
              <a:rect l="l" t="t" r="r" b="b"/>
              <a:pathLst>
                <a:path w="262" h="1428" extrusionOk="0">
                  <a:moveTo>
                    <a:pt x="0" y="0"/>
                  </a:moveTo>
                  <a:lnTo>
                    <a:pt x="0" y="1428"/>
                  </a:lnTo>
                  <a:lnTo>
                    <a:pt x="261" y="1428"/>
                  </a:lnTo>
                  <a:lnTo>
                    <a:pt x="261"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1458;p50">
              <a:extLst>
                <a:ext uri="{FF2B5EF4-FFF2-40B4-BE49-F238E27FC236}">
                  <a16:creationId xmlns:a16="http://schemas.microsoft.com/office/drawing/2014/main" id="{9A23C5D1-3A3A-0F1B-0A9A-1B6CD6233F07}"/>
                </a:ext>
              </a:extLst>
            </p:cNvPr>
            <p:cNvSpPr/>
            <p:nvPr/>
          </p:nvSpPr>
          <p:spPr>
            <a:xfrm>
              <a:off x="7748763" y="2335641"/>
              <a:ext cx="91940" cy="259474"/>
            </a:xfrm>
            <a:custGeom>
              <a:avLst/>
              <a:gdLst/>
              <a:ahLst/>
              <a:cxnLst/>
              <a:rect l="l" t="t" r="r" b="b"/>
              <a:pathLst>
                <a:path w="641" h="1809" extrusionOk="0">
                  <a:moveTo>
                    <a:pt x="452" y="190"/>
                  </a:moveTo>
                  <a:lnTo>
                    <a:pt x="452" y="1618"/>
                  </a:lnTo>
                  <a:lnTo>
                    <a:pt x="191" y="1618"/>
                  </a:lnTo>
                  <a:lnTo>
                    <a:pt x="191" y="190"/>
                  </a:lnTo>
                  <a:close/>
                  <a:moveTo>
                    <a:pt x="1" y="1"/>
                  </a:moveTo>
                  <a:lnTo>
                    <a:pt x="1" y="1808"/>
                  </a:lnTo>
                  <a:lnTo>
                    <a:pt x="640" y="1808"/>
                  </a:lnTo>
                  <a:lnTo>
                    <a:pt x="64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1459;p50">
              <a:extLst>
                <a:ext uri="{FF2B5EF4-FFF2-40B4-BE49-F238E27FC236}">
                  <a16:creationId xmlns:a16="http://schemas.microsoft.com/office/drawing/2014/main" id="{9E355B38-F0E0-53E0-2624-C060412A82BE}"/>
                </a:ext>
              </a:extLst>
            </p:cNvPr>
            <p:cNvSpPr/>
            <p:nvPr/>
          </p:nvSpPr>
          <p:spPr>
            <a:xfrm>
              <a:off x="6895760" y="2014636"/>
              <a:ext cx="761627" cy="529849"/>
            </a:xfrm>
            <a:custGeom>
              <a:avLst/>
              <a:gdLst/>
              <a:ahLst/>
              <a:cxnLst/>
              <a:rect l="l" t="t" r="r" b="b"/>
              <a:pathLst>
                <a:path w="5310" h="3694" extrusionOk="0">
                  <a:moveTo>
                    <a:pt x="0" y="1"/>
                  </a:moveTo>
                  <a:lnTo>
                    <a:pt x="0" y="3693"/>
                  </a:lnTo>
                  <a:lnTo>
                    <a:pt x="5310" y="3693"/>
                  </a:lnTo>
                  <a:lnTo>
                    <a:pt x="5310"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1460;p50">
              <a:extLst>
                <a:ext uri="{FF2B5EF4-FFF2-40B4-BE49-F238E27FC236}">
                  <a16:creationId xmlns:a16="http://schemas.microsoft.com/office/drawing/2014/main" id="{AD1A9971-EBAF-B3E1-3D6B-8E5DC4F0649A}"/>
                </a:ext>
              </a:extLst>
            </p:cNvPr>
            <p:cNvSpPr/>
            <p:nvPr/>
          </p:nvSpPr>
          <p:spPr>
            <a:xfrm>
              <a:off x="6895760" y="2184318"/>
              <a:ext cx="761627" cy="202100"/>
            </a:xfrm>
            <a:custGeom>
              <a:avLst/>
              <a:gdLst/>
              <a:ahLst/>
              <a:cxnLst/>
              <a:rect l="l" t="t" r="r" b="b"/>
              <a:pathLst>
                <a:path w="5310" h="1409" extrusionOk="0">
                  <a:moveTo>
                    <a:pt x="0" y="1"/>
                  </a:moveTo>
                  <a:lnTo>
                    <a:pt x="0" y="1409"/>
                  </a:lnTo>
                  <a:lnTo>
                    <a:pt x="5310" y="1409"/>
                  </a:lnTo>
                  <a:lnTo>
                    <a:pt x="5310" y="1"/>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1461;p50">
              <a:extLst>
                <a:ext uri="{FF2B5EF4-FFF2-40B4-BE49-F238E27FC236}">
                  <a16:creationId xmlns:a16="http://schemas.microsoft.com/office/drawing/2014/main" id="{CB134B37-AEF4-AFD9-4DB3-52686617E1A9}"/>
                </a:ext>
              </a:extLst>
            </p:cNvPr>
            <p:cNvSpPr/>
            <p:nvPr/>
          </p:nvSpPr>
          <p:spPr>
            <a:xfrm>
              <a:off x="6895760" y="2014636"/>
              <a:ext cx="761627" cy="80897"/>
            </a:xfrm>
            <a:custGeom>
              <a:avLst/>
              <a:gdLst/>
              <a:ahLst/>
              <a:cxnLst/>
              <a:rect l="l" t="t" r="r" b="b"/>
              <a:pathLst>
                <a:path w="5310" h="564" extrusionOk="0">
                  <a:moveTo>
                    <a:pt x="0" y="1"/>
                  </a:moveTo>
                  <a:lnTo>
                    <a:pt x="0" y="563"/>
                  </a:lnTo>
                  <a:lnTo>
                    <a:pt x="5310" y="563"/>
                  </a:lnTo>
                  <a:lnTo>
                    <a:pt x="5310" y="1"/>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1462;p50">
              <a:extLst>
                <a:ext uri="{FF2B5EF4-FFF2-40B4-BE49-F238E27FC236}">
                  <a16:creationId xmlns:a16="http://schemas.microsoft.com/office/drawing/2014/main" id="{6A62C843-2142-6CC4-0713-15C48408F238}"/>
                </a:ext>
              </a:extLst>
            </p:cNvPr>
            <p:cNvSpPr/>
            <p:nvPr/>
          </p:nvSpPr>
          <p:spPr>
            <a:xfrm>
              <a:off x="7013949" y="2218312"/>
              <a:ext cx="356573" cy="130813"/>
            </a:xfrm>
            <a:custGeom>
              <a:avLst/>
              <a:gdLst/>
              <a:ahLst/>
              <a:cxnLst/>
              <a:rect l="l" t="t" r="r" b="b"/>
              <a:pathLst>
                <a:path w="2486" h="912" extrusionOk="0">
                  <a:moveTo>
                    <a:pt x="1" y="1"/>
                  </a:moveTo>
                  <a:lnTo>
                    <a:pt x="1" y="912"/>
                  </a:lnTo>
                  <a:lnTo>
                    <a:pt x="2486" y="912"/>
                  </a:lnTo>
                  <a:lnTo>
                    <a:pt x="2486"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1463;p50">
              <a:extLst>
                <a:ext uri="{FF2B5EF4-FFF2-40B4-BE49-F238E27FC236}">
                  <a16:creationId xmlns:a16="http://schemas.microsoft.com/office/drawing/2014/main" id="{A1A3D9E9-12C1-AFB3-31A0-DDBF1527864C}"/>
                </a:ext>
              </a:extLst>
            </p:cNvPr>
            <p:cNvSpPr/>
            <p:nvPr/>
          </p:nvSpPr>
          <p:spPr>
            <a:xfrm>
              <a:off x="7013949" y="2218312"/>
              <a:ext cx="42169" cy="130813"/>
            </a:xfrm>
            <a:custGeom>
              <a:avLst/>
              <a:gdLst/>
              <a:ahLst/>
              <a:cxnLst/>
              <a:rect l="l" t="t" r="r" b="b"/>
              <a:pathLst>
                <a:path w="294" h="912" extrusionOk="0">
                  <a:moveTo>
                    <a:pt x="1" y="1"/>
                  </a:moveTo>
                  <a:lnTo>
                    <a:pt x="1" y="912"/>
                  </a:lnTo>
                  <a:lnTo>
                    <a:pt x="294" y="912"/>
                  </a:lnTo>
                  <a:lnTo>
                    <a:pt x="2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1464;p50">
              <a:extLst>
                <a:ext uri="{FF2B5EF4-FFF2-40B4-BE49-F238E27FC236}">
                  <a16:creationId xmlns:a16="http://schemas.microsoft.com/office/drawing/2014/main" id="{16B26A03-2EDE-5464-D4EF-159F04272841}"/>
                </a:ext>
              </a:extLst>
            </p:cNvPr>
            <p:cNvSpPr/>
            <p:nvPr/>
          </p:nvSpPr>
          <p:spPr>
            <a:xfrm>
              <a:off x="7076917" y="2218312"/>
              <a:ext cx="42169" cy="130813"/>
            </a:xfrm>
            <a:custGeom>
              <a:avLst/>
              <a:gdLst/>
              <a:ahLst/>
              <a:cxnLst/>
              <a:rect l="l" t="t" r="r" b="b"/>
              <a:pathLst>
                <a:path w="294" h="912" extrusionOk="0">
                  <a:moveTo>
                    <a:pt x="0" y="1"/>
                  </a:moveTo>
                  <a:lnTo>
                    <a:pt x="0" y="912"/>
                  </a:lnTo>
                  <a:lnTo>
                    <a:pt x="293" y="912"/>
                  </a:lnTo>
                  <a:lnTo>
                    <a:pt x="29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1465;p50">
              <a:extLst>
                <a:ext uri="{FF2B5EF4-FFF2-40B4-BE49-F238E27FC236}">
                  <a16:creationId xmlns:a16="http://schemas.microsoft.com/office/drawing/2014/main" id="{B171972C-8015-F678-3AE7-DB548F665623}"/>
                </a:ext>
              </a:extLst>
            </p:cNvPr>
            <p:cNvSpPr/>
            <p:nvPr/>
          </p:nvSpPr>
          <p:spPr>
            <a:xfrm>
              <a:off x="7139741" y="2218312"/>
              <a:ext cx="42169" cy="130813"/>
            </a:xfrm>
            <a:custGeom>
              <a:avLst/>
              <a:gdLst/>
              <a:ahLst/>
              <a:cxnLst/>
              <a:rect l="l" t="t" r="r" b="b"/>
              <a:pathLst>
                <a:path w="294" h="912" extrusionOk="0">
                  <a:moveTo>
                    <a:pt x="1" y="1"/>
                  </a:moveTo>
                  <a:lnTo>
                    <a:pt x="1" y="912"/>
                  </a:lnTo>
                  <a:lnTo>
                    <a:pt x="294" y="912"/>
                  </a:lnTo>
                  <a:lnTo>
                    <a:pt x="2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1466;p50">
              <a:extLst>
                <a:ext uri="{FF2B5EF4-FFF2-40B4-BE49-F238E27FC236}">
                  <a16:creationId xmlns:a16="http://schemas.microsoft.com/office/drawing/2014/main" id="{E7727503-5E00-F51F-2D3A-5B06A39716CD}"/>
                </a:ext>
              </a:extLst>
            </p:cNvPr>
            <p:cNvSpPr/>
            <p:nvPr/>
          </p:nvSpPr>
          <p:spPr>
            <a:xfrm>
              <a:off x="7202709" y="2218312"/>
              <a:ext cx="42169" cy="130813"/>
            </a:xfrm>
            <a:custGeom>
              <a:avLst/>
              <a:gdLst/>
              <a:ahLst/>
              <a:cxnLst/>
              <a:rect l="l" t="t" r="r" b="b"/>
              <a:pathLst>
                <a:path w="294" h="912" extrusionOk="0">
                  <a:moveTo>
                    <a:pt x="0" y="1"/>
                  </a:moveTo>
                  <a:lnTo>
                    <a:pt x="0" y="912"/>
                  </a:lnTo>
                  <a:lnTo>
                    <a:pt x="293" y="912"/>
                  </a:lnTo>
                  <a:lnTo>
                    <a:pt x="29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1467;p50">
              <a:extLst>
                <a:ext uri="{FF2B5EF4-FFF2-40B4-BE49-F238E27FC236}">
                  <a16:creationId xmlns:a16="http://schemas.microsoft.com/office/drawing/2014/main" id="{255719AD-C47B-C134-6FC6-60F6F10B682C}"/>
                </a:ext>
              </a:extLst>
            </p:cNvPr>
            <p:cNvSpPr/>
            <p:nvPr/>
          </p:nvSpPr>
          <p:spPr>
            <a:xfrm>
              <a:off x="7265533" y="2218312"/>
              <a:ext cx="42169" cy="130813"/>
            </a:xfrm>
            <a:custGeom>
              <a:avLst/>
              <a:gdLst/>
              <a:ahLst/>
              <a:cxnLst/>
              <a:rect l="l" t="t" r="r" b="b"/>
              <a:pathLst>
                <a:path w="294" h="912" extrusionOk="0">
                  <a:moveTo>
                    <a:pt x="1" y="1"/>
                  </a:moveTo>
                  <a:lnTo>
                    <a:pt x="1" y="912"/>
                  </a:lnTo>
                  <a:lnTo>
                    <a:pt x="294" y="912"/>
                  </a:lnTo>
                  <a:lnTo>
                    <a:pt x="2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1468;p50">
              <a:extLst>
                <a:ext uri="{FF2B5EF4-FFF2-40B4-BE49-F238E27FC236}">
                  <a16:creationId xmlns:a16="http://schemas.microsoft.com/office/drawing/2014/main" id="{97D85E59-3326-7031-F1B7-C9BB80899DA3}"/>
                </a:ext>
              </a:extLst>
            </p:cNvPr>
            <p:cNvSpPr/>
            <p:nvPr/>
          </p:nvSpPr>
          <p:spPr>
            <a:xfrm>
              <a:off x="7328357" y="2218312"/>
              <a:ext cx="42169" cy="130813"/>
            </a:xfrm>
            <a:custGeom>
              <a:avLst/>
              <a:gdLst/>
              <a:ahLst/>
              <a:cxnLst/>
              <a:rect l="l" t="t" r="r" b="b"/>
              <a:pathLst>
                <a:path w="294" h="912" extrusionOk="0">
                  <a:moveTo>
                    <a:pt x="1" y="1"/>
                  </a:moveTo>
                  <a:lnTo>
                    <a:pt x="1" y="912"/>
                  </a:lnTo>
                  <a:lnTo>
                    <a:pt x="294" y="912"/>
                  </a:lnTo>
                  <a:lnTo>
                    <a:pt x="29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1469;p50">
              <a:extLst>
                <a:ext uri="{FF2B5EF4-FFF2-40B4-BE49-F238E27FC236}">
                  <a16:creationId xmlns:a16="http://schemas.microsoft.com/office/drawing/2014/main" id="{0451600B-F040-B728-4768-616EF5CA381D}"/>
                </a:ext>
              </a:extLst>
            </p:cNvPr>
            <p:cNvSpPr/>
            <p:nvPr/>
          </p:nvSpPr>
          <p:spPr>
            <a:xfrm>
              <a:off x="7017392" y="2260912"/>
              <a:ext cx="34998" cy="46043"/>
            </a:xfrm>
            <a:custGeom>
              <a:avLst/>
              <a:gdLst/>
              <a:ahLst/>
              <a:cxnLst/>
              <a:rect l="l" t="t" r="r" b="b"/>
              <a:pathLst>
                <a:path w="244" h="321" extrusionOk="0">
                  <a:moveTo>
                    <a:pt x="122" y="42"/>
                  </a:moveTo>
                  <a:cubicBezTo>
                    <a:pt x="144" y="42"/>
                    <a:pt x="161" y="53"/>
                    <a:pt x="174" y="71"/>
                  </a:cubicBezTo>
                  <a:cubicBezTo>
                    <a:pt x="185" y="90"/>
                    <a:pt x="192" y="119"/>
                    <a:pt x="192" y="159"/>
                  </a:cubicBezTo>
                  <a:cubicBezTo>
                    <a:pt x="192" y="199"/>
                    <a:pt x="185" y="229"/>
                    <a:pt x="174" y="247"/>
                  </a:cubicBezTo>
                  <a:cubicBezTo>
                    <a:pt x="161" y="267"/>
                    <a:pt x="144" y="277"/>
                    <a:pt x="122" y="277"/>
                  </a:cubicBezTo>
                  <a:cubicBezTo>
                    <a:pt x="100" y="277"/>
                    <a:pt x="83" y="266"/>
                    <a:pt x="71" y="247"/>
                  </a:cubicBezTo>
                  <a:cubicBezTo>
                    <a:pt x="58" y="227"/>
                    <a:pt x="52" y="198"/>
                    <a:pt x="52" y="159"/>
                  </a:cubicBezTo>
                  <a:cubicBezTo>
                    <a:pt x="52" y="120"/>
                    <a:pt x="58" y="91"/>
                    <a:pt x="71" y="71"/>
                  </a:cubicBezTo>
                  <a:cubicBezTo>
                    <a:pt x="84" y="50"/>
                    <a:pt x="101" y="42"/>
                    <a:pt x="122" y="42"/>
                  </a:cubicBezTo>
                  <a:close/>
                  <a:moveTo>
                    <a:pt x="122" y="0"/>
                  </a:moveTo>
                  <a:cubicBezTo>
                    <a:pt x="103" y="0"/>
                    <a:pt x="85" y="4"/>
                    <a:pt x="69" y="12"/>
                  </a:cubicBezTo>
                  <a:cubicBezTo>
                    <a:pt x="55" y="20"/>
                    <a:pt x="42" y="31"/>
                    <a:pt x="31" y="46"/>
                  </a:cubicBezTo>
                  <a:cubicBezTo>
                    <a:pt x="21" y="60"/>
                    <a:pt x="14" y="76"/>
                    <a:pt x="9" y="96"/>
                  </a:cubicBezTo>
                  <a:cubicBezTo>
                    <a:pt x="4" y="117"/>
                    <a:pt x="0" y="138"/>
                    <a:pt x="0" y="161"/>
                  </a:cubicBezTo>
                  <a:cubicBezTo>
                    <a:pt x="0" y="183"/>
                    <a:pt x="4" y="204"/>
                    <a:pt x="9" y="225"/>
                  </a:cubicBezTo>
                  <a:cubicBezTo>
                    <a:pt x="14" y="245"/>
                    <a:pt x="21" y="262"/>
                    <a:pt x="31" y="276"/>
                  </a:cubicBezTo>
                  <a:cubicBezTo>
                    <a:pt x="41" y="290"/>
                    <a:pt x="54" y="301"/>
                    <a:pt x="69" y="309"/>
                  </a:cubicBezTo>
                  <a:cubicBezTo>
                    <a:pt x="84" y="317"/>
                    <a:pt x="101" y="321"/>
                    <a:pt x="121" y="321"/>
                  </a:cubicBezTo>
                  <a:cubicBezTo>
                    <a:pt x="142" y="321"/>
                    <a:pt x="160" y="317"/>
                    <a:pt x="175" y="309"/>
                  </a:cubicBezTo>
                  <a:cubicBezTo>
                    <a:pt x="190" y="301"/>
                    <a:pt x="201" y="289"/>
                    <a:pt x="212" y="276"/>
                  </a:cubicBezTo>
                  <a:cubicBezTo>
                    <a:pt x="223" y="261"/>
                    <a:pt x="229" y="245"/>
                    <a:pt x="235" y="225"/>
                  </a:cubicBezTo>
                  <a:cubicBezTo>
                    <a:pt x="240" y="204"/>
                    <a:pt x="243" y="183"/>
                    <a:pt x="243" y="161"/>
                  </a:cubicBezTo>
                  <a:cubicBezTo>
                    <a:pt x="243" y="137"/>
                    <a:pt x="240" y="117"/>
                    <a:pt x="235" y="96"/>
                  </a:cubicBezTo>
                  <a:cubicBezTo>
                    <a:pt x="229" y="76"/>
                    <a:pt x="223" y="60"/>
                    <a:pt x="212" y="46"/>
                  </a:cubicBezTo>
                  <a:cubicBezTo>
                    <a:pt x="203" y="31"/>
                    <a:pt x="190" y="20"/>
                    <a:pt x="175" y="12"/>
                  </a:cubicBezTo>
                  <a:cubicBezTo>
                    <a:pt x="160" y="4"/>
                    <a:pt x="143" y="0"/>
                    <a:pt x="1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1470;p50">
              <a:extLst>
                <a:ext uri="{FF2B5EF4-FFF2-40B4-BE49-F238E27FC236}">
                  <a16:creationId xmlns:a16="http://schemas.microsoft.com/office/drawing/2014/main" id="{AD9C208B-858C-D902-8DAD-1DE32BF04ABF}"/>
                </a:ext>
              </a:extLst>
            </p:cNvPr>
            <p:cNvSpPr/>
            <p:nvPr/>
          </p:nvSpPr>
          <p:spPr>
            <a:xfrm>
              <a:off x="7080359" y="2260912"/>
              <a:ext cx="34854" cy="46043"/>
            </a:xfrm>
            <a:custGeom>
              <a:avLst/>
              <a:gdLst/>
              <a:ahLst/>
              <a:cxnLst/>
              <a:rect l="l" t="t" r="r" b="b"/>
              <a:pathLst>
                <a:path w="243" h="321" extrusionOk="0">
                  <a:moveTo>
                    <a:pt x="122" y="42"/>
                  </a:moveTo>
                  <a:cubicBezTo>
                    <a:pt x="145" y="42"/>
                    <a:pt x="161" y="53"/>
                    <a:pt x="173" y="71"/>
                  </a:cubicBezTo>
                  <a:cubicBezTo>
                    <a:pt x="185" y="90"/>
                    <a:pt x="191" y="119"/>
                    <a:pt x="191" y="159"/>
                  </a:cubicBezTo>
                  <a:cubicBezTo>
                    <a:pt x="191" y="199"/>
                    <a:pt x="185" y="229"/>
                    <a:pt x="173" y="247"/>
                  </a:cubicBezTo>
                  <a:cubicBezTo>
                    <a:pt x="161" y="267"/>
                    <a:pt x="145" y="277"/>
                    <a:pt x="122" y="277"/>
                  </a:cubicBezTo>
                  <a:cubicBezTo>
                    <a:pt x="99" y="277"/>
                    <a:pt x="82" y="266"/>
                    <a:pt x="70" y="247"/>
                  </a:cubicBezTo>
                  <a:cubicBezTo>
                    <a:pt x="58" y="227"/>
                    <a:pt x="51" y="198"/>
                    <a:pt x="51" y="159"/>
                  </a:cubicBezTo>
                  <a:cubicBezTo>
                    <a:pt x="51" y="120"/>
                    <a:pt x="58" y="91"/>
                    <a:pt x="70" y="71"/>
                  </a:cubicBezTo>
                  <a:cubicBezTo>
                    <a:pt x="83" y="50"/>
                    <a:pt x="100" y="42"/>
                    <a:pt x="122" y="42"/>
                  </a:cubicBezTo>
                  <a:close/>
                  <a:moveTo>
                    <a:pt x="122" y="0"/>
                  </a:moveTo>
                  <a:cubicBezTo>
                    <a:pt x="102" y="0"/>
                    <a:pt x="84" y="4"/>
                    <a:pt x="68" y="12"/>
                  </a:cubicBezTo>
                  <a:cubicBezTo>
                    <a:pt x="54" y="20"/>
                    <a:pt x="42" y="31"/>
                    <a:pt x="31" y="46"/>
                  </a:cubicBezTo>
                  <a:cubicBezTo>
                    <a:pt x="20" y="60"/>
                    <a:pt x="14" y="76"/>
                    <a:pt x="8" y="96"/>
                  </a:cubicBezTo>
                  <a:cubicBezTo>
                    <a:pt x="3" y="117"/>
                    <a:pt x="1" y="138"/>
                    <a:pt x="1" y="161"/>
                  </a:cubicBezTo>
                  <a:cubicBezTo>
                    <a:pt x="1" y="183"/>
                    <a:pt x="3" y="204"/>
                    <a:pt x="8" y="225"/>
                  </a:cubicBezTo>
                  <a:cubicBezTo>
                    <a:pt x="14" y="245"/>
                    <a:pt x="20" y="262"/>
                    <a:pt x="31" y="276"/>
                  </a:cubicBezTo>
                  <a:cubicBezTo>
                    <a:pt x="40" y="290"/>
                    <a:pt x="54" y="301"/>
                    <a:pt x="68" y="309"/>
                  </a:cubicBezTo>
                  <a:cubicBezTo>
                    <a:pt x="83" y="317"/>
                    <a:pt x="100" y="321"/>
                    <a:pt x="121" y="321"/>
                  </a:cubicBezTo>
                  <a:cubicBezTo>
                    <a:pt x="141" y="321"/>
                    <a:pt x="159" y="317"/>
                    <a:pt x="174" y="309"/>
                  </a:cubicBezTo>
                  <a:cubicBezTo>
                    <a:pt x="189" y="301"/>
                    <a:pt x="201" y="289"/>
                    <a:pt x="212" y="276"/>
                  </a:cubicBezTo>
                  <a:cubicBezTo>
                    <a:pt x="222" y="261"/>
                    <a:pt x="229" y="245"/>
                    <a:pt x="234" y="225"/>
                  </a:cubicBezTo>
                  <a:cubicBezTo>
                    <a:pt x="239" y="204"/>
                    <a:pt x="243" y="183"/>
                    <a:pt x="243" y="161"/>
                  </a:cubicBezTo>
                  <a:cubicBezTo>
                    <a:pt x="243" y="137"/>
                    <a:pt x="239" y="117"/>
                    <a:pt x="234" y="96"/>
                  </a:cubicBezTo>
                  <a:cubicBezTo>
                    <a:pt x="229" y="76"/>
                    <a:pt x="222" y="60"/>
                    <a:pt x="212" y="46"/>
                  </a:cubicBezTo>
                  <a:cubicBezTo>
                    <a:pt x="202" y="31"/>
                    <a:pt x="189" y="20"/>
                    <a:pt x="174" y="12"/>
                  </a:cubicBezTo>
                  <a:cubicBezTo>
                    <a:pt x="159" y="4"/>
                    <a:pt x="142" y="0"/>
                    <a:pt x="1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1471;p50">
              <a:extLst>
                <a:ext uri="{FF2B5EF4-FFF2-40B4-BE49-F238E27FC236}">
                  <a16:creationId xmlns:a16="http://schemas.microsoft.com/office/drawing/2014/main" id="{DB13D617-6A7F-8D8F-FB83-BB768A5E860E}"/>
                </a:ext>
              </a:extLst>
            </p:cNvPr>
            <p:cNvSpPr/>
            <p:nvPr/>
          </p:nvSpPr>
          <p:spPr>
            <a:xfrm>
              <a:off x="7143470" y="2260912"/>
              <a:ext cx="34854" cy="46043"/>
            </a:xfrm>
            <a:custGeom>
              <a:avLst/>
              <a:gdLst/>
              <a:ahLst/>
              <a:cxnLst/>
              <a:rect l="l" t="t" r="r" b="b"/>
              <a:pathLst>
                <a:path w="243" h="321" extrusionOk="0">
                  <a:moveTo>
                    <a:pt x="120" y="42"/>
                  </a:moveTo>
                  <a:cubicBezTo>
                    <a:pt x="144" y="42"/>
                    <a:pt x="160" y="53"/>
                    <a:pt x="171" y="71"/>
                  </a:cubicBezTo>
                  <a:cubicBezTo>
                    <a:pt x="183" y="90"/>
                    <a:pt x="190" y="119"/>
                    <a:pt x="190" y="159"/>
                  </a:cubicBezTo>
                  <a:cubicBezTo>
                    <a:pt x="190" y="199"/>
                    <a:pt x="183" y="229"/>
                    <a:pt x="171" y="247"/>
                  </a:cubicBezTo>
                  <a:cubicBezTo>
                    <a:pt x="160" y="267"/>
                    <a:pt x="142" y="277"/>
                    <a:pt x="120" y="277"/>
                  </a:cubicBezTo>
                  <a:cubicBezTo>
                    <a:pt x="98" y="277"/>
                    <a:pt x="81" y="266"/>
                    <a:pt x="69" y="247"/>
                  </a:cubicBezTo>
                  <a:cubicBezTo>
                    <a:pt x="56" y="227"/>
                    <a:pt x="50" y="198"/>
                    <a:pt x="50" y="159"/>
                  </a:cubicBezTo>
                  <a:cubicBezTo>
                    <a:pt x="50" y="120"/>
                    <a:pt x="56" y="91"/>
                    <a:pt x="69" y="71"/>
                  </a:cubicBezTo>
                  <a:cubicBezTo>
                    <a:pt x="82" y="50"/>
                    <a:pt x="99" y="42"/>
                    <a:pt x="120" y="42"/>
                  </a:cubicBezTo>
                  <a:close/>
                  <a:moveTo>
                    <a:pt x="122" y="0"/>
                  </a:moveTo>
                  <a:cubicBezTo>
                    <a:pt x="102" y="0"/>
                    <a:pt x="83" y="4"/>
                    <a:pt x="69" y="12"/>
                  </a:cubicBezTo>
                  <a:cubicBezTo>
                    <a:pt x="54" y="20"/>
                    <a:pt x="42" y="31"/>
                    <a:pt x="31" y="46"/>
                  </a:cubicBezTo>
                  <a:cubicBezTo>
                    <a:pt x="21" y="60"/>
                    <a:pt x="13" y="76"/>
                    <a:pt x="8" y="96"/>
                  </a:cubicBezTo>
                  <a:cubicBezTo>
                    <a:pt x="3" y="117"/>
                    <a:pt x="0" y="138"/>
                    <a:pt x="0" y="161"/>
                  </a:cubicBezTo>
                  <a:cubicBezTo>
                    <a:pt x="0" y="183"/>
                    <a:pt x="3" y="204"/>
                    <a:pt x="8" y="225"/>
                  </a:cubicBezTo>
                  <a:cubicBezTo>
                    <a:pt x="13" y="245"/>
                    <a:pt x="21" y="262"/>
                    <a:pt x="31" y="276"/>
                  </a:cubicBezTo>
                  <a:cubicBezTo>
                    <a:pt x="40" y="290"/>
                    <a:pt x="54" y="301"/>
                    <a:pt x="69" y="309"/>
                  </a:cubicBezTo>
                  <a:cubicBezTo>
                    <a:pt x="83" y="317"/>
                    <a:pt x="101" y="321"/>
                    <a:pt x="120" y="321"/>
                  </a:cubicBezTo>
                  <a:cubicBezTo>
                    <a:pt x="140" y="321"/>
                    <a:pt x="160" y="317"/>
                    <a:pt x="174" y="309"/>
                  </a:cubicBezTo>
                  <a:cubicBezTo>
                    <a:pt x="189" y="301"/>
                    <a:pt x="200" y="289"/>
                    <a:pt x="211" y="276"/>
                  </a:cubicBezTo>
                  <a:cubicBezTo>
                    <a:pt x="222" y="261"/>
                    <a:pt x="229" y="245"/>
                    <a:pt x="235" y="225"/>
                  </a:cubicBezTo>
                  <a:cubicBezTo>
                    <a:pt x="240" y="204"/>
                    <a:pt x="242" y="183"/>
                    <a:pt x="242" y="161"/>
                  </a:cubicBezTo>
                  <a:cubicBezTo>
                    <a:pt x="242" y="137"/>
                    <a:pt x="240" y="117"/>
                    <a:pt x="235" y="96"/>
                  </a:cubicBezTo>
                  <a:cubicBezTo>
                    <a:pt x="228" y="76"/>
                    <a:pt x="222" y="60"/>
                    <a:pt x="211" y="46"/>
                  </a:cubicBezTo>
                  <a:cubicBezTo>
                    <a:pt x="202" y="31"/>
                    <a:pt x="189" y="20"/>
                    <a:pt x="174" y="12"/>
                  </a:cubicBezTo>
                  <a:cubicBezTo>
                    <a:pt x="160" y="4"/>
                    <a:pt x="142" y="0"/>
                    <a:pt x="1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1472;p50">
              <a:extLst>
                <a:ext uri="{FF2B5EF4-FFF2-40B4-BE49-F238E27FC236}">
                  <a16:creationId xmlns:a16="http://schemas.microsoft.com/office/drawing/2014/main" id="{8DEC4414-B237-E407-B4F4-25D199D58BE3}"/>
                </a:ext>
              </a:extLst>
            </p:cNvPr>
            <p:cNvSpPr/>
            <p:nvPr/>
          </p:nvSpPr>
          <p:spPr>
            <a:xfrm>
              <a:off x="7206008" y="2260912"/>
              <a:ext cx="34998" cy="46043"/>
            </a:xfrm>
            <a:custGeom>
              <a:avLst/>
              <a:gdLst/>
              <a:ahLst/>
              <a:cxnLst/>
              <a:rect l="l" t="t" r="r" b="b"/>
              <a:pathLst>
                <a:path w="244" h="321" extrusionOk="0">
                  <a:moveTo>
                    <a:pt x="123" y="42"/>
                  </a:moveTo>
                  <a:cubicBezTo>
                    <a:pt x="146" y="42"/>
                    <a:pt x="162" y="53"/>
                    <a:pt x="174" y="71"/>
                  </a:cubicBezTo>
                  <a:cubicBezTo>
                    <a:pt x="186" y="90"/>
                    <a:pt x="192" y="119"/>
                    <a:pt x="192" y="159"/>
                  </a:cubicBezTo>
                  <a:cubicBezTo>
                    <a:pt x="192" y="199"/>
                    <a:pt x="186" y="229"/>
                    <a:pt x="174" y="247"/>
                  </a:cubicBezTo>
                  <a:cubicBezTo>
                    <a:pt x="161" y="267"/>
                    <a:pt x="145" y="277"/>
                    <a:pt x="123" y="277"/>
                  </a:cubicBezTo>
                  <a:cubicBezTo>
                    <a:pt x="100" y="277"/>
                    <a:pt x="83" y="266"/>
                    <a:pt x="71" y="247"/>
                  </a:cubicBezTo>
                  <a:cubicBezTo>
                    <a:pt x="58" y="227"/>
                    <a:pt x="52" y="198"/>
                    <a:pt x="52" y="159"/>
                  </a:cubicBezTo>
                  <a:cubicBezTo>
                    <a:pt x="52" y="120"/>
                    <a:pt x="58" y="91"/>
                    <a:pt x="71" y="71"/>
                  </a:cubicBezTo>
                  <a:cubicBezTo>
                    <a:pt x="84" y="50"/>
                    <a:pt x="101" y="42"/>
                    <a:pt x="123" y="42"/>
                  </a:cubicBezTo>
                  <a:close/>
                  <a:moveTo>
                    <a:pt x="125" y="0"/>
                  </a:moveTo>
                  <a:cubicBezTo>
                    <a:pt x="104" y="0"/>
                    <a:pt x="85" y="4"/>
                    <a:pt x="69" y="12"/>
                  </a:cubicBezTo>
                  <a:cubicBezTo>
                    <a:pt x="55" y="20"/>
                    <a:pt x="42" y="31"/>
                    <a:pt x="32" y="46"/>
                  </a:cubicBezTo>
                  <a:cubicBezTo>
                    <a:pt x="21" y="60"/>
                    <a:pt x="15" y="76"/>
                    <a:pt x="9" y="96"/>
                  </a:cubicBezTo>
                  <a:cubicBezTo>
                    <a:pt x="4" y="117"/>
                    <a:pt x="1" y="138"/>
                    <a:pt x="1" y="161"/>
                  </a:cubicBezTo>
                  <a:cubicBezTo>
                    <a:pt x="1" y="183"/>
                    <a:pt x="4" y="204"/>
                    <a:pt x="9" y="225"/>
                  </a:cubicBezTo>
                  <a:cubicBezTo>
                    <a:pt x="15" y="245"/>
                    <a:pt x="21" y="262"/>
                    <a:pt x="32" y="276"/>
                  </a:cubicBezTo>
                  <a:cubicBezTo>
                    <a:pt x="41" y="290"/>
                    <a:pt x="54" y="301"/>
                    <a:pt x="69" y="309"/>
                  </a:cubicBezTo>
                  <a:cubicBezTo>
                    <a:pt x="84" y="317"/>
                    <a:pt x="101" y="321"/>
                    <a:pt x="122" y="321"/>
                  </a:cubicBezTo>
                  <a:cubicBezTo>
                    <a:pt x="142" y="321"/>
                    <a:pt x="160" y="317"/>
                    <a:pt x="175" y="309"/>
                  </a:cubicBezTo>
                  <a:cubicBezTo>
                    <a:pt x="190" y="301"/>
                    <a:pt x="202" y="289"/>
                    <a:pt x="212" y="276"/>
                  </a:cubicBezTo>
                  <a:cubicBezTo>
                    <a:pt x="223" y="261"/>
                    <a:pt x="230" y="245"/>
                    <a:pt x="235" y="225"/>
                  </a:cubicBezTo>
                  <a:cubicBezTo>
                    <a:pt x="240" y="204"/>
                    <a:pt x="243" y="183"/>
                    <a:pt x="243" y="161"/>
                  </a:cubicBezTo>
                  <a:cubicBezTo>
                    <a:pt x="243" y="137"/>
                    <a:pt x="241" y="117"/>
                    <a:pt x="236" y="96"/>
                  </a:cubicBezTo>
                  <a:cubicBezTo>
                    <a:pt x="231" y="76"/>
                    <a:pt x="224" y="60"/>
                    <a:pt x="213" y="46"/>
                  </a:cubicBezTo>
                  <a:cubicBezTo>
                    <a:pt x="205" y="31"/>
                    <a:pt x="191" y="20"/>
                    <a:pt x="176" y="12"/>
                  </a:cubicBezTo>
                  <a:cubicBezTo>
                    <a:pt x="161" y="4"/>
                    <a:pt x="144" y="0"/>
                    <a:pt x="12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1473;p50">
              <a:extLst>
                <a:ext uri="{FF2B5EF4-FFF2-40B4-BE49-F238E27FC236}">
                  <a16:creationId xmlns:a16="http://schemas.microsoft.com/office/drawing/2014/main" id="{8A0C16EB-47F1-44F2-63E4-A0B0B6CBCD4E}"/>
                </a:ext>
              </a:extLst>
            </p:cNvPr>
            <p:cNvSpPr/>
            <p:nvPr/>
          </p:nvSpPr>
          <p:spPr>
            <a:xfrm>
              <a:off x="7269262" y="2260912"/>
              <a:ext cx="34711" cy="46043"/>
            </a:xfrm>
            <a:custGeom>
              <a:avLst/>
              <a:gdLst/>
              <a:ahLst/>
              <a:cxnLst/>
              <a:rect l="l" t="t" r="r" b="b"/>
              <a:pathLst>
                <a:path w="242" h="321" extrusionOk="0">
                  <a:moveTo>
                    <a:pt x="120" y="42"/>
                  </a:moveTo>
                  <a:cubicBezTo>
                    <a:pt x="142" y="42"/>
                    <a:pt x="160" y="53"/>
                    <a:pt x="171" y="71"/>
                  </a:cubicBezTo>
                  <a:cubicBezTo>
                    <a:pt x="183" y="90"/>
                    <a:pt x="190" y="119"/>
                    <a:pt x="190" y="159"/>
                  </a:cubicBezTo>
                  <a:cubicBezTo>
                    <a:pt x="190" y="199"/>
                    <a:pt x="183" y="229"/>
                    <a:pt x="171" y="247"/>
                  </a:cubicBezTo>
                  <a:cubicBezTo>
                    <a:pt x="160" y="267"/>
                    <a:pt x="141" y="277"/>
                    <a:pt x="120" y="277"/>
                  </a:cubicBezTo>
                  <a:cubicBezTo>
                    <a:pt x="98" y="277"/>
                    <a:pt x="80" y="266"/>
                    <a:pt x="69" y="247"/>
                  </a:cubicBezTo>
                  <a:cubicBezTo>
                    <a:pt x="56" y="227"/>
                    <a:pt x="49" y="198"/>
                    <a:pt x="49" y="159"/>
                  </a:cubicBezTo>
                  <a:cubicBezTo>
                    <a:pt x="49" y="120"/>
                    <a:pt x="56" y="91"/>
                    <a:pt x="69" y="71"/>
                  </a:cubicBezTo>
                  <a:cubicBezTo>
                    <a:pt x="82" y="50"/>
                    <a:pt x="99" y="42"/>
                    <a:pt x="120" y="42"/>
                  </a:cubicBezTo>
                  <a:close/>
                  <a:moveTo>
                    <a:pt x="122" y="0"/>
                  </a:moveTo>
                  <a:cubicBezTo>
                    <a:pt x="102" y="0"/>
                    <a:pt x="85" y="4"/>
                    <a:pt x="69" y="12"/>
                  </a:cubicBezTo>
                  <a:cubicBezTo>
                    <a:pt x="54" y="20"/>
                    <a:pt x="42" y="31"/>
                    <a:pt x="31" y="46"/>
                  </a:cubicBezTo>
                  <a:cubicBezTo>
                    <a:pt x="21" y="60"/>
                    <a:pt x="13" y="76"/>
                    <a:pt x="8" y="96"/>
                  </a:cubicBezTo>
                  <a:cubicBezTo>
                    <a:pt x="2" y="117"/>
                    <a:pt x="0" y="138"/>
                    <a:pt x="0" y="161"/>
                  </a:cubicBezTo>
                  <a:cubicBezTo>
                    <a:pt x="0" y="183"/>
                    <a:pt x="2" y="204"/>
                    <a:pt x="8" y="225"/>
                  </a:cubicBezTo>
                  <a:cubicBezTo>
                    <a:pt x="13" y="245"/>
                    <a:pt x="21" y="262"/>
                    <a:pt x="31" y="276"/>
                  </a:cubicBezTo>
                  <a:cubicBezTo>
                    <a:pt x="42" y="290"/>
                    <a:pt x="54" y="301"/>
                    <a:pt x="69" y="309"/>
                  </a:cubicBezTo>
                  <a:cubicBezTo>
                    <a:pt x="83" y="317"/>
                    <a:pt x="101" y="321"/>
                    <a:pt x="120" y="321"/>
                  </a:cubicBezTo>
                  <a:cubicBezTo>
                    <a:pt x="140" y="321"/>
                    <a:pt x="160" y="317"/>
                    <a:pt x="173" y="309"/>
                  </a:cubicBezTo>
                  <a:cubicBezTo>
                    <a:pt x="188" y="301"/>
                    <a:pt x="200" y="289"/>
                    <a:pt x="211" y="276"/>
                  </a:cubicBezTo>
                  <a:cubicBezTo>
                    <a:pt x="222" y="261"/>
                    <a:pt x="229" y="245"/>
                    <a:pt x="234" y="225"/>
                  </a:cubicBezTo>
                  <a:cubicBezTo>
                    <a:pt x="240" y="204"/>
                    <a:pt x="242" y="183"/>
                    <a:pt x="242" y="161"/>
                  </a:cubicBezTo>
                  <a:cubicBezTo>
                    <a:pt x="242" y="137"/>
                    <a:pt x="240" y="117"/>
                    <a:pt x="234" y="96"/>
                  </a:cubicBezTo>
                  <a:cubicBezTo>
                    <a:pt x="228" y="76"/>
                    <a:pt x="222" y="60"/>
                    <a:pt x="211" y="46"/>
                  </a:cubicBezTo>
                  <a:cubicBezTo>
                    <a:pt x="202" y="31"/>
                    <a:pt x="188" y="20"/>
                    <a:pt x="173" y="12"/>
                  </a:cubicBezTo>
                  <a:cubicBezTo>
                    <a:pt x="160" y="4"/>
                    <a:pt x="141" y="0"/>
                    <a:pt x="12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1474;p50">
              <a:extLst>
                <a:ext uri="{FF2B5EF4-FFF2-40B4-BE49-F238E27FC236}">
                  <a16:creationId xmlns:a16="http://schemas.microsoft.com/office/drawing/2014/main" id="{B28C2B04-164A-7822-AC97-C83A4EA8B6E0}"/>
                </a:ext>
              </a:extLst>
            </p:cNvPr>
            <p:cNvSpPr/>
            <p:nvPr/>
          </p:nvSpPr>
          <p:spPr>
            <a:xfrm>
              <a:off x="7332086" y="2260912"/>
              <a:ext cx="34854" cy="46043"/>
            </a:xfrm>
            <a:custGeom>
              <a:avLst/>
              <a:gdLst/>
              <a:ahLst/>
              <a:cxnLst/>
              <a:rect l="l" t="t" r="r" b="b"/>
              <a:pathLst>
                <a:path w="243" h="321" extrusionOk="0">
                  <a:moveTo>
                    <a:pt x="120" y="42"/>
                  </a:moveTo>
                  <a:cubicBezTo>
                    <a:pt x="144" y="42"/>
                    <a:pt x="161" y="53"/>
                    <a:pt x="172" y="71"/>
                  </a:cubicBezTo>
                  <a:cubicBezTo>
                    <a:pt x="184" y="90"/>
                    <a:pt x="190" y="119"/>
                    <a:pt x="190" y="159"/>
                  </a:cubicBezTo>
                  <a:cubicBezTo>
                    <a:pt x="190" y="199"/>
                    <a:pt x="184" y="229"/>
                    <a:pt x="172" y="247"/>
                  </a:cubicBezTo>
                  <a:cubicBezTo>
                    <a:pt x="159" y="267"/>
                    <a:pt x="143" y="277"/>
                    <a:pt x="120" y="277"/>
                  </a:cubicBezTo>
                  <a:cubicBezTo>
                    <a:pt x="98" y="277"/>
                    <a:pt x="81" y="266"/>
                    <a:pt x="69" y="247"/>
                  </a:cubicBezTo>
                  <a:cubicBezTo>
                    <a:pt x="56" y="227"/>
                    <a:pt x="50" y="198"/>
                    <a:pt x="50" y="159"/>
                  </a:cubicBezTo>
                  <a:cubicBezTo>
                    <a:pt x="50" y="120"/>
                    <a:pt x="56" y="91"/>
                    <a:pt x="69" y="71"/>
                  </a:cubicBezTo>
                  <a:cubicBezTo>
                    <a:pt x="82" y="50"/>
                    <a:pt x="99" y="42"/>
                    <a:pt x="120" y="42"/>
                  </a:cubicBezTo>
                  <a:close/>
                  <a:moveTo>
                    <a:pt x="123" y="0"/>
                  </a:moveTo>
                  <a:cubicBezTo>
                    <a:pt x="102" y="0"/>
                    <a:pt x="85" y="4"/>
                    <a:pt x="69" y="12"/>
                  </a:cubicBezTo>
                  <a:cubicBezTo>
                    <a:pt x="54" y="20"/>
                    <a:pt x="40" y="31"/>
                    <a:pt x="32" y="46"/>
                  </a:cubicBezTo>
                  <a:cubicBezTo>
                    <a:pt x="21" y="60"/>
                    <a:pt x="13" y="76"/>
                    <a:pt x="8" y="96"/>
                  </a:cubicBezTo>
                  <a:cubicBezTo>
                    <a:pt x="3" y="117"/>
                    <a:pt x="1" y="138"/>
                    <a:pt x="1" y="161"/>
                  </a:cubicBezTo>
                  <a:cubicBezTo>
                    <a:pt x="1" y="183"/>
                    <a:pt x="3" y="204"/>
                    <a:pt x="8" y="225"/>
                  </a:cubicBezTo>
                  <a:cubicBezTo>
                    <a:pt x="13" y="245"/>
                    <a:pt x="21" y="262"/>
                    <a:pt x="32" y="276"/>
                  </a:cubicBezTo>
                  <a:cubicBezTo>
                    <a:pt x="40" y="290"/>
                    <a:pt x="54" y="301"/>
                    <a:pt x="69" y="309"/>
                  </a:cubicBezTo>
                  <a:cubicBezTo>
                    <a:pt x="83" y="317"/>
                    <a:pt x="101" y="321"/>
                    <a:pt x="120" y="321"/>
                  </a:cubicBezTo>
                  <a:cubicBezTo>
                    <a:pt x="141" y="321"/>
                    <a:pt x="159" y="317"/>
                    <a:pt x="174" y="309"/>
                  </a:cubicBezTo>
                  <a:cubicBezTo>
                    <a:pt x="189" y="301"/>
                    <a:pt x="201" y="289"/>
                    <a:pt x="211" y="276"/>
                  </a:cubicBezTo>
                  <a:cubicBezTo>
                    <a:pt x="222" y="261"/>
                    <a:pt x="229" y="245"/>
                    <a:pt x="235" y="225"/>
                  </a:cubicBezTo>
                  <a:cubicBezTo>
                    <a:pt x="239" y="204"/>
                    <a:pt x="242" y="183"/>
                    <a:pt x="242" y="161"/>
                  </a:cubicBezTo>
                  <a:cubicBezTo>
                    <a:pt x="242" y="137"/>
                    <a:pt x="239" y="117"/>
                    <a:pt x="235" y="96"/>
                  </a:cubicBezTo>
                  <a:cubicBezTo>
                    <a:pt x="228" y="76"/>
                    <a:pt x="222" y="60"/>
                    <a:pt x="211" y="46"/>
                  </a:cubicBezTo>
                  <a:cubicBezTo>
                    <a:pt x="203" y="31"/>
                    <a:pt x="189" y="20"/>
                    <a:pt x="174" y="12"/>
                  </a:cubicBezTo>
                  <a:cubicBezTo>
                    <a:pt x="159" y="4"/>
                    <a:pt x="142" y="0"/>
                    <a:pt x="1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1475;p50">
              <a:extLst>
                <a:ext uri="{FF2B5EF4-FFF2-40B4-BE49-F238E27FC236}">
                  <a16:creationId xmlns:a16="http://schemas.microsoft.com/office/drawing/2014/main" id="{0D3FFEB1-31A2-2F60-5207-D413B1BDFCF2}"/>
                </a:ext>
              </a:extLst>
            </p:cNvPr>
            <p:cNvSpPr/>
            <p:nvPr/>
          </p:nvSpPr>
          <p:spPr>
            <a:xfrm>
              <a:off x="7013949" y="2218312"/>
              <a:ext cx="42169" cy="27109"/>
            </a:xfrm>
            <a:custGeom>
              <a:avLst/>
              <a:gdLst/>
              <a:ahLst/>
              <a:cxnLst/>
              <a:rect l="l" t="t" r="r" b="b"/>
              <a:pathLst>
                <a:path w="294" h="189" extrusionOk="0">
                  <a:moveTo>
                    <a:pt x="1" y="1"/>
                  </a:moveTo>
                  <a:lnTo>
                    <a:pt x="1" y="188"/>
                  </a:lnTo>
                  <a:lnTo>
                    <a:pt x="294" y="188"/>
                  </a:lnTo>
                  <a:lnTo>
                    <a:pt x="294" y="1"/>
                  </a:lnTo>
                  <a:close/>
                </a:path>
              </a:pathLst>
            </a:custGeom>
            <a:solidFill>
              <a:srgbClr val="FBFFFF">
                <a:alpha val="13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1476;p50">
              <a:extLst>
                <a:ext uri="{FF2B5EF4-FFF2-40B4-BE49-F238E27FC236}">
                  <a16:creationId xmlns:a16="http://schemas.microsoft.com/office/drawing/2014/main" id="{2A089638-BC28-16BC-00CC-ED1B7C68E2A6}"/>
                </a:ext>
              </a:extLst>
            </p:cNvPr>
            <p:cNvSpPr/>
            <p:nvPr/>
          </p:nvSpPr>
          <p:spPr>
            <a:xfrm>
              <a:off x="7076917" y="2218312"/>
              <a:ext cx="42169" cy="27109"/>
            </a:xfrm>
            <a:custGeom>
              <a:avLst/>
              <a:gdLst/>
              <a:ahLst/>
              <a:cxnLst/>
              <a:rect l="l" t="t" r="r" b="b"/>
              <a:pathLst>
                <a:path w="294" h="189" extrusionOk="0">
                  <a:moveTo>
                    <a:pt x="0" y="1"/>
                  </a:moveTo>
                  <a:lnTo>
                    <a:pt x="0" y="188"/>
                  </a:lnTo>
                  <a:lnTo>
                    <a:pt x="293" y="188"/>
                  </a:lnTo>
                  <a:lnTo>
                    <a:pt x="293" y="1"/>
                  </a:lnTo>
                  <a:close/>
                </a:path>
              </a:pathLst>
            </a:custGeom>
            <a:solidFill>
              <a:srgbClr val="FBFFFF">
                <a:alpha val="13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1477;p50">
              <a:extLst>
                <a:ext uri="{FF2B5EF4-FFF2-40B4-BE49-F238E27FC236}">
                  <a16:creationId xmlns:a16="http://schemas.microsoft.com/office/drawing/2014/main" id="{A28763F0-A9E6-425D-441D-EDA6BC573B8B}"/>
                </a:ext>
              </a:extLst>
            </p:cNvPr>
            <p:cNvSpPr/>
            <p:nvPr/>
          </p:nvSpPr>
          <p:spPr>
            <a:xfrm>
              <a:off x="7139741" y="2218312"/>
              <a:ext cx="42169" cy="27109"/>
            </a:xfrm>
            <a:custGeom>
              <a:avLst/>
              <a:gdLst/>
              <a:ahLst/>
              <a:cxnLst/>
              <a:rect l="l" t="t" r="r" b="b"/>
              <a:pathLst>
                <a:path w="294" h="189" extrusionOk="0">
                  <a:moveTo>
                    <a:pt x="1" y="1"/>
                  </a:moveTo>
                  <a:lnTo>
                    <a:pt x="1" y="188"/>
                  </a:lnTo>
                  <a:lnTo>
                    <a:pt x="294" y="188"/>
                  </a:lnTo>
                  <a:lnTo>
                    <a:pt x="294" y="1"/>
                  </a:lnTo>
                  <a:close/>
                </a:path>
              </a:pathLst>
            </a:custGeom>
            <a:solidFill>
              <a:srgbClr val="FBFFFF">
                <a:alpha val="13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1478;p50">
              <a:extLst>
                <a:ext uri="{FF2B5EF4-FFF2-40B4-BE49-F238E27FC236}">
                  <a16:creationId xmlns:a16="http://schemas.microsoft.com/office/drawing/2014/main" id="{F828DDB5-528D-0B0E-51A3-F5916704EF2A}"/>
                </a:ext>
              </a:extLst>
            </p:cNvPr>
            <p:cNvSpPr/>
            <p:nvPr/>
          </p:nvSpPr>
          <p:spPr>
            <a:xfrm>
              <a:off x="7202709" y="2218312"/>
              <a:ext cx="42169" cy="27109"/>
            </a:xfrm>
            <a:custGeom>
              <a:avLst/>
              <a:gdLst/>
              <a:ahLst/>
              <a:cxnLst/>
              <a:rect l="l" t="t" r="r" b="b"/>
              <a:pathLst>
                <a:path w="294" h="189" extrusionOk="0">
                  <a:moveTo>
                    <a:pt x="0" y="1"/>
                  </a:moveTo>
                  <a:lnTo>
                    <a:pt x="0" y="188"/>
                  </a:lnTo>
                  <a:lnTo>
                    <a:pt x="293" y="188"/>
                  </a:lnTo>
                  <a:lnTo>
                    <a:pt x="293" y="1"/>
                  </a:lnTo>
                  <a:close/>
                </a:path>
              </a:pathLst>
            </a:custGeom>
            <a:solidFill>
              <a:srgbClr val="FBFFFF">
                <a:alpha val="13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1479;p50">
              <a:extLst>
                <a:ext uri="{FF2B5EF4-FFF2-40B4-BE49-F238E27FC236}">
                  <a16:creationId xmlns:a16="http://schemas.microsoft.com/office/drawing/2014/main" id="{20A8121A-3BEA-74E3-0604-AA56AC2B9963}"/>
                </a:ext>
              </a:extLst>
            </p:cNvPr>
            <p:cNvSpPr/>
            <p:nvPr/>
          </p:nvSpPr>
          <p:spPr>
            <a:xfrm>
              <a:off x="7265533" y="2218312"/>
              <a:ext cx="42169" cy="27109"/>
            </a:xfrm>
            <a:custGeom>
              <a:avLst/>
              <a:gdLst/>
              <a:ahLst/>
              <a:cxnLst/>
              <a:rect l="l" t="t" r="r" b="b"/>
              <a:pathLst>
                <a:path w="294" h="189" extrusionOk="0">
                  <a:moveTo>
                    <a:pt x="1" y="1"/>
                  </a:moveTo>
                  <a:lnTo>
                    <a:pt x="1" y="188"/>
                  </a:lnTo>
                  <a:lnTo>
                    <a:pt x="294" y="188"/>
                  </a:lnTo>
                  <a:lnTo>
                    <a:pt x="294" y="1"/>
                  </a:lnTo>
                  <a:close/>
                </a:path>
              </a:pathLst>
            </a:custGeom>
            <a:solidFill>
              <a:srgbClr val="FBFFFF">
                <a:alpha val="13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1480;p50">
              <a:extLst>
                <a:ext uri="{FF2B5EF4-FFF2-40B4-BE49-F238E27FC236}">
                  <a16:creationId xmlns:a16="http://schemas.microsoft.com/office/drawing/2014/main" id="{4602F3D9-082C-16DD-C173-FACA0930D13D}"/>
                </a:ext>
              </a:extLst>
            </p:cNvPr>
            <p:cNvSpPr/>
            <p:nvPr/>
          </p:nvSpPr>
          <p:spPr>
            <a:xfrm>
              <a:off x="7328357" y="2218312"/>
              <a:ext cx="42169" cy="27109"/>
            </a:xfrm>
            <a:custGeom>
              <a:avLst/>
              <a:gdLst/>
              <a:ahLst/>
              <a:cxnLst/>
              <a:rect l="l" t="t" r="r" b="b"/>
              <a:pathLst>
                <a:path w="294" h="189" extrusionOk="0">
                  <a:moveTo>
                    <a:pt x="1" y="1"/>
                  </a:moveTo>
                  <a:lnTo>
                    <a:pt x="1" y="188"/>
                  </a:lnTo>
                  <a:lnTo>
                    <a:pt x="294" y="188"/>
                  </a:lnTo>
                  <a:lnTo>
                    <a:pt x="294" y="1"/>
                  </a:lnTo>
                  <a:close/>
                </a:path>
              </a:pathLst>
            </a:custGeom>
            <a:solidFill>
              <a:srgbClr val="FBFFFF">
                <a:alpha val="13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1481;p50">
              <a:extLst>
                <a:ext uri="{FF2B5EF4-FFF2-40B4-BE49-F238E27FC236}">
                  <a16:creationId xmlns:a16="http://schemas.microsoft.com/office/drawing/2014/main" id="{30BFA7D0-00B7-7AA6-B0B8-AA6DFAD29E32}"/>
                </a:ext>
              </a:extLst>
            </p:cNvPr>
            <p:cNvSpPr/>
            <p:nvPr/>
          </p:nvSpPr>
          <p:spPr>
            <a:xfrm>
              <a:off x="7013949" y="2322159"/>
              <a:ext cx="42169" cy="26966"/>
            </a:xfrm>
            <a:custGeom>
              <a:avLst/>
              <a:gdLst/>
              <a:ahLst/>
              <a:cxnLst/>
              <a:rect l="l" t="t" r="r" b="b"/>
              <a:pathLst>
                <a:path w="294" h="188" extrusionOk="0">
                  <a:moveTo>
                    <a:pt x="1" y="1"/>
                  </a:moveTo>
                  <a:lnTo>
                    <a:pt x="1" y="188"/>
                  </a:lnTo>
                  <a:lnTo>
                    <a:pt x="294" y="188"/>
                  </a:lnTo>
                  <a:lnTo>
                    <a:pt x="294" y="1"/>
                  </a:lnTo>
                  <a:close/>
                </a:path>
              </a:pathLst>
            </a:custGeom>
            <a:solidFill>
              <a:srgbClr val="202020">
                <a:alpha val="14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1482;p50">
              <a:extLst>
                <a:ext uri="{FF2B5EF4-FFF2-40B4-BE49-F238E27FC236}">
                  <a16:creationId xmlns:a16="http://schemas.microsoft.com/office/drawing/2014/main" id="{962C556D-268F-AC27-BA89-A037B441F57C}"/>
                </a:ext>
              </a:extLst>
            </p:cNvPr>
            <p:cNvSpPr/>
            <p:nvPr/>
          </p:nvSpPr>
          <p:spPr>
            <a:xfrm>
              <a:off x="7076917" y="2322159"/>
              <a:ext cx="42169" cy="26966"/>
            </a:xfrm>
            <a:custGeom>
              <a:avLst/>
              <a:gdLst/>
              <a:ahLst/>
              <a:cxnLst/>
              <a:rect l="l" t="t" r="r" b="b"/>
              <a:pathLst>
                <a:path w="294" h="188" extrusionOk="0">
                  <a:moveTo>
                    <a:pt x="0" y="1"/>
                  </a:moveTo>
                  <a:lnTo>
                    <a:pt x="0" y="188"/>
                  </a:lnTo>
                  <a:lnTo>
                    <a:pt x="293" y="188"/>
                  </a:lnTo>
                  <a:lnTo>
                    <a:pt x="293" y="1"/>
                  </a:lnTo>
                  <a:close/>
                </a:path>
              </a:pathLst>
            </a:custGeom>
            <a:solidFill>
              <a:srgbClr val="202020">
                <a:alpha val="14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1483;p50">
              <a:extLst>
                <a:ext uri="{FF2B5EF4-FFF2-40B4-BE49-F238E27FC236}">
                  <a16:creationId xmlns:a16="http://schemas.microsoft.com/office/drawing/2014/main" id="{343DBAD2-4678-FB52-741F-5AF1A3003CC1}"/>
                </a:ext>
              </a:extLst>
            </p:cNvPr>
            <p:cNvSpPr/>
            <p:nvPr/>
          </p:nvSpPr>
          <p:spPr>
            <a:xfrm>
              <a:off x="7139741" y="2322159"/>
              <a:ext cx="42169" cy="26966"/>
            </a:xfrm>
            <a:custGeom>
              <a:avLst/>
              <a:gdLst/>
              <a:ahLst/>
              <a:cxnLst/>
              <a:rect l="l" t="t" r="r" b="b"/>
              <a:pathLst>
                <a:path w="294" h="188" extrusionOk="0">
                  <a:moveTo>
                    <a:pt x="1" y="1"/>
                  </a:moveTo>
                  <a:lnTo>
                    <a:pt x="1" y="188"/>
                  </a:lnTo>
                  <a:lnTo>
                    <a:pt x="294" y="188"/>
                  </a:lnTo>
                  <a:lnTo>
                    <a:pt x="294" y="1"/>
                  </a:lnTo>
                  <a:close/>
                </a:path>
              </a:pathLst>
            </a:custGeom>
            <a:solidFill>
              <a:srgbClr val="202020">
                <a:alpha val="14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1484;p50">
              <a:extLst>
                <a:ext uri="{FF2B5EF4-FFF2-40B4-BE49-F238E27FC236}">
                  <a16:creationId xmlns:a16="http://schemas.microsoft.com/office/drawing/2014/main" id="{B5325AE3-5400-956A-8D1F-2106DF0AB7BE}"/>
                </a:ext>
              </a:extLst>
            </p:cNvPr>
            <p:cNvSpPr/>
            <p:nvPr/>
          </p:nvSpPr>
          <p:spPr>
            <a:xfrm>
              <a:off x="7202709" y="2322159"/>
              <a:ext cx="42169" cy="26966"/>
            </a:xfrm>
            <a:custGeom>
              <a:avLst/>
              <a:gdLst/>
              <a:ahLst/>
              <a:cxnLst/>
              <a:rect l="l" t="t" r="r" b="b"/>
              <a:pathLst>
                <a:path w="294" h="188" extrusionOk="0">
                  <a:moveTo>
                    <a:pt x="0" y="1"/>
                  </a:moveTo>
                  <a:lnTo>
                    <a:pt x="0" y="188"/>
                  </a:lnTo>
                  <a:lnTo>
                    <a:pt x="293" y="188"/>
                  </a:lnTo>
                  <a:lnTo>
                    <a:pt x="293" y="1"/>
                  </a:lnTo>
                  <a:close/>
                </a:path>
              </a:pathLst>
            </a:custGeom>
            <a:solidFill>
              <a:srgbClr val="202020">
                <a:alpha val="14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1485;p50">
              <a:extLst>
                <a:ext uri="{FF2B5EF4-FFF2-40B4-BE49-F238E27FC236}">
                  <a16:creationId xmlns:a16="http://schemas.microsoft.com/office/drawing/2014/main" id="{5CFD8F2D-9EEE-8429-58B1-3865B7C96253}"/>
                </a:ext>
              </a:extLst>
            </p:cNvPr>
            <p:cNvSpPr/>
            <p:nvPr/>
          </p:nvSpPr>
          <p:spPr>
            <a:xfrm>
              <a:off x="7265533" y="2322159"/>
              <a:ext cx="42169" cy="26966"/>
            </a:xfrm>
            <a:custGeom>
              <a:avLst/>
              <a:gdLst/>
              <a:ahLst/>
              <a:cxnLst/>
              <a:rect l="l" t="t" r="r" b="b"/>
              <a:pathLst>
                <a:path w="294" h="188" extrusionOk="0">
                  <a:moveTo>
                    <a:pt x="1" y="1"/>
                  </a:moveTo>
                  <a:lnTo>
                    <a:pt x="1" y="188"/>
                  </a:lnTo>
                  <a:lnTo>
                    <a:pt x="294" y="188"/>
                  </a:lnTo>
                  <a:lnTo>
                    <a:pt x="294" y="1"/>
                  </a:lnTo>
                  <a:close/>
                </a:path>
              </a:pathLst>
            </a:custGeom>
            <a:solidFill>
              <a:srgbClr val="202020">
                <a:alpha val="14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1486;p50">
              <a:extLst>
                <a:ext uri="{FF2B5EF4-FFF2-40B4-BE49-F238E27FC236}">
                  <a16:creationId xmlns:a16="http://schemas.microsoft.com/office/drawing/2014/main" id="{2BE3AC05-BF24-5286-A533-985AEBE7E89A}"/>
                </a:ext>
              </a:extLst>
            </p:cNvPr>
            <p:cNvSpPr/>
            <p:nvPr/>
          </p:nvSpPr>
          <p:spPr>
            <a:xfrm>
              <a:off x="7328357" y="2322159"/>
              <a:ext cx="42169" cy="26966"/>
            </a:xfrm>
            <a:custGeom>
              <a:avLst/>
              <a:gdLst/>
              <a:ahLst/>
              <a:cxnLst/>
              <a:rect l="l" t="t" r="r" b="b"/>
              <a:pathLst>
                <a:path w="294" h="188" extrusionOk="0">
                  <a:moveTo>
                    <a:pt x="1" y="1"/>
                  </a:moveTo>
                  <a:lnTo>
                    <a:pt x="1" y="188"/>
                  </a:lnTo>
                  <a:lnTo>
                    <a:pt x="294" y="188"/>
                  </a:lnTo>
                  <a:lnTo>
                    <a:pt x="294" y="1"/>
                  </a:lnTo>
                  <a:close/>
                </a:path>
              </a:pathLst>
            </a:custGeom>
            <a:solidFill>
              <a:srgbClr val="202020">
                <a:alpha val="14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1487;p50">
              <a:extLst>
                <a:ext uri="{FF2B5EF4-FFF2-40B4-BE49-F238E27FC236}">
                  <a16:creationId xmlns:a16="http://schemas.microsoft.com/office/drawing/2014/main" id="{AB28B542-E2CC-626D-BA31-518CFB767E1A}"/>
                </a:ext>
              </a:extLst>
            </p:cNvPr>
            <p:cNvSpPr/>
            <p:nvPr/>
          </p:nvSpPr>
          <p:spPr>
            <a:xfrm>
              <a:off x="7434929" y="2218312"/>
              <a:ext cx="140994" cy="130813"/>
            </a:xfrm>
            <a:custGeom>
              <a:avLst/>
              <a:gdLst/>
              <a:ahLst/>
              <a:cxnLst/>
              <a:rect l="l" t="t" r="r" b="b"/>
              <a:pathLst>
                <a:path w="983" h="912" extrusionOk="0">
                  <a:moveTo>
                    <a:pt x="0" y="1"/>
                  </a:moveTo>
                  <a:lnTo>
                    <a:pt x="0" y="912"/>
                  </a:lnTo>
                  <a:lnTo>
                    <a:pt x="983" y="912"/>
                  </a:lnTo>
                  <a:lnTo>
                    <a:pt x="983"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1488;p50">
              <a:extLst>
                <a:ext uri="{FF2B5EF4-FFF2-40B4-BE49-F238E27FC236}">
                  <a16:creationId xmlns:a16="http://schemas.microsoft.com/office/drawing/2014/main" id="{A6557596-04DE-F094-7D09-0D2E8C75A401}"/>
                </a:ext>
              </a:extLst>
            </p:cNvPr>
            <p:cNvSpPr/>
            <p:nvPr/>
          </p:nvSpPr>
          <p:spPr>
            <a:xfrm>
              <a:off x="6988275" y="2452540"/>
              <a:ext cx="561969" cy="144296"/>
            </a:xfrm>
            <a:custGeom>
              <a:avLst/>
              <a:gdLst/>
              <a:ahLst/>
              <a:cxnLst/>
              <a:rect l="l" t="t" r="r" b="b"/>
              <a:pathLst>
                <a:path w="3918" h="1006" extrusionOk="0">
                  <a:moveTo>
                    <a:pt x="0" y="1"/>
                  </a:moveTo>
                  <a:lnTo>
                    <a:pt x="0" y="1006"/>
                  </a:lnTo>
                  <a:lnTo>
                    <a:pt x="3917" y="1006"/>
                  </a:lnTo>
                  <a:lnTo>
                    <a:pt x="3917" y="1"/>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1489;p50">
              <a:extLst>
                <a:ext uri="{FF2B5EF4-FFF2-40B4-BE49-F238E27FC236}">
                  <a16:creationId xmlns:a16="http://schemas.microsoft.com/office/drawing/2014/main" id="{9C4ECB50-E056-5F64-9865-FEF53AB9E525}"/>
                </a:ext>
              </a:extLst>
            </p:cNvPr>
            <p:cNvSpPr/>
            <p:nvPr/>
          </p:nvSpPr>
          <p:spPr>
            <a:xfrm>
              <a:off x="6895760" y="2411805"/>
              <a:ext cx="761627" cy="44178"/>
            </a:xfrm>
            <a:custGeom>
              <a:avLst/>
              <a:gdLst/>
              <a:ahLst/>
              <a:cxnLst/>
              <a:rect l="l" t="t" r="r" b="b"/>
              <a:pathLst>
                <a:path w="5310" h="308" extrusionOk="0">
                  <a:moveTo>
                    <a:pt x="0" y="0"/>
                  </a:moveTo>
                  <a:lnTo>
                    <a:pt x="0" y="307"/>
                  </a:lnTo>
                  <a:lnTo>
                    <a:pt x="5310" y="307"/>
                  </a:lnTo>
                  <a:lnTo>
                    <a:pt x="5310" y="0"/>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1490;p50">
              <a:extLst>
                <a:ext uri="{FF2B5EF4-FFF2-40B4-BE49-F238E27FC236}">
                  <a16:creationId xmlns:a16="http://schemas.microsoft.com/office/drawing/2014/main" id="{3CF739E5-AEF6-CAA8-A933-DB542C6AA6CA}"/>
                </a:ext>
              </a:extLst>
            </p:cNvPr>
            <p:cNvSpPr/>
            <p:nvPr/>
          </p:nvSpPr>
          <p:spPr>
            <a:xfrm>
              <a:off x="6988275" y="2552514"/>
              <a:ext cx="561969" cy="44321"/>
            </a:xfrm>
            <a:custGeom>
              <a:avLst/>
              <a:gdLst/>
              <a:ahLst/>
              <a:cxnLst/>
              <a:rect l="l" t="t" r="r" b="b"/>
              <a:pathLst>
                <a:path w="3918" h="309" extrusionOk="0">
                  <a:moveTo>
                    <a:pt x="0" y="1"/>
                  </a:moveTo>
                  <a:lnTo>
                    <a:pt x="0" y="309"/>
                  </a:lnTo>
                  <a:lnTo>
                    <a:pt x="3917" y="309"/>
                  </a:lnTo>
                  <a:lnTo>
                    <a:pt x="3917" y="1"/>
                  </a:lnTo>
                  <a:close/>
                </a:path>
              </a:pathLst>
            </a:custGeom>
            <a:solidFill>
              <a:schemeClr val="tx1">
                <a:lumMod val="50000"/>
                <a:lumOff val="50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1491;p50">
              <a:extLst>
                <a:ext uri="{FF2B5EF4-FFF2-40B4-BE49-F238E27FC236}">
                  <a16:creationId xmlns:a16="http://schemas.microsoft.com/office/drawing/2014/main" id="{FD3CF922-943D-7BDD-7239-26B7605D93C1}"/>
                </a:ext>
              </a:extLst>
            </p:cNvPr>
            <p:cNvSpPr/>
            <p:nvPr/>
          </p:nvSpPr>
          <p:spPr>
            <a:xfrm>
              <a:off x="7265676" y="2456126"/>
              <a:ext cx="42169" cy="53932"/>
            </a:xfrm>
            <a:custGeom>
              <a:avLst/>
              <a:gdLst/>
              <a:ahLst/>
              <a:cxnLst/>
              <a:rect l="l" t="t" r="r" b="b"/>
              <a:pathLst>
                <a:path w="294" h="376" extrusionOk="0">
                  <a:moveTo>
                    <a:pt x="1" y="0"/>
                  </a:moveTo>
                  <a:lnTo>
                    <a:pt x="1" y="230"/>
                  </a:lnTo>
                  <a:cubicBezTo>
                    <a:pt x="1" y="310"/>
                    <a:pt x="67" y="376"/>
                    <a:pt x="147" y="376"/>
                  </a:cubicBezTo>
                  <a:cubicBezTo>
                    <a:pt x="227" y="376"/>
                    <a:pt x="293" y="310"/>
                    <a:pt x="294" y="230"/>
                  </a:cubicBezTo>
                  <a:lnTo>
                    <a:pt x="29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1492;p50">
              <a:extLst>
                <a:ext uri="{FF2B5EF4-FFF2-40B4-BE49-F238E27FC236}">
                  <a16:creationId xmlns:a16="http://schemas.microsoft.com/office/drawing/2014/main" id="{78C5F074-192B-557D-4EB0-B968EFC977D9}"/>
                </a:ext>
              </a:extLst>
            </p:cNvPr>
            <p:cNvSpPr/>
            <p:nvPr/>
          </p:nvSpPr>
          <p:spPr>
            <a:xfrm>
              <a:off x="6508774" y="2014636"/>
              <a:ext cx="295328" cy="601136"/>
            </a:xfrm>
            <a:custGeom>
              <a:avLst/>
              <a:gdLst/>
              <a:ahLst/>
              <a:cxnLst/>
              <a:rect l="l" t="t" r="r" b="b"/>
              <a:pathLst>
                <a:path w="2059" h="4191" extrusionOk="0">
                  <a:moveTo>
                    <a:pt x="1" y="1"/>
                  </a:moveTo>
                  <a:lnTo>
                    <a:pt x="1" y="4190"/>
                  </a:lnTo>
                  <a:lnTo>
                    <a:pt x="2059" y="4190"/>
                  </a:lnTo>
                  <a:lnTo>
                    <a:pt x="205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1493;p50">
              <a:extLst>
                <a:ext uri="{FF2B5EF4-FFF2-40B4-BE49-F238E27FC236}">
                  <a16:creationId xmlns:a16="http://schemas.microsoft.com/office/drawing/2014/main" id="{A9A15205-C9EB-841A-7BB7-CF2E54A51F42}"/>
                </a:ext>
              </a:extLst>
            </p:cNvPr>
            <p:cNvSpPr/>
            <p:nvPr/>
          </p:nvSpPr>
          <p:spPr>
            <a:xfrm>
              <a:off x="6552952" y="2184318"/>
              <a:ext cx="207260" cy="227631"/>
            </a:xfrm>
            <a:custGeom>
              <a:avLst/>
              <a:gdLst/>
              <a:ahLst/>
              <a:cxnLst/>
              <a:rect l="l" t="t" r="r" b="b"/>
              <a:pathLst>
                <a:path w="1445" h="1587" extrusionOk="0">
                  <a:moveTo>
                    <a:pt x="1" y="1"/>
                  </a:moveTo>
                  <a:lnTo>
                    <a:pt x="1" y="1586"/>
                  </a:lnTo>
                  <a:lnTo>
                    <a:pt x="1444" y="1586"/>
                  </a:lnTo>
                  <a:lnTo>
                    <a:pt x="14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1494;p50">
              <a:extLst>
                <a:ext uri="{FF2B5EF4-FFF2-40B4-BE49-F238E27FC236}">
                  <a16:creationId xmlns:a16="http://schemas.microsoft.com/office/drawing/2014/main" id="{4C7E4132-EB49-BE99-9CB5-60F784ED360D}"/>
                </a:ext>
              </a:extLst>
            </p:cNvPr>
            <p:cNvSpPr/>
            <p:nvPr/>
          </p:nvSpPr>
          <p:spPr>
            <a:xfrm>
              <a:off x="6580061" y="2248720"/>
              <a:ext cx="153042" cy="33994"/>
            </a:xfrm>
            <a:custGeom>
              <a:avLst/>
              <a:gdLst/>
              <a:ahLst/>
              <a:cxnLst/>
              <a:rect l="l" t="t" r="r" b="b"/>
              <a:pathLst>
                <a:path w="1067" h="237" extrusionOk="0">
                  <a:moveTo>
                    <a:pt x="1" y="1"/>
                  </a:moveTo>
                  <a:lnTo>
                    <a:pt x="1" y="237"/>
                  </a:lnTo>
                  <a:lnTo>
                    <a:pt x="1067" y="237"/>
                  </a:lnTo>
                  <a:lnTo>
                    <a:pt x="1067"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1495;p50">
              <a:extLst>
                <a:ext uri="{FF2B5EF4-FFF2-40B4-BE49-F238E27FC236}">
                  <a16:creationId xmlns:a16="http://schemas.microsoft.com/office/drawing/2014/main" id="{AD7EDDE1-9294-E96E-6F5D-795A658862C6}"/>
                </a:ext>
              </a:extLst>
            </p:cNvPr>
            <p:cNvSpPr/>
            <p:nvPr/>
          </p:nvSpPr>
          <p:spPr>
            <a:xfrm>
              <a:off x="6594691" y="2282571"/>
              <a:ext cx="29404" cy="34281"/>
            </a:xfrm>
            <a:custGeom>
              <a:avLst/>
              <a:gdLst/>
              <a:ahLst/>
              <a:cxnLst/>
              <a:rect l="l" t="t" r="r" b="b"/>
              <a:pathLst>
                <a:path w="205" h="239" extrusionOk="0">
                  <a:moveTo>
                    <a:pt x="0" y="1"/>
                  </a:moveTo>
                  <a:lnTo>
                    <a:pt x="0" y="238"/>
                  </a:lnTo>
                  <a:lnTo>
                    <a:pt x="205" y="238"/>
                  </a:lnTo>
                  <a:lnTo>
                    <a:pt x="205"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1496;p50">
              <a:extLst>
                <a:ext uri="{FF2B5EF4-FFF2-40B4-BE49-F238E27FC236}">
                  <a16:creationId xmlns:a16="http://schemas.microsoft.com/office/drawing/2014/main" id="{B11B9B88-55AA-2A68-01D8-3F96BDE4E428}"/>
                </a:ext>
              </a:extLst>
            </p:cNvPr>
            <p:cNvSpPr/>
            <p:nvPr/>
          </p:nvSpPr>
          <p:spPr>
            <a:xfrm>
              <a:off x="6688641" y="2282571"/>
              <a:ext cx="29547" cy="34281"/>
            </a:xfrm>
            <a:custGeom>
              <a:avLst/>
              <a:gdLst/>
              <a:ahLst/>
              <a:cxnLst/>
              <a:rect l="l" t="t" r="r" b="b"/>
              <a:pathLst>
                <a:path w="206" h="239" extrusionOk="0">
                  <a:moveTo>
                    <a:pt x="1" y="1"/>
                  </a:moveTo>
                  <a:lnTo>
                    <a:pt x="1" y="238"/>
                  </a:lnTo>
                  <a:lnTo>
                    <a:pt x="205" y="238"/>
                  </a:lnTo>
                  <a:lnTo>
                    <a:pt x="205"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1497;p50">
              <a:extLst>
                <a:ext uri="{FF2B5EF4-FFF2-40B4-BE49-F238E27FC236}">
                  <a16:creationId xmlns:a16="http://schemas.microsoft.com/office/drawing/2014/main" id="{0CC8C123-B455-4AAB-096A-1E0F36EEA171}"/>
                </a:ext>
              </a:extLst>
            </p:cNvPr>
            <p:cNvSpPr/>
            <p:nvPr/>
          </p:nvSpPr>
          <p:spPr>
            <a:xfrm>
              <a:off x="6552952" y="2124937"/>
              <a:ext cx="207260" cy="59526"/>
            </a:xfrm>
            <a:custGeom>
              <a:avLst/>
              <a:gdLst/>
              <a:ahLst/>
              <a:cxnLst/>
              <a:rect l="l" t="t" r="r" b="b"/>
              <a:pathLst>
                <a:path w="1445" h="415" extrusionOk="0">
                  <a:moveTo>
                    <a:pt x="1" y="1"/>
                  </a:moveTo>
                  <a:lnTo>
                    <a:pt x="1" y="415"/>
                  </a:lnTo>
                  <a:lnTo>
                    <a:pt x="1444" y="415"/>
                  </a:lnTo>
                  <a:lnTo>
                    <a:pt x="1444" y="1"/>
                  </a:ln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1498;p50">
              <a:extLst>
                <a:ext uri="{FF2B5EF4-FFF2-40B4-BE49-F238E27FC236}">
                  <a16:creationId xmlns:a16="http://schemas.microsoft.com/office/drawing/2014/main" id="{AC71F22B-2C95-F29F-0815-ACEBF6B71171}"/>
                </a:ext>
              </a:extLst>
            </p:cNvPr>
            <p:cNvSpPr/>
            <p:nvPr/>
          </p:nvSpPr>
          <p:spPr>
            <a:xfrm>
              <a:off x="6552952" y="2065411"/>
              <a:ext cx="207260" cy="59669"/>
            </a:xfrm>
            <a:custGeom>
              <a:avLst/>
              <a:gdLst/>
              <a:ahLst/>
              <a:cxnLst/>
              <a:rect l="l" t="t" r="r" b="b"/>
              <a:pathLst>
                <a:path w="1445" h="416" extrusionOk="0">
                  <a:moveTo>
                    <a:pt x="1" y="1"/>
                  </a:moveTo>
                  <a:lnTo>
                    <a:pt x="1" y="416"/>
                  </a:lnTo>
                  <a:lnTo>
                    <a:pt x="1444" y="416"/>
                  </a:lnTo>
                  <a:lnTo>
                    <a:pt x="1444"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1499;p50">
              <a:extLst>
                <a:ext uri="{FF2B5EF4-FFF2-40B4-BE49-F238E27FC236}">
                  <a16:creationId xmlns:a16="http://schemas.microsoft.com/office/drawing/2014/main" id="{D65A8ABE-3308-3B3F-CAA1-26C1A8839D3C}"/>
                </a:ext>
              </a:extLst>
            </p:cNvPr>
            <p:cNvSpPr/>
            <p:nvPr/>
          </p:nvSpPr>
          <p:spPr>
            <a:xfrm>
              <a:off x="6508774" y="2472908"/>
              <a:ext cx="295328" cy="142861"/>
            </a:xfrm>
            <a:custGeom>
              <a:avLst/>
              <a:gdLst/>
              <a:ahLst/>
              <a:cxnLst/>
              <a:rect l="l" t="t" r="r" b="b"/>
              <a:pathLst>
                <a:path w="2059" h="996" extrusionOk="0">
                  <a:moveTo>
                    <a:pt x="1" y="1"/>
                  </a:moveTo>
                  <a:lnTo>
                    <a:pt x="1" y="995"/>
                  </a:lnTo>
                  <a:lnTo>
                    <a:pt x="2059" y="995"/>
                  </a:lnTo>
                  <a:lnTo>
                    <a:pt x="2059" y="1"/>
                  </a:lnTo>
                  <a:close/>
                </a:path>
              </a:pathLst>
            </a:custGeom>
            <a:solidFill>
              <a:srgbClr val="FBFFFF">
                <a:alpha val="13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1500;p50">
              <a:extLst>
                <a:ext uri="{FF2B5EF4-FFF2-40B4-BE49-F238E27FC236}">
                  <a16:creationId xmlns:a16="http://schemas.microsoft.com/office/drawing/2014/main" id="{49435ECC-ED3A-55B9-06D5-187600D25A83}"/>
                </a:ext>
              </a:extLst>
            </p:cNvPr>
            <p:cNvSpPr/>
            <p:nvPr/>
          </p:nvSpPr>
          <p:spPr>
            <a:xfrm>
              <a:off x="6508774" y="2856451"/>
              <a:ext cx="1348266" cy="161364"/>
            </a:xfrm>
            <a:custGeom>
              <a:avLst/>
              <a:gdLst/>
              <a:ahLst/>
              <a:cxnLst/>
              <a:rect l="l" t="t" r="r" b="b"/>
              <a:pathLst>
                <a:path w="9400" h="1125" extrusionOk="0">
                  <a:moveTo>
                    <a:pt x="1" y="0"/>
                  </a:moveTo>
                  <a:lnTo>
                    <a:pt x="1" y="1124"/>
                  </a:lnTo>
                  <a:lnTo>
                    <a:pt x="9400" y="1124"/>
                  </a:lnTo>
                  <a:lnTo>
                    <a:pt x="9400"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1501;p50">
              <a:extLst>
                <a:ext uri="{FF2B5EF4-FFF2-40B4-BE49-F238E27FC236}">
                  <a16:creationId xmlns:a16="http://schemas.microsoft.com/office/drawing/2014/main" id="{F7363B50-7CB0-D577-F3F4-4FD3C45586E4}"/>
                </a:ext>
              </a:extLst>
            </p:cNvPr>
            <p:cNvSpPr/>
            <p:nvPr/>
          </p:nvSpPr>
          <p:spPr>
            <a:xfrm>
              <a:off x="6508774" y="3017671"/>
              <a:ext cx="1348266" cy="161221"/>
            </a:xfrm>
            <a:custGeom>
              <a:avLst/>
              <a:gdLst/>
              <a:ahLst/>
              <a:cxnLst/>
              <a:rect l="l" t="t" r="r" b="b"/>
              <a:pathLst>
                <a:path w="9400" h="1124" extrusionOk="0">
                  <a:moveTo>
                    <a:pt x="1" y="0"/>
                  </a:moveTo>
                  <a:lnTo>
                    <a:pt x="1" y="1124"/>
                  </a:lnTo>
                  <a:lnTo>
                    <a:pt x="9400" y="1124"/>
                  </a:lnTo>
                  <a:lnTo>
                    <a:pt x="9400"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1502;p50">
              <a:extLst>
                <a:ext uri="{FF2B5EF4-FFF2-40B4-BE49-F238E27FC236}">
                  <a16:creationId xmlns:a16="http://schemas.microsoft.com/office/drawing/2014/main" id="{39720CFF-B5B2-3B62-958A-9CCE96C69302}"/>
                </a:ext>
              </a:extLst>
            </p:cNvPr>
            <p:cNvSpPr/>
            <p:nvPr/>
          </p:nvSpPr>
          <p:spPr>
            <a:xfrm>
              <a:off x="6508774" y="2985398"/>
              <a:ext cx="861742" cy="116756"/>
            </a:xfrm>
            <a:custGeom>
              <a:avLst/>
              <a:gdLst/>
              <a:ahLst/>
              <a:cxnLst/>
              <a:rect l="l" t="t" r="r" b="b"/>
              <a:pathLst>
                <a:path w="6008" h="814" extrusionOk="0">
                  <a:moveTo>
                    <a:pt x="1" y="1"/>
                  </a:moveTo>
                  <a:lnTo>
                    <a:pt x="1" y="813"/>
                  </a:lnTo>
                  <a:lnTo>
                    <a:pt x="6008" y="813"/>
                  </a:lnTo>
                  <a:lnTo>
                    <a:pt x="6008"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1503;p50">
              <a:extLst>
                <a:ext uri="{FF2B5EF4-FFF2-40B4-BE49-F238E27FC236}">
                  <a16:creationId xmlns:a16="http://schemas.microsoft.com/office/drawing/2014/main" id="{741FA2D9-00BA-92A9-192D-492F360627DB}"/>
                </a:ext>
              </a:extLst>
            </p:cNvPr>
            <p:cNvSpPr/>
            <p:nvPr/>
          </p:nvSpPr>
          <p:spPr>
            <a:xfrm>
              <a:off x="7659547" y="3017671"/>
              <a:ext cx="197507" cy="161221"/>
            </a:xfrm>
            <a:custGeom>
              <a:avLst/>
              <a:gdLst/>
              <a:ahLst/>
              <a:cxnLst/>
              <a:rect l="l" t="t" r="r" b="b"/>
              <a:pathLst>
                <a:path w="1377" h="1124" extrusionOk="0">
                  <a:moveTo>
                    <a:pt x="1" y="0"/>
                  </a:moveTo>
                  <a:lnTo>
                    <a:pt x="1" y="1124"/>
                  </a:lnTo>
                  <a:lnTo>
                    <a:pt x="1377" y="1124"/>
                  </a:lnTo>
                  <a:lnTo>
                    <a:pt x="1377" y="0"/>
                  </a:lnTo>
                  <a:close/>
                </a:path>
              </a:pathLst>
            </a:custGeom>
            <a:solidFill>
              <a:srgbClr val="50CC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1504;p50">
              <a:extLst>
                <a:ext uri="{FF2B5EF4-FFF2-40B4-BE49-F238E27FC236}">
                  <a16:creationId xmlns:a16="http://schemas.microsoft.com/office/drawing/2014/main" id="{BB7728E9-5D2F-9774-E704-9DA7735CC6AB}"/>
                </a:ext>
              </a:extLst>
            </p:cNvPr>
            <p:cNvSpPr/>
            <p:nvPr/>
          </p:nvSpPr>
          <p:spPr>
            <a:xfrm>
              <a:off x="7659547" y="2856451"/>
              <a:ext cx="49341" cy="161364"/>
            </a:xfrm>
            <a:custGeom>
              <a:avLst/>
              <a:gdLst/>
              <a:ahLst/>
              <a:cxnLst/>
              <a:rect l="l" t="t" r="r" b="b"/>
              <a:pathLst>
                <a:path w="344" h="1125" extrusionOk="0">
                  <a:moveTo>
                    <a:pt x="1" y="0"/>
                  </a:moveTo>
                  <a:lnTo>
                    <a:pt x="1" y="1124"/>
                  </a:lnTo>
                  <a:lnTo>
                    <a:pt x="344" y="1124"/>
                  </a:lnTo>
                  <a:lnTo>
                    <a:pt x="344"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1505;p50">
              <a:extLst>
                <a:ext uri="{FF2B5EF4-FFF2-40B4-BE49-F238E27FC236}">
                  <a16:creationId xmlns:a16="http://schemas.microsoft.com/office/drawing/2014/main" id="{A0A2A1D6-0CD2-DCA4-7B51-1478127ECF8E}"/>
                </a:ext>
              </a:extLst>
            </p:cNvPr>
            <p:cNvSpPr/>
            <p:nvPr/>
          </p:nvSpPr>
          <p:spPr>
            <a:xfrm>
              <a:off x="7708745" y="2856451"/>
              <a:ext cx="49484" cy="161364"/>
            </a:xfrm>
            <a:custGeom>
              <a:avLst/>
              <a:gdLst/>
              <a:ahLst/>
              <a:cxnLst/>
              <a:rect l="l" t="t" r="r" b="b"/>
              <a:pathLst>
                <a:path w="345" h="1125" extrusionOk="0">
                  <a:moveTo>
                    <a:pt x="1" y="0"/>
                  </a:moveTo>
                  <a:lnTo>
                    <a:pt x="1" y="1124"/>
                  </a:lnTo>
                  <a:lnTo>
                    <a:pt x="344" y="1124"/>
                  </a:lnTo>
                  <a:lnTo>
                    <a:pt x="34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1506;p50">
              <a:extLst>
                <a:ext uri="{FF2B5EF4-FFF2-40B4-BE49-F238E27FC236}">
                  <a16:creationId xmlns:a16="http://schemas.microsoft.com/office/drawing/2014/main" id="{7ADDCF57-4DE3-A3D1-97BF-57578239345F}"/>
                </a:ext>
              </a:extLst>
            </p:cNvPr>
            <p:cNvSpPr/>
            <p:nvPr/>
          </p:nvSpPr>
          <p:spPr>
            <a:xfrm>
              <a:off x="7758373" y="2856451"/>
              <a:ext cx="49341" cy="161364"/>
            </a:xfrm>
            <a:custGeom>
              <a:avLst/>
              <a:gdLst/>
              <a:ahLst/>
              <a:cxnLst/>
              <a:rect l="l" t="t" r="r" b="b"/>
              <a:pathLst>
                <a:path w="344" h="1125" extrusionOk="0">
                  <a:moveTo>
                    <a:pt x="0" y="0"/>
                  </a:moveTo>
                  <a:lnTo>
                    <a:pt x="0" y="1124"/>
                  </a:lnTo>
                  <a:lnTo>
                    <a:pt x="344" y="1124"/>
                  </a:lnTo>
                  <a:lnTo>
                    <a:pt x="344"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1507;p50">
              <a:extLst>
                <a:ext uri="{FF2B5EF4-FFF2-40B4-BE49-F238E27FC236}">
                  <a16:creationId xmlns:a16="http://schemas.microsoft.com/office/drawing/2014/main" id="{795714E7-4960-A9D2-2433-37B42F39A79E}"/>
                </a:ext>
              </a:extLst>
            </p:cNvPr>
            <p:cNvSpPr/>
            <p:nvPr/>
          </p:nvSpPr>
          <p:spPr>
            <a:xfrm>
              <a:off x="7807571" y="2856451"/>
              <a:ext cx="49341" cy="161364"/>
            </a:xfrm>
            <a:custGeom>
              <a:avLst/>
              <a:gdLst/>
              <a:ahLst/>
              <a:cxnLst/>
              <a:rect l="l" t="t" r="r" b="b"/>
              <a:pathLst>
                <a:path w="344" h="1125" extrusionOk="0">
                  <a:moveTo>
                    <a:pt x="1" y="0"/>
                  </a:moveTo>
                  <a:lnTo>
                    <a:pt x="1" y="1124"/>
                  </a:lnTo>
                  <a:lnTo>
                    <a:pt x="344" y="1124"/>
                  </a:lnTo>
                  <a:lnTo>
                    <a:pt x="344"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1508;p50">
              <a:extLst>
                <a:ext uri="{FF2B5EF4-FFF2-40B4-BE49-F238E27FC236}">
                  <a16:creationId xmlns:a16="http://schemas.microsoft.com/office/drawing/2014/main" id="{0A0A6AC6-61C6-207E-1360-B15FC511CD5E}"/>
                </a:ext>
              </a:extLst>
            </p:cNvPr>
            <p:cNvSpPr/>
            <p:nvPr/>
          </p:nvSpPr>
          <p:spPr>
            <a:xfrm>
              <a:off x="7659547" y="3017671"/>
              <a:ext cx="49341" cy="161221"/>
            </a:xfrm>
            <a:custGeom>
              <a:avLst/>
              <a:gdLst/>
              <a:ahLst/>
              <a:cxnLst/>
              <a:rect l="l" t="t" r="r" b="b"/>
              <a:pathLst>
                <a:path w="344" h="1124" extrusionOk="0">
                  <a:moveTo>
                    <a:pt x="1" y="0"/>
                  </a:moveTo>
                  <a:lnTo>
                    <a:pt x="1" y="1124"/>
                  </a:lnTo>
                  <a:lnTo>
                    <a:pt x="344" y="1124"/>
                  </a:lnTo>
                  <a:lnTo>
                    <a:pt x="34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1509;p50">
              <a:extLst>
                <a:ext uri="{FF2B5EF4-FFF2-40B4-BE49-F238E27FC236}">
                  <a16:creationId xmlns:a16="http://schemas.microsoft.com/office/drawing/2014/main" id="{D1E1D5A5-92E3-4F36-8E83-B36EBF3305F0}"/>
                </a:ext>
              </a:extLst>
            </p:cNvPr>
            <p:cNvSpPr/>
            <p:nvPr/>
          </p:nvSpPr>
          <p:spPr>
            <a:xfrm>
              <a:off x="7708745" y="3017671"/>
              <a:ext cx="49484" cy="161221"/>
            </a:xfrm>
            <a:custGeom>
              <a:avLst/>
              <a:gdLst/>
              <a:ahLst/>
              <a:cxnLst/>
              <a:rect l="l" t="t" r="r" b="b"/>
              <a:pathLst>
                <a:path w="345" h="1124" extrusionOk="0">
                  <a:moveTo>
                    <a:pt x="1" y="0"/>
                  </a:moveTo>
                  <a:lnTo>
                    <a:pt x="1" y="1124"/>
                  </a:lnTo>
                  <a:lnTo>
                    <a:pt x="344" y="1124"/>
                  </a:lnTo>
                  <a:lnTo>
                    <a:pt x="34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1510;p50">
              <a:extLst>
                <a:ext uri="{FF2B5EF4-FFF2-40B4-BE49-F238E27FC236}">
                  <a16:creationId xmlns:a16="http://schemas.microsoft.com/office/drawing/2014/main" id="{5E998262-36C4-E746-E871-2393615110BB}"/>
                </a:ext>
              </a:extLst>
            </p:cNvPr>
            <p:cNvSpPr/>
            <p:nvPr/>
          </p:nvSpPr>
          <p:spPr>
            <a:xfrm>
              <a:off x="7758373" y="3017671"/>
              <a:ext cx="49341" cy="161221"/>
            </a:xfrm>
            <a:custGeom>
              <a:avLst/>
              <a:gdLst/>
              <a:ahLst/>
              <a:cxnLst/>
              <a:rect l="l" t="t" r="r" b="b"/>
              <a:pathLst>
                <a:path w="344" h="1124" extrusionOk="0">
                  <a:moveTo>
                    <a:pt x="0" y="0"/>
                  </a:moveTo>
                  <a:lnTo>
                    <a:pt x="0" y="1124"/>
                  </a:lnTo>
                  <a:lnTo>
                    <a:pt x="344" y="1124"/>
                  </a:lnTo>
                  <a:lnTo>
                    <a:pt x="344"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1511;p50">
              <a:extLst>
                <a:ext uri="{FF2B5EF4-FFF2-40B4-BE49-F238E27FC236}">
                  <a16:creationId xmlns:a16="http://schemas.microsoft.com/office/drawing/2014/main" id="{82DA1120-0A3F-EAD1-2478-09B62CB0FC1B}"/>
                </a:ext>
              </a:extLst>
            </p:cNvPr>
            <p:cNvSpPr/>
            <p:nvPr/>
          </p:nvSpPr>
          <p:spPr>
            <a:xfrm>
              <a:off x="7807571" y="3017671"/>
              <a:ext cx="49341" cy="161221"/>
            </a:xfrm>
            <a:custGeom>
              <a:avLst/>
              <a:gdLst/>
              <a:ahLst/>
              <a:cxnLst/>
              <a:rect l="l" t="t" r="r" b="b"/>
              <a:pathLst>
                <a:path w="344" h="1124" extrusionOk="0">
                  <a:moveTo>
                    <a:pt x="1" y="0"/>
                  </a:moveTo>
                  <a:lnTo>
                    <a:pt x="1" y="1124"/>
                  </a:lnTo>
                  <a:lnTo>
                    <a:pt x="344" y="1124"/>
                  </a:lnTo>
                  <a:lnTo>
                    <a:pt x="344"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1512;p50">
              <a:extLst>
                <a:ext uri="{FF2B5EF4-FFF2-40B4-BE49-F238E27FC236}">
                  <a16:creationId xmlns:a16="http://schemas.microsoft.com/office/drawing/2014/main" id="{33550D8E-490B-2EDD-5B12-9DEB9E23F450}"/>
                </a:ext>
              </a:extLst>
            </p:cNvPr>
            <p:cNvSpPr/>
            <p:nvPr/>
          </p:nvSpPr>
          <p:spPr>
            <a:xfrm>
              <a:off x="7668870" y="2964027"/>
              <a:ext cx="26965" cy="27109"/>
            </a:xfrm>
            <a:custGeom>
              <a:avLst/>
              <a:gdLst/>
              <a:ahLst/>
              <a:cxnLst/>
              <a:rect l="l" t="t" r="r" b="b"/>
              <a:pathLst>
                <a:path w="188" h="189" extrusionOk="0">
                  <a:moveTo>
                    <a:pt x="95" y="1"/>
                  </a:moveTo>
                  <a:cubicBezTo>
                    <a:pt x="43" y="1"/>
                    <a:pt x="1" y="44"/>
                    <a:pt x="1" y="95"/>
                  </a:cubicBezTo>
                  <a:cubicBezTo>
                    <a:pt x="1" y="146"/>
                    <a:pt x="43" y="188"/>
                    <a:pt x="95" y="188"/>
                  </a:cubicBezTo>
                  <a:cubicBezTo>
                    <a:pt x="146" y="188"/>
                    <a:pt x="188" y="146"/>
                    <a:pt x="188" y="95"/>
                  </a:cubicBezTo>
                  <a:cubicBezTo>
                    <a:pt x="188" y="44"/>
                    <a:pt x="146" y="1"/>
                    <a:pt x="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1513;p50">
              <a:extLst>
                <a:ext uri="{FF2B5EF4-FFF2-40B4-BE49-F238E27FC236}">
                  <a16:creationId xmlns:a16="http://schemas.microsoft.com/office/drawing/2014/main" id="{5C2EE28F-E408-D049-5FE3-02A7736807D3}"/>
                </a:ext>
              </a:extLst>
            </p:cNvPr>
            <p:cNvSpPr/>
            <p:nvPr/>
          </p:nvSpPr>
          <p:spPr>
            <a:xfrm>
              <a:off x="7720220" y="2964027"/>
              <a:ext cx="26965" cy="27109"/>
            </a:xfrm>
            <a:custGeom>
              <a:avLst/>
              <a:gdLst/>
              <a:ahLst/>
              <a:cxnLst/>
              <a:rect l="l" t="t" r="r" b="b"/>
              <a:pathLst>
                <a:path w="188" h="189" extrusionOk="0">
                  <a:moveTo>
                    <a:pt x="93" y="1"/>
                  </a:moveTo>
                  <a:cubicBezTo>
                    <a:pt x="42" y="1"/>
                    <a:pt x="0" y="44"/>
                    <a:pt x="0" y="95"/>
                  </a:cubicBezTo>
                  <a:cubicBezTo>
                    <a:pt x="0" y="146"/>
                    <a:pt x="42" y="188"/>
                    <a:pt x="93" y="188"/>
                  </a:cubicBezTo>
                  <a:cubicBezTo>
                    <a:pt x="145" y="188"/>
                    <a:pt x="187" y="146"/>
                    <a:pt x="187" y="95"/>
                  </a:cubicBezTo>
                  <a:cubicBezTo>
                    <a:pt x="187" y="44"/>
                    <a:pt x="145" y="1"/>
                    <a:pt x="9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1514;p50">
              <a:extLst>
                <a:ext uri="{FF2B5EF4-FFF2-40B4-BE49-F238E27FC236}">
                  <a16:creationId xmlns:a16="http://schemas.microsoft.com/office/drawing/2014/main" id="{F1B893A8-DD2F-F3F0-5CEF-5AF7EC8B35BE}"/>
                </a:ext>
              </a:extLst>
            </p:cNvPr>
            <p:cNvSpPr/>
            <p:nvPr/>
          </p:nvSpPr>
          <p:spPr>
            <a:xfrm>
              <a:off x="7769417" y="2964027"/>
              <a:ext cx="26965" cy="27109"/>
            </a:xfrm>
            <a:custGeom>
              <a:avLst/>
              <a:gdLst/>
              <a:ahLst/>
              <a:cxnLst/>
              <a:rect l="l" t="t" r="r" b="b"/>
              <a:pathLst>
                <a:path w="188" h="189" extrusionOk="0">
                  <a:moveTo>
                    <a:pt x="94" y="1"/>
                  </a:moveTo>
                  <a:cubicBezTo>
                    <a:pt x="42" y="1"/>
                    <a:pt x="0" y="44"/>
                    <a:pt x="0" y="95"/>
                  </a:cubicBezTo>
                  <a:cubicBezTo>
                    <a:pt x="0" y="146"/>
                    <a:pt x="43" y="188"/>
                    <a:pt x="94" y="188"/>
                  </a:cubicBezTo>
                  <a:cubicBezTo>
                    <a:pt x="146" y="188"/>
                    <a:pt x="187" y="146"/>
                    <a:pt x="187" y="95"/>
                  </a:cubicBezTo>
                  <a:cubicBezTo>
                    <a:pt x="187" y="44"/>
                    <a:pt x="146" y="1"/>
                    <a:pt x="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1515;p50">
              <a:extLst>
                <a:ext uri="{FF2B5EF4-FFF2-40B4-BE49-F238E27FC236}">
                  <a16:creationId xmlns:a16="http://schemas.microsoft.com/office/drawing/2014/main" id="{6879ACE8-04AF-89C0-6F28-DB1660B74486}"/>
                </a:ext>
              </a:extLst>
            </p:cNvPr>
            <p:cNvSpPr/>
            <p:nvPr/>
          </p:nvSpPr>
          <p:spPr>
            <a:xfrm>
              <a:off x="7818759" y="2964027"/>
              <a:ext cx="26965" cy="27109"/>
            </a:xfrm>
            <a:custGeom>
              <a:avLst/>
              <a:gdLst/>
              <a:ahLst/>
              <a:cxnLst/>
              <a:rect l="l" t="t" r="r" b="b"/>
              <a:pathLst>
                <a:path w="188" h="189" extrusionOk="0">
                  <a:moveTo>
                    <a:pt x="95" y="1"/>
                  </a:moveTo>
                  <a:cubicBezTo>
                    <a:pt x="42" y="1"/>
                    <a:pt x="1" y="44"/>
                    <a:pt x="1" y="95"/>
                  </a:cubicBezTo>
                  <a:cubicBezTo>
                    <a:pt x="1" y="146"/>
                    <a:pt x="42" y="188"/>
                    <a:pt x="95" y="188"/>
                  </a:cubicBezTo>
                  <a:cubicBezTo>
                    <a:pt x="147" y="188"/>
                    <a:pt x="188" y="146"/>
                    <a:pt x="188" y="95"/>
                  </a:cubicBezTo>
                  <a:cubicBezTo>
                    <a:pt x="188" y="44"/>
                    <a:pt x="147" y="1"/>
                    <a:pt x="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1516;p50">
              <a:extLst>
                <a:ext uri="{FF2B5EF4-FFF2-40B4-BE49-F238E27FC236}">
                  <a16:creationId xmlns:a16="http://schemas.microsoft.com/office/drawing/2014/main" id="{2AD08D84-59F2-0E33-A15C-5AB7693206F7}"/>
                </a:ext>
              </a:extLst>
            </p:cNvPr>
            <p:cNvSpPr/>
            <p:nvPr/>
          </p:nvSpPr>
          <p:spPr>
            <a:xfrm>
              <a:off x="7818759" y="3125247"/>
              <a:ext cx="26965" cy="26966"/>
            </a:xfrm>
            <a:custGeom>
              <a:avLst/>
              <a:gdLst/>
              <a:ahLst/>
              <a:cxnLst/>
              <a:rect l="l" t="t" r="r" b="b"/>
              <a:pathLst>
                <a:path w="188" h="188" extrusionOk="0">
                  <a:moveTo>
                    <a:pt x="95" y="1"/>
                  </a:moveTo>
                  <a:cubicBezTo>
                    <a:pt x="44" y="3"/>
                    <a:pt x="1" y="44"/>
                    <a:pt x="1" y="95"/>
                  </a:cubicBezTo>
                  <a:cubicBezTo>
                    <a:pt x="1" y="145"/>
                    <a:pt x="42" y="188"/>
                    <a:pt x="95" y="188"/>
                  </a:cubicBezTo>
                  <a:cubicBezTo>
                    <a:pt x="145" y="188"/>
                    <a:pt x="188" y="147"/>
                    <a:pt x="188" y="95"/>
                  </a:cubicBezTo>
                  <a:cubicBezTo>
                    <a:pt x="188" y="43"/>
                    <a:pt x="147" y="1"/>
                    <a:pt x="9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1517;p50">
              <a:extLst>
                <a:ext uri="{FF2B5EF4-FFF2-40B4-BE49-F238E27FC236}">
                  <a16:creationId xmlns:a16="http://schemas.microsoft.com/office/drawing/2014/main" id="{5EF02D54-93B0-4D7B-25CB-76CBFDE7C595}"/>
                </a:ext>
              </a:extLst>
            </p:cNvPr>
            <p:cNvSpPr/>
            <p:nvPr/>
          </p:nvSpPr>
          <p:spPr>
            <a:xfrm>
              <a:off x="7767840" y="3125247"/>
              <a:ext cx="26965" cy="26966"/>
            </a:xfrm>
            <a:custGeom>
              <a:avLst/>
              <a:gdLst/>
              <a:ahLst/>
              <a:cxnLst/>
              <a:rect l="l" t="t" r="r" b="b"/>
              <a:pathLst>
                <a:path w="188" h="188" extrusionOk="0">
                  <a:moveTo>
                    <a:pt x="95" y="1"/>
                  </a:moveTo>
                  <a:cubicBezTo>
                    <a:pt x="42" y="3"/>
                    <a:pt x="1" y="44"/>
                    <a:pt x="1" y="95"/>
                  </a:cubicBezTo>
                  <a:cubicBezTo>
                    <a:pt x="1" y="145"/>
                    <a:pt x="42" y="188"/>
                    <a:pt x="95" y="188"/>
                  </a:cubicBezTo>
                  <a:cubicBezTo>
                    <a:pt x="145" y="188"/>
                    <a:pt x="188" y="147"/>
                    <a:pt x="188" y="95"/>
                  </a:cubicBezTo>
                  <a:cubicBezTo>
                    <a:pt x="188" y="43"/>
                    <a:pt x="146" y="1"/>
                    <a:pt x="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1518;p50">
              <a:extLst>
                <a:ext uri="{FF2B5EF4-FFF2-40B4-BE49-F238E27FC236}">
                  <a16:creationId xmlns:a16="http://schemas.microsoft.com/office/drawing/2014/main" id="{8112750F-0567-87C7-1636-BBFCBF2D63C5}"/>
                </a:ext>
              </a:extLst>
            </p:cNvPr>
            <p:cNvSpPr/>
            <p:nvPr/>
          </p:nvSpPr>
          <p:spPr>
            <a:xfrm>
              <a:off x="7718642" y="3125247"/>
              <a:ext cx="26965" cy="26966"/>
            </a:xfrm>
            <a:custGeom>
              <a:avLst/>
              <a:gdLst/>
              <a:ahLst/>
              <a:cxnLst/>
              <a:rect l="l" t="t" r="r" b="b"/>
              <a:pathLst>
                <a:path w="188" h="188" extrusionOk="0">
                  <a:moveTo>
                    <a:pt x="93" y="1"/>
                  </a:moveTo>
                  <a:cubicBezTo>
                    <a:pt x="42" y="3"/>
                    <a:pt x="0" y="44"/>
                    <a:pt x="0" y="95"/>
                  </a:cubicBezTo>
                  <a:cubicBezTo>
                    <a:pt x="0" y="145"/>
                    <a:pt x="42" y="188"/>
                    <a:pt x="93" y="188"/>
                  </a:cubicBezTo>
                  <a:cubicBezTo>
                    <a:pt x="145" y="188"/>
                    <a:pt x="187" y="147"/>
                    <a:pt x="187" y="95"/>
                  </a:cubicBezTo>
                  <a:cubicBezTo>
                    <a:pt x="187" y="43"/>
                    <a:pt x="146" y="1"/>
                    <a:pt x="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1519;p50">
              <a:extLst>
                <a:ext uri="{FF2B5EF4-FFF2-40B4-BE49-F238E27FC236}">
                  <a16:creationId xmlns:a16="http://schemas.microsoft.com/office/drawing/2014/main" id="{F51F73AC-5371-E3AE-1519-E53639962309}"/>
                </a:ext>
              </a:extLst>
            </p:cNvPr>
            <p:cNvSpPr/>
            <p:nvPr/>
          </p:nvSpPr>
          <p:spPr>
            <a:xfrm>
              <a:off x="7669013" y="3125247"/>
              <a:ext cx="27109" cy="26966"/>
            </a:xfrm>
            <a:custGeom>
              <a:avLst/>
              <a:gdLst/>
              <a:ahLst/>
              <a:cxnLst/>
              <a:rect l="l" t="t" r="r" b="b"/>
              <a:pathLst>
                <a:path w="189" h="188" extrusionOk="0">
                  <a:moveTo>
                    <a:pt x="95" y="1"/>
                  </a:moveTo>
                  <a:cubicBezTo>
                    <a:pt x="43" y="3"/>
                    <a:pt x="1" y="44"/>
                    <a:pt x="1" y="95"/>
                  </a:cubicBezTo>
                  <a:cubicBezTo>
                    <a:pt x="1" y="145"/>
                    <a:pt x="43" y="188"/>
                    <a:pt x="95" y="188"/>
                  </a:cubicBezTo>
                  <a:cubicBezTo>
                    <a:pt x="145" y="188"/>
                    <a:pt x="188" y="147"/>
                    <a:pt x="188" y="95"/>
                  </a:cubicBezTo>
                  <a:cubicBezTo>
                    <a:pt x="188" y="43"/>
                    <a:pt x="147" y="1"/>
                    <a:pt x="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1520;p50">
              <a:extLst>
                <a:ext uri="{FF2B5EF4-FFF2-40B4-BE49-F238E27FC236}">
                  <a16:creationId xmlns:a16="http://schemas.microsoft.com/office/drawing/2014/main" id="{FA981368-2A3E-7A26-0257-24C685707215}"/>
                </a:ext>
              </a:extLst>
            </p:cNvPr>
            <p:cNvSpPr/>
            <p:nvPr/>
          </p:nvSpPr>
          <p:spPr>
            <a:xfrm>
              <a:off x="6722634" y="2717176"/>
              <a:ext cx="937045" cy="600849"/>
            </a:xfrm>
            <a:custGeom>
              <a:avLst/>
              <a:gdLst/>
              <a:ahLst/>
              <a:cxnLst/>
              <a:rect l="l" t="t" r="r" b="b"/>
              <a:pathLst>
                <a:path w="6533" h="4189" extrusionOk="0">
                  <a:moveTo>
                    <a:pt x="0" y="0"/>
                  </a:moveTo>
                  <a:lnTo>
                    <a:pt x="0" y="4189"/>
                  </a:lnTo>
                  <a:lnTo>
                    <a:pt x="6533" y="4189"/>
                  </a:lnTo>
                  <a:lnTo>
                    <a:pt x="65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1521;p50">
              <a:extLst>
                <a:ext uri="{FF2B5EF4-FFF2-40B4-BE49-F238E27FC236}">
                  <a16:creationId xmlns:a16="http://schemas.microsoft.com/office/drawing/2014/main" id="{86C5E4D0-1746-6DAB-6FBC-93B7EB013790}"/>
                </a:ext>
              </a:extLst>
            </p:cNvPr>
            <p:cNvSpPr/>
            <p:nvPr/>
          </p:nvSpPr>
          <p:spPr>
            <a:xfrm>
              <a:off x="7221499" y="2985398"/>
              <a:ext cx="85486" cy="33994"/>
            </a:xfrm>
            <a:custGeom>
              <a:avLst/>
              <a:gdLst/>
              <a:ahLst/>
              <a:cxnLst/>
              <a:rect l="l" t="t" r="r" b="b"/>
              <a:pathLst>
                <a:path w="596" h="237" extrusionOk="0">
                  <a:moveTo>
                    <a:pt x="1" y="1"/>
                  </a:moveTo>
                  <a:lnTo>
                    <a:pt x="1" y="237"/>
                  </a:lnTo>
                  <a:lnTo>
                    <a:pt x="595" y="237"/>
                  </a:lnTo>
                  <a:lnTo>
                    <a:pt x="595"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1522;p50">
              <a:extLst>
                <a:ext uri="{FF2B5EF4-FFF2-40B4-BE49-F238E27FC236}">
                  <a16:creationId xmlns:a16="http://schemas.microsoft.com/office/drawing/2014/main" id="{6856A358-418F-D583-4797-73ACDE072A02}"/>
                </a:ext>
              </a:extLst>
            </p:cNvPr>
            <p:cNvSpPr/>
            <p:nvPr/>
          </p:nvSpPr>
          <p:spPr>
            <a:xfrm>
              <a:off x="7247747" y="3019249"/>
              <a:ext cx="29404" cy="34138"/>
            </a:xfrm>
            <a:custGeom>
              <a:avLst/>
              <a:gdLst/>
              <a:ahLst/>
              <a:cxnLst/>
              <a:rect l="l" t="t" r="r" b="b"/>
              <a:pathLst>
                <a:path w="205" h="238" extrusionOk="0">
                  <a:moveTo>
                    <a:pt x="1" y="1"/>
                  </a:moveTo>
                  <a:lnTo>
                    <a:pt x="1" y="237"/>
                  </a:lnTo>
                  <a:lnTo>
                    <a:pt x="205" y="237"/>
                  </a:lnTo>
                  <a:lnTo>
                    <a:pt x="205"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1523;p50">
              <a:extLst>
                <a:ext uri="{FF2B5EF4-FFF2-40B4-BE49-F238E27FC236}">
                  <a16:creationId xmlns:a16="http://schemas.microsoft.com/office/drawing/2014/main" id="{CF18BFD3-D854-D582-FE48-C0BA64571256}"/>
                </a:ext>
              </a:extLst>
            </p:cNvPr>
            <p:cNvSpPr/>
            <p:nvPr/>
          </p:nvSpPr>
          <p:spPr>
            <a:xfrm>
              <a:off x="6988848" y="2985398"/>
              <a:ext cx="85629" cy="33994"/>
            </a:xfrm>
            <a:custGeom>
              <a:avLst/>
              <a:gdLst/>
              <a:ahLst/>
              <a:cxnLst/>
              <a:rect l="l" t="t" r="r" b="b"/>
              <a:pathLst>
                <a:path w="597" h="237" extrusionOk="0">
                  <a:moveTo>
                    <a:pt x="1" y="1"/>
                  </a:moveTo>
                  <a:lnTo>
                    <a:pt x="1" y="237"/>
                  </a:lnTo>
                  <a:lnTo>
                    <a:pt x="596" y="237"/>
                  </a:lnTo>
                  <a:lnTo>
                    <a:pt x="596"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1524;p50">
              <a:extLst>
                <a:ext uri="{FF2B5EF4-FFF2-40B4-BE49-F238E27FC236}">
                  <a16:creationId xmlns:a16="http://schemas.microsoft.com/office/drawing/2014/main" id="{7D9F3A0E-8747-11F8-055B-0E752E4AAD15}"/>
                </a:ext>
              </a:extLst>
            </p:cNvPr>
            <p:cNvSpPr/>
            <p:nvPr/>
          </p:nvSpPr>
          <p:spPr>
            <a:xfrm>
              <a:off x="7015097" y="3019249"/>
              <a:ext cx="29547" cy="34138"/>
            </a:xfrm>
            <a:custGeom>
              <a:avLst/>
              <a:gdLst/>
              <a:ahLst/>
              <a:cxnLst/>
              <a:rect l="l" t="t" r="r" b="b"/>
              <a:pathLst>
                <a:path w="206" h="238" extrusionOk="0">
                  <a:moveTo>
                    <a:pt x="0" y="1"/>
                  </a:moveTo>
                  <a:lnTo>
                    <a:pt x="0" y="237"/>
                  </a:lnTo>
                  <a:lnTo>
                    <a:pt x="206" y="237"/>
                  </a:lnTo>
                  <a:lnTo>
                    <a:pt x="206"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1525;p50">
              <a:extLst>
                <a:ext uri="{FF2B5EF4-FFF2-40B4-BE49-F238E27FC236}">
                  <a16:creationId xmlns:a16="http://schemas.microsoft.com/office/drawing/2014/main" id="{8A4A172B-720F-E7EF-072C-0719BE0CB8F0}"/>
                </a:ext>
              </a:extLst>
            </p:cNvPr>
            <p:cNvSpPr/>
            <p:nvPr/>
          </p:nvSpPr>
          <p:spPr>
            <a:xfrm>
              <a:off x="6754190" y="2985398"/>
              <a:ext cx="85629" cy="33994"/>
            </a:xfrm>
            <a:custGeom>
              <a:avLst/>
              <a:gdLst/>
              <a:ahLst/>
              <a:cxnLst/>
              <a:rect l="l" t="t" r="r" b="b"/>
              <a:pathLst>
                <a:path w="597" h="237" extrusionOk="0">
                  <a:moveTo>
                    <a:pt x="0" y="1"/>
                  </a:moveTo>
                  <a:lnTo>
                    <a:pt x="0" y="237"/>
                  </a:lnTo>
                  <a:lnTo>
                    <a:pt x="596" y="237"/>
                  </a:lnTo>
                  <a:lnTo>
                    <a:pt x="596"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1526;p50">
              <a:extLst>
                <a:ext uri="{FF2B5EF4-FFF2-40B4-BE49-F238E27FC236}">
                  <a16:creationId xmlns:a16="http://schemas.microsoft.com/office/drawing/2014/main" id="{05277EBB-34CB-8BD1-6A85-BC3B3BACF213}"/>
                </a:ext>
              </a:extLst>
            </p:cNvPr>
            <p:cNvSpPr/>
            <p:nvPr/>
          </p:nvSpPr>
          <p:spPr>
            <a:xfrm>
              <a:off x="6780295" y="3019249"/>
              <a:ext cx="29404" cy="34138"/>
            </a:xfrm>
            <a:custGeom>
              <a:avLst/>
              <a:gdLst/>
              <a:ahLst/>
              <a:cxnLst/>
              <a:rect l="l" t="t" r="r" b="b"/>
              <a:pathLst>
                <a:path w="205" h="238" extrusionOk="0">
                  <a:moveTo>
                    <a:pt x="0" y="1"/>
                  </a:moveTo>
                  <a:lnTo>
                    <a:pt x="0" y="237"/>
                  </a:lnTo>
                  <a:lnTo>
                    <a:pt x="204" y="237"/>
                  </a:lnTo>
                  <a:lnTo>
                    <a:pt x="204" y="1"/>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1527;p50">
              <a:extLst>
                <a:ext uri="{FF2B5EF4-FFF2-40B4-BE49-F238E27FC236}">
                  <a16:creationId xmlns:a16="http://schemas.microsoft.com/office/drawing/2014/main" id="{E238943C-AE72-8D25-CED8-2377567EAB33}"/>
                </a:ext>
              </a:extLst>
            </p:cNvPr>
            <p:cNvSpPr/>
            <p:nvPr/>
          </p:nvSpPr>
          <p:spPr>
            <a:xfrm>
              <a:off x="7338971" y="2717176"/>
              <a:ext cx="31555" cy="600849"/>
            </a:xfrm>
            <a:custGeom>
              <a:avLst/>
              <a:gdLst/>
              <a:ahLst/>
              <a:cxnLst/>
              <a:rect l="l" t="t" r="r" b="b"/>
              <a:pathLst>
                <a:path w="220" h="4189" extrusionOk="0">
                  <a:moveTo>
                    <a:pt x="1" y="0"/>
                  </a:moveTo>
                  <a:lnTo>
                    <a:pt x="1" y="4189"/>
                  </a:lnTo>
                  <a:lnTo>
                    <a:pt x="220" y="4189"/>
                  </a:lnTo>
                  <a:lnTo>
                    <a:pt x="2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1528;p50">
              <a:extLst>
                <a:ext uri="{FF2B5EF4-FFF2-40B4-BE49-F238E27FC236}">
                  <a16:creationId xmlns:a16="http://schemas.microsoft.com/office/drawing/2014/main" id="{84BAAF95-92C3-5138-1FA6-B6F1D40EACD8}"/>
                </a:ext>
              </a:extLst>
            </p:cNvPr>
            <p:cNvSpPr/>
            <p:nvPr/>
          </p:nvSpPr>
          <p:spPr>
            <a:xfrm>
              <a:off x="7159679" y="2717176"/>
              <a:ext cx="31555" cy="600849"/>
            </a:xfrm>
            <a:custGeom>
              <a:avLst/>
              <a:gdLst/>
              <a:ahLst/>
              <a:cxnLst/>
              <a:rect l="l" t="t" r="r" b="b"/>
              <a:pathLst>
                <a:path w="220" h="4189" extrusionOk="0">
                  <a:moveTo>
                    <a:pt x="1" y="0"/>
                  </a:moveTo>
                  <a:lnTo>
                    <a:pt x="1" y="4189"/>
                  </a:lnTo>
                  <a:lnTo>
                    <a:pt x="220" y="4189"/>
                  </a:lnTo>
                  <a:lnTo>
                    <a:pt x="2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1529;p50">
              <a:extLst>
                <a:ext uri="{FF2B5EF4-FFF2-40B4-BE49-F238E27FC236}">
                  <a16:creationId xmlns:a16="http://schemas.microsoft.com/office/drawing/2014/main" id="{FB84473B-E0D7-F693-0C57-5ECDAC9770A5}"/>
                </a:ext>
              </a:extLst>
            </p:cNvPr>
            <p:cNvSpPr/>
            <p:nvPr/>
          </p:nvSpPr>
          <p:spPr>
            <a:xfrm>
              <a:off x="6870659" y="2717176"/>
              <a:ext cx="31555" cy="600849"/>
            </a:xfrm>
            <a:custGeom>
              <a:avLst/>
              <a:gdLst/>
              <a:ahLst/>
              <a:cxnLst/>
              <a:rect l="l" t="t" r="r" b="b"/>
              <a:pathLst>
                <a:path w="220" h="4189" extrusionOk="0">
                  <a:moveTo>
                    <a:pt x="0" y="0"/>
                  </a:moveTo>
                  <a:lnTo>
                    <a:pt x="0" y="4189"/>
                  </a:lnTo>
                  <a:lnTo>
                    <a:pt x="219" y="4189"/>
                  </a:lnTo>
                  <a:lnTo>
                    <a:pt x="21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1530;p50">
              <a:extLst>
                <a:ext uri="{FF2B5EF4-FFF2-40B4-BE49-F238E27FC236}">
                  <a16:creationId xmlns:a16="http://schemas.microsoft.com/office/drawing/2014/main" id="{48C49903-99DE-AE88-F96E-328743A30D7E}"/>
                </a:ext>
              </a:extLst>
            </p:cNvPr>
            <p:cNvSpPr/>
            <p:nvPr/>
          </p:nvSpPr>
          <p:spPr>
            <a:xfrm>
              <a:off x="7557709" y="3229237"/>
              <a:ext cx="55508" cy="52354"/>
            </a:xfrm>
            <a:custGeom>
              <a:avLst/>
              <a:gdLst/>
              <a:ahLst/>
              <a:cxnLst/>
              <a:rect l="l" t="t" r="r" b="b"/>
              <a:pathLst>
                <a:path w="387" h="365" extrusionOk="0">
                  <a:moveTo>
                    <a:pt x="324" y="1"/>
                  </a:moveTo>
                  <a:lnTo>
                    <a:pt x="1" y="324"/>
                  </a:lnTo>
                  <a:cubicBezTo>
                    <a:pt x="41" y="351"/>
                    <a:pt x="87" y="364"/>
                    <a:pt x="132" y="364"/>
                  </a:cubicBezTo>
                  <a:cubicBezTo>
                    <a:pt x="192" y="364"/>
                    <a:pt x="251" y="341"/>
                    <a:pt x="297" y="296"/>
                  </a:cubicBezTo>
                  <a:cubicBezTo>
                    <a:pt x="377" y="216"/>
                    <a:pt x="387" y="91"/>
                    <a:pt x="3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1531;p50">
              <a:extLst>
                <a:ext uri="{FF2B5EF4-FFF2-40B4-BE49-F238E27FC236}">
                  <a16:creationId xmlns:a16="http://schemas.microsoft.com/office/drawing/2014/main" id="{88D03541-7641-4865-679B-15F8E6455F03}"/>
                </a:ext>
              </a:extLst>
            </p:cNvPr>
            <p:cNvSpPr/>
            <p:nvPr/>
          </p:nvSpPr>
          <p:spPr>
            <a:xfrm>
              <a:off x="7540210" y="3214750"/>
              <a:ext cx="55652" cy="52354"/>
            </a:xfrm>
            <a:custGeom>
              <a:avLst/>
              <a:gdLst/>
              <a:ahLst/>
              <a:cxnLst/>
              <a:rect l="l" t="t" r="r" b="b"/>
              <a:pathLst>
                <a:path w="388" h="365" extrusionOk="0">
                  <a:moveTo>
                    <a:pt x="256" y="1"/>
                  </a:moveTo>
                  <a:cubicBezTo>
                    <a:pt x="196" y="1"/>
                    <a:pt x="136" y="23"/>
                    <a:pt x="91" y="69"/>
                  </a:cubicBezTo>
                  <a:cubicBezTo>
                    <a:pt x="10" y="149"/>
                    <a:pt x="1" y="274"/>
                    <a:pt x="64" y="365"/>
                  </a:cubicBezTo>
                  <a:lnTo>
                    <a:pt x="388" y="42"/>
                  </a:lnTo>
                  <a:cubicBezTo>
                    <a:pt x="348" y="14"/>
                    <a:pt x="302" y="1"/>
                    <a:pt x="25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1532;p50">
              <a:extLst>
                <a:ext uri="{FF2B5EF4-FFF2-40B4-BE49-F238E27FC236}">
                  <a16:creationId xmlns:a16="http://schemas.microsoft.com/office/drawing/2014/main" id="{5187ABCB-E566-8494-A035-63D44A40B389}"/>
                </a:ext>
              </a:extLst>
            </p:cNvPr>
            <p:cNvSpPr/>
            <p:nvPr/>
          </p:nvSpPr>
          <p:spPr>
            <a:xfrm>
              <a:off x="7549246" y="3220631"/>
              <a:ext cx="55222" cy="55079"/>
            </a:xfrm>
            <a:custGeom>
              <a:avLst/>
              <a:gdLst/>
              <a:ahLst/>
              <a:cxnLst/>
              <a:rect l="l" t="t" r="r" b="b"/>
              <a:pathLst>
                <a:path w="385" h="384" extrusionOk="0">
                  <a:moveTo>
                    <a:pt x="325" y="1"/>
                  </a:moveTo>
                  <a:lnTo>
                    <a:pt x="1" y="324"/>
                  </a:lnTo>
                  <a:cubicBezTo>
                    <a:pt x="8" y="336"/>
                    <a:pt x="18" y="346"/>
                    <a:pt x="28" y="357"/>
                  </a:cubicBezTo>
                  <a:cubicBezTo>
                    <a:pt x="38" y="368"/>
                    <a:pt x="49" y="376"/>
                    <a:pt x="61" y="384"/>
                  </a:cubicBezTo>
                  <a:lnTo>
                    <a:pt x="385" y="61"/>
                  </a:lnTo>
                  <a:cubicBezTo>
                    <a:pt x="376" y="49"/>
                    <a:pt x="369" y="38"/>
                    <a:pt x="358" y="28"/>
                  </a:cubicBezTo>
                  <a:cubicBezTo>
                    <a:pt x="347" y="17"/>
                    <a:pt x="336" y="8"/>
                    <a:pt x="3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1533;p50">
              <a:extLst>
                <a:ext uri="{FF2B5EF4-FFF2-40B4-BE49-F238E27FC236}">
                  <a16:creationId xmlns:a16="http://schemas.microsoft.com/office/drawing/2014/main" id="{46B46807-E1BA-9453-3BE7-8F6196FBB19D}"/>
                </a:ext>
              </a:extLst>
            </p:cNvPr>
            <p:cNvSpPr/>
            <p:nvPr/>
          </p:nvSpPr>
          <p:spPr>
            <a:xfrm>
              <a:off x="7491872" y="2762215"/>
              <a:ext cx="55652" cy="52354"/>
            </a:xfrm>
            <a:custGeom>
              <a:avLst/>
              <a:gdLst/>
              <a:ahLst/>
              <a:cxnLst/>
              <a:rect l="l" t="t" r="r" b="b"/>
              <a:pathLst>
                <a:path w="388" h="365" extrusionOk="0">
                  <a:moveTo>
                    <a:pt x="325" y="1"/>
                  </a:moveTo>
                  <a:lnTo>
                    <a:pt x="1" y="324"/>
                  </a:lnTo>
                  <a:cubicBezTo>
                    <a:pt x="41" y="351"/>
                    <a:pt x="88" y="364"/>
                    <a:pt x="134" y="364"/>
                  </a:cubicBezTo>
                  <a:cubicBezTo>
                    <a:pt x="194" y="364"/>
                    <a:pt x="253" y="342"/>
                    <a:pt x="298" y="296"/>
                  </a:cubicBezTo>
                  <a:cubicBezTo>
                    <a:pt x="378" y="216"/>
                    <a:pt x="388" y="91"/>
                    <a:pt x="32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1534;p50">
              <a:extLst>
                <a:ext uri="{FF2B5EF4-FFF2-40B4-BE49-F238E27FC236}">
                  <a16:creationId xmlns:a16="http://schemas.microsoft.com/office/drawing/2014/main" id="{7B6B755C-C0CE-E949-A5EE-89F28A90E285}"/>
                </a:ext>
              </a:extLst>
            </p:cNvPr>
            <p:cNvSpPr/>
            <p:nvPr/>
          </p:nvSpPr>
          <p:spPr>
            <a:xfrm>
              <a:off x="7474373" y="2747728"/>
              <a:ext cx="55795" cy="52210"/>
            </a:xfrm>
            <a:custGeom>
              <a:avLst/>
              <a:gdLst/>
              <a:ahLst/>
              <a:cxnLst/>
              <a:rect l="l" t="t" r="r" b="b"/>
              <a:pathLst>
                <a:path w="389" h="364" extrusionOk="0">
                  <a:moveTo>
                    <a:pt x="257" y="0"/>
                  </a:moveTo>
                  <a:cubicBezTo>
                    <a:pt x="197" y="0"/>
                    <a:pt x="136" y="23"/>
                    <a:pt x="91" y="69"/>
                  </a:cubicBezTo>
                  <a:cubicBezTo>
                    <a:pt x="11" y="149"/>
                    <a:pt x="1" y="274"/>
                    <a:pt x="64" y="364"/>
                  </a:cubicBezTo>
                  <a:lnTo>
                    <a:pt x="388" y="40"/>
                  </a:lnTo>
                  <a:cubicBezTo>
                    <a:pt x="349" y="13"/>
                    <a:pt x="303" y="0"/>
                    <a:pt x="2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1535;p50">
              <a:extLst>
                <a:ext uri="{FF2B5EF4-FFF2-40B4-BE49-F238E27FC236}">
                  <a16:creationId xmlns:a16="http://schemas.microsoft.com/office/drawing/2014/main" id="{7F7B6EE0-926B-559E-8C14-4DB6B5C3F2CA}"/>
                </a:ext>
              </a:extLst>
            </p:cNvPr>
            <p:cNvSpPr/>
            <p:nvPr/>
          </p:nvSpPr>
          <p:spPr>
            <a:xfrm>
              <a:off x="7483553" y="2753609"/>
              <a:ext cx="55078" cy="55079"/>
            </a:xfrm>
            <a:custGeom>
              <a:avLst/>
              <a:gdLst/>
              <a:ahLst/>
              <a:cxnLst/>
              <a:rect l="l" t="t" r="r" b="b"/>
              <a:pathLst>
                <a:path w="384" h="384" extrusionOk="0">
                  <a:moveTo>
                    <a:pt x="324" y="1"/>
                  </a:moveTo>
                  <a:lnTo>
                    <a:pt x="0" y="324"/>
                  </a:lnTo>
                  <a:cubicBezTo>
                    <a:pt x="9" y="336"/>
                    <a:pt x="17" y="346"/>
                    <a:pt x="27" y="357"/>
                  </a:cubicBezTo>
                  <a:cubicBezTo>
                    <a:pt x="37" y="368"/>
                    <a:pt x="48" y="376"/>
                    <a:pt x="61" y="384"/>
                  </a:cubicBezTo>
                  <a:lnTo>
                    <a:pt x="384" y="61"/>
                  </a:lnTo>
                  <a:cubicBezTo>
                    <a:pt x="376" y="49"/>
                    <a:pt x="368" y="38"/>
                    <a:pt x="357" y="28"/>
                  </a:cubicBezTo>
                  <a:cubicBezTo>
                    <a:pt x="347" y="17"/>
                    <a:pt x="335" y="8"/>
                    <a:pt x="3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1536;p50">
              <a:extLst>
                <a:ext uri="{FF2B5EF4-FFF2-40B4-BE49-F238E27FC236}">
                  <a16:creationId xmlns:a16="http://schemas.microsoft.com/office/drawing/2014/main" id="{2D872D1C-178E-7D57-D5E4-66F19C92DF22}"/>
                </a:ext>
              </a:extLst>
            </p:cNvPr>
            <p:cNvSpPr/>
            <p:nvPr/>
          </p:nvSpPr>
          <p:spPr>
            <a:xfrm>
              <a:off x="7426323" y="3229237"/>
              <a:ext cx="55508" cy="52354"/>
            </a:xfrm>
            <a:custGeom>
              <a:avLst/>
              <a:gdLst/>
              <a:ahLst/>
              <a:cxnLst/>
              <a:rect l="l" t="t" r="r" b="b"/>
              <a:pathLst>
                <a:path w="387" h="365" extrusionOk="0">
                  <a:moveTo>
                    <a:pt x="323" y="1"/>
                  </a:moveTo>
                  <a:lnTo>
                    <a:pt x="0" y="324"/>
                  </a:lnTo>
                  <a:cubicBezTo>
                    <a:pt x="40" y="351"/>
                    <a:pt x="86" y="364"/>
                    <a:pt x="132" y="364"/>
                  </a:cubicBezTo>
                  <a:cubicBezTo>
                    <a:pt x="192" y="364"/>
                    <a:pt x="251" y="341"/>
                    <a:pt x="296" y="296"/>
                  </a:cubicBezTo>
                  <a:cubicBezTo>
                    <a:pt x="377" y="216"/>
                    <a:pt x="386" y="91"/>
                    <a:pt x="3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1537;p50">
              <a:extLst>
                <a:ext uri="{FF2B5EF4-FFF2-40B4-BE49-F238E27FC236}">
                  <a16:creationId xmlns:a16="http://schemas.microsoft.com/office/drawing/2014/main" id="{9F0BD961-F240-3F6A-B40D-4FCD27665E01}"/>
                </a:ext>
              </a:extLst>
            </p:cNvPr>
            <p:cNvSpPr/>
            <p:nvPr/>
          </p:nvSpPr>
          <p:spPr>
            <a:xfrm>
              <a:off x="7408824" y="3214750"/>
              <a:ext cx="55508" cy="52354"/>
            </a:xfrm>
            <a:custGeom>
              <a:avLst/>
              <a:gdLst/>
              <a:ahLst/>
              <a:cxnLst/>
              <a:rect l="l" t="t" r="r" b="b"/>
              <a:pathLst>
                <a:path w="387" h="365" extrusionOk="0">
                  <a:moveTo>
                    <a:pt x="254" y="1"/>
                  </a:moveTo>
                  <a:cubicBezTo>
                    <a:pt x="195" y="1"/>
                    <a:pt x="135" y="23"/>
                    <a:pt x="90" y="69"/>
                  </a:cubicBezTo>
                  <a:cubicBezTo>
                    <a:pt x="10" y="149"/>
                    <a:pt x="0" y="274"/>
                    <a:pt x="63" y="365"/>
                  </a:cubicBezTo>
                  <a:lnTo>
                    <a:pt x="386" y="42"/>
                  </a:lnTo>
                  <a:cubicBezTo>
                    <a:pt x="347" y="14"/>
                    <a:pt x="300" y="1"/>
                    <a:pt x="2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1538;p50">
              <a:extLst>
                <a:ext uri="{FF2B5EF4-FFF2-40B4-BE49-F238E27FC236}">
                  <a16:creationId xmlns:a16="http://schemas.microsoft.com/office/drawing/2014/main" id="{3F46CC12-D477-F02C-BA79-EDA9E2F9FD83}"/>
                </a:ext>
              </a:extLst>
            </p:cNvPr>
            <p:cNvSpPr/>
            <p:nvPr/>
          </p:nvSpPr>
          <p:spPr>
            <a:xfrm>
              <a:off x="7417717" y="3220631"/>
              <a:ext cx="55222" cy="55079"/>
            </a:xfrm>
            <a:custGeom>
              <a:avLst/>
              <a:gdLst/>
              <a:ahLst/>
              <a:cxnLst/>
              <a:rect l="l" t="t" r="r" b="b"/>
              <a:pathLst>
                <a:path w="385" h="384" extrusionOk="0">
                  <a:moveTo>
                    <a:pt x="324" y="1"/>
                  </a:moveTo>
                  <a:lnTo>
                    <a:pt x="0" y="324"/>
                  </a:lnTo>
                  <a:cubicBezTo>
                    <a:pt x="9" y="336"/>
                    <a:pt x="19" y="346"/>
                    <a:pt x="27" y="357"/>
                  </a:cubicBezTo>
                  <a:cubicBezTo>
                    <a:pt x="38" y="368"/>
                    <a:pt x="48" y="376"/>
                    <a:pt x="61" y="384"/>
                  </a:cubicBezTo>
                  <a:lnTo>
                    <a:pt x="384" y="61"/>
                  </a:lnTo>
                  <a:cubicBezTo>
                    <a:pt x="377" y="49"/>
                    <a:pt x="368" y="38"/>
                    <a:pt x="357" y="28"/>
                  </a:cubicBezTo>
                  <a:cubicBezTo>
                    <a:pt x="347" y="17"/>
                    <a:pt x="335" y="8"/>
                    <a:pt x="3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1539;p50">
              <a:extLst>
                <a:ext uri="{FF2B5EF4-FFF2-40B4-BE49-F238E27FC236}">
                  <a16:creationId xmlns:a16="http://schemas.microsoft.com/office/drawing/2014/main" id="{A001E6FD-4837-D6A0-9704-74ABF4CD8AFB}"/>
                </a:ext>
              </a:extLst>
            </p:cNvPr>
            <p:cNvSpPr/>
            <p:nvPr/>
          </p:nvSpPr>
          <p:spPr>
            <a:xfrm>
              <a:off x="7247030" y="3229237"/>
              <a:ext cx="55508" cy="52354"/>
            </a:xfrm>
            <a:custGeom>
              <a:avLst/>
              <a:gdLst/>
              <a:ahLst/>
              <a:cxnLst/>
              <a:rect l="l" t="t" r="r" b="b"/>
              <a:pathLst>
                <a:path w="387" h="365" extrusionOk="0">
                  <a:moveTo>
                    <a:pt x="323" y="1"/>
                  </a:moveTo>
                  <a:lnTo>
                    <a:pt x="0" y="324"/>
                  </a:lnTo>
                  <a:cubicBezTo>
                    <a:pt x="40" y="351"/>
                    <a:pt x="85" y="364"/>
                    <a:pt x="131" y="364"/>
                  </a:cubicBezTo>
                  <a:cubicBezTo>
                    <a:pt x="191" y="364"/>
                    <a:pt x="250" y="341"/>
                    <a:pt x="296" y="296"/>
                  </a:cubicBezTo>
                  <a:cubicBezTo>
                    <a:pt x="377" y="216"/>
                    <a:pt x="386" y="91"/>
                    <a:pt x="3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1540;p50">
              <a:extLst>
                <a:ext uri="{FF2B5EF4-FFF2-40B4-BE49-F238E27FC236}">
                  <a16:creationId xmlns:a16="http://schemas.microsoft.com/office/drawing/2014/main" id="{9AD8F1C9-7FE2-2071-61BD-81412DF9B301}"/>
                </a:ext>
              </a:extLst>
            </p:cNvPr>
            <p:cNvSpPr/>
            <p:nvPr/>
          </p:nvSpPr>
          <p:spPr>
            <a:xfrm>
              <a:off x="7229531" y="3214750"/>
              <a:ext cx="55508" cy="52354"/>
            </a:xfrm>
            <a:custGeom>
              <a:avLst/>
              <a:gdLst/>
              <a:ahLst/>
              <a:cxnLst/>
              <a:rect l="l" t="t" r="r" b="b"/>
              <a:pathLst>
                <a:path w="387" h="365" extrusionOk="0">
                  <a:moveTo>
                    <a:pt x="254" y="1"/>
                  </a:moveTo>
                  <a:cubicBezTo>
                    <a:pt x="194" y="1"/>
                    <a:pt x="135" y="23"/>
                    <a:pt x="90" y="69"/>
                  </a:cubicBezTo>
                  <a:cubicBezTo>
                    <a:pt x="10" y="149"/>
                    <a:pt x="0" y="274"/>
                    <a:pt x="63" y="365"/>
                  </a:cubicBezTo>
                  <a:lnTo>
                    <a:pt x="386" y="42"/>
                  </a:lnTo>
                  <a:cubicBezTo>
                    <a:pt x="346" y="14"/>
                    <a:pt x="300" y="1"/>
                    <a:pt x="2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1541;p50">
              <a:extLst>
                <a:ext uri="{FF2B5EF4-FFF2-40B4-BE49-F238E27FC236}">
                  <a16:creationId xmlns:a16="http://schemas.microsoft.com/office/drawing/2014/main" id="{D79E325D-893A-038C-AC5F-239D3EAB84D1}"/>
                </a:ext>
              </a:extLst>
            </p:cNvPr>
            <p:cNvSpPr/>
            <p:nvPr/>
          </p:nvSpPr>
          <p:spPr>
            <a:xfrm>
              <a:off x="7238424" y="3220631"/>
              <a:ext cx="55078" cy="55079"/>
            </a:xfrm>
            <a:custGeom>
              <a:avLst/>
              <a:gdLst/>
              <a:ahLst/>
              <a:cxnLst/>
              <a:rect l="l" t="t" r="r" b="b"/>
              <a:pathLst>
                <a:path w="384" h="384" extrusionOk="0">
                  <a:moveTo>
                    <a:pt x="323" y="1"/>
                  </a:moveTo>
                  <a:lnTo>
                    <a:pt x="0" y="324"/>
                  </a:lnTo>
                  <a:cubicBezTo>
                    <a:pt x="8" y="336"/>
                    <a:pt x="16" y="346"/>
                    <a:pt x="27" y="357"/>
                  </a:cubicBezTo>
                  <a:cubicBezTo>
                    <a:pt x="37" y="368"/>
                    <a:pt x="48" y="376"/>
                    <a:pt x="60" y="384"/>
                  </a:cubicBezTo>
                  <a:lnTo>
                    <a:pt x="383" y="61"/>
                  </a:lnTo>
                  <a:cubicBezTo>
                    <a:pt x="376" y="49"/>
                    <a:pt x="366" y="38"/>
                    <a:pt x="356" y="28"/>
                  </a:cubicBezTo>
                  <a:cubicBezTo>
                    <a:pt x="346" y="17"/>
                    <a:pt x="335" y="8"/>
                    <a:pt x="3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1542;p50">
              <a:extLst>
                <a:ext uri="{FF2B5EF4-FFF2-40B4-BE49-F238E27FC236}">
                  <a16:creationId xmlns:a16="http://schemas.microsoft.com/office/drawing/2014/main" id="{70B10913-2C6C-C7A0-CA12-5DDA5332ED40}"/>
                </a:ext>
              </a:extLst>
            </p:cNvPr>
            <p:cNvSpPr/>
            <p:nvPr/>
          </p:nvSpPr>
          <p:spPr>
            <a:xfrm>
              <a:off x="7247030" y="2762215"/>
              <a:ext cx="55508" cy="52354"/>
            </a:xfrm>
            <a:custGeom>
              <a:avLst/>
              <a:gdLst/>
              <a:ahLst/>
              <a:cxnLst/>
              <a:rect l="l" t="t" r="r" b="b"/>
              <a:pathLst>
                <a:path w="387" h="365" extrusionOk="0">
                  <a:moveTo>
                    <a:pt x="323" y="1"/>
                  </a:moveTo>
                  <a:lnTo>
                    <a:pt x="0" y="324"/>
                  </a:lnTo>
                  <a:cubicBezTo>
                    <a:pt x="40" y="351"/>
                    <a:pt x="86" y="364"/>
                    <a:pt x="132" y="364"/>
                  </a:cubicBezTo>
                  <a:cubicBezTo>
                    <a:pt x="191" y="364"/>
                    <a:pt x="251" y="342"/>
                    <a:pt x="296" y="296"/>
                  </a:cubicBezTo>
                  <a:cubicBezTo>
                    <a:pt x="377" y="216"/>
                    <a:pt x="386" y="91"/>
                    <a:pt x="3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1543;p50">
              <a:extLst>
                <a:ext uri="{FF2B5EF4-FFF2-40B4-BE49-F238E27FC236}">
                  <a16:creationId xmlns:a16="http://schemas.microsoft.com/office/drawing/2014/main" id="{7181DA26-8B72-39E5-DB8F-880D373CB076}"/>
                </a:ext>
              </a:extLst>
            </p:cNvPr>
            <p:cNvSpPr/>
            <p:nvPr/>
          </p:nvSpPr>
          <p:spPr>
            <a:xfrm>
              <a:off x="7229531" y="2747728"/>
              <a:ext cx="55508" cy="52210"/>
            </a:xfrm>
            <a:custGeom>
              <a:avLst/>
              <a:gdLst/>
              <a:ahLst/>
              <a:cxnLst/>
              <a:rect l="l" t="t" r="r" b="b"/>
              <a:pathLst>
                <a:path w="387" h="364" extrusionOk="0">
                  <a:moveTo>
                    <a:pt x="255" y="0"/>
                  </a:moveTo>
                  <a:cubicBezTo>
                    <a:pt x="195" y="0"/>
                    <a:pt x="136" y="23"/>
                    <a:pt x="90" y="69"/>
                  </a:cubicBezTo>
                  <a:cubicBezTo>
                    <a:pt x="10" y="149"/>
                    <a:pt x="0" y="274"/>
                    <a:pt x="63" y="364"/>
                  </a:cubicBezTo>
                  <a:lnTo>
                    <a:pt x="386" y="40"/>
                  </a:lnTo>
                  <a:cubicBezTo>
                    <a:pt x="347" y="13"/>
                    <a:pt x="301" y="0"/>
                    <a:pt x="2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1544;p50">
              <a:extLst>
                <a:ext uri="{FF2B5EF4-FFF2-40B4-BE49-F238E27FC236}">
                  <a16:creationId xmlns:a16="http://schemas.microsoft.com/office/drawing/2014/main" id="{1FA7F0B0-C5B3-117E-F5D7-7E5B255A6406}"/>
                </a:ext>
              </a:extLst>
            </p:cNvPr>
            <p:cNvSpPr/>
            <p:nvPr/>
          </p:nvSpPr>
          <p:spPr>
            <a:xfrm>
              <a:off x="7238424" y="2753609"/>
              <a:ext cx="55078" cy="55079"/>
            </a:xfrm>
            <a:custGeom>
              <a:avLst/>
              <a:gdLst/>
              <a:ahLst/>
              <a:cxnLst/>
              <a:rect l="l" t="t" r="r" b="b"/>
              <a:pathLst>
                <a:path w="384" h="384" extrusionOk="0">
                  <a:moveTo>
                    <a:pt x="323" y="1"/>
                  </a:moveTo>
                  <a:lnTo>
                    <a:pt x="0" y="324"/>
                  </a:lnTo>
                  <a:cubicBezTo>
                    <a:pt x="8" y="336"/>
                    <a:pt x="16" y="346"/>
                    <a:pt x="27" y="357"/>
                  </a:cubicBezTo>
                  <a:cubicBezTo>
                    <a:pt x="37" y="368"/>
                    <a:pt x="48" y="376"/>
                    <a:pt x="60" y="384"/>
                  </a:cubicBezTo>
                  <a:lnTo>
                    <a:pt x="383" y="61"/>
                  </a:lnTo>
                  <a:cubicBezTo>
                    <a:pt x="376" y="49"/>
                    <a:pt x="366" y="38"/>
                    <a:pt x="356" y="28"/>
                  </a:cubicBezTo>
                  <a:cubicBezTo>
                    <a:pt x="346" y="17"/>
                    <a:pt x="335" y="8"/>
                    <a:pt x="3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1545;p50">
              <a:extLst>
                <a:ext uri="{FF2B5EF4-FFF2-40B4-BE49-F238E27FC236}">
                  <a16:creationId xmlns:a16="http://schemas.microsoft.com/office/drawing/2014/main" id="{B5689EC2-3449-4485-E96D-AC941ACFC5B4}"/>
                </a:ext>
              </a:extLst>
            </p:cNvPr>
            <p:cNvSpPr/>
            <p:nvPr/>
          </p:nvSpPr>
          <p:spPr>
            <a:xfrm>
              <a:off x="6777857" y="3229237"/>
              <a:ext cx="55508" cy="52354"/>
            </a:xfrm>
            <a:custGeom>
              <a:avLst/>
              <a:gdLst/>
              <a:ahLst/>
              <a:cxnLst/>
              <a:rect l="l" t="t" r="r" b="b"/>
              <a:pathLst>
                <a:path w="387" h="365" extrusionOk="0">
                  <a:moveTo>
                    <a:pt x="324" y="1"/>
                  </a:moveTo>
                  <a:lnTo>
                    <a:pt x="0" y="324"/>
                  </a:lnTo>
                  <a:cubicBezTo>
                    <a:pt x="40" y="351"/>
                    <a:pt x="86" y="364"/>
                    <a:pt x="132" y="364"/>
                  </a:cubicBezTo>
                  <a:cubicBezTo>
                    <a:pt x="192" y="364"/>
                    <a:pt x="252" y="341"/>
                    <a:pt x="297" y="296"/>
                  </a:cubicBezTo>
                  <a:cubicBezTo>
                    <a:pt x="378" y="216"/>
                    <a:pt x="386" y="91"/>
                    <a:pt x="3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1546;p50">
              <a:extLst>
                <a:ext uri="{FF2B5EF4-FFF2-40B4-BE49-F238E27FC236}">
                  <a16:creationId xmlns:a16="http://schemas.microsoft.com/office/drawing/2014/main" id="{8995A5C4-38C0-7099-1F9B-F259F2038E3C}"/>
                </a:ext>
              </a:extLst>
            </p:cNvPr>
            <p:cNvSpPr/>
            <p:nvPr/>
          </p:nvSpPr>
          <p:spPr>
            <a:xfrm>
              <a:off x="6760358" y="3214750"/>
              <a:ext cx="55652" cy="52354"/>
            </a:xfrm>
            <a:custGeom>
              <a:avLst/>
              <a:gdLst/>
              <a:ahLst/>
              <a:cxnLst/>
              <a:rect l="l" t="t" r="r" b="b"/>
              <a:pathLst>
                <a:path w="388" h="365" extrusionOk="0">
                  <a:moveTo>
                    <a:pt x="255" y="1"/>
                  </a:moveTo>
                  <a:cubicBezTo>
                    <a:pt x="195" y="1"/>
                    <a:pt x="136" y="23"/>
                    <a:pt x="90" y="69"/>
                  </a:cubicBezTo>
                  <a:cubicBezTo>
                    <a:pt x="10" y="149"/>
                    <a:pt x="0" y="274"/>
                    <a:pt x="63" y="365"/>
                  </a:cubicBezTo>
                  <a:lnTo>
                    <a:pt x="387" y="42"/>
                  </a:lnTo>
                  <a:cubicBezTo>
                    <a:pt x="347" y="14"/>
                    <a:pt x="301" y="1"/>
                    <a:pt x="25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1547;p50">
              <a:extLst>
                <a:ext uri="{FF2B5EF4-FFF2-40B4-BE49-F238E27FC236}">
                  <a16:creationId xmlns:a16="http://schemas.microsoft.com/office/drawing/2014/main" id="{96729CB1-697E-79AD-2636-7FA47288ED19}"/>
                </a:ext>
              </a:extLst>
            </p:cNvPr>
            <p:cNvSpPr/>
            <p:nvPr/>
          </p:nvSpPr>
          <p:spPr>
            <a:xfrm>
              <a:off x="6769394" y="3220631"/>
              <a:ext cx="55222" cy="55079"/>
            </a:xfrm>
            <a:custGeom>
              <a:avLst/>
              <a:gdLst/>
              <a:ahLst/>
              <a:cxnLst/>
              <a:rect l="l" t="t" r="r" b="b"/>
              <a:pathLst>
                <a:path w="385" h="384" extrusionOk="0">
                  <a:moveTo>
                    <a:pt x="324" y="1"/>
                  </a:moveTo>
                  <a:lnTo>
                    <a:pt x="0" y="324"/>
                  </a:lnTo>
                  <a:cubicBezTo>
                    <a:pt x="9" y="336"/>
                    <a:pt x="16" y="346"/>
                    <a:pt x="27" y="357"/>
                  </a:cubicBezTo>
                  <a:cubicBezTo>
                    <a:pt x="38" y="368"/>
                    <a:pt x="48" y="376"/>
                    <a:pt x="60" y="384"/>
                  </a:cubicBezTo>
                  <a:lnTo>
                    <a:pt x="384" y="61"/>
                  </a:lnTo>
                  <a:cubicBezTo>
                    <a:pt x="376" y="49"/>
                    <a:pt x="367" y="38"/>
                    <a:pt x="357" y="28"/>
                  </a:cubicBezTo>
                  <a:cubicBezTo>
                    <a:pt x="347" y="17"/>
                    <a:pt x="335" y="8"/>
                    <a:pt x="3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1548;p50">
              <a:extLst>
                <a:ext uri="{FF2B5EF4-FFF2-40B4-BE49-F238E27FC236}">
                  <a16:creationId xmlns:a16="http://schemas.microsoft.com/office/drawing/2014/main" id="{DBEF226F-2E9F-CD41-74DC-06C53A3A47E0}"/>
                </a:ext>
              </a:extLst>
            </p:cNvPr>
            <p:cNvSpPr/>
            <p:nvPr/>
          </p:nvSpPr>
          <p:spPr>
            <a:xfrm>
              <a:off x="6777857" y="2762358"/>
              <a:ext cx="55508" cy="52354"/>
            </a:xfrm>
            <a:custGeom>
              <a:avLst/>
              <a:gdLst/>
              <a:ahLst/>
              <a:cxnLst/>
              <a:rect l="l" t="t" r="r" b="b"/>
              <a:pathLst>
                <a:path w="387" h="365" extrusionOk="0">
                  <a:moveTo>
                    <a:pt x="324" y="1"/>
                  </a:moveTo>
                  <a:lnTo>
                    <a:pt x="0" y="325"/>
                  </a:lnTo>
                  <a:cubicBezTo>
                    <a:pt x="40" y="351"/>
                    <a:pt x="86" y="364"/>
                    <a:pt x="132" y="364"/>
                  </a:cubicBezTo>
                  <a:cubicBezTo>
                    <a:pt x="192" y="364"/>
                    <a:pt x="252" y="341"/>
                    <a:pt x="297" y="296"/>
                  </a:cubicBezTo>
                  <a:cubicBezTo>
                    <a:pt x="378" y="216"/>
                    <a:pt x="386" y="91"/>
                    <a:pt x="32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1549;p50">
              <a:extLst>
                <a:ext uri="{FF2B5EF4-FFF2-40B4-BE49-F238E27FC236}">
                  <a16:creationId xmlns:a16="http://schemas.microsoft.com/office/drawing/2014/main" id="{F78BCEEF-ADC4-B902-47F6-34E5E8F67A2B}"/>
                </a:ext>
              </a:extLst>
            </p:cNvPr>
            <p:cNvSpPr/>
            <p:nvPr/>
          </p:nvSpPr>
          <p:spPr>
            <a:xfrm>
              <a:off x="6760358" y="2747871"/>
              <a:ext cx="55652" cy="52210"/>
            </a:xfrm>
            <a:custGeom>
              <a:avLst/>
              <a:gdLst/>
              <a:ahLst/>
              <a:cxnLst/>
              <a:rect l="l" t="t" r="r" b="b"/>
              <a:pathLst>
                <a:path w="388" h="364" extrusionOk="0">
                  <a:moveTo>
                    <a:pt x="255" y="0"/>
                  </a:moveTo>
                  <a:cubicBezTo>
                    <a:pt x="195" y="0"/>
                    <a:pt x="136" y="23"/>
                    <a:pt x="90" y="69"/>
                  </a:cubicBezTo>
                  <a:cubicBezTo>
                    <a:pt x="10" y="149"/>
                    <a:pt x="0" y="274"/>
                    <a:pt x="63" y="364"/>
                  </a:cubicBezTo>
                  <a:lnTo>
                    <a:pt x="387" y="41"/>
                  </a:lnTo>
                  <a:cubicBezTo>
                    <a:pt x="347" y="14"/>
                    <a:pt x="301" y="0"/>
                    <a:pt x="2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1550;p50">
              <a:extLst>
                <a:ext uri="{FF2B5EF4-FFF2-40B4-BE49-F238E27FC236}">
                  <a16:creationId xmlns:a16="http://schemas.microsoft.com/office/drawing/2014/main" id="{CC3DC11D-9A76-5D5C-76EE-C8F323862C1F}"/>
                </a:ext>
              </a:extLst>
            </p:cNvPr>
            <p:cNvSpPr/>
            <p:nvPr/>
          </p:nvSpPr>
          <p:spPr>
            <a:xfrm>
              <a:off x="6769394" y="2753609"/>
              <a:ext cx="55222" cy="55079"/>
            </a:xfrm>
            <a:custGeom>
              <a:avLst/>
              <a:gdLst/>
              <a:ahLst/>
              <a:cxnLst/>
              <a:rect l="l" t="t" r="r" b="b"/>
              <a:pathLst>
                <a:path w="385" h="384" extrusionOk="0">
                  <a:moveTo>
                    <a:pt x="324" y="1"/>
                  </a:moveTo>
                  <a:lnTo>
                    <a:pt x="0" y="324"/>
                  </a:lnTo>
                  <a:cubicBezTo>
                    <a:pt x="9" y="336"/>
                    <a:pt x="16" y="346"/>
                    <a:pt x="27" y="357"/>
                  </a:cubicBezTo>
                  <a:cubicBezTo>
                    <a:pt x="38" y="368"/>
                    <a:pt x="48" y="376"/>
                    <a:pt x="60" y="384"/>
                  </a:cubicBezTo>
                  <a:lnTo>
                    <a:pt x="384" y="61"/>
                  </a:lnTo>
                  <a:cubicBezTo>
                    <a:pt x="376" y="49"/>
                    <a:pt x="367" y="38"/>
                    <a:pt x="357" y="28"/>
                  </a:cubicBezTo>
                  <a:cubicBezTo>
                    <a:pt x="347" y="18"/>
                    <a:pt x="335" y="8"/>
                    <a:pt x="32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1551;p50">
              <a:extLst>
                <a:ext uri="{FF2B5EF4-FFF2-40B4-BE49-F238E27FC236}">
                  <a16:creationId xmlns:a16="http://schemas.microsoft.com/office/drawing/2014/main" id="{085157CD-1D64-4521-22FB-01A5C5449BC4}"/>
                </a:ext>
              </a:extLst>
            </p:cNvPr>
            <p:cNvSpPr/>
            <p:nvPr/>
          </p:nvSpPr>
          <p:spPr>
            <a:xfrm>
              <a:off x="7402656" y="2911243"/>
              <a:ext cx="197937" cy="197223"/>
            </a:xfrm>
            <a:custGeom>
              <a:avLst/>
              <a:gdLst/>
              <a:ahLst/>
              <a:cxnLst/>
              <a:rect l="l" t="t" r="r" b="b"/>
              <a:pathLst>
                <a:path w="1380" h="1375" extrusionOk="0">
                  <a:moveTo>
                    <a:pt x="676" y="0"/>
                  </a:moveTo>
                  <a:cubicBezTo>
                    <a:pt x="297" y="41"/>
                    <a:pt x="1" y="363"/>
                    <a:pt x="1" y="753"/>
                  </a:cubicBezTo>
                  <a:cubicBezTo>
                    <a:pt x="1" y="1011"/>
                    <a:pt x="129" y="1238"/>
                    <a:pt x="325" y="1374"/>
                  </a:cubicBezTo>
                  <a:cubicBezTo>
                    <a:pt x="239" y="1251"/>
                    <a:pt x="190" y="1102"/>
                    <a:pt x="190" y="942"/>
                  </a:cubicBezTo>
                  <a:cubicBezTo>
                    <a:pt x="190" y="524"/>
                    <a:pt x="530" y="186"/>
                    <a:pt x="948" y="186"/>
                  </a:cubicBezTo>
                  <a:cubicBezTo>
                    <a:pt x="1108" y="186"/>
                    <a:pt x="1257" y="236"/>
                    <a:pt x="1380" y="321"/>
                  </a:cubicBezTo>
                  <a:cubicBezTo>
                    <a:pt x="1258" y="145"/>
                    <a:pt x="1062" y="25"/>
                    <a:pt x="840" y="0"/>
                  </a:cubicBezTo>
                  <a:lnTo>
                    <a:pt x="840" y="94"/>
                  </a:lnTo>
                  <a:cubicBezTo>
                    <a:pt x="840" y="139"/>
                    <a:pt x="804" y="175"/>
                    <a:pt x="759" y="175"/>
                  </a:cubicBezTo>
                  <a:cubicBezTo>
                    <a:pt x="713" y="175"/>
                    <a:pt x="676" y="139"/>
                    <a:pt x="676" y="94"/>
                  </a:cubicBezTo>
                  <a:lnTo>
                    <a:pt x="676" y="0"/>
                  </a:lnTo>
                  <a:close/>
                </a:path>
              </a:pathLst>
            </a:custGeom>
            <a:solidFill>
              <a:srgbClr val="1B8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1552;p50">
              <a:extLst>
                <a:ext uri="{FF2B5EF4-FFF2-40B4-BE49-F238E27FC236}">
                  <a16:creationId xmlns:a16="http://schemas.microsoft.com/office/drawing/2014/main" id="{A8FC3310-DA31-C44E-F0D3-B388F2D3D03C}"/>
                </a:ext>
              </a:extLst>
            </p:cNvPr>
            <p:cNvSpPr/>
            <p:nvPr/>
          </p:nvSpPr>
          <p:spPr>
            <a:xfrm>
              <a:off x="7429765" y="2937922"/>
              <a:ext cx="190191" cy="189478"/>
            </a:xfrm>
            <a:custGeom>
              <a:avLst/>
              <a:gdLst/>
              <a:ahLst/>
              <a:cxnLst/>
              <a:rect l="l" t="t" r="r" b="b"/>
              <a:pathLst>
                <a:path w="1326" h="1321" extrusionOk="0">
                  <a:moveTo>
                    <a:pt x="759" y="0"/>
                  </a:moveTo>
                  <a:cubicBezTo>
                    <a:pt x="341" y="0"/>
                    <a:pt x="1" y="339"/>
                    <a:pt x="1" y="758"/>
                  </a:cubicBezTo>
                  <a:cubicBezTo>
                    <a:pt x="1" y="919"/>
                    <a:pt x="52" y="1066"/>
                    <a:pt x="137" y="1189"/>
                  </a:cubicBezTo>
                  <a:cubicBezTo>
                    <a:pt x="238" y="1261"/>
                    <a:pt x="357" y="1306"/>
                    <a:pt x="486" y="1321"/>
                  </a:cubicBezTo>
                  <a:lnTo>
                    <a:pt x="486" y="1227"/>
                  </a:lnTo>
                  <a:cubicBezTo>
                    <a:pt x="486" y="1182"/>
                    <a:pt x="523" y="1145"/>
                    <a:pt x="568" y="1145"/>
                  </a:cubicBezTo>
                  <a:cubicBezTo>
                    <a:pt x="614" y="1145"/>
                    <a:pt x="650" y="1182"/>
                    <a:pt x="650" y="1227"/>
                  </a:cubicBezTo>
                  <a:lnTo>
                    <a:pt x="650" y="1321"/>
                  </a:lnTo>
                  <a:cubicBezTo>
                    <a:pt x="1031" y="1279"/>
                    <a:pt x="1326" y="957"/>
                    <a:pt x="1326" y="567"/>
                  </a:cubicBezTo>
                  <a:cubicBezTo>
                    <a:pt x="1326" y="406"/>
                    <a:pt x="1275" y="258"/>
                    <a:pt x="1191" y="135"/>
                  </a:cubicBezTo>
                  <a:cubicBezTo>
                    <a:pt x="1068" y="49"/>
                    <a:pt x="919" y="0"/>
                    <a:pt x="759" y="0"/>
                  </a:cubicBez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1553;p50">
              <a:extLst>
                <a:ext uri="{FF2B5EF4-FFF2-40B4-BE49-F238E27FC236}">
                  <a16:creationId xmlns:a16="http://schemas.microsoft.com/office/drawing/2014/main" id="{BC3DE7BA-9BB2-394A-2FDE-DE44F6A9B06F}"/>
                </a:ext>
              </a:extLst>
            </p:cNvPr>
            <p:cNvSpPr/>
            <p:nvPr/>
          </p:nvSpPr>
          <p:spPr>
            <a:xfrm>
              <a:off x="7499618" y="3102154"/>
              <a:ext cx="23523" cy="25818"/>
            </a:xfrm>
            <a:custGeom>
              <a:avLst/>
              <a:gdLst/>
              <a:ahLst/>
              <a:cxnLst/>
              <a:rect l="l" t="t" r="r" b="b"/>
              <a:pathLst>
                <a:path w="164" h="180" extrusionOk="0">
                  <a:moveTo>
                    <a:pt x="81" y="0"/>
                  </a:moveTo>
                  <a:cubicBezTo>
                    <a:pt x="36" y="0"/>
                    <a:pt x="0" y="37"/>
                    <a:pt x="0" y="81"/>
                  </a:cubicBezTo>
                  <a:lnTo>
                    <a:pt x="0" y="175"/>
                  </a:lnTo>
                  <a:cubicBezTo>
                    <a:pt x="27" y="177"/>
                    <a:pt x="54" y="180"/>
                    <a:pt x="83" y="180"/>
                  </a:cubicBezTo>
                  <a:cubicBezTo>
                    <a:pt x="110" y="180"/>
                    <a:pt x="137" y="178"/>
                    <a:pt x="164" y="176"/>
                  </a:cubicBezTo>
                  <a:lnTo>
                    <a:pt x="164" y="82"/>
                  </a:lnTo>
                  <a:cubicBezTo>
                    <a:pt x="164" y="37"/>
                    <a:pt x="128" y="0"/>
                    <a:pt x="83" y="0"/>
                  </a:cubicBezTo>
                  <a:cubicBezTo>
                    <a:pt x="82" y="0"/>
                    <a:pt x="81" y="0"/>
                    <a:pt x="81" y="0"/>
                  </a:cubicBezTo>
                  <a:close/>
                </a:path>
              </a:pathLst>
            </a:custGeom>
            <a:solidFill>
              <a:srgbClr val="D0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1554;p50">
              <a:extLst>
                <a:ext uri="{FF2B5EF4-FFF2-40B4-BE49-F238E27FC236}">
                  <a16:creationId xmlns:a16="http://schemas.microsoft.com/office/drawing/2014/main" id="{0417179C-A4CB-8FBD-C8CF-007554E4FC5D}"/>
                </a:ext>
              </a:extLst>
            </p:cNvPr>
            <p:cNvSpPr/>
            <p:nvPr/>
          </p:nvSpPr>
          <p:spPr>
            <a:xfrm>
              <a:off x="7499618" y="2910526"/>
              <a:ext cx="23523" cy="25962"/>
            </a:xfrm>
            <a:custGeom>
              <a:avLst/>
              <a:gdLst/>
              <a:ahLst/>
              <a:cxnLst/>
              <a:rect l="l" t="t" r="r" b="b"/>
              <a:pathLst>
                <a:path w="164" h="181" extrusionOk="0">
                  <a:moveTo>
                    <a:pt x="83" y="1"/>
                  </a:moveTo>
                  <a:cubicBezTo>
                    <a:pt x="54" y="1"/>
                    <a:pt x="27" y="2"/>
                    <a:pt x="0" y="5"/>
                  </a:cubicBezTo>
                  <a:lnTo>
                    <a:pt x="0" y="99"/>
                  </a:lnTo>
                  <a:cubicBezTo>
                    <a:pt x="0" y="144"/>
                    <a:pt x="37" y="180"/>
                    <a:pt x="83" y="180"/>
                  </a:cubicBezTo>
                  <a:cubicBezTo>
                    <a:pt x="127" y="180"/>
                    <a:pt x="164" y="144"/>
                    <a:pt x="164" y="99"/>
                  </a:cubicBezTo>
                  <a:lnTo>
                    <a:pt x="164" y="5"/>
                  </a:lnTo>
                  <a:cubicBezTo>
                    <a:pt x="137" y="3"/>
                    <a:pt x="110" y="1"/>
                    <a:pt x="83" y="1"/>
                  </a:cubicBezTo>
                  <a:close/>
                </a:path>
              </a:pathLst>
            </a:custGeom>
            <a:solidFill>
              <a:srgbClr val="D0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1555;p50">
              <a:extLst>
                <a:ext uri="{FF2B5EF4-FFF2-40B4-BE49-F238E27FC236}">
                  <a16:creationId xmlns:a16="http://schemas.microsoft.com/office/drawing/2014/main" id="{95A192D9-A106-E8BE-C09B-43EA0CEE0E67}"/>
                </a:ext>
              </a:extLst>
            </p:cNvPr>
            <p:cNvSpPr/>
            <p:nvPr/>
          </p:nvSpPr>
          <p:spPr>
            <a:xfrm>
              <a:off x="7404234" y="3036031"/>
              <a:ext cx="15634" cy="41453"/>
            </a:xfrm>
            <a:custGeom>
              <a:avLst/>
              <a:gdLst/>
              <a:ahLst/>
              <a:cxnLst/>
              <a:rect l="l" t="t" r="r" b="b"/>
              <a:pathLst>
                <a:path w="109" h="289" extrusionOk="0">
                  <a:moveTo>
                    <a:pt x="0" y="0"/>
                  </a:moveTo>
                  <a:cubicBezTo>
                    <a:pt x="16" y="104"/>
                    <a:pt x="54" y="203"/>
                    <a:pt x="108" y="288"/>
                  </a:cubicBezTo>
                  <a:lnTo>
                    <a:pt x="108" y="0"/>
                  </a:lnTo>
                  <a:close/>
                </a:path>
              </a:pathLst>
            </a:custGeom>
            <a:solidFill>
              <a:srgbClr val="D0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1556;p50">
              <a:extLst>
                <a:ext uri="{FF2B5EF4-FFF2-40B4-BE49-F238E27FC236}">
                  <a16:creationId xmlns:a16="http://schemas.microsoft.com/office/drawing/2014/main" id="{9F5ECD1A-BBD4-3729-9A0A-A1A185F3F3BD}"/>
                </a:ext>
              </a:extLst>
            </p:cNvPr>
            <p:cNvSpPr/>
            <p:nvPr/>
          </p:nvSpPr>
          <p:spPr>
            <a:xfrm>
              <a:off x="7404234" y="2960154"/>
              <a:ext cx="15634" cy="41309"/>
            </a:xfrm>
            <a:custGeom>
              <a:avLst/>
              <a:gdLst/>
              <a:ahLst/>
              <a:cxnLst/>
              <a:rect l="l" t="t" r="r" b="b"/>
              <a:pathLst>
                <a:path w="109" h="288" extrusionOk="0">
                  <a:moveTo>
                    <a:pt x="108" y="0"/>
                  </a:moveTo>
                  <a:cubicBezTo>
                    <a:pt x="54" y="86"/>
                    <a:pt x="16" y="183"/>
                    <a:pt x="0" y="288"/>
                  </a:cubicBezTo>
                  <a:lnTo>
                    <a:pt x="108" y="288"/>
                  </a:lnTo>
                  <a:lnTo>
                    <a:pt x="108" y="0"/>
                  </a:lnTo>
                  <a:close/>
                </a:path>
              </a:pathLst>
            </a:custGeom>
            <a:solidFill>
              <a:srgbClr val="D0F1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1557;p50">
              <a:extLst>
                <a:ext uri="{FF2B5EF4-FFF2-40B4-BE49-F238E27FC236}">
                  <a16:creationId xmlns:a16="http://schemas.microsoft.com/office/drawing/2014/main" id="{16AC7EBF-7335-2C3E-F853-FF8C33E76AC3}"/>
                </a:ext>
              </a:extLst>
            </p:cNvPr>
            <p:cNvSpPr/>
            <p:nvPr/>
          </p:nvSpPr>
          <p:spPr>
            <a:xfrm>
              <a:off x="7603034" y="2960154"/>
              <a:ext cx="15634" cy="41309"/>
            </a:xfrm>
            <a:custGeom>
              <a:avLst/>
              <a:gdLst/>
              <a:ahLst/>
              <a:cxnLst/>
              <a:rect l="l" t="t" r="r" b="b"/>
              <a:pathLst>
                <a:path w="109" h="288" extrusionOk="0">
                  <a:moveTo>
                    <a:pt x="0" y="0"/>
                  </a:moveTo>
                  <a:lnTo>
                    <a:pt x="0" y="288"/>
                  </a:lnTo>
                  <a:lnTo>
                    <a:pt x="108" y="288"/>
                  </a:lnTo>
                  <a:cubicBezTo>
                    <a:pt x="92" y="183"/>
                    <a:pt x="55" y="86"/>
                    <a:pt x="0" y="0"/>
                  </a:cubicBezTo>
                  <a:close/>
                </a:path>
              </a:pathLst>
            </a:custGeom>
            <a:solidFill>
              <a:srgbClr val="A1E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1558;p50">
              <a:extLst>
                <a:ext uri="{FF2B5EF4-FFF2-40B4-BE49-F238E27FC236}">
                  <a16:creationId xmlns:a16="http://schemas.microsoft.com/office/drawing/2014/main" id="{05C22059-6C18-3BCB-A8D2-072214F9FE13}"/>
                </a:ext>
              </a:extLst>
            </p:cNvPr>
            <p:cNvSpPr/>
            <p:nvPr/>
          </p:nvSpPr>
          <p:spPr>
            <a:xfrm>
              <a:off x="7603034" y="3036031"/>
              <a:ext cx="15634" cy="41453"/>
            </a:xfrm>
            <a:custGeom>
              <a:avLst/>
              <a:gdLst/>
              <a:ahLst/>
              <a:cxnLst/>
              <a:rect l="l" t="t" r="r" b="b"/>
              <a:pathLst>
                <a:path w="109" h="289" extrusionOk="0">
                  <a:moveTo>
                    <a:pt x="0" y="0"/>
                  </a:moveTo>
                  <a:lnTo>
                    <a:pt x="0" y="288"/>
                  </a:lnTo>
                  <a:cubicBezTo>
                    <a:pt x="55" y="203"/>
                    <a:pt x="92" y="104"/>
                    <a:pt x="108" y="0"/>
                  </a:cubicBezTo>
                  <a:close/>
                </a:path>
              </a:pathLst>
            </a:custGeom>
            <a:solidFill>
              <a:srgbClr val="A1E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1559;p50">
              <a:extLst>
                <a:ext uri="{FF2B5EF4-FFF2-40B4-BE49-F238E27FC236}">
                  <a16:creationId xmlns:a16="http://schemas.microsoft.com/office/drawing/2014/main" id="{3FAF9E1D-BD98-EA44-15A5-91FF62B90270}"/>
                </a:ext>
              </a:extLst>
            </p:cNvPr>
            <p:cNvSpPr/>
            <p:nvPr/>
          </p:nvSpPr>
          <p:spPr>
            <a:xfrm>
              <a:off x="7499618" y="3007487"/>
              <a:ext cx="23523" cy="23523"/>
            </a:xfrm>
            <a:custGeom>
              <a:avLst/>
              <a:gdLst/>
              <a:ahLst/>
              <a:cxnLst/>
              <a:rect l="l" t="t" r="r" b="b"/>
              <a:pathLst>
                <a:path w="164" h="164" extrusionOk="0">
                  <a:moveTo>
                    <a:pt x="83" y="1"/>
                  </a:moveTo>
                  <a:cubicBezTo>
                    <a:pt x="37" y="1"/>
                    <a:pt x="0" y="36"/>
                    <a:pt x="0" y="82"/>
                  </a:cubicBezTo>
                  <a:cubicBezTo>
                    <a:pt x="0" y="127"/>
                    <a:pt x="37" y="163"/>
                    <a:pt x="83" y="163"/>
                  </a:cubicBezTo>
                  <a:cubicBezTo>
                    <a:pt x="128" y="163"/>
                    <a:pt x="164" y="127"/>
                    <a:pt x="164" y="82"/>
                  </a:cubicBezTo>
                  <a:cubicBezTo>
                    <a:pt x="164" y="36"/>
                    <a:pt x="127" y="1"/>
                    <a:pt x="83" y="1"/>
                  </a:cubicBezTo>
                  <a:close/>
                </a:path>
              </a:pathLst>
            </a:custGeom>
            <a:solidFill>
              <a:srgbClr val="1B8F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1560;p50">
              <a:extLst>
                <a:ext uri="{FF2B5EF4-FFF2-40B4-BE49-F238E27FC236}">
                  <a16:creationId xmlns:a16="http://schemas.microsoft.com/office/drawing/2014/main" id="{97273927-1F83-29F0-9BC4-33639E6B6415}"/>
                </a:ext>
              </a:extLst>
            </p:cNvPr>
            <p:cNvSpPr/>
            <p:nvPr/>
          </p:nvSpPr>
          <p:spPr>
            <a:xfrm>
              <a:off x="7450993" y="3003901"/>
              <a:ext cx="30408" cy="30552"/>
            </a:xfrm>
            <a:custGeom>
              <a:avLst/>
              <a:gdLst/>
              <a:ahLst/>
              <a:cxnLst/>
              <a:rect l="l" t="t" r="r" b="b"/>
              <a:pathLst>
                <a:path w="212" h="213" extrusionOk="0">
                  <a:moveTo>
                    <a:pt x="106" y="1"/>
                  </a:moveTo>
                  <a:cubicBezTo>
                    <a:pt x="47" y="1"/>
                    <a:pt x="0" y="49"/>
                    <a:pt x="0" y="107"/>
                  </a:cubicBezTo>
                  <a:cubicBezTo>
                    <a:pt x="0" y="166"/>
                    <a:pt x="48" y="213"/>
                    <a:pt x="106" y="213"/>
                  </a:cubicBezTo>
                  <a:cubicBezTo>
                    <a:pt x="165" y="213"/>
                    <a:pt x="211" y="165"/>
                    <a:pt x="211" y="107"/>
                  </a:cubicBezTo>
                  <a:cubicBezTo>
                    <a:pt x="211" y="49"/>
                    <a:pt x="163" y="1"/>
                    <a:pt x="106" y="1"/>
                  </a:cubicBezTo>
                  <a:close/>
                </a:path>
              </a:pathLst>
            </a:custGeom>
            <a:solidFill>
              <a:srgbClr val="263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1561;p50">
              <a:extLst>
                <a:ext uri="{FF2B5EF4-FFF2-40B4-BE49-F238E27FC236}">
                  <a16:creationId xmlns:a16="http://schemas.microsoft.com/office/drawing/2014/main" id="{18512E0A-9FB1-0DDB-BE41-207EDBD7ADD6}"/>
                </a:ext>
              </a:extLst>
            </p:cNvPr>
            <p:cNvSpPr/>
            <p:nvPr/>
          </p:nvSpPr>
          <p:spPr>
            <a:xfrm>
              <a:off x="7541357" y="3003901"/>
              <a:ext cx="30264" cy="30552"/>
            </a:xfrm>
            <a:custGeom>
              <a:avLst/>
              <a:gdLst/>
              <a:ahLst/>
              <a:cxnLst/>
              <a:rect l="l" t="t" r="r" b="b"/>
              <a:pathLst>
                <a:path w="211" h="213" extrusionOk="0">
                  <a:moveTo>
                    <a:pt x="105" y="1"/>
                  </a:moveTo>
                  <a:cubicBezTo>
                    <a:pt x="46" y="1"/>
                    <a:pt x="0" y="49"/>
                    <a:pt x="0" y="107"/>
                  </a:cubicBezTo>
                  <a:cubicBezTo>
                    <a:pt x="0" y="166"/>
                    <a:pt x="48" y="213"/>
                    <a:pt x="105" y="213"/>
                  </a:cubicBezTo>
                  <a:cubicBezTo>
                    <a:pt x="164" y="213"/>
                    <a:pt x="211" y="165"/>
                    <a:pt x="211" y="107"/>
                  </a:cubicBezTo>
                  <a:cubicBezTo>
                    <a:pt x="211" y="49"/>
                    <a:pt x="164" y="1"/>
                    <a:pt x="105" y="1"/>
                  </a:cubicBezTo>
                  <a:close/>
                </a:path>
              </a:pathLst>
            </a:custGeom>
            <a:solidFill>
              <a:srgbClr val="26313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1562;p50">
              <a:extLst>
                <a:ext uri="{FF2B5EF4-FFF2-40B4-BE49-F238E27FC236}">
                  <a16:creationId xmlns:a16="http://schemas.microsoft.com/office/drawing/2014/main" id="{471B6052-456E-FC45-956C-0557616833B9}"/>
                </a:ext>
              </a:extLst>
            </p:cNvPr>
            <p:cNvSpPr/>
            <p:nvPr/>
          </p:nvSpPr>
          <p:spPr>
            <a:xfrm>
              <a:off x="7499618" y="2904215"/>
              <a:ext cx="126938" cy="229639"/>
            </a:xfrm>
            <a:custGeom>
              <a:avLst/>
              <a:gdLst/>
              <a:ahLst/>
              <a:cxnLst/>
              <a:rect l="l" t="t" r="r" b="b"/>
              <a:pathLst>
                <a:path w="885" h="1601" extrusionOk="0">
                  <a:moveTo>
                    <a:pt x="164" y="1"/>
                  </a:moveTo>
                  <a:lnTo>
                    <a:pt x="164" y="49"/>
                  </a:lnTo>
                  <a:cubicBezTo>
                    <a:pt x="541" y="90"/>
                    <a:pt x="838" y="410"/>
                    <a:pt x="838" y="799"/>
                  </a:cubicBezTo>
                  <a:cubicBezTo>
                    <a:pt x="838" y="1188"/>
                    <a:pt x="541" y="1509"/>
                    <a:pt x="164" y="1548"/>
                  </a:cubicBezTo>
                  <a:cubicBezTo>
                    <a:pt x="137" y="1551"/>
                    <a:pt x="110" y="1552"/>
                    <a:pt x="83" y="1552"/>
                  </a:cubicBezTo>
                  <a:cubicBezTo>
                    <a:pt x="54" y="1552"/>
                    <a:pt x="27" y="1551"/>
                    <a:pt x="0" y="1548"/>
                  </a:cubicBezTo>
                  <a:lnTo>
                    <a:pt x="0" y="1596"/>
                  </a:lnTo>
                  <a:cubicBezTo>
                    <a:pt x="27" y="1600"/>
                    <a:pt x="54" y="1601"/>
                    <a:pt x="83" y="1601"/>
                  </a:cubicBezTo>
                  <a:cubicBezTo>
                    <a:pt x="110" y="1601"/>
                    <a:pt x="137" y="1600"/>
                    <a:pt x="164" y="1596"/>
                  </a:cubicBezTo>
                  <a:cubicBezTo>
                    <a:pt x="567" y="1556"/>
                    <a:pt x="885" y="1214"/>
                    <a:pt x="885" y="799"/>
                  </a:cubicBezTo>
                  <a:cubicBezTo>
                    <a:pt x="885" y="385"/>
                    <a:pt x="567" y="43"/>
                    <a:pt x="164" y="1"/>
                  </a:cubicBezTo>
                  <a:close/>
                </a:path>
              </a:pathLst>
            </a:custGeom>
            <a:solidFill>
              <a:srgbClr val="A1E4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1563;p50">
              <a:extLst>
                <a:ext uri="{FF2B5EF4-FFF2-40B4-BE49-F238E27FC236}">
                  <a16:creationId xmlns:a16="http://schemas.microsoft.com/office/drawing/2014/main" id="{0AF2DF40-D48E-B160-AB6A-4948B79B25E6}"/>
                </a:ext>
              </a:extLst>
            </p:cNvPr>
            <p:cNvSpPr/>
            <p:nvPr/>
          </p:nvSpPr>
          <p:spPr>
            <a:xfrm>
              <a:off x="7396345" y="2903641"/>
              <a:ext cx="126794" cy="229783"/>
            </a:xfrm>
            <a:custGeom>
              <a:avLst/>
              <a:gdLst/>
              <a:ahLst/>
              <a:cxnLst/>
              <a:rect l="l" t="t" r="r" b="b"/>
              <a:pathLst>
                <a:path w="884" h="1602" extrusionOk="0">
                  <a:moveTo>
                    <a:pt x="803" y="1"/>
                  </a:moveTo>
                  <a:cubicBezTo>
                    <a:pt x="774" y="1"/>
                    <a:pt x="747" y="3"/>
                    <a:pt x="720" y="5"/>
                  </a:cubicBezTo>
                  <a:cubicBezTo>
                    <a:pt x="317" y="47"/>
                    <a:pt x="1" y="389"/>
                    <a:pt x="1" y="803"/>
                  </a:cubicBezTo>
                  <a:cubicBezTo>
                    <a:pt x="1" y="1218"/>
                    <a:pt x="317" y="1560"/>
                    <a:pt x="720" y="1601"/>
                  </a:cubicBezTo>
                  <a:lnTo>
                    <a:pt x="720" y="1553"/>
                  </a:lnTo>
                  <a:cubicBezTo>
                    <a:pt x="343" y="1513"/>
                    <a:pt x="47" y="1192"/>
                    <a:pt x="47" y="803"/>
                  </a:cubicBezTo>
                  <a:cubicBezTo>
                    <a:pt x="47" y="414"/>
                    <a:pt x="343" y="94"/>
                    <a:pt x="720" y="53"/>
                  </a:cubicBezTo>
                  <a:cubicBezTo>
                    <a:pt x="747" y="51"/>
                    <a:pt x="774" y="49"/>
                    <a:pt x="803" y="49"/>
                  </a:cubicBezTo>
                  <a:cubicBezTo>
                    <a:pt x="830" y="49"/>
                    <a:pt x="857" y="51"/>
                    <a:pt x="884" y="53"/>
                  </a:cubicBezTo>
                  <a:lnTo>
                    <a:pt x="884" y="5"/>
                  </a:lnTo>
                  <a:cubicBezTo>
                    <a:pt x="857" y="3"/>
                    <a:pt x="829" y="1"/>
                    <a:pt x="803" y="1"/>
                  </a:cubicBezTo>
                  <a:close/>
                </a:path>
              </a:pathLst>
            </a:custGeom>
            <a:solidFill>
              <a:srgbClr val="ECF9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1564;p50">
              <a:extLst>
                <a:ext uri="{FF2B5EF4-FFF2-40B4-BE49-F238E27FC236}">
                  <a16:creationId xmlns:a16="http://schemas.microsoft.com/office/drawing/2014/main" id="{3BD40AAC-1786-E3A6-549E-BD4E6BABE8AF}"/>
                </a:ext>
              </a:extLst>
            </p:cNvPr>
            <p:cNvSpPr/>
            <p:nvPr/>
          </p:nvSpPr>
          <p:spPr>
            <a:xfrm>
              <a:off x="7502773" y="3011503"/>
              <a:ext cx="16064" cy="16065"/>
            </a:xfrm>
            <a:custGeom>
              <a:avLst/>
              <a:gdLst/>
              <a:ahLst/>
              <a:cxnLst/>
              <a:rect l="l" t="t" r="r" b="b"/>
              <a:pathLst>
                <a:path w="112" h="112" extrusionOk="0">
                  <a:moveTo>
                    <a:pt x="26" y="0"/>
                  </a:moveTo>
                  <a:lnTo>
                    <a:pt x="1" y="26"/>
                  </a:lnTo>
                  <a:lnTo>
                    <a:pt x="85" y="112"/>
                  </a:lnTo>
                  <a:lnTo>
                    <a:pt x="112" y="85"/>
                  </a:lnTo>
                  <a:lnTo>
                    <a:pt x="26" y="0"/>
                  </a:lnTo>
                  <a:close/>
                </a:path>
              </a:pathLst>
            </a:custGeom>
            <a:solidFill>
              <a:srgbClr val="146B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1565;p50">
              <a:extLst>
                <a:ext uri="{FF2B5EF4-FFF2-40B4-BE49-F238E27FC236}">
                  <a16:creationId xmlns:a16="http://schemas.microsoft.com/office/drawing/2014/main" id="{3CD6B00B-E40F-9A2F-4EBF-B0BBDE42DF52}"/>
                </a:ext>
              </a:extLst>
            </p:cNvPr>
            <p:cNvSpPr/>
            <p:nvPr/>
          </p:nvSpPr>
          <p:spPr>
            <a:xfrm>
              <a:off x="6722634" y="3178748"/>
              <a:ext cx="937045" cy="18503"/>
            </a:xfrm>
            <a:custGeom>
              <a:avLst/>
              <a:gdLst/>
              <a:ahLst/>
              <a:cxnLst/>
              <a:rect l="l" t="t" r="r" b="b"/>
              <a:pathLst>
                <a:path w="6533" h="129" extrusionOk="0">
                  <a:moveTo>
                    <a:pt x="0" y="1"/>
                  </a:moveTo>
                  <a:lnTo>
                    <a:pt x="0" y="128"/>
                  </a:lnTo>
                  <a:lnTo>
                    <a:pt x="6533" y="128"/>
                  </a:lnTo>
                  <a:lnTo>
                    <a:pt x="65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1566;p50">
              <a:extLst>
                <a:ext uri="{FF2B5EF4-FFF2-40B4-BE49-F238E27FC236}">
                  <a16:creationId xmlns:a16="http://schemas.microsoft.com/office/drawing/2014/main" id="{FDABF1BE-624F-E2B8-1F84-89CAC9A771AD}"/>
                </a:ext>
              </a:extLst>
            </p:cNvPr>
            <p:cNvSpPr/>
            <p:nvPr/>
          </p:nvSpPr>
          <p:spPr>
            <a:xfrm>
              <a:off x="7161830" y="2596692"/>
              <a:ext cx="27252" cy="120629"/>
            </a:xfrm>
            <a:custGeom>
              <a:avLst/>
              <a:gdLst/>
              <a:ahLst/>
              <a:cxnLst/>
              <a:rect l="l" t="t" r="r" b="b"/>
              <a:pathLst>
                <a:path w="190" h="841" extrusionOk="0">
                  <a:moveTo>
                    <a:pt x="1" y="1"/>
                  </a:moveTo>
                  <a:lnTo>
                    <a:pt x="1" y="840"/>
                  </a:lnTo>
                  <a:lnTo>
                    <a:pt x="190" y="840"/>
                  </a:lnTo>
                  <a:lnTo>
                    <a:pt x="19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1567;p50">
              <a:extLst>
                <a:ext uri="{FF2B5EF4-FFF2-40B4-BE49-F238E27FC236}">
                  <a16:creationId xmlns:a16="http://schemas.microsoft.com/office/drawing/2014/main" id="{1FDC1A16-9934-1659-23F7-FCA5BE9EBCA4}"/>
                </a:ext>
              </a:extLst>
            </p:cNvPr>
            <p:cNvSpPr/>
            <p:nvPr/>
          </p:nvSpPr>
          <p:spPr>
            <a:xfrm>
              <a:off x="7105317" y="2596692"/>
              <a:ext cx="27252" cy="120629"/>
            </a:xfrm>
            <a:custGeom>
              <a:avLst/>
              <a:gdLst/>
              <a:ahLst/>
              <a:cxnLst/>
              <a:rect l="l" t="t" r="r" b="b"/>
              <a:pathLst>
                <a:path w="190" h="841" extrusionOk="0">
                  <a:moveTo>
                    <a:pt x="0" y="1"/>
                  </a:moveTo>
                  <a:lnTo>
                    <a:pt x="0" y="840"/>
                  </a:lnTo>
                  <a:lnTo>
                    <a:pt x="189" y="840"/>
                  </a:lnTo>
                  <a:lnTo>
                    <a:pt x="18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1568;p50">
              <a:extLst>
                <a:ext uri="{FF2B5EF4-FFF2-40B4-BE49-F238E27FC236}">
                  <a16:creationId xmlns:a16="http://schemas.microsoft.com/office/drawing/2014/main" id="{EEAF9702-1950-2ED1-81B0-3DFCE7AE20C7}"/>
                </a:ext>
              </a:extLst>
            </p:cNvPr>
            <p:cNvSpPr/>
            <p:nvPr/>
          </p:nvSpPr>
          <p:spPr>
            <a:xfrm>
              <a:off x="7048660" y="2596692"/>
              <a:ext cx="27396" cy="120629"/>
            </a:xfrm>
            <a:custGeom>
              <a:avLst/>
              <a:gdLst/>
              <a:ahLst/>
              <a:cxnLst/>
              <a:rect l="l" t="t" r="r" b="b"/>
              <a:pathLst>
                <a:path w="191" h="841" extrusionOk="0">
                  <a:moveTo>
                    <a:pt x="1" y="1"/>
                  </a:moveTo>
                  <a:lnTo>
                    <a:pt x="1" y="840"/>
                  </a:lnTo>
                  <a:lnTo>
                    <a:pt x="191" y="840"/>
                  </a:lnTo>
                  <a:lnTo>
                    <a:pt x="19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1572;p50">
              <a:extLst>
                <a:ext uri="{FF2B5EF4-FFF2-40B4-BE49-F238E27FC236}">
                  <a16:creationId xmlns:a16="http://schemas.microsoft.com/office/drawing/2014/main" id="{CECB0783-D887-DCB4-0BF8-770CF9B0928F}"/>
                </a:ext>
              </a:extLst>
            </p:cNvPr>
            <p:cNvSpPr/>
            <p:nvPr/>
          </p:nvSpPr>
          <p:spPr>
            <a:xfrm>
              <a:off x="6785459" y="1901323"/>
              <a:ext cx="168677" cy="168680"/>
            </a:xfrm>
            <a:custGeom>
              <a:avLst/>
              <a:gdLst/>
              <a:ahLst/>
              <a:cxnLst/>
              <a:rect l="l" t="t" r="r" b="b"/>
              <a:pathLst>
                <a:path w="1176" h="1176" extrusionOk="0">
                  <a:moveTo>
                    <a:pt x="419" y="1"/>
                  </a:moveTo>
                  <a:lnTo>
                    <a:pt x="1" y="419"/>
                  </a:lnTo>
                  <a:lnTo>
                    <a:pt x="758" y="1176"/>
                  </a:lnTo>
                  <a:lnTo>
                    <a:pt x="1176" y="758"/>
                  </a:lnTo>
                  <a:lnTo>
                    <a:pt x="419" y="1"/>
                  </a:lnTo>
                  <a:close/>
                </a:path>
              </a:pathLst>
            </a:custGeom>
            <a:solidFill>
              <a:schemeClr val="tx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1583;p50">
              <a:extLst>
                <a:ext uri="{FF2B5EF4-FFF2-40B4-BE49-F238E27FC236}">
                  <a16:creationId xmlns:a16="http://schemas.microsoft.com/office/drawing/2014/main" id="{0F69A898-A6C7-BCAF-752C-D616A2EB19B7}"/>
                </a:ext>
              </a:extLst>
            </p:cNvPr>
            <p:cNvSpPr/>
            <p:nvPr/>
          </p:nvSpPr>
          <p:spPr>
            <a:xfrm>
              <a:off x="6722634" y="2717176"/>
              <a:ext cx="937045" cy="139275"/>
            </a:xfrm>
            <a:custGeom>
              <a:avLst/>
              <a:gdLst/>
              <a:ahLst/>
              <a:cxnLst/>
              <a:rect l="l" t="t" r="r" b="b"/>
              <a:pathLst>
                <a:path w="6533" h="971" extrusionOk="0">
                  <a:moveTo>
                    <a:pt x="0" y="0"/>
                  </a:moveTo>
                  <a:lnTo>
                    <a:pt x="0" y="970"/>
                  </a:lnTo>
                  <a:lnTo>
                    <a:pt x="6533" y="970"/>
                  </a:lnTo>
                  <a:lnTo>
                    <a:pt x="6533" y="0"/>
                  </a:lnTo>
                  <a:close/>
                </a:path>
              </a:pathLst>
            </a:custGeom>
            <a:solidFill>
              <a:srgbClr val="FBFFFF">
                <a:alpha val="1392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1584;p50">
              <a:extLst>
                <a:ext uri="{FF2B5EF4-FFF2-40B4-BE49-F238E27FC236}">
                  <a16:creationId xmlns:a16="http://schemas.microsoft.com/office/drawing/2014/main" id="{76C9B00F-8BB0-3CA4-54FE-597E577B065B}"/>
                </a:ext>
              </a:extLst>
            </p:cNvPr>
            <p:cNvSpPr/>
            <p:nvPr/>
          </p:nvSpPr>
          <p:spPr>
            <a:xfrm>
              <a:off x="6722634" y="3178748"/>
              <a:ext cx="937045" cy="139419"/>
            </a:xfrm>
            <a:custGeom>
              <a:avLst/>
              <a:gdLst/>
              <a:ahLst/>
              <a:cxnLst/>
              <a:rect l="l" t="t" r="r" b="b"/>
              <a:pathLst>
                <a:path w="6533" h="972" extrusionOk="0">
                  <a:moveTo>
                    <a:pt x="0" y="1"/>
                  </a:moveTo>
                  <a:lnTo>
                    <a:pt x="0" y="972"/>
                  </a:lnTo>
                  <a:lnTo>
                    <a:pt x="6533" y="972"/>
                  </a:lnTo>
                  <a:lnTo>
                    <a:pt x="6533" y="1"/>
                  </a:lnTo>
                  <a:close/>
                </a:path>
              </a:pathLst>
            </a:custGeom>
            <a:solidFill>
              <a:srgbClr val="202020">
                <a:alpha val="145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9" name="Gruppe 478">
            <a:extLst>
              <a:ext uri="{FF2B5EF4-FFF2-40B4-BE49-F238E27FC236}">
                <a16:creationId xmlns:a16="http://schemas.microsoft.com/office/drawing/2014/main" id="{D15020F0-99EB-441B-17F1-BDBFF1CB3411}"/>
              </a:ext>
            </a:extLst>
          </p:cNvPr>
          <p:cNvGrpSpPr/>
          <p:nvPr/>
        </p:nvGrpSpPr>
        <p:grpSpPr>
          <a:xfrm>
            <a:off x="8442109" y="3040392"/>
            <a:ext cx="1424480" cy="1174282"/>
            <a:chOff x="6189103" y="3898232"/>
            <a:chExt cx="1424480" cy="1174282"/>
          </a:xfrm>
        </p:grpSpPr>
        <p:sp>
          <p:nvSpPr>
            <p:cNvPr id="477" name="Google Shape;1587;p50">
              <a:extLst>
                <a:ext uri="{FF2B5EF4-FFF2-40B4-BE49-F238E27FC236}">
                  <a16:creationId xmlns:a16="http://schemas.microsoft.com/office/drawing/2014/main" id="{EE2432C5-E72B-8FD9-7BB4-48A3F78E3B23}"/>
                </a:ext>
              </a:extLst>
            </p:cNvPr>
            <p:cNvSpPr/>
            <p:nvPr/>
          </p:nvSpPr>
          <p:spPr>
            <a:xfrm>
              <a:off x="6656100" y="4254365"/>
              <a:ext cx="447345" cy="684019"/>
            </a:xfrm>
            <a:custGeom>
              <a:avLst/>
              <a:gdLst/>
              <a:ahLst/>
              <a:cxnLst/>
              <a:rect l="l" t="t" r="r" b="b"/>
              <a:pathLst>
                <a:path w="1770" h="3176" extrusionOk="0">
                  <a:moveTo>
                    <a:pt x="529" y="0"/>
                  </a:moveTo>
                  <a:lnTo>
                    <a:pt x="20" y="1660"/>
                  </a:lnTo>
                  <a:cubicBezTo>
                    <a:pt x="0" y="1724"/>
                    <a:pt x="48" y="1789"/>
                    <a:pt x="115" y="1789"/>
                  </a:cubicBezTo>
                  <a:lnTo>
                    <a:pt x="645" y="1789"/>
                  </a:lnTo>
                  <a:lnTo>
                    <a:pt x="126" y="3097"/>
                  </a:lnTo>
                  <a:cubicBezTo>
                    <a:pt x="109" y="3139"/>
                    <a:pt x="144" y="3175"/>
                    <a:pt x="180" y="3175"/>
                  </a:cubicBezTo>
                  <a:cubicBezTo>
                    <a:pt x="196" y="3175"/>
                    <a:pt x="212" y="3168"/>
                    <a:pt x="224" y="3153"/>
                  </a:cubicBezTo>
                  <a:lnTo>
                    <a:pt x="1470" y="1561"/>
                  </a:lnTo>
                  <a:cubicBezTo>
                    <a:pt x="1522" y="1495"/>
                    <a:pt x="1475" y="1399"/>
                    <a:pt x="1391" y="1399"/>
                  </a:cubicBezTo>
                  <a:lnTo>
                    <a:pt x="932" y="1399"/>
                  </a:lnTo>
                  <a:lnTo>
                    <a:pt x="1770" y="0"/>
                  </a:lnTo>
                  <a:close/>
                </a:path>
              </a:pathLst>
            </a:custGeom>
            <a:solidFill>
              <a:srgbClr val="55BD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1586;p50">
              <a:extLst>
                <a:ext uri="{FF2B5EF4-FFF2-40B4-BE49-F238E27FC236}">
                  <a16:creationId xmlns:a16="http://schemas.microsoft.com/office/drawing/2014/main" id="{19E6C936-267C-B425-D860-80E9577084CA}"/>
                </a:ext>
              </a:extLst>
            </p:cNvPr>
            <p:cNvSpPr/>
            <p:nvPr/>
          </p:nvSpPr>
          <p:spPr>
            <a:xfrm>
              <a:off x="6189103" y="3898232"/>
              <a:ext cx="1424480" cy="1174282"/>
            </a:xfrm>
            <a:custGeom>
              <a:avLst/>
              <a:gdLst/>
              <a:ahLst/>
              <a:cxnLst/>
              <a:rect l="l" t="t" r="r" b="b"/>
              <a:pathLst>
                <a:path w="6310" h="5585" extrusionOk="0">
                  <a:moveTo>
                    <a:pt x="3155" y="474"/>
                  </a:moveTo>
                  <a:cubicBezTo>
                    <a:pt x="3278" y="474"/>
                    <a:pt x="3399" y="533"/>
                    <a:pt x="3470" y="655"/>
                  </a:cubicBezTo>
                  <a:lnTo>
                    <a:pt x="5747" y="4563"/>
                  </a:lnTo>
                  <a:cubicBezTo>
                    <a:pt x="5888" y="4805"/>
                    <a:pt x="5711" y="5112"/>
                    <a:pt x="5429" y="5112"/>
                  </a:cubicBezTo>
                  <a:lnTo>
                    <a:pt x="878" y="5112"/>
                  </a:lnTo>
                  <a:cubicBezTo>
                    <a:pt x="596" y="5112"/>
                    <a:pt x="422" y="4805"/>
                    <a:pt x="563" y="4563"/>
                  </a:cubicBezTo>
                  <a:lnTo>
                    <a:pt x="2839" y="655"/>
                  </a:lnTo>
                  <a:cubicBezTo>
                    <a:pt x="2910" y="533"/>
                    <a:pt x="3032" y="474"/>
                    <a:pt x="3155" y="474"/>
                  </a:cubicBezTo>
                  <a:close/>
                  <a:moveTo>
                    <a:pt x="3155" y="1"/>
                  </a:moveTo>
                  <a:cubicBezTo>
                    <a:pt x="2852" y="1"/>
                    <a:pt x="2583" y="156"/>
                    <a:pt x="2430" y="418"/>
                  </a:cubicBezTo>
                  <a:lnTo>
                    <a:pt x="154" y="4324"/>
                  </a:lnTo>
                  <a:cubicBezTo>
                    <a:pt x="1" y="4586"/>
                    <a:pt x="0" y="4901"/>
                    <a:pt x="151" y="5164"/>
                  </a:cubicBezTo>
                  <a:cubicBezTo>
                    <a:pt x="302" y="5428"/>
                    <a:pt x="574" y="5585"/>
                    <a:pt x="878" y="5585"/>
                  </a:cubicBezTo>
                  <a:lnTo>
                    <a:pt x="5429" y="5585"/>
                  </a:lnTo>
                  <a:cubicBezTo>
                    <a:pt x="5733" y="5585"/>
                    <a:pt x="6006" y="5428"/>
                    <a:pt x="6156" y="5164"/>
                  </a:cubicBezTo>
                  <a:cubicBezTo>
                    <a:pt x="6309" y="4901"/>
                    <a:pt x="6308" y="4586"/>
                    <a:pt x="6155" y="4324"/>
                  </a:cubicBezTo>
                  <a:lnTo>
                    <a:pt x="3879" y="418"/>
                  </a:lnTo>
                  <a:cubicBezTo>
                    <a:pt x="3727" y="157"/>
                    <a:pt x="3456" y="1"/>
                    <a:pt x="3155" y="1"/>
                  </a:cubicBezTo>
                  <a:close/>
                </a:path>
              </a:pathLst>
            </a:custGeom>
            <a:solidFill>
              <a:srgbClr val="148A9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1" name="Pladsholder til slidenummer 490">
            <a:extLst>
              <a:ext uri="{FF2B5EF4-FFF2-40B4-BE49-F238E27FC236}">
                <a16:creationId xmlns:a16="http://schemas.microsoft.com/office/drawing/2014/main" id="{DDC323FF-521E-3B3C-B8B2-9700F96E531D}"/>
              </a:ext>
            </a:extLst>
          </p:cNvPr>
          <p:cNvSpPr>
            <a:spLocks noGrp="1"/>
          </p:cNvSpPr>
          <p:nvPr>
            <p:ph type="sldNum" sz="quarter" idx="12"/>
          </p:nvPr>
        </p:nvSpPr>
        <p:spPr/>
        <p:txBody>
          <a:bodyPr/>
          <a:lstStyle/>
          <a:p>
            <a:fld id="{311372BF-1BD1-EE46-89BF-9D315F3C4C6D}" type="slidenum">
              <a:rPr lang="da-DK" smtClean="0"/>
              <a:t>17</a:t>
            </a:fld>
            <a:endParaRPr lang="da-DK"/>
          </a:p>
        </p:txBody>
      </p:sp>
    </p:spTree>
    <p:extLst>
      <p:ext uri="{BB962C8B-B14F-4D97-AF65-F5344CB8AC3E}">
        <p14:creationId xmlns:p14="http://schemas.microsoft.com/office/powerpoint/2010/main" val="25406441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E8D4839-8252-798D-AC84-C6C5B3DDB441}"/>
              </a:ext>
            </a:extLst>
          </p:cNvPr>
          <p:cNvSpPr>
            <a:spLocks noGrp="1"/>
          </p:cNvSpPr>
          <p:nvPr>
            <p:ph type="title"/>
          </p:nvPr>
        </p:nvSpPr>
        <p:spPr/>
        <p:txBody>
          <a:bodyPr/>
          <a:lstStyle/>
          <a:p>
            <a:r>
              <a:rPr lang="da-DK"/>
              <a:t>Ikoner og grafik til brug i slides:  </a:t>
            </a:r>
          </a:p>
        </p:txBody>
      </p:sp>
      <p:pic>
        <p:nvPicPr>
          <p:cNvPr id="4" name="Billede 3">
            <a:extLst>
              <a:ext uri="{FF2B5EF4-FFF2-40B4-BE49-F238E27FC236}">
                <a16:creationId xmlns:a16="http://schemas.microsoft.com/office/drawing/2014/main" id="{96E5507E-3A3E-8488-A084-013178CF63B9}"/>
              </a:ext>
            </a:extLst>
          </p:cNvPr>
          <p:cNvPicPr>
            <a:picLocks noChangeAspect="1"/>
          </p:cNvPicPr>
          <p:nvPr/>
        </p:nvPicPr>
        <p:blipFill>
          <a:blip r:embed="rId3"/>
          <a:stretch>
            <a:fillRect/>
          </a:stretch>
        </p:blipFill>
        <p:spPr>
          <a:xfrm>
            <a:off x="7166645" y="2305874"/>
            <a:ext cx="763722" cy="674557"/>
          </a:xfrm>
          <a:prstGeom prst="rect">
            <a:avLst/>
          </a:prstGeom>
        </p:spPr>
      </p:pic>
      <p:pic>
        <p:nvPicPr>
          <p:cNvPr id="5" name="Billede 4">
            <a:extLst>
              <a:ext uri="{FF2B5EF4-FFF2-40B4-BE49-F238E27FC236}">
                <a16:creationId xmlns:a16="http://schemas.microsoft.com/office/drawing/2014/main" id="{445A5695-906E-D06A-C6EA-D766E05F8853}"/>
              </a:ext>
            </a:extLst>
          </p:cNvPr>
          <p:cNvPicPr>
            <a:picLocks noChangeAspect="1"/>
          </p:cNvPicPr>
          <p:nvPr/>
        </p:nvPicPr>
        <p:blipFill>
          <a:blip r:embed="rId4"/>
          <a:srcRect l="24711"/>
          <a:stretch/>
        </p:blipFill>
        <p:spPr>
          <a:xfrm>
            <a:off x="2609096" y="4137983"/>
            <a:ext cx="5851784" cy="1270246"/>
          </a:xfrm>
          <a:prstGeom prst="rect">
            <a:avLst/>
          </a:prstGeom>
        </p:spPr>
      </p:pic>
      <p:grpSp>
        <p:nvGrpSpPr>
          <p:cNvPr id="6" name="Gruppe 5">
            <a:extLst>
              <a:ext uri="{FF2B5EF4-FFF2-40B4-BE49-F238E27FC236}">
                <a16:creationId xmlns:a16="http://schemas.microsoft.com/office/drawing/2014/main" id="{F4D2FB34-D9C6-A8EC-2E25-70A444B4B4C2}"/>
              </a:ext>
            </a:extLst>
          </p:cNvPr>
          <p:cNvGrpSpPr/>
          <p:nvPr/>
        </p:nvGrpSpPr>
        <p:grpSpPr>
          <a:xfrm>
            <a:off x="8460880" y="1777471"/>
            <a:ext cx="675807" cy="1731364"/>
            <a:chOff x="1197964" y="4761511"/>
            <a:chExt cx="675807" cy="1731364"/>
          </a:xfrm>
        </p:grpSpPr>
        <p:sp>
          <p:nvSpPr>
            <p:cNvPr id="7" name="Rektangel 6">
              <a:extLst>
                <a:ext uri="{FF2B5EF4-FFF2-40B4-BE49-F238E27FC236}">
                  <a16:creationId xmlns:a16="http://schemas.microsoft.com/office/drawing/2014/main" id="{C36F8C9B-FA12-255E-590E-F505F1776E81}"/>
                </a:ext>
              </a:extLst>
            </p:cNvPr>
            <p:cNvSpPr/>
            <p:nvPr/>
          </p:nvSpPr>
          <p:spPr>
            <a:xfrm>
              <a:off x="1197964" y="4761511"/>
              <a:ext cx="675807" cy="1731364"/>
            </a:xfrm>
            <a:prstGeom prst="rect">
              <a:avLst/>
            </a:prstGeom>
            <a:solidFill>
              <a:srgbClr val="55BDC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sp>
          <p:nvSpPr>
            <p:cNvPr id="8" name="Rektangel 7">
              <a:extLst>
                <a:ext uri="{FF2B5EF4-FFF2-40B4-BE49-F238E27FC236}">
                  <a16:creationId xmlns:a16="http://schemas.microsoft.com/office/drawing/2014/main" id="{D8D3F27A-0CBD-6F42-F3E6-D1548C056296}"/>
                </a:ext>
              </a:extLst>
            </p:cNvPr>
            <p:cNvSpPr/>
            <p:nvPr/>
          </p:nvSpPr>
          <p:spPr>
            <a:xfrm>
              <a:off x="1495269" y="5049187"/>
              <a:ext cx="378502" cy="1443688"/>
            </a:xfrm>
            <a:prstGeom prst="rect">
              <a:avLst/>
            </a:prstGeom>
            <a:solidFill>
              <a:srgbClr val="148A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a-DK"/>
            </a:p>
          </p:txBody>
        </p:sp>
      </p:grpSp>
      <p:sp>
        <p:nvSpPr>
          <p:cNvPr id="9" name="Pladsholder til slidenummer 8">
            <a:extLst>
              <a:ext uri="{FF2B5EF4-FFF2-40B4-BE49-F238E27FC236}">
                <a16:creationId xmlns:a16="http://schemas.microsoft.com/office/drawing/2014/main" id="{7091BE9F-37A3-FD0B-2999-95F9AA42F0D3}"/>
              </a:ext>
            </a:extLst>
          </p:cNvPr>
          <p:cNvSpPr>
            <a:spLocks noGrp="1"/>
          </p:cNvSpPr>
          <p:nvPr>
            <p:ph type="sldNum" sz="quarter" idx="12"/>
          </p:nvPr>
        </p:nvSpPr>
        <p:spPr/>
        <p:txBody>
          <a:bodyPr/>
          <a:lstStyle/>
          <a:p>
            <a:fld id="{311372BF-1BD1-EE46-89BF-9D315F3C4C6D}" type="slidenum">
              <a:rPr lang="da-DK" smtClean="0"/>
              <a:t>18</a:t>
            </a:fld>
            <a:endParaRPr lang="da-DK"/>
          </a:p>
        </p:txBody>
      </p:sp>
    </p:spTree>
    <p:extLst>
      <p:ext uri="{BB962C8B-B14F-4D97-AF65-F5344CB8AC3E}">
        <p14:creationId xmlns:p14="http://schemas.microsoft.com/office/powerpoint/2010/main" val="1588593302"/>
      </p:ext>
    </p:extLst>
  </p:cSld>
  <p:clrMapOvr>
    <a:masterClrMapping/>
  </p:clrMapOvr>
</p:sld>
</file>

<file path=ppt/theme/theme1.xml><?xml version="1.0" encoding="utf-8"?>
<a:theme xmlns:a="http://schemas.openxmlformats.org/drawingml/2006/main" name="Office 2013 – 2022 Tema">
  <a:themeElements>
    <a:clrScheme name="Brugerdefineret 13">
      <a:dk1>
        <a:srgbClr val="3F3F3F"/>
      </a:dk1>
      <a:lt1>
        <a:srgbClr val="FFFFFF"/>
      </a:lt1>
      <a:dk2>
        <a:srgbClr val="F2F2F2"/>
      </a:dk2>
      <a:lt2>
        <a:srgbClr val="A5A5A5"/>
      </a:lt2>
      <a:accent1>
        <a:srgbClr val="1A1D56"/>
      </a:accent1>
      <a:accent2>
        <a:srgbClr val="59C1D3"/>
      </a:accent2>
      <a:accent3>
        <a:srgbClr val="F2F2F2"/>
      </a:accent3>
      <a:accent4>
        <a:srgbClr val="59C1D3"/>
      </a:accent4>
      <a:accent5>
        <a:srgbClr val="29899B"/>
      </a:accent5>
      <a:accent6>
        <a:srgbClr val="014067"/>
      </a:accent6>
      <a:hlink>
        <a:srgbClr val="00194C"/>
      </a:hlink>
      <a:folHlink>
        <a:srgbClr val="ED6A5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2013 – 2022 T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70c2013-c720-4385-b2e8-93dc45e20424">
      <Terms xmlns="http://schemas.microsoft.com/office/infopath/2007/PartnerControls"/>
    </lcf76f155ced4ddcb4097134ff3c332f>
    <TaxCatchAll xmlns="66472284-873a-4087-9337-3fe14b0d6a9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E793E3F8D7DCBA46A3665F73BD11A9CA" ma:contentTypeVersion="13" ma:contentTypeDescription="Opret et nyt dokument." ma:contentTypeScope="" ma:versionID="7e62322d06d55eee73e8cdc04b412b97">
  <xsd:schema xmlns:xsd="http://www.w3.org/2001/XMLSchema" xmlns:xs="http://www.w3.org/2001/XMLSchema" xmlns:p="http://schemas.microsoft.com/office/2006/metadata/properties" xmlns:ns2="c70c2013-c720-4385-b2e8-93dc45e20424" xmlns:ns3="66472284-873a-4087-9337-3fe14b0d6a99" targetNamespace="http://schemas.microsoft.com/office/2006/metadata/properties" ma:root="true" ma:fieldsID="e03908c99125d1cf37b35b657d483553" ns2:_="" ns3:_="">
    <xsd:import namespace="c70c2013-c720-4385-b2e8-93dc45e20424"/>
    <xsd:import namespace="66472284-873a-4087-9337-3fe14b0d6a9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MediaServiceDateTaken" minOccurs="0"/>
                <xsd:element ref="ns2:MediaServiceLocatio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0c2013-c720-4385-b2e8-93dc45e2042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Billedmærker" ma:readOnly="false" ma:fieldId="{5cf76f15-5ced-4ddc-b409-7134ff3c332f}" ma:taxonomyMulti="true" ma:sspId="b40a15e5-f9a5-42db-8eec-4b4ddf30b691"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SearchProperties" ma:index="17" nillable="true" ma:displayName="MediaServiceSearchProperties" ma:hidden="true" ma:internalName="MediaServiceSearchProperties" ma:readOnly="true">
      <xsd:simpleType>
        <xsd:restriction base="dms:Note"/>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ServiceLocation" ma:index="19" nillable="true" ma:displayName="Location" ma:indexed="true"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66472284-873a-4087-9337-3fe14b0d6a99"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5a650503-2e67-48df-803f-80dfda2d04f7}" ma:internalName="TaxCatchAll" ma:showField="CatchAllData" ma:web="66472284-873a-4087-9337-3fe14b0d6a9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0CDA50-DBE1-46D5-A9C0-EF56ECE41ABE}">
  <ds:schemaRefs>
    <ds:schemaRef ds:uri="66472284-873a-4087-9337-3fe14b0d6a99"/>
    <ds:schemaRef ds:uri="c70c2013-c720-4385-b2e8-93dc45e2042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A416A96-E3DE-4658-86A0-287C03BF7CBA}"/>
</file>

<file path=customXml/itemProps3.xml><?xml version="1.0" encoding="utf-8"?>
<ds:datastoreItem xmlns:ds="http://schemas.openxmlformats.org/officeDocument/2006/customXml" ds:itemID="{98DE89AA-43CC-416C-9389-8D4C9AD41CB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0</TotalTime>
  <Words>987</Words>
  <Application>Microsoft Office PowerPoint</Application>
  <PresentationFormat>Widescreen</PresentationFormat>
  <Paragraphs>85</Paragraphs>
  <Slides>18</Slides>
  <Notes>16</Notes>
  <HiddenSlides>0</HiddenSlides>
  <MMClips>0</MMClips>
  <ScaleCrop>false</ScaleCrop>
  <HeadingPairs>
    <vt:vector size="6" baseType="variant">
      <vt:variant>
        <vt:lpstr>Benyttede skrifttyper</vt:lpstr>
      </vt:variant>
      <vt:variant>
        <vt:i4>3</vt:i4>
      </vt:variant>
      <vt:variant>
        <vt:lpstr>Tema</vt:lpstr>
      </vt:variant>
      <vt:variant>
        <vt:i4>1</vt:i4>
      </vt:variant>
      <vt:variant>
        <vt:lpstr>Slidetitler</vt:lpstr>
      </vt:variant>
      <vt:variant>
        <vt:i4>18</vt:i4>
      </vt:variant>
    </vt:vector>
  </HeadingPairs>
  <TitlesOfParts>
    <vt:vector size="22" baseType="lpstr">
      <vt:lpstr>Aptos</vt:lpstr>
      <vt:lpstr>Aptos Display</vt:lpstr>
      <vt:lpstr>Arial</vt:lpstr>
      <vt:lpstr>Office 2013 – 2022 Tema</vt:lpstr>
      <vt:lpstr>TITEL PÅ EMNE/PRÆSENTATION</vt:lpstr>
      <vt:lpstr>Planen for i dag</vt:lpstr>
      <vt:lpstr>Titel/Emne </vt:lpstr>
      <vt:lpstr>Starter aktivitet </vt:lpstr>
      <vt:lpstr>Teori oplæg</vt:lpstr>
      <vt:lpstr>Opgave 1 – (Indsæt evt. titel)</vt:lpstr>
      <vt:lpstr>OPGAVE 2 - (INDSÆT EVT. TITEL)</vt:lpstr>
      <vt:lpstr>PowerPoint-præsentation</vt:lpstr>
      <vt:lpstr>Opgave 3 – (Indsæt evt. titel) </vt:lpstr>
      <vt:lpstr>Med jeres egne ord, hvad har I lært i dag? </vt:lpstr>
      <vt:lpstr>Opsummering af dagens undervisning</vt:lpstr>
      <vt:lpstr>PowerPoint-præsentation</vt:lpstr>
      <vt:lpstr>PowerPoint-præsentation</vt:lpstr>
      <vt:lpstr>PowerPoint-præsentation</vt:lpstr>
      <vt:lpstr>PowerPoint-præsentation</vt:lpstr>
      <vt:lpstr>PowerPoint-præsentation</vt:lpstr>
      <vt:lpstr>PowerPoint-præsentation</vt:lpstr>
      <vt:lpstr>Ikoner og grafik til brug i slides: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Jona Mikkelsen</dc:creator>
  <cp:lastModifiedBy>Helene Elisabeth Nielsen</cp:lastModifiedBy>
  <cp:revision>1</cp:revision>
  <dcterms:created xsi:type="dcterms:W3CDTF">2024-12-04T13:57:13Z</dcterms:created>
  <dcterms:modified xsi:type="dcterms:W3CDTF">2025-03-25T09:36:07Z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0x010100E793E3F8D7DCBA46A3665F73BD11A9CA</vt:lpwstr>
  </property>
  <property fmtid="{D5CDD505-2E9C-101B-9397-08002B2CF9AE}" pid="3" name="MediaServiceImageTags">
    <vt:lpwstr/>
  </property>
</Properties>
</file>